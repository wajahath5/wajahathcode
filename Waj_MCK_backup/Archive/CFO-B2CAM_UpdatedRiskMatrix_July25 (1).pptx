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02" r:id="rId1"/>
  </p:sldMasterIdLst>
  <p:notesMasterIdLst>
    <p:notesMasterId r:id="rId25"/>
  </p:notesMasterIdLst>
  <p:sldIdLst>
    <p:sldId id="256" r:id="rId2"/>
    <p:sldId id="257" r:id="rId3"/>
    <p:sldId id="281" r:id="rId4"/>
    <p:sldId id="282" r:id="rId5"/>
    <p:sldId id="283" r:id="rId6"/>
    <p:sldId id="284" r:id="rId7"/>
    <p:sldId id="285" r:id="rId8"/>
    <p:sldId id="286" r:id="rId9"/>
    <p:sldId id="287" r:id="rId10"/>
    <p:sldId id="288" r:id="rId11"/>
    <p:sldId id="289" r:id="rId12"/>
    <p:sldId id="290" r:id="rId13"/>
    <p:sldId id="291" r:id="rId14"/>
    <p:sldId id="270" r:id="rId15"/>
    <p:sldId id="274" r:id="rId16"/>
    <p:sldId id="271" r:id="rId17"/>
    <p:sldId id="269" r:id="rId18"/>
    <p:sldId id="277" r:id="rId19"/>
    <p:sldId id="276" r:id="rId20"/>
    <p:sldId id="272" r:id="rId21"/>
    <p:sldId id="280" r:id="rId22"/>
    <p:sldId id="278" r:id="rId23"/>
    <p:sldId id="273" r:id="rId24"/>
  </p:sldIdLst>
  <p:sldSz cx="9144000" cy="5143500" type="screen16x9"/>
  <p:notesSz cx="6858000" cy="9144000"/>
  <p:embeddedFontLst>
    <p:embeddedFont>
      <p:font typeface="Franklin Gothic" panose="020B0604020202020204" charset="0"/>
      <p:bold r:id="rId26"/>
    </p:embeddedFont>
    <p:embeddedFont>
      <p:font typeface="Calibri"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1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0ED476-843A-427E-897D-906BA067CE12}">
  <a:tblStyle styleId="{A70ED476-843A-427E-897D-906BA067CE1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CB193CF-6E1A-4BD9-877A-CB4171B935D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34824CA-1360-46D1-804F-006CB8698B5A}"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150EB98-475B-4905-BEFF-CE7EDBB0542E}" styleName="Table_3">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015" autoAdjust="0"/>
  </p:normalViewPr>
  <p:slideViewPr>
    <p:cSldViewPr snapToGrid="0">
      <p:cViewPr varScale="1">
        <p:scale>
          <a:sx n="92" d="100"/>
          <a:sy n="92" d="100"/>
        </p:scale>
        <p:origin x="756" y="90"/>
      </p:cViewPr>
      <p:guideLst>
        <p:guide orient="horz" pos="1620"/>
        <p:guide pos="192"/>
      </p:guideLst>
    </p:cSldViewPr>
  </p:slideViewPr>
  <p:outlineViewPr>
    <p:cViewPr>
      <p:scale>
        <a:sx n="33" d="100"/>
        <a:sy n="33" d="100"/>
      </p:scale>
      <p:origin x="0" y="-858"/>
    </p:cViewPr>
  </p:outlineViewPr>
  <p:notesTextViewPr>
    <p:cViewPr>
      <p:scale>
        <a:sx n="1" d="1"/>
        <a:sy n="1" d="1"/>
      </p:scale>
      <p:origin x="0" y="0"/>
    </p:cViewPr>
  </p:notesTextViewPr>
  <p:sorterViewPr>
    <p:cViewPr>
      <p:scale>
        <a:sx n="100" d="100"/>
        <a:sy n="100" d="100"/>
      </p:scale>
      <p:origin x="0" y="-153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000138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7" name="Google Shape;64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026880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3" name="Google Shape;65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494962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5dfd490e9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5dfd490e91_0_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589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58a64e61e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58a64e61e8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8005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5dfd490e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5dfd490e91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9821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58a64e61e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58a64e61e8_0_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09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5ecf27ef79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5ecf27ef79_7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1859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5b6a5a38c7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5b6a5a38c7_0_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0569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5b6a5a38c7_5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5b6a5a38c7_5_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9098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58c8d8bb4d_0_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a:solidFill>
                  <a:schemeClr val="dk1"/>
                </a:solidFill>
              </a:rPr>
              <a:t>Last Updated : 20190717</a:t>
            </a:r>
            <a:endParaRPr>
              <a:solidFill>
                <a:schemeClr val="dk1"/>
              </a:solidFill>
            </a:endParaRPr>
          </a:p>
          <a:p>
            <a:pPr marL="0" lvl="0" indent="0" algn="l" rtl="0">
              <a:spcBef>
                <a:spcPts val="0"/>
              </a:spcBef>
              <a:spcAft>
                <a:spcPts val="0"/>
              </a:spcAft>
              <a:buClr>
                <a:schemeClr val="dk1"/>
              </a:buClr>
              <a:buSzPts val="1400"/>
              <a:buFont typeface="Arial"/>
              <a:buNone/>
            </a:pPr>
            <a:r>
              <a:rPr lang="en-US">
                <a:solidFill>
                  <a:schemeClr val="dk1"/>
                </a:solidFill>
              </a:rPr>
              <a:t>(J) JIRA</a:t>
            </a:r>
            <a:br>
              <a:rPr lang="en-US">
                <a:solidFill>
                  <a:schemeClr val="dk1"/>
                </a:solidFill>
              </a:rPr>
            </a:br>
            <a:r>
              <a:rPr lang="en-US">
                <a:solidFill>
                  <a:schemeClr val="dk1"/>
                </a:solidFill>
              </a:rPr>
              <a:t>(A) ASSIST</a:t>
            </a:r>
            <a:endParaRPr>
              <a:solidFill>
                <a:schemeClr val="dk1"/>
              </a:solidFill>
            </a:endParaRPr>
          </a:p>
          <a:p>
            <a:pPr marL="0" lvl="0" indent="0" algn="l" rtl="0">
              <a:spcBef>
                <a:spcPts val="0"/>
              </a:spcBef>
              <a:spcAft>
                <a:spcPts val="0"/>
              </a:spcAft>
              <a:buSzPts val="1400"/>
              <a:buNone/>
            </a:pPr>
            <a:r>
              <a:rPr lang="en-US">
                <a:solidFill>
                  <a:schemeClr val="dk1"/>
                </a:solidFill>
              </a:rPr>
              <a:t>(Y) AYS</a:t>
            </a:r>
            <a:endParaRPr/>
          </a:p>
          <a:p>
            <a:pPr marL="0" lvl="0" indent="0" algn="l" rtl="0">
              <a:lnSpc>
                <a:spcPct val="100000"/>
              </a:lnSpc>
              <a:spcBef>
                <a:spcPts val="0"/>
              </a:spcBef>
              <a:spcAft>
                <a:spcPts val="0"/>
              </a:spcAft>
              <a:buSzPts val="1400"/>
              <a:buNone/>
            </a:pPr>
            <a:endParaRPr/>
          </a:p>
        </p:txBody>
      </p:sp>
      <p:sp>
        <p:nvSpPr>
          <p:cNvPr id="713" name="Google Shape;713;g58c8d8bb4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642509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5b7fb0054f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5b7fb0054f_1_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Last Updated : 20190717</a:t>
            </a:r>
            <a:endParaRPr/>
          </a:p>
        </p:txBody>
      </p:sp>
    </p:spTree>
    <p:extLst>
      <p:ext uri="{BB962C8B-B14F-4D97-AF65-F5344CB8AC3E}">
        <p14:creationId xmlns:p14="http://schemas.microsoft.com/office/powerpoint/2010/main" val="3390215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5b7fb0054f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5b7fb0054f_1_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3613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5c9ec67fe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5c9ec67fe7_0_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284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5b6a5a38c7_3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 name="Google Shape;740;g5b6a5a38c7_3_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8855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56f3569f4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56f3569f48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8959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56f3569f4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56f3569f48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44863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5b6a5a38c7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5b6a5a38c7_3_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8553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5a12a902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5a12a90272_0_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a:solidFill>
                  <a:schemeClr val="dk1"/>
                </a:solidFill>
              </a:rPr>
              <a:t>Last Updated : 20190611</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718119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56f3569f4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56f3569f48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3088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528889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 with diamond ">
  <p:cSld name="Cover with diamond ">
    <p:spTree>
      <p:nvGrpSpPr>
        <p:cNvPr id="1" name="Shape 16"/>
        <p:cNvGrpSpPr/>
        <p:nvPr/>
      </p:nvGrpSpPr>
      <p:grpSpPr>
        <a:xfrm>
          <a:off x="0" y="0"/>
          <a:ext cx="0" cy="0"/>
          <a:chOff x="0" y="0"/>
          <a:chExt cx="0" cy="0"/>
        </a:xfrm>
      </p:grpSpPr>
      <p:pic>
        <p:nvPicPr>
          <p:cNvPr id="17" name="Google Shape;17;p2"/>
          <p:cNvPicPr preferRelativeResize="0"/>
          <p:nvPr/>
        </p:nvPicPr>
        <p:blipFill rotWithShape="1">
          <a:blip r:embed="rId2">
            <a:alphaModFix/>
          </a:blip>
          <a:srcRect t="7788"/>
          <a:stretch/>
        </p:blipFill>
        <p:spPr>
          <a:xfrm>
            <a:off x="2726959" y="0"/>
            <a:ext cx="6423222" cy="5132600"/>
          </a:xfrm>
          <a:prstGeom prst="rect">
            <a:avLst/>
          </a:prstGeom>
          <a:noFill/>
          <a:ln>
            <a:noFill/>
          </a:ln>
        </p:spPr>
      </p:pic>
      <p:sp>
        <p:nvSpPr>
          <p:cNvPr id="18" name="Google Shape;18;p2"/>
          <p:cNvSpPr/>
          <p:nvPr/>
        </p:nvSpPr>
        <p:spPr>
          <a:xfrm>
            <a:off x="2692276" y="0"/>
            <a:ext cx="2097628" cy="5132600"/>
          </a:xfrm>
          <a:custGeom>
            <a:avLst/>
            <a:gdLst/>
            <a:ahLst/>
            <a:cxnLst/>
            <a:rect l="l" t="t" r="r" b="b"/>
            <a:pathLst>
              <a:path w="2529095" h="6188340" extrusionOk="0">
                <a:moveTo>
                  <a:pt x="0" y="0"/>
                </a:moveTo>
                <a:lnTo>
                  <a:pt x="2529095" y="0"/>
                </a:lnTo>
                <a:lnTo>
                  <a:pt x="163551" y="6188252"/>
                </a:lnTo>
                <a:lnTo>
                  <a:pt x="0" y="6188340"/>
                </a:ln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Franklin Gothic"/>
              <a:ea typeface="Franklin Gothic"/>
              <a:cs typeface="Franklin Gothic"/>
              <a:sym typeface="Franklin Gothic"/>
            </a:endParaRPr>
          </a:p>
        </p:txBody>
      </p:sp>
      <p:sp>
        <p:nvSpPr>
          <p:cNvPr id="19" name="Google Shape;19;p2"/>
          <p:cNvSpPr/>
          <p:nvPr/>
        </p:nvSpPr>
        <p:spPr>
          <a:xfrm>
            <a:off x="2698161" y="3598882"/>
            <a:ext cx="6460829" cy="1536514"/>
          </a:xfrm>
          <a:custGeom>
            <a:avLst/>
            <a:gdLst/>
            <a:ahLst/>
            <a:cxnLst/>
            <a:rect l="l" t="t" r="r" b="b"/>
            <a:pathLst>
              <a:path w="6460829" h="1536514" extrusionOk="0">
                <a:moveTo>
                  <a:pt x="6460829" y="0"/>
                </a:moveTo>
                <a:lnTo>
                  <a:pt x="6460829" y="1536514"/>
                </a:lnTo>
                <a:lnTo>
                  <a:pt x="0" y="1536514"/>
                </a:lnTo>
                <a:lnTo>
                  <a:pt x="0" y="1442509"/>
                </a:lnTo>
                <a:close/>
              </a:path>
            </a:pathLst>
          </a:custGeom>
          <a:solidFill>
            <a:srgbClr val="EE22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nvGrpSpPr>
          <p:cNvPr id="20" name="Google Shape;20;p2"/>
          <p:cNvGrpSpPr/>
          <p:nvPr/>
        </p:nvGrpSpPr>
        <p:grpSpPr>
          <a:xfrm>
            <a:off x="6088548" y="1033731"/>
            <a:ext cx="910215" cy="764080"/>
            <a:chOff x="5676768" y="1903469"/>
            <a:chExt cx="397478" cy="333663"/>
          </a:xfrm>
        </p:grpSpPr>
        <p:grpSp>
          <p:nvGrpSpPr>
            <p:cNvPr id="21" name="Google Shape;21;p2"/>
            <p:cNvGrpSpPr/>
            <p:nvPr/>
          </p:nvGrpSpPr>
          <p:grpSpPr>
            <a:xfrm flipH="1">
              <a:off x="5676768" y="2059464"/>
              <a:ext cx="397478" cy="177668"/>
              <a:chOff x="2521742" y="1333458"/>
              <a:chExt cx="367681" cy="164349"/>
            </a:xfrm>
          </p:grpSpPr>
          <p:sp>
            <p:nvSpPr>
              <p:cNvPr id="22" name="Google Shape;22;p2"/>
              <p:cNvSpPr/>
              <p:nvPr/>
            </p:nvSpPr>
            <p:spPr>
              <a:xfrm>
                <a:off x="2521742" y="1333458"/>
                <a:ext cx="367681" cy="164349"/>
              </a:xfrm>
              <a:custGeom>
                <a:avLst/>
                <a:gdLst/>
                <a:ahLst/>
                <a:cxnLst/>
                <a:rect l="l" t="t" r="r" b="b"/>
                <a:pathLst>
                  <a:path w="353345" h="157941" extrusionOk="0">
                    <a:moveTo>
                      <a:pt x="166720" y="21867"/>
                    </a:moveTo>
                    <a:cubicBezTo>
                      <a:pt x="221886" y="-26176"/>
                      <a:pt x="289442" y="11726"/>
                      <a:pt x="302488" y="70042"/>
                    </a:cubicBezTo>
                    <a:cubicBezTo>
                      <a:pt x="368820" y="73865"/>
                      <a:pt x="368371" y="157920"/>
                      <a:pt x="312182" y="157941"/>
                    </a:cubicBezTo>
                    <a:lnTo>
                      <a:pt x="49910" y="157941"/>
                    </a:lnTo>
                    <a:cubicBezTo>
                      <a:pt x="5829" y="157997"/>
                      <a:pt x="-813" y="130340"/>
                      <a:pt x="73" y="115417"/>
                    </a:cubicBezTo>
                    <a:cubicBezTo>
                      <a:pt x="461" y="72960"/>
                      <a:pt x="50793" y="66563"/>
                      <a:pt x="88176" y="67789"/>
                    </a:cubicBezTo>
                    <a:cubicBezTo>
                      <a:pt x="88958" y="22319"/>
                      <a:pt x="142927" y="3081"/>
                      <a:pt x="166720" y="21867"/>
                    </a:cubicBezTo>
                    <a:close/>
                  </a:path>
                </a:pathLst>
              </a:cu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23;p2"/>
              <p:cNvSpPr/>
              <p:nvPr/>
            </p:nvSpPr>
            <p:spPr>
              <a:xfrm>
                <a:off x="2701652" y="1364953"/>
                <a:ext cx="102393" cy="102396"/>
              </a:xfrm>
              <a:prstGeom prst="arc">
                <a:avLst>
                  <a:gd name="adj1" fmla="val 14531347"/>
                  <a:gd name="adj2" fmla="val 21216453"/>
                </a:avLst>
              </a:prstGeom>
              <a:noFill/>
              <a:ln w="1270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4" name="Google Shape;24;p2"/>
            <p:cNvGrpSpPr/>
            <p:nvPr/>
          </p:nvGrpSpPr>
          <p:grpSpPr>
            <a:xfrm>
              <a:off x="5761558" y="1903469"/>
              <a:ext cx="155170" cy="155170"/>
              <a:chOff x="5848078" y="899204"/>
              <a:chExt cx="217432" cy="217432"/>
            </a:xfrm>
          </p:grpSpPr>
          <p:sp>
            <p:nvSpPr>
              <p:cNvPr id="25" name="Google Shape;25;p2"/>
              <p:cNvSpPr/>
              <p:nvPr/>
            </p:nvSpPr>
            <p:spPr>
              <a:xfrm>
                <a:off x="5927725" y="987298"/>
                <a:ext cx="63500" cy="63500"/>
              </a:xfrm>
              <a:prstGeom prst="ellipse">
                <a:avLst/>
              </a:pr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26;p2"/>
              <p:cNvSpPr/>
              <p:nvPr/>
            </p:nvSpPr>
            <p:spPr>
              <a:xfrm>
                <a:off x="5905396" y="957995"/>
                <a:ext cx="108308" cy="108308"/>
              </a:xfrm>
              <a:prstGeom prst="arc">
                <a:avLst>
                  <a:gd name="adj1" fmla="val 12351034"/>
                  <a:gd name="adj2" fmla="val 20258362"/>
                </a:avLst>
              </a:pr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 name="Google Shape;27;p2"/>
              <p:cNvSpPr/>
              <p:nvPr/>
            </p:nvSpPr>
            <p:spPr>
              <a:xfrm>
                <a:off x="5873493" y="928848"/>
                <a:ext cx="166602" cy="166602"/>
              </a:xfrm>
              <a:prstGeom prst="arc">
                <a:avLst>
                  <a:gd name="adj1" fmla="val 12351034"/>
                  <a:gd name="adj2" fmla="val 20258366"/>
                </a:avLst>
              </a:prstGeom>
              <a:solidFill>
                <a:schemeClr val="accent1"/>
              </a:solidFill>
              <a:ln w="12700" cap="flat" cmpd="sng">
                <a:solidFill>
                  <a:srgbClr val="EE222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p2"/>
              <p:cNvSpPr/>
              <p:nvPr/>
            </p:nvSpPr>
            <p:spPr>
              <a:xfrm>
                <a:off x="5848078" y="899204"/>
                <a:ext cx="217432" cy="217432"/>
              </a:xfrm>
              <a:prstGeom prst="arc">
                <a:avLst>
                  <a:gd name="adj1" fmla="val 12351034"/>
                  <a:gd name="adj2" fmla="val 20258366"/>
                </a:avLst>
              </a:pr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grpSp>
        <p:nvGrpSpPr>
          <p:cNvPr id="29" name="Google Shape;29;p2"/>
          <p:cNvGrpSpPr/>
          <p:nvPr/>
        </p:nvGrpSpPr>
        <p:grpSpPr>
          <a:xfrm rot="445993" flipH="1">
            <a:off x="3908896" y="315479"/>
            <a:ext cx="2019506" cy="2212127"/>
            <a:chOff x="7094016" y="1734080"/>
            <a:chExt cx="1186249" cy="1299386"/>
          </a:xfrm>
        </p:grpSpPr>
        <p:grpSp>
          <p:nvGrpSpPr>
            <p:cNvPr id="30" name="Google Shape;30;p2"/>
            <p:cNvGrpSpPr/>
            <p:nvPr/>
          </p:nvGrpSpPr>
          <p:grpSpPr>
            <a:xfrm rot="-8506574">
              <a:off x="7753423" y="1867262"/>
              <a:ext cx="510299" cy="230298"/>
              <a:chOff x="1540671" y="1604164"/>
              <a:chExt cx="3573376" cy="1612666"/>
            </a:xfrm>
          </p:grpSpPr>
          <p:sp>
            <p:nvSpPr>
              <p:cNvPr id="31" name="Google Shape;31;p2"/>
              <p:cNvSpPr/>
              <p:nvPr/>
            </p:nvSpPr>
            <p:spPr>
              <a:xfrm>
                <a:off x="3701651" y="2450305"/>
                <a:ext cx="145257" cy="69057"/>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 name="Google Shape;32;p2"/>
              <p:cNvSpPr/>
              <p:nvPr/>
            </p:nvSpPr>
            <p:spPr>
              <a:xfrm>
                <a:off x="2812256" y="2450305"/>
                <a:ext cx="145257" cy="69057"/>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 name="Google Shape;33;p2"/>
              <p:cNvSpPr/>
              <p:nvPr/>
            </p:nvSpPr>
            <p:spPr>
              <a:xfrm>
                <a:off x="1540671" y="2138362"/>
                <a:ext cx="1283492" cy="702469"/>
              </a:xfrm>
              <a:prstGeom prst="roundRect">
                <a:avLst>
                  <a:gd name="adj" fmla="val 4125"/>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 name="Google Shape;34;p2"/>
              <p:cNvSpPr/>
              <p:nvPr/>
            </p:nvSpPr>
            <p:spPr>
              <a:xfrm>
                <a:off x="1574007" y="2171700"/>
                <a:ext cx="288132"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 name="Google Shape;35;p2"/>
              <p:cNvSpPr/>
              <p:nvPr/>
            </p:nvSpPr>
            <p:spPr>
              <a:xfrm>
                <a:off x="2190749" y="2171700"/>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 name="Google Shape;36;p2"/>
              <p:cNvSpPr/>
              <p:nvPr/>
            </p:nvSpPr>
            <p:spPr>
              <a:xfrm>
                <a:off x="1574007" y="2336006"/>
                <a:ext cx="288132"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 name="Google Shape;37;p2"/>
              <p:cNvSpPr/>
              <p:nvPr/>
            </p:nvSpPr>
            <p:spPr>
              <a:xfrm>
                <a:off x="2190749" y="2336006"/>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 name="Google Shape;38;p2"/>
              <p:cNvSpPr/>
              <p:nvPr/>
            </p:nvSpPr>
            <p:spPr>
              <a:xfrm>
                <a:off x="1574007" y="2500312"/>
                <a:ext cx="288132"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 name="Google Shape;39;p2"/>
              <p:cNvSpPr/>
              <p:nvPr/>
            </p:nvSpPr>
            <p:spPr>
              <a:xfrm>
                <a:off x="2190749" y="2500312"/>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 name="Google Shape;40;p2"/>
              <p:cNvSpPr/>
              <p:nvPr/>
            </p:nvSpPr>
            <p:spPr>
              <a:xfrm rot="10800000">
                <a:off x="3049716" y="3164596"/>
                <a:ext cx="553991" cy="52234"/>
              </a:xfrm>
              <a:prstGeom prst="snip2SameRect">
                <a:avLst>
                  <a:gd name="adj1" fmla="val 50000"/>
                  <a:gd name="adj2" fmla="val 0"/>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 name="Google Shape;41;p2"/>
              <p:cNvSpPr/>
              <p:nvPr/>
            </p:nvSpPr>
            <p:spPr>
              <a:xfrm>
                <a:off x="1574007" y="2664618"/>
                <a:ext cx="288132"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 name="Google Shape;42;p2"/>
              <p:cNvSpPr/>
              <p:nvPr/>
            </p:nvSpPr>
            <p:spPr>
              <a:xfrm>
                <a:off x="2931535" y="1854831"/>
                <a:ext cx="790353" cy="1314613"/>
              </a:xfrm>
              <a:prstGeom prst="roundRect">
                <a:avLst>
                  <a:gd name="adj" fmla="val 7733"/>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 name="Google Shape;43;p2"/>
              <p:cNvSpPr/>
              <p:nvPr/>
            </p:nvSpPr>
            <p:spPr>
              <a:xfrm>
                <a:off x="2190749" y="2664618"/>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 name="Google Shape;44;p2"/>
              <p:cNvSpPr/>
              <p:nvPr/>
            </p:nvSpPr>
            <p:spPr>
              <a:xfrm>
                <a:off x="2931535" y="2710814"/>
                <a:ext cx="790353" cy="45719"/>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 name="Google Shape;45;p2"/>
              <p:cNvSpPr/>
              <p:nvPr/>
            </p:nvSpPr>
            <p:spPr>
              <a:xfrm>
                <a:off x="2931535" y="2262342"/>
                <a:ext cx="790353" cy="45719"/>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 name="Google Shape;46;p2"/>
              <p:cNvSpPr/>
              <p:nvPr/>
            </p:nvSpPr>
            <p:spPr>
              <a:xfrm rot="10800000" flipH="1">
                <a:off x="3000584" y="1854992"/>
                <a:ext cx="657015" cy="150020"/>
              </a:xfrm>
              <a:prstGeom prst="round2SameRect">
                <a:avLst>
                  <a:gd name="adj1" fmla="val 16667"/>
                  <a:gd name="adj2" fmla="val 0"/>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 name="Google Shape;47;p2"/>
              <p:cNvSpPr/>
              <p:nvPr/>
            </p:nvSpPr>
            <p:spPr>
              <a:xfrm>
                <a:off x="2931535" y="2273300"/>
                <a:ext cx="790353" cy="473075"/>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 name="Google Shape;48;p2"/>
              <p:cNvSpPr/>
              <p:nvPr/>
            </p:nvSpPr>
            <p:spPr>
              <a:xfrm flipH="1">
                <a:off x="3056862" y="1809112"/>
                <a:ext cx="553991" cy="45719"/>
              </a:xfrm>
              <a:prstGeom prst="snip2SameRect">
                <a:avLst>
                  <a:gd name="adj1" fmla="val 50000"/>
                  <a:gd name="adj2" fmla="val 0"/>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 name="Google Shape;49;p2"/>
              <p:cNvSpPr/>
              <p:nvPr/>
            </p:nvSpPr>
            <p:spPr>
              <a:xfrm flipH="1">
                <a:off x="3321840" y="1693069"/>
                <a:ext cx="50009" cy="115881"/>
              </a:xfrm>
              <a:prstGeom prst="trapezoid">
                <a:avLst>
                  <a:gd name="adj" fmla="val 25000"/>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 name="Google Shape;50;p2"/>
              <p:cNvSpPr/>
              <p:nvPr/>
            </p:nvSpPr>
            <p:spPr>
              <a:xfrm flipH="1">
                <a:off x="3306359" y="1604164"/>
                <a:ext cx="75014" cy="78581"/>
              </a:xfrm>
              <a:prstGeom prst="ellipse">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 name="Google Shape;51;p2"/>
              <p:cNvSpPr/>
              <p:nvPr/>
            </p:nvSpPr>
            <p:spPr>
              <a:xfrm>
                <a:off x="2931535" y="2834241"/>
                <a:ext cx="497465" cy="266145"/>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 name="Google Shape;52;p2"/>
              <p:cNvSpPr/>
              <p:nvPr/>
            </p:nvSpPr>
            <p:spPr>
              <a:xfrm>
                <a:off x="2931535" y="2859881"/>
                <a:ext cx="471271" cy="216694"/>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 name="Google Shape;53;p2"/>
              <p:cNvSpPr/>
              <p:nvPr/>
            </p:nvSpPr>
            <p:spPr>
              <a:xfrm>
                <a:off x="3830555" y="2138362"/>
                <a:ext cx="1283492" cy="702469"/>
              </a:xfrm>
              <a:prstGeom prst="roundRect">
                <a:avLst>
                  <a:gd name="adj" fmla="val 4125"/>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 name="Google Shape;54;p2"/>
              <p:cNvSpPr/>
              <p:nvPr/>
            </p:nvSpPr>
            <p:spPr>
              <a:xfrm>
                <a:off x="4175835" y="2171700"/>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2"/>
              <p:cNvSpPr/>
              <p:nvPr/>
            </p:nvSpPr>
            <p:spPr>
              <a:xfrm>
                <a:off x="4785431" y="2171700"/>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2"/>
              <p:cNvSpPr/>
              <p:nvPr/>
            </p:nvSpPr>
            <p:spPr>
              <a:xfrm>
                <a:off x="4175835" y="2336006"/>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 name="Google Shape;57;p2"/>
              <p:cNvSpPr/>
              <p:nvPr/>
            </p:nvSpPr>
            <p:spPr>
              <a:xfrm>
                <a:off x="4785431" y="2336006"/>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 name="Google Shape;58;p2"/>
              <p:cNvSpPr/>
              <p:nvPr/>
            </p:nvSpPr>
            <p:spPr>
              <a:xfrm>
                <a:off x="4175835" y="2500312"/>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 name="Google Shape;59;p2"/>
              <p:cNvSpPr/>
              <p:nvPr/>
            </p:nvSpPr>
            <p:spPr>
              <a:xfrm>
                <a:off x="4785431" y="2500312"/>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 name="Google Shape;60;p2"/>
              <p:cNvSpPr/>
              <p:nvPr/>
            </p:nvSpPr>
            <p:spPr>
              <a:xfrm>
                <a:off x="4175835" y="2664618"/>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2"/>
              <p:cNvSpPr/>
              <p:nvPr/>
            </p:nvSpPr>
            <p:spPr>
              <a:xfrm>
                <a:off x="4785431" y="2664618"/>
                <a:ext cx="276224" cy="133350"/>
              </a:xfrm>
              <a:prstGeom prst="rect">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 name="Google Shape;62;p2"/>
            <p:cNvSpPr/>
            <p:nvPr/>
          </p:nvSpPr>
          <p:spPr>
            <a:xfrm rot="-305565">
              <a:off x="7129507" y="2161143"/>
              <a:ext cx="836833" cy="836833"/>
            </a:xfrm>
            <a:prstGeom prst="arc">
              <a:avLst>
                <a:gd name="adj1" fmla="val 16200000"/>
                <a:gd name="adj2" fmla="val 0"/>
              </a:avLst>
            </a:prstGeom>
            <a:noFill/>
            <a:ln w="12700" cap="flat" cmpd="sng">
              <a:solidFill>
                <a:schemeClr val="lt1">
                  <a:alpha val="2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 name="Google Shape;63;p2"/>
            <p:cNvSpPr/>
            <p:nvPr/>
          </p:nvSpPr>
          <p:spPr>
            <a:xfrm rot="-305565">
              <a:off x="7480869" y="2104637"/>
              <a:ext cx="470681" cy="470681"/>
            </a:xfrm>
            <a:prstGeom prst="arc">
              <a:avLst>
                <a:gd name="adj1" fmla="val 16893608"/>
                <a:gd name="adj2" fmla="val 20879311"/>
              </a:avLst>
            </a:prstGeom>
            <a:noFill/>
            <a:ln w="12700" cap="flat" cmpd="sng">
              <a:solidFill>
                <a:schemeClr val="l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 name="Google Shape;64;p2"/>
            <p:cNvSpPr/>
            <p:nvPr/>
          </p:nvSpPr>
          <p:spPr>
            <a:xfrm rot="-305565">
              <a:off x="7129112" y="2279933"/>
              <a:ext cx="716607" cy="716607"/>
            </a:xfrm>
            <a:prstGeom prst="arc">
              <a:avLst>
                <a:gd name="adj1" fmla="val 17521187"/>
                <a:gd name="adj2" fmla="val 20531366"/>
              </a:avLst>
            </a:prstGeom>
            <a:noFill/>
            <a:ln w="12700" cap="flat" cmpd="sng">
              <a:solidFill>
                <a:schemeClr val="lt1">
                  <a:alpha val="5882"/>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5" name="Google Shape;65;p2"/>
          <p:cNvSpPr/>
          <p:nvPr/>
        </p:nvSpPr>
        <p:spPr>
          <a:xfrm rot="-305565">
            <a:off x="6093629" y="1700787"/>
            <a:ext cx="2070909" cy="2070909"/>
          </a:xfrm>
          <a:prstGeom prst="arc">
            <a:avLst>
              <a:gd name="adj1" fmla="val 16200000"/>
              <a:gd name="adj2" fmla="val 2082716"/>
            </a:avLst>
          </a:prstGeom>
          <a:noFill/>
          <a:ln w="9525" cap="flat" cmpd="sng">
            <a:solidFill>
              <a:schemeClr val="lt1">
                <a:alpha val="20784"/>
              </a:scheme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66" name="Google Shape;66;p2"/>
          <p:cNvGrpSpPr/>
          <p:nvPr/>
        </p:nvGrpSpPr>
        <p:grpSpPr>
          <a:xfrm>
            <a:off x="3523402" y="3267895"/>
            <a:ext cx="562898" cy="470185"/>
            <a:chOff x="4965838" y="1391423"/>
            <a:chExt cx="213574" cy="178394"/>
          </a:xfrm>
        </p:grpSpPr>
        <p:sp>
          <p:nvSpPr>
            <p:cNvPr id="67" name="Google Shape;67;p2"/>
            <p:cNvSpPr/>
            <p:nvPr/>
          </p:nvSpPr>
          <p:spPr>
            <a:xfrm flipH="1">
              <a:off x="4965838" y="1391423"/>
              <a:ext cx="153622" cy="144717"/>
            </a:xfrm>
            <a:custGeom>
              <a:avLst/>
              <a:gdLst/>
              <a:ahLst/>
              <a:cxnLst/>
              <a:rect l="l" t="t" r="r" b="b"/>
              <a:pathLst>
                <a:path w="426244" h="401537" extrusionOk="0">
                  <a:moveTo>
                    <a:pt x="213122" y="0"/>
                  </a:moveTo>
                  <a:cubicBezTo>
                    <a:pt x="330826" y="0"/>
                    <a:pt x="426244" y="78069"/>
                    <a:pt x="426244" y="174372"/>
                  </a:cubicBezTo>
                  <a:cubicBezTo>
                    <a:pt x="426244" y="242653"/>
                    <a:pt x="378276" y="301768"/>
                    <a:pt x="307689" y="328637"/>
                  </a:cubicBezTo>
                  <a:cubicBezTo>
                    <a:pt x="323513" y="357144"/>
                    <a:pt x="350539" y="380162"/>
                    <a:pt x="383723" y="401537"/>
                  </a:cubicBezTo>
                  <a:cubicBezTo>
                    <a:pt x="317265" y="390728"/>
                    <a:pt x="269921" y="371353"/>
                    <a:pt x="237027" y="344796"/>
                  </a:cubicBezTo>
                  <a:cubicBezTo>
                    <a:pt x="229357" y="348368"/>
                    <a:pt x="221293" y="348744"/>
                    <a:pt x="213122" y="348744"/>
                  </a:cubicBezTo>
                  <a:cubicBezTo>
                    <a:pt x="95418" y="348744"/>
                    <a:pt x="0" y="270675"/>
                    <a:pt x="0" y="174372"/>
                  </a:cubicBezTo>
                  <a:cubicBezTo>
                    <a:pt x="0" y="78069"/>
                    <a:pt x="95418" y="0"/>
                    <a:pt x="213122" y="0"/>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 name="Google Shape;68;p2"/>
            <p:cNvSpPr/>
            <p:nvPr/>
          </p:nvSpPr>
          <p:spPr>
            <a:xfrm>
              <a:off x="5025790" y="1425100"/>
              <a:ext cx="153622" cy="144717"/>
            </a:xfrm>
            <a:custGeom>
              <a:avLst/>
              <a:gdLst/>
              <a:ahLst/>
              <a:cxnLst/>
              <a:rect l="l" t="t" r="r" b="b"/>
              <a:pathLst>
                <a:path w="426244" h="401537" extrusionOk="0">
                  <a:moveTo>
                    <a:pt x="213122" y="0"/>
                  </a:moveTo>
                  <a:cubicBezTo>
                    <a:pt x="330826" y="0"/>
                    <a:pt x="426244" y="78069"/>
                    <a:pt x="426244" y="174372"/>
                  </a:cubicBezTo>
                  <a:cubicBezTo>
                    <a:pt x="426244" y="242653"/>
                    <a:pt x="378276" y="301768"/>
                    <a:pt x="307689" y="328637"/>
                  </a:cubicBezTo>
                  <a:cubicBezTo>
                    <a:pt x="323513" y="357144"/>
                    <a:pt x="350539" y="380162"/>
                    <a:pt x="383723" y="401537"/>
                  </a:cubicBezTo>
                  <a:cubicBezTo>
                    <a:pt x="317265" y="390728"/>
                    <a:pt x="269921" y="371353"/>
                    <a:pt x="237027" y="344796"/>
                  </a:cubicBezTo>
                  <a:cubicBezTo>
                    <a:pt x="229357" y="348368"/>
                    <a:pt x="221293" y="348744"/>
                    <a:pt x="213122" y="348744"/>
                  </a:cubicBezTo>
                  <a:cubicBezTo>
                    <a:pt x="95418" y="348744"/>
                    <a:pt x="0" y="270675"/>
                    <a:pt x="0" y="174372"/>
                  </a:cubicBezTo>
                  <a:cubicBezTo>
                    <a:pt x="0" y="78069"/>
                    <a:pt x="95418" y="0"/>
                    <a:pt x="213122" y="0"/>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9" name="Google Shape;69;p2"/>
          <p:cNvSpPr/>
          <p:nvPr/>
        </p:nvSpPr>
        <p:spPr>
          <a:xfrm flipH="1">
            <a:off x="6336788" y="3351176"/>
            <a:ext cx="990943" cy="990943"/>
          </a:xfrm>
          <a:prstGeom prst="arc">
            <a:avLst>
              <a:gd name="adj1" fmla="val 11488848"/>
              <a:gd name="adj2" fmla="val 20041224"/>
            </a:avLst>
          </a:prstGeom>
          <a:noFill/>
          <a:ln w="9525" cap="flat" cmpd="sng">
            <a:solidFill>
              <a:schemeClr val="lt1">
                <a:alpha val="47058"/>
              </a:scheme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70" name="Google Shape;70;p2"/>
          <p:cNvGrpSpPr/>
          <p:nvPr/>
        </p:nvGrpSpPr>
        <p:grpSpPr>
          <a:xfrm>
            <a:off x="5095587" y="2192187"/>
            <a:ext cx="488302" cy="334136"/>
            <a:chOff x="6364871" y="1556301"/>
            <a:chExt cx="449668" cy="307700"/>
          </a:xfrm>
        </p:grpSpPr>
        <p:sp>
          <p:nvSpPr>
            <p:cNvPr id="71" name="Google Shape;71;p2"/>
            <p:cNvSpPr/>
            <p:nvPr/>
          </p:nvSpPr>
          <p:spPr>
            <a:xfrm>
              <a:off x="6364871" y="1700601"/>
              <a:ext cx="449668" cy="163400"/>
            </a:xfrm>
            <a:custGeom>
              <a:avLst/>
              <a:gdLst/>
              <a:ahLst/>
              <a:cxnLst/>
              <a:rect l="l" t="t" r="r" b="b"/>
              <a:pathLst>
                <a:path w="499725" h="181589" extrusionOk="0">
                  <a:moveTo>
                    <a:pt x="343304" y="48"/>
                  </a:moveTo>
                  <a:cubicBezTo>
                    <a:pt x="406821" y="3937"/>
                    <a:pt x="424094" y="42637"/>
                    <a:pt x="427493" y="79444"/>
                  </a:cubicBezTo>
                  <a:cubicBezTo>
                    <a:pt x="443781" y="76747"/>
                    <a:pt x="470995" y="83610"/>
                    <a:pt x="466116" y="114371"/>
                  </a:cubicBezTo>
                  <a:cubicBezTo>
                    <a:pt x="484678" y="114371"/>
                    <a:pt x="499725" y="129418"/>
                    <a:pt x="499725" y="147980"/>
                  </a:cubicBezTo>
                  <a:lnTo>
                    <a:pt x="499724" y="147980"/>
                  </a:lnTo>
                  <a:cubicBezTo>
                    <a:pt x="499724" y="166542"/>
                    <a:pt x="484677" y="181589"/>
                    <a:pt x="466115" y="181589"/>
                  </a:cubicBezTo>
                  <a:lnTo>
                    <a:pt x="34854" y="181588"/>
                  </a:lnTo>
                  <a:cubicBezTo>
                    <a:pt x="-15174" y="180627"/>
                    <a:pt x="-7922" y="115332"/>
                    <a:pt x="34854" y="114371"/>
                  </a:cubicBezTo>
                  <a:lnTo>
                    <a:pt x="164506" y="114371"/>
                  </a:lnTo>
                  <a:lnTo>
                    <a:pt x="163306" y="111532"/>
                  </a:lnTo>
                  <a:cubicBezTo>
                    <a:pt x="163306" y="81043"/>
                    <a:pt x="188515" y="56326"/>
                    <a:pt x="219611" y="56326"/>
                  </a:cubicBezTo>
                  <a:cubicBezTo>
                    <a:pt x="235159" y="56326"/>
                    <a:pt x="249235" y="62505"/>
                    <a:pt x="259425" y="72496"/>
                  </a:cubicBezTo>
                  <a:cubicBezTo>
                    <a:pt x="258707" y="18304"/>
                    <a:pt x="298906" y="-1110"/>
                    <a:pt x="343304" y="48"/>
                  </a:cubicBezTo>
                  <a:close/>
                </a:path>
              </a:pathLst>
            </a:custGeom>
            <a:noFill/>
            <a:ln w="9525" cap="flat" cmpd="sng">
              <a:solidFill>
                <a:schemeClr val="lt1">
                  <a:alpha val="6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2" name="Google Shape;72;p2"/>
            <p:cNvGrpSpPr/>
            <p:nvPr/>
          </p:nvGrpSpPr>
          <p:grpSpPr>
            <a:xfrm>
              <a:off x="6596574" y="1556301"/>
              <a:ext cx="133230" cy="133230"/>
              <a:chOff x="5848078" y="899204"/>
              <a:chExt cx="217432" cy="217432"/>
            </a:xfrm>
          </p:grpSpPr>
          <p:sp>
            <p:nvSpPr>
              <p:cNvPr id="73" name="Google Shape;73;p2"/>
              <p:cNvSpPr/>
              <p:nvPr/>
            </p:nvSpPr>
            <p:spPr>
              <a:xfrm>
                <a:off x="5927725" y="987298"/>
                <a:ext cx="63500" cy="63500"/>
              </a:xfrm>
              <a:prstGeom prst="ellipse">
                <a:avLst/>
              </a:prstGeom>
              <a:solidFill>
                <a:schemeClr val="accent1"/>
              </a:solidFill>
              <a:ln w="9525" cap="flat" cmpd="sng">
                <a:solidFill>
                  <a:schemeClr val="lt1">
                    <a:alpha val="6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 name="Google Shape;74;p2"/>
              <p:cNvSpPr/>
              <p:nvPr/>
            </p:nvSpPr>
            <p:spPr>
              <a:xfrm>
                <a:off x="5905396" y="957995"/>
                <a:ext cx="108308" cy="108308"/>
              </a:xfrm>
              <a:prstGeom prst="arc">
                <a:avLst>
                  <a:gd name="adj1" fmla="val 12351034"/>
                  <a:gd name="adj2" fmla="val 20258362"/>
                </a:avLst>
              </a:prstGeom>
              <a:solidFill>
                <a:schemeClr val="accent1"/>
              </a:solidFill>
              <a:ln w="9525" cap="flat" cmpd="sng">
                <a:solidFill>
                  <a:schemeClr val="lt1">
                    <a:alpha val="6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5" name="Google Shape;75;p2"/>
              <p:cNvSpPr/>
              <p:nvPr/>
            </p:nvSpPr>
            <p:spPr>
              <a:xfrm>
                <a:off x="5873493" y="928848"/>
                <a:ext cx="166602" cy="166602"/>
              </a:xfrm>
              <a:prstGeom prst="arc">
                <a:avLst>
                  <a:gd name="adj1" fmla="val 12351034"/>
                  <a:gd name="adj2" fmla="val 20258366"/>
                </a:avLst>
              </a:prstGeom>
              <a:solidFill>
                <a:schemeClr val="accent1"/>
              </a:solidFill>
              <a:ln w="9525" cap="flat" cmpd="sng">
                <a:solidFill>
                  <a:srgbClr val="EE222D">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 name="Google Shape;76;p2"/>
              <p:cNvSpPr/>
              <p:nvPr/>
            </p:nvSpPr>
            <p:spPr>
              <a:xfrm>
                <a:off x="5848078" y="899204"/>
                <a:ext cx="217432" cy="217432"/>
              </a:xfrm>
              <a:prstGeom prst="arc">
                <a:avLst>
                  <a:gd name="adj1" fmla="val 12351034"/>
                  <a:gd name="adj2" fmla="val 20258366"/>
                </a:avLst>
              </a:prstGeom>
              <a:solidFill>
                <a:schemeClr val="accent1"/>
              </a:solidFill>
              <a:ln w="9525" cap="flat" cmpd="sng">
                <a:solidFill>
                  <a:schemeClr val="lt1">
                    <a:alpha val="6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sp>
        <p:nvSpPr>
          <p:cNvPr id="77" name="Google Shape;77;p2"/>
          <p:cNvSpPr/>
          <p:nvPr/>
        </p:nvSpPr>
        <p:spPr>
          <a:xfrm rot="-305565">
            <a:off x="5161696" y="2860209"/>
            <a:ext cx="2070909" cy="1581585"/>
          </a:xfrm>
          <a:prstGeom prst="arc">
            <a:avLst>
              <a:gd name="adj1" fmla="val 12367228"/>
              <a:gd name="adj2" fmla="val 21042620"/>
            </a:avLst>
          </a:prstGeom>
          <a:noFill/>
          <a:ln w="9525" cap="flat" cmpd="sng">
            <a:solidFill>
              <a:schemeClr val="lt1">
                <a:alpha val="67843"/>
              </a:scheme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78" name="Google Shape;78;p2"/>
          <p:cNvGrpSpPr/>
          <p:nvPr/>
        </p:nvGrpSpPr>
        <p:grpSpPr>
          <a:xfrm>
            <a:off x="8488206" y="2854161"/>
            <a:ext cx="226465" cy="190106"/>
            <a:chOff x="5676768" y="1903469"/>
            <a:chExt cx="397478" cy="333663"/>
          </a:xfrm>
        </p:grpSpPr>
        <p:grpSp>
          <p:nvGrpSpPr>
            <p:cNvPr id="79" name="Google Shape;79;p2"/>
            <p:cNvGrpSpPr/>
            <p:nvPr/>
          </p:nvGrpSpPr>
          <p:grpSpPr>
            <a:xfrm flipH="1">
              <a:off x="5676768" y="2059464"/>
              <a:ext cx="397478" cy="177668"/>
              <a:chOff x="2521742" y="1333458"/>
              <a:chExt cx="367681" cy="164349"/>
            </a:xfrm>
          </p:grpSpPr>
          <p:sp>
            <p:nvSpPr>
              <p:cNvPr id="80" name="Google Shape;80;p2"/>
              <p:cNvSpPr/>
              <p:nvPr/>
            </p:nvSpPr>
            <p:spPr>
              <a:xfrm>
                <a:off x="2521742" y="1333458"/>
                <a:ext cx="367681" cy="164349"/>
              </a:xfrm>
              <a:custGeom>
                <a:avLst/>
                <a:gdLst/>
                <a:ahLst/>
                <a:cxnLst/>
                <a:rect l="l" t="t" r="r" b="b"/>
                <a:pathLst>
                  <a:path w="353345" h="157941" extrusionOk="0">
                    <a:moveTo>
                      <a:pt x="166720" y="21867"/>
                    </a:moveTo>
                    <a:cubicBezTo>
                      <a:pt x="221886" y="-26176"/>
                      <a:pt x="289442" y="11726"/>
                      <a:pt x="302488" y="70042"/>
                    </a:cubicBezTo>
                    <a:cubicBezTo>
                      <a:pt x="368820" y="73865"/>
                      <a:pt x="368371" y="157920"/>
                      <a:pt x="312182" y="157941"/>
                    </a:cubicBezTo>
                    <a:lnTo>
                      <a:pt x="49910" y="157941"/>
                    </a:lnTo>
                    <a:cubicBezTo>
                      <a:pt x="5829" y="157997"/>
                      <a:pt x="-813" y="130340"/>
                      <a:pt x="73" y="115417"/>
                    </a:cubicBezTo>
                    <a:cubicBezTo>
                      <a:pt x="461" y="72960"/>
                      <a:pt x="50793" y="66563"/>
                      <a:pt x="88176" y="67789"/>
                    </a:cubicBezTo>
                    <a:cubicBezTo>
                      <a:pt x="88958" y="22319"/>
                      <a:pt x="142927" y="3081"/>
                      <a:pt x="166720" y="21867"/>
                    </a:cubicBezTo>
                    <a:close/>
                  </a:path>
                </a:pathLst>
              </a:custGeom>
              <a:solidFill>
                <a:schemeClr val="accent1"/>
              </a:solidFill>
              <a:ln w="12700" cap="flat" cmpd="sng">
                <a:solidFill>
                  <a:schemeClr val="lt1">
                    <a:alpha val="2784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 name="Google Shape;81;p2"/>
              <p:cNvSpPr/>
              <p:nvPr/>
            </p:nvSpPr>
            <p:spPr>
              <a:xfrm>
                <a:off x="2701652" y="1364953"/>
                <a:ext cx="102393" cy="102396"/>
              </a:xfrm>
              <a:prstGeom prst="arc">
                <a:avLst>
                  <a:gd name="adj1" fmla="val 14531347"/>
                  <a:gd name="adj2" fmla="val 21216453"/>
                </a:avLst>
              </a:prstGeom>
              <a:noFill/>
              <a:ln w="12700" cap="rnd" cmpd="sng">
                <a:solidFill>
                  <a:schemeClr val="lt1">
                    <a:alpha val="2784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82" name="Google Shape;82;p2"/>
            <p:cNvGrpSpPr/>
            <p:nvPr/>
          </p:nvGrpSpPr>
          <p:grpSpPr>
            <a:xfrm>
              <a:off x="5761558" y="1903469"/>
              <a:ext cx="155170" cy="155170"/>
              <a:chOff x="5848078" y="899204"/>
              <a:chExt cx="217432" cy="217432"/>
            </a:xfrm>
          </p:grpSpPr>
          <p:sp>
            <p:nvSpPr>
              <p:cNvPr id="83" name="Google Shape;83;p2"/>
              <p:cNvSpPr/>
              <p:nvPr/>
            </p:nvSpPr>
            <p:spPr>
              <a:xfrm>
                <a:off x="5927725" y="987298"/>
                <a:ext cx="63500" cy="63500"/>
              </a:xfrm>
              <a:prstGeom prst="ellipse">
                <a:avLst/>
              </a:prstGeom>
              <a:solidFill>
                <a:schemeClr val="accent1"/>
              </a:solidFill>
              <a:ln w="12700" cap="flat" cmpd="sng">
                <a:solidFill>
                  <a:schemeClr val="lt1">
                    <a:alpha val="2784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4" name="Google Shape;84;p2"/>
              <p:cNvSpPr/>
              <p:nvPr/>
            </p:nvSpPr>
            <p:spPr>
              <a:xfrm>
                <a:off x="5905396" y="957995"/>
                <a:ext cx="108308" cy="108308"/>
              </a:xfrm>
              <a:prstGeom prst="arc">
                <a:avLst>
                  <a:gd name="adj1" fmla="val 12351034"/>
                  <a:gd name="adj2" fmla="val 20258362"/>
                </a:avLst>
              </a:prstGeom>
              <a:solidFill>
                <a:schemeClr val="accent1"/>
              </a:solidFill>
              <a:ln w="12700" cap="flat" cmpd="sng">
                <a:solidFill>
                  <a:schemeClr val="lt1">
                    <a:alpha val="2784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 name="Google Shape;85;p2"/>
              <p:cNvSpPr/>
              <p:nvPr/>
            </p:nvSpPr>
            <p:spPr>
              <a:xfrm>
                <a:off x="5873493" y="928848"/>
                <a:ext cx="166602" cy="166602"/>
              </a:xfrm>
              <a:prstGeom prst="arc">
                <a:avLst>
                  <a:gd name="adj1" fmla="val 12351034"/>
                  <a:gd name="adj2" fmla="val 20258366"/>
                </a:avLst>
              </a:prstGeom>
              <a:solidFill>
                <a:schemeClr val="accent1"/>
              </a:solidFill>
              <a:ln w="12700" cap="flat" cmpd="sng">
                <a:solidFill>
                  <a:schemeClr val="lt1">
                    <a:alpha val="2784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6" name="Google Shape;86;p2"/>
              <p:cNvSpPr/>
              <p:nvPr/>
            </p:nvSpPr>
            <p:spPr>
              <a:xfrm>
                <a:off x="5848078" y="899204"/>
                <a:ext cx="217432" cy="217432"/>
              </a:xfrm>
              <a:prstGeom prst="arc">
                <a:avLst>
                  <a:gd name="adj1" fmla="val 12351034"/>
                  <a:gd name="adj2" fmla="val 20258366"/>
                </a:avLst>
              </a:prstGeom>
              <a:solidFill>
                <a:schemeClr val="accent1"/>
              </a:solidFill>
              <a:ln w="12700" cap="flat" cmpd="sng">
                <a:solidFill>
                  <a:schemeClr val="lt1">
                    <a:alpha val="2784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sp>
        <p:nvSpPr>
          <p:cNvPr id="87" name="Google Shape;87;p2"/>
          <p:cNvSpPr/>
          <p:nvPr/>
        </p:nvSpPr>
        <p:spPr>
          <a:xfrm flipH="1">
            <a:off x="7991725" y="3102401"/>
            <a:ext cx="908730" cy="908730"/>
          </a:xfrm>
          <a:prstGeom prst="arc">
            <a:avLst>
              <a:gd name="adj1" fmla="val 11488848"/>
              <a:gd name="adj2" fmla="val 19284972"/>
            </a:avLst>
          </a:prstGeom>
          <a:noFill/>
          <a:ln w="9525" cap="flat" cmpd="sng">
            <a:solidFill>
              <a:schemeClr val="lt1">
                <a:alpha val="9803"/>
              </a:scheme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8" name="Google Shape;88;p2"/>
          <p:cNvGrpSpPr/>
          <p:nvPr/>
        </p:nvGrpSpPr>
        <p:grpSpPr>
          <a:xfrm>
            <a:off x="3192409" y="2109439"/>
            <a:ext cx="910215" cy="910215"/>
            <a:chOff x="5848078" y="899204"/>
            <a:chExt cx="217432" cy="217432"/>
          </a:xfrm>
        </p:grpSpPr>
        <p:sp>
          <p:nvSpPr>
            <p:cNvPr id="89" name="Google Shape;89;p2"/>
            <p:cNvSpPr/>
            <p:nvPr/>
          </p:nvSpPr>
          <p:spPr>
            <a:xfrm>
              <a:off x="5927725" y="987298"/>
              <a:ext cx="63500" cy="63500"/>
            </a:xfrm>
            <a:prstGeom prst="ellipse">
              <a:avLst/>
            </a:prstGeom>
            <a:no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p2"/>
            <p:cNvSpPr/>
            <p:nvPr/>
          </p:nvSpPr>
          <p:spPr>
            <a:xfrm>
              <a:off x="5905396" y="957995"/>
              <a:ext cx="108308" cy="108308"/>
            </a:xfrm>
            <a:prstGeom prst="arc">
              <a:avLst>
                <a:gd name="adj1" fmla="val 12351034"/>
                <a:gd name="adj2" fmla="val 20258362"/>
              </a:avLst>
            </a:prstGeom>
            <a:no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1" name="Google Shape;91;p2"/>
            <p:cNvSpPr/>
            <p:nvPr/>
          </p:nvSpPr>
          <p:spPr>
            <a:xfrm>
              <a:off x="5873493" y="928848"/>
              <a:ext cx="166602" cy="166602"/>
            </a:xfrm>
            <a:prstGeom prst="arc">
              <a:avLst>
                <a:gd name="adj1" fmla="val 12351034"/>
                <a:gd name="adj2" fmla="val 20258366"/>
              </a:avLst>
            </a:prstGeom>
            <a:noFill/>
            <a:ln w="19050" cap="flat" cmpd="sng">
              <a:solidFill>
                <a:srgbClr val="EE222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 name="Google Shape;92;p2"/>
            <p:cNvSpPr/>
            <p:nvPr/>
          </p:nvSpPr>
          <p:spPr>
            <a:xfrm>
              <a:off x="5848078" y="899204"/>
              <a:ext cx="217432" cy="217432"/>
            </a:xfrm>
            <a:prstGeom prst="arc">
              <a:avLst>
                <a:gd name="adj1" fmla="val 12351034"/>
                <a:gd name="adj2" fmla="val 20258366"/>
              </a:avLst>
            </a:prstGeom>
            <a:no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93" name="Google Shape;93;p2"/>
          <p:cNvGrpSpPr/>
          <p:nvPr/>
        </p:nvGrpSpPr>
        <p:grpSpPr>
          <a:xfrm>
            <a:off x="5840308" y="3102401"/>
            <a:ext cx="165494" cy="165494"/>
            <a:chOff x="5848078" y="899204"/>
            <a:chExt cx="217432" cy="217432"/>
          </a:xfrm>
        </p:grpSpPr>
        <p:sp>
          <p:nvSpPr>
            <p:cNvPr id="94" name="Google Shape;94;p2"/>
            <p:cNvSpPr/>
            <p:nvPr/>
          </p:nvSpPr>
          <p:spPr>
            <a:xfrm>
              <a:off x="5927725" y="987298"/>
              <a:ext cx="63500" cy="63500"/>
            </a:xfrm>
            <a:prstGeom prst="ellipse">
              <a:avLst/>
            </a:prstGeom>
            <a:noFill/>
            <a:ln w="9525" cap="flat" cmpd="sng">
              <a:solidFill>
                <a:schemeClr val="lt1">
                  <a:alpha val="47058"/>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 name="Google Shape;95;p2"/>
            <p:cNvSpPr/>
            <p:nvPr/>
          </p:nvSpPr>
          <p:spPr>
            <a:xfrm>
              <a:off x="5905396" y="957995"/>
              <a:ext cx="108308" cy="108308"/>
            </a:xfrm>
            <a:prstGeom prst="arc">
              <a:avLst>
                <a:gd name="adj1" fmla="val 12351034"/>
                <a:gd name="adj2" fmla="val 20258362"/>
              </a:avLst>
            </a:prstGeom>
            <a:noFill/>
            <a:ln w="9525" cap="flat" cmpd="sng">
              <a:solidFill>
                <a:schemeClr val="lt1">
                  <a:alpha val="47058"/>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 name="Google Shape;96;p2"/>
            <p:cNvSpPr/>
            <p:nvPr/>
          </p:nvSpPr>
          <p:spPr>
            <a:xfrm>
              <a:off x="5873493" y="928848"/>
              <a:ext cx="166602" cy="166602"/>
            </a:xfrm>
            <a:prstGeom prst="arc">
              <a:avLst>
                <a:gd name="adj1" fmla="val 12351034"/>
                <a:gd name="adj2" fmla="val 20258366"/>
              </a:avLst>
            </a:prstGeom>
            <a:noFill/>
            <a:ln w="9525" cap="flat" cmpd="sng">
              <a:solidFill>
                <a:schemeClr val="lt1">
                  <a:alpha val="47058"/>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p2"/>
            <p:cNvSpPr/>
            <p:nvPr/>
          </p:nvSpPr>
          <p:spPr>
            <a:xfrm>
              <a:off x="5848078" y="899204"/>
              <a:ext cx="217432" cy="217432"/>
            </a:xfrm>
            <a:prstGeom prst="arc">
              <a:avLst>
                <a:gd name="adj1" fmla="val 12351034"/>
                <a:gd name="adj2" fmla="val 20258366"/>
              </a:avLst>
            </a:prstGeom>
            <a:noFill/>
            <a:ln w="9525" cap="flat" cmpd="sng">
              <a:solidFill>
                <a:schemeClr val="lt1">
                  <a:alpha val="47058"/>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98" name="Google Shape;98;p2"/>
          <p:cNvSpPr/>
          <p:nvPr/>
        </p:nvSpPr>
        <p:spPr>
          <a:xfrm>
            <a:off x="2687628" y="0"/>
            <a:ext cx="1872506" cy="5135396"/>
          </a:xfrm>
          <a:custGeom>
            <a:avLst/>
            <a:gdLst/>
            <a:ahLst/>
            <a:cxnLst/>
            <a:rect l="l" t="t" r="r" b="b"/>
            <a:pathLst>
              <a:path w="1872506" h="5135396" extrusionOk="0">
                <a:moveTo>
                  <a:pt x="0" y="0"/>
                </a:moveTo>
                <a:lnTo>
                  <a:pt x="1872506" y="0"/>
                </a:lnTo>
                <a:lnTo>
                  <a:pt x="342051" y="4484233"/>
                </a:lnTo>
                <a:cubicBezTo>
                  <a:pt x="186731" y="4908218"/>
                  <a:pt x="308538" y="5072514"/>
                  <a:pt x="515041" y="5128213"/>
                </a:cubicBezTo>
                <a:lnTo>
                  <a:pt x="555350" y="5135396"/>
                </a:lnTo>
                <a:lnTo>
                  <a:pt x="0" y="5135396"/>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2"/>
          <p:cNvSpPr txBox="1"/>
          <p:nvPr/>
        </p:nvSpPr>
        <p:spPr>
          <a:xfrm>
            <a:off x="5192313" y="4629356"/>
            <a:ext cx="1015021" cy="41549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ZERO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DISRUPTION</a:t>
            </a:r>
            <a:endParaRPr sz="1050" b="1" i="0" u="none" strike="noStrike" cap="none">
              <a:solidFill>
                <a:schemeClr val="lt1"/>
              </a:solidFill>
              <a:latin typeface="Arial"/>
              <a:ea typeface="Arial"/>
              <a:cs typeface="Arial"/>
              <a:sym typeface="Arial"/>
            </a:endParaRPr>
          </a:p>
        </p:txBody>
      </p:sp>
      <p:sp>
        <p:nvSpPr>
          <p:cNvPr id="100" name="Google Shape;100;p2"/>
          <p:cNvSpPr/>
          <p:nvPr/>
        </p:nvSpPr>
        <p:spPr>
          <a:xfrm>
            <a:off x="5313479" y="3974093"/>
            <a:ext cx="742709" cy="645741"/>
          </a:xfrm>
          <a:prstGeom prst="hexagon">
            <a:avLst>
              <a:gd name="adj" fmla="val 28537"/>
              <a:gd name="vf" fmla="val 115470"/>
            </a:avLst>
          </a:prstGeom>
          <a:solidFill>
            <a:schemeClr val="lt1"/>
          </a:solidFill>
          <a:ln w="12700" cap="flat" cmpd="sng">
            <a:solidFill>
              <a:srgbClr val="EE222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1" name="Google Shape;101;p2"/>
          <p:cNvGrpSpPr/>
          <p:nvPr/>
        </p:nvGrpSpPr>
        <p:grpSpPr>
          <a:xfrm>
            <a:off x="5572835" y="4189050"/>
            <a:ext cx="213185" cy="194206"/>
            <a:chOff x="2709051" y="1283924"/>
            <a:chExt cx="3258612" cy="2968513"/>
          </a:xfrm>
        </p:grpSpPr>
        <p:sp>
          <p:nvSpPr>
            <p:cNvPr id="102" name="Google Shape;102;p2"/>
            <p:cNvSpPr/>
            <p:nvPr/>
          </p:nvSpPr>
          <p:spPr>
            <a:xfrm>
              <a:off x="2709051" y="1283924"/>
              <a:ext cx="3258612" cy="2968513"/>
            </a:xfrm>
            <a:custGeom>
              <a:avLst/>
              <a:gdLst/>
              <a:ahLst/>
              <a:cxnLst/>
              <a:rect l="l" t="t" r="r" b="b"/>
              <a:pathLst>
                <a:path w="3258612" h="2968513" extrusionOk="0">
                  <a:moveTo>
                    <a:pt x="1624869" y="0"/>
                  </a:moveTo>
                  <a:cubicBezTo>
                    <a:pt x="1723537" y="0"/>
                    <a:pt x="1810528" y="49991"/>
                    <a:pt x="1861896" y="126026"/>
                  </a:cubicBezTo>
                  <a:lnTo>
                    <a:pt x="1875936" y="151893"/>
                  </a:lnTo>
                  <a:lnTo>
                    <a:pt x="3218552" y="2533074"/>
                  </a:lnTo>
                  <a:lnTo>
                    <a:pt x="3228005" y="2556401"/>
                  </a:lnTo>
                  <a:lnTo>
                    <a:pt x="3236149" y="2571405"/>
                  </a:lnTo>
                  <a:lnTo>
                    <a:pt x="3242907" y="2593176"/>
                  </a:lnTo>
                  <a:lnTo>
                    <a:pt x="3245125" y="2598651"/>
                  </a:lnTo>
                  <a:lnTo>
                    <a:pt x="3245263" y="2600767"/>
                  </a:lnTo>
                  <a:lnTo>
                    <a:pt x="3252804" y="2625061"/>
                  </a:lnTo>
                  <a:cubicBezTo>
                    <a:pt x="3256612" y="2643669"/>
                    <a:pt x="3258612" y="2662935"/>
                    <a:pt x="3258612" y="2682669"/>
                  </a:cubicBezTo>
                  <a:lnTo>
                    <a:pt x="3258611" y="2682668"/>
                  </a:lnTo>
                  <a:cubicBezTo>
                    <a:pt x="3258611" y="2840536"/>
                    <a:pt x="3130634" y="2968513"/>
                    <a:pt x="2972766" y="2968513"/>
                  </a:cubicBezTo>
                  <a:lnTo>
                    <a:pt x="285845" y="2968513"/>
                  </a:lnTo>
                  <a:cubicBezTo>
                    <a:pt x="127977" y="2968513"/>
                    <a:pt x="0" y="2840536"/>
                    <a:pt x="0" y="2682668"/>
                  </a:cubicBezTo>
                  <a:cubicBezTo>
                    <a:pt x="0" y="2662934"/>
                    <a:pt x="2000" y="2643668"/>
                    <a:pt x="5808" y="2625060"/>
                  </a:cubicBezTo>
                  <a:lnTo>
                    <a:pt x="6575" y="2622589"/>
                  </a:lnTo>
                  <a:lnTo>
                    <a:pt x="6516" y="2617877"/>
                  </a:lnTo>
                  <a:cubicBezTo>
                    <a:pt x="7865" y="2606082"/>
                    <a:pt x="10747" y="2593010"/>
                    <a:pt x="15321" y="2578527"/>
                  </a:cubicBezTo>
                  <a:lnTo>
                    <a:pt x="1377799" y="144452"/>
                  </a:lnTo>
                  <a:lnTo>
                    <a:pt x="1378029" y="144105"/>
                  </a:lnTo>
                  <a:lnTo>
                    <a:pt x="1387842" y="126026"/>
                  </a:lnTo>
                  <a:cubicBezTo>
                    <a:pt x="1439210" y="49991"/>
                    <a:pt x="1526202" y="0"/>
                    <a:pt x="162486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 name="Google Shape;103;p2"/>
            <p:cNvSpPr/>
            <p:nvPr/>
          </p:nvSpPr>
          <p:spPr>
            <a:xfrm>
              <a:off x="4067004" y="3337028"/>
              <a:ext cx="560269" cy="56026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 name="Google Shape;104;p2"/>
            <p:cNvSpPr/>
            <p:nvPr/>
          </p:nvSpPr>
          <p:spPr>
            <a:xfrm>
              <a:off x="4150696" y="1997020"/>
              <a:ext cx="379222" cy="1175682"/>
            </a:xfrm>
            <a:custGeom>
              <a:avLst/>
              <a:gdLst/>
              <a:ahLst/>
              <a:cxnLst/>
              <a:rect l="l" t="t" r="r" b="b"/>
              <a:pathLst>
                <a:path w="379222" h="1175682" extrusionOk="0">
                  <a:moveTo>
                    <a:pt x="200" y="224812"/>
                  </a:moveTo>
                  <a:cubicBezTo>
                    <a:pt x="-10496" y="-108062"/>
                    <a:pt x="411947" y="-39883"/>
                    <a:pt x="377189" y="224812"/>
                  </a:cubicBezTo>
                  <a:lnTo>
                    <a:pt x="268905" y="1091085"/>
                  </a:lnTo>
                  <a:cubicBezTo>
                    <a:pt x="252863" y="1177979"/>
                    <a:pt x="144578" y="1228780"/>
                    <a:pt x="112494" y="1087074"/>
                  </a:cubicBezTo>
                  <a:lnTo>
                    <a:pt x="200" y="224812"/>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5" name="Google Shape;105;p2"/>
          <p:cNvSpPr/>
          <p:nvPr/>
        </p:nvSpPr>
        <p:spPr>
          <a:xfrm>
            <a:off x="5507553" y="4119683"/>
            <a:ext cx="354560" cy="354560"/>
          </a:xfrm>
          <a:prstGeom prst="noSmoking">
            <a:avLst>
              <a:gd name="adj" fmla="val 6533"/>
            </a:avLst>
          </a:prstGeom>
          <a:solidFill>
            <a:srgbClr val="CD040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6" name="Google Shape;106;p2"/>
          <p:cNvSpPr txBox="1"/>
          <p:nvPr/>
        </p:nvSpPr>
        <p:spPr>
          <a:xfrm>
            <a:off x="7544241" y="4234578"/>
            <a:ext cx="1500731" cy="41549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LANDSCAPE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TRANSFORMATION </a:t>
            </a:r>
            <a:endParaRPr sz="1400" b="0" i="0" u="none" strike="noStrike" cap="none">
              <a:solidFill>
                <a:srgbClr val="000000"/>
              </a:solidFill>
              <a:latin typeface="Arial"/>
              <a:ea typeface="Arial"/>
              <a:cs typeface="Arial"/>
              <a:sym typeface="Arial"/>
            </a:endParaRPr>
          </a:p>
        </p:txBody>
      </p:sp>
      <p:sp>
        <p:nvSpPr>
          <p:cNvPr id="107" name="Google Shape;107;p2"/>
          <p:cNvSpPr/>
          <p:nvPr/>
        </p:nvSpPr>
        <p:spPr>
          <a:xfrm>
            <a:off x="7908262" y="3565579"/>
            <a:ext cx="742709" cy="645741"/>
          </a:xfrm>
          <a:prstGeom prst="hexagon">
            <a:avLst>
              <a:gd name="adj" fmla="val 28537"/>
              <a:gd name="vf" fmla="val 115470"/>
            </a:avLst>
          </a:prstGeom>
          <a:solidFill>
            <a:schemeClr val="lt1"/>
          </a:solidFill>
          <a:ln w="12700" cap="flat" cmpd="sng">
            <a:solidFill>
              <a:srgbClr val="EE222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 name="Google Shape;108;p2"/>
          <p:cNvSpPr/>
          <p:nvPr/>
        </p:nvSpPr>
        <p:spPr>
          <a:xfrm>
            <a:off x="8202258" y="3811091"/>
            <a:ext cx="218738" cy="194730"/>
          </a:xfrm>
          <a:custGeom>
            <a:avLst/>
            <a:gdLst/>
            <a:ahLst/>
            <a:cxnLst/>
            <a:rect l="l" t="t" r="r" b="b"/>
            <a:pathLst>
              <a:path w="141" h="125" extrusionOk="0">
                <a:moveTo>
                  <a:pt x="140" y="116"/>
                </a:moveTo>
                <a:cubicBezTo>
                  <a:pt x="76" y="6"/>
                  <a:pt x="76" y="6"/>
                  <a:pt x="76" y="6"/>
                </a:cubicBezTo>
                <a:cubicBezTo>
                  <a:pt x="76" y="6"/>
                  <a:pt x="76" y="6"/>
                  <a:pt x="76" y="6"/>
                </a:cubicBezTo>
                <a:cubicBezTo>
                  <a:pt x="76" y="6"/>
                  <a:pt x="76" y="6"/>
                  <a:pt x="76" y="6"/>
                </a:cubicBezTo>
                <a:cubicBezTo>
                  <a:pt x="75" y="3"/>
                  <a:pt x="71" y="0"/>
                  <a:pt x="67" y="3"/>
                </a:cubicBezTo>
                <a:cubicBezTo>
                  <a:pt x="66" y="4"/>
                  <a:pt x="64" y="6"/>
                  <a:pt x="64" y="6"/>
                </a:cubicBezTo>
                <a:cubicBezTo>
                  <a:pt x="29" y="69"/>
                  <a:pt x="29" y="69"/>
                  <a:pt x="29" y="69"/>
                </a:cubicBezTo>
                <a:cubicBezTo>
                  <a:pt x="27" y="71"/>
                  <a:pt x="28" y="75"/>
                  <a:pt x="31" y="76"/>
                </a:cubicBezTo>
                <a:cubicBezTo>
                  <a:pt x="31" y="76"/>
                  <a:pt x="31" y="76"/>
                  <a:pt x="31" y="76"/>
                </a:cubicBezTo>
                <a:cubicBezTo>
                  <a:pt x="34" y="77"/>
                  <a:pt x="38" y="76"/>
                  <a:pt x="39" y="73"/>
                </a:cubicBezTo>
                <a:cubicBezTo>
                  <a:pt x="70" y="19"/>
                  <a:pt x="70" y="19"/>
                  <a:pt x="70" y="19"/>
                </a:cubicBezTo>
                <a:cubicBezTo>
                  <a:pt x="125" y="114"/>
                  <a:pt x="125" y="114"/>
                  <a:pt x="125" y="114"/>
                </a:cubicBezTo>
                <a:cubicBezTo>
                  <a:pt x="16" y="114"/>
                  <a:pt x="16" y="114"/>
                  <a:pt x="16" y="114"/>
                </a:cubicBezTo>
                <a:cubicBezTo>
                  <a:pt x="23" y="102"/>
                  <a:pt x="23" y="102"/>
                  <a:pt x="23" y="102"/>
                </a:cubicBezTo>
                <a:cubicBezTo>
                  <a:pt x="24" y="99"/>
                  <a:pt x="23" y="96"/>
                  <a:pt x="21" y="95"/>
                </a:cubicBezTo>
                <a:cubicBezTo>
                  <a:pt x="20" y="95"/>
                  <a:pt x="20" y="94"/>
                  <a:pt x="19" y="94"/>
                </a:cubicBezTo>
                <a:cubicBezTo>
                  <a:pt x="17" y="93"/>
                  <a:pt x="14" y="94"/>
                  <a:pt x="13" y="96"/>
                </a:cubicBezTo>
                <a:cubicBezTo>
                  <a:pt x="1" y="116"/>
                  <a:pt x="1" y="116"/>
                  <a:pt x="1" y="116"/>
                </a:cubicBezTo>
                <a:cubicBezTo>
                  <a:pt x="0" y="118"/>
                  <a:pt x="0" y="120"/>
                  <a:pt x="1" y="122"/>
                </a:cubicBezTo>
                <a:cubicBezTo>
                  <a:pt x="2" y="124"/>
                  <a:pt x="4" y="125"/>
                  <a:pt x="6" y="125"/>
                </a:cubicBezTo>
                <a:cubicBezTo>
                  <a:pt x="135" y="125"/>
                  <a:pt x="135" y="125"/>
                  <a:pt x="135" y="125"/>
                </a:cubicBezTo>
                <a:cubicBezTo>
                  <a:pt x="137" y="125"/>
                  <a:pt x="138" y="124"/>
                  <a:pt x="140" y="122"/>
                </a:cubicBezTo>
                <a:cubicBezTo>
                  <a:pt x="141" y="120"/>
                  <a:pt x="141" y="118"/>
                  <a:pt x="140" y="11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9" name="Google Shape;109;p2"/>
          <p:cNvSpPr/>
          <p:nvPr/>
        </p:nvSpPr>
        <p:spPr>
          <a:xfrm>
            <a:off x="8138237" y="3771078"/>
            <a:ext cx="181393" cy="181392"/>
          </a:xfrm>
          <a:custGeom>
            <a:avLst/>
            <a:gdLst/>
            <a:ahLst/>
            <a:cxnLst/>
            <a:rect l="l" t="t" r="r" b="b"/>
            <a:pathLst>
              <a:path w="116" h="116" extrusionOk="0">
                <a:moveTo>
                  <a:pt x="43" y="107"/>
                </a:moveTo>
                <a:cubicBezTo>
                  <a:pt x="42" y="106"/>
                  <a:pt x="41" y="105"/>
                  <a:pt x="35" y="104"/>
                </a:cubicBezTo>
                <a:cubicBezTo>
                  <a:pt x="11" y="104"/>
                  <a:pt x="11" y="104"/>
                  <a:pt x="11" y="104"/>
                </a:cubicBezTo>
                <a:cubicBezTo>
                  <a:pt x="11" y="11"/>
                  <a:pt x="11" y="11"/>
                  <a:pt x="11" y="11"/>
                </a:cubicBezTo>
                <a:cubicBezTo>
                  <a:pt x="104" y="11"/>
                  <a:pt x="104" y="11"/>
                  <a:pt x="104" y="11"/>
                </a:cubicBezTo>
                <a:cubicBezTo>
                  <a:pt x="104" y="15"/>
                  <a:pt x="104" y="15"/>
                  <a:pt x="104" y="15"/>
                </a:cubicBezTo>
                <a:cubicBezTo>
                  <a:pt x="104" y="18"/>
                  <a:pt x="107" y="20"/>
                  <a:pt x="110" y="20"/>
                </a:cubicBezTo>
                <a:cubicBezTo>
                  <a:pt x="110" y="20"/>
                  <a:pt x="110" y="20"/>
                  <a:pt x="110" y="20"/>
                </a:cubicBezTo>
                <a:cubicBezTo>
                  <a:pt x="113" y="20"/>
                  <a:pt x="116" y="18"/>
                  <a:pt x="116" y="15"/>
                </a:cubicBezTo>
                <a:cubicBezTo>
                  <a:pt x="116" y="6"/>
                  <a:pt x="116" y="6"/>
                  <a:pt x="116" y="6"/>
                </a:cubicBezTo>
                <a:cubicBezTo>
                  <a:pt x="116" y="4"/>
                  <a:pt x="115" y="3"/>
                  <a:pt x="114" y="2"/>
                </a:cubicBezTo>
                <a:cubicBezTo>
                  <a:pt x="113" y="1"/>
                  <a:pt x="112" y="0"/>
                  <a:pt x="110" y="0"/>
                </a:cubicBezTo>
                <a:cubicBezTo>
                  <a:pt x="6" y="0"/>
                  <a:pt x="6" y="0"/>
                  <a:pt x="6" y="0"/>
                </a:cubicBezTo>
                <a:cubicBezTo>
                  <a:pt x="4" y="0"/>
                  <a:pt x="3" y="1"/>
                  <a:pt x="2" y="2"/>
                </a:cubicBezTo>
                <a:cubicBezTo>
                  <a:pt x="0" y="3"/>
                  <a:pt x="0" y="4"/>
                  <a:pt x="0" y="6"/>
                </a:cubicBezTo>
                <a:cubicBezTo>
                  <a:pt x="0" y="110"/>
                  <a:pt x="0" y="110"/>
                  <a:pt x="0" y="110"/>
                </a:cubicBezTo>
                <a:cubicBezTo>
                  <a:pt x="0" y="112"/>
                  <a:pt x="0" y="113"/>
                  <a:pt x="2" y="114"/>
                </a:cubicBezTo>
                <a:cubicBezTo>
                  <a:pt x="3" y="115"/>
                  <a:pt x="4" y="116"/>
                  <a:pt x="6" y="116"/>
                </a:cubicBezTo>
                <a:cubicBezTo>
                  <a:pt x="40" y="116"/>
                  <a:pt x="40" y="116"/>
                  <a:pt x="40" y="116"/>
                </a:cubicBezTo>
                <a:cubicBezTo>
                  <a:pt x="44" y="116"/>
                  <a:pt x="46" y="110"/>
                  <a:pt x="43" y="107"/>
                </a:cubicBezTo>
                <a:cubicBezTo>
                  <a:pt x="43" y="107"/>
                  <a:pt x="43" y="107"/>
                  <a:pt x="43" y="10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0" name="Google Shape;110;p2"/>
          <p:cNvSpPr/>
          <p:nvPr/>
        </p:nvSpPr>
        <p:spPr>
          <a:xfrm>
            <a:off x="8191588" y="3824428"/>
            <a:ext cx="141381" cy="152049"/>
          </a:xfrm>
          <a:custGeom>
            <a:avLst/>
            <a:gdLst/>
            <a:ahLst/>
            <a:cxnLst/>
            <a:rect l="l" t="t" r="r" b="b"/>
            <a:pathLst>
              <a:path w="90" h="97" extrusionOk="0">
                <a:moveTo>
                  <a:pt x="85" y="58"/>
                </a:moveTo>
                <a:cubicBezTo>
                  <a:pt x="61" y="52"/>
                  <a:pt x="61" y="52"/>
                  <a:pt x="61" y="52"/>
                </a:cubicBezTo>
                <a:cubicBezTo>
                  <a:pt x="58" y="51"/>
                  <a:pt x="55" y="53"/>
                  <a:pt x="54" y="56"/>
                </a:cubicBezTo>
                <a:cubicBezTo>
                  <a:pt x="53" y="59"/>
                  <a:pt x="55" y="62"/>
                  <a:pt x="58" y="63"/>
                </a:cubicBezTo>
                <a:cubicBezTo>
                  <a:pt x="73" y="67"/>
                  <a:pt x="73" y="67"/>
                  <a:pt x="73" y="67"/>
                </a:cubicBezTo>
                <a:cubicBezTo>
                  <a:pt x="66" y="72"/>
                  <a:pt x="57" y="75"/>
                  <a:pt x="49" y="75"/>
                </a:cubicBezTo>
                <a:cubicBezTo>
                  <a:pt x="46" y="75"/>
                  <a:pt x="43" y="74"/>
                  <a:pt x="40" y="73"/>
                </a:cubicBezTo>
                <a:cubicBezTo>
                  <a:pt x="40" y="73"/>
                  <a:pt x="40" y="73"/>
                  <a:pt x="40" y="73"/>
                </a:cubicBezTo>
                <a:cubicBezTo>
                  <a:pt x="38" y="73"/>
                  <a:pt x="36" y="72"/>
                  <a:pt x="34" y="72"/>
                </a:cubicBezTo>
                <a:cubicBezTo>
                  <a:pt x="33" y="71"/>
                  <a:pt x="31" y="70"/>
                  <a:pt x="29" y="69"/>
                </a:cubicBezTo>
                <a:cubicBezTo>
                  <a:pt x="29" y="69"/>
                  <a:pt x="28" y="69"/>
                  <a:pt x="28" y="68"/>
                </a:cubicBezTo>
                <a:cubicBezTo>
                  <a:pt x="26" y="67"/>
                  <a:pt x="24" y="65"/>
                  <a:pt x="22" y="64"/>
                </a:cubicBezTo>
                <a:cubicBezTo>
                  <a:pt x="15" y="56"/>
                  <a:pt x="11" y="47"/>
                  <a:pt x="11" y="37"/>
                </a:cubicBezTo>
                <a:cubicBezTo>
                  <a:pt x="11" y="27"/>
                  <a:pt x="15" y="18"/>
                  <a:pt x="22" y="10"/>
                </a:cubicBezTo>
                <a:cubicBezTo>
                  <a:pt x="25" y="8"/>
                  <a:pt x="25" y="4"/>
                  <a:pt x="22" y="2"/>
                </a:cubicBezTo>
                <a:cubicBezTo>
                  <a:pt x="20" y="0"/>
                  <a:pt x="16" y="0"/>
                  <a:pt x="14" y="2"/>
                </a:cubicBezTo>
                <a:cubicBezTo>
                  <a:pt x="4" y="12"/>
                  <a:pt x="0" y="24"/>
                  <a:pt x="0" y="37"/>
                </a:cubicBezTo>
                <a:cubicBezTo>
                  <a:pt x="0" y="49"/>
                  <a:pt x="4" y="61"/>
                  <a:pt x="12" y="70"/>
                </a:cubicBezTo>
                <a:cubicBezTo>
                  <a:pt x="19" y="75"/>
                  <a:pt x="25" y="80"/>
                  <a:pt x="33" y="83"/>
                </a:cubicBezTo>
                <a:cubicBezTo>
                  <a:pt x="33" y="83"/>
                  <a:pt x="33" y="84"/>
                  <a:pt x="33" y="84"/>
                </a:cubicBezTo>
                <a:cubicBezTo>
                  <a:pt x="33" y="84"/>
                  <a:pt x="33" y="84"/>
                  <a:pt x="34" y="84"/>
                </a:cubicBezTo>
                <a:cubicBezTo>
                  <a:pt x="34" y="84"/>
                  <a:pt x="34" y="84"/>
                  <a:pt x="34" y="84"/>
                </a:cubicBezTo>
                <a:cubicBezTo>
                  <a:pt x="39" y="86"/>
                  <a:pt x="44" y="86"/>
                  <a:pt x="49" y="86"/>
                </a:cubicBezTo>
                <a:cubicBezTo>
                  <a:pt x="59" y="86"/>
                  <a:pt x="69" y="84"/>
                  <a:pt x="77" y="78"/>
                </a:cubicBezTo>
                <a:cubicBezTo>
                  <a:pt x="76" y="91"/>
                  <a:pt x="76" y="91"/>
                  <a:pt x="76" y="91"/>
                </a:cubicBezTo>
                <a:cubicBezTo>
                  <a:pt x="76" y="94"/>
                  <a:pt x="78" y="97"/>
                  <a:pt x="82" y="97"/>
                </a:cubicBezTo>
                <a:cubicBezTo>
                  <a:pt x="85" y="97"/>
                  <a:pt x="88" y="95"/>
                  <a:pt x="88" y="91"/>
                </a:cubicBezTo>
                <a:cubicBezTo>
                  <a:pt x="88" y="91"/>
                  <a:pt x="88" y="91"/>
                  <a:pt x="88" y="91"/>
                </a:cubicBezTo>
                <a:cubicBezTo>
                  <a:pt x="90" y="64"/>
                  <a:pt x="90" y="64"/>
                  <a:pt x="90" y="64"/>
                </a:cubicBezTo>
                <a:cubicBezTo>
                  <a:pt x="90" y="61"/>
                  <a:pt x="88" y="58"/>
                  <a:pt x="85" y="58"/>
                </a:cubicBezTo>
                <a:close/>
              </a:path>
            </a:pathLst>
          </a:custGeom>
          <a:solidFill>
            <a:srgbClr val="CD040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1" name="Google Shape;111;p2"/>
          <p:cNvSpPr txBox="1"/>
          <p:nvPr/>
        </p:nvSpPr>
        <p:spPr>
          <a:xfrm>
            <a:off x="6449780" y="4401055"/>
            <a:ext cx="1090363" cy="41549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SERVICE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EXCELLENCE</a:t>
            </a:r>
            <a:endParaRPr sz="1400" b="0" i="0" u="none" strike="noStrike" cap="none">
              <a:solidFill>
                <a:srgbClr val="000000"/>
              </a:solidFill>
              <a:latin typeface="Arial"/>
              <a:ea typeface="Arial"/>
              <a:cs typeface="Arial"/>
              <a:sym typeface="Arial"/>
            </a:endParaRPr>
          </a:p>
        </p:txBody>
      </p:sp>
      <p:sp>
        <p:nvSpPr>
          <p:cNvPr id="112" name="Google Shape;112;p2"/>
          <p:cNvSpPr/>
          <p:nvPr/>
        </p:nvSpPr>
        <p:spPr>
          <a:xfrm>
            <a:off x="6608616" y="3744573"/>
            <a:ext cx="742709" cy="645741"/>
          </a:xfrm>
          <a:prstGeom prst="hexagon">
            <a:avLst>
              <a:gd name="adj" fmla="val 28537"/>
              <a:gd name="vf" fmla="val 115470"/>
            </a:avLst>
          </a:prstGeom>
          <a:solidFill>
            <a:schemeClr val="lt1"/>
          </a:solidFill>
          <a:ln w="12700" cap="flat" cmpd="sng">
            <a:solidFill>
              <a:srgbClr val="EE222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p2"/>
          <p:cNvSpPr/>
          <p:nvPr/>
        </p:nvSpPr>
        <p:spPr>
          <a:xfrm>
            <a:off x="6847565" y="3909328"/>
            <a:ext cx="264810" cy="316230"/>
          </a:xfrm>
          <a:custGeom>
            <a:avLst/>
            <a:gdLst/>
            <a:ahLst/>
            <a:cxnLst/>
            <a:rect l="l" t="t" r="r" b="b"/>
            <a:pathLst>
              <a:path w="159" h="189" extrusionOk="0">
                <a:moveTo>
                  <a:pt x="140" y="89"/>
                </a:moveTo>
                <a:cubicBezTo>
                  <a:pt x="159" y="80"/>
                  <a:pt x="159" y="80"/>
                  <a:pt x="159" y="80"/>
                </a:cubicBezTo>
                <a:cubicBezTo>
                  <a:pt x="140" y="70"/>
                  <a:pt x="140" y="70"/>
                  <a:pt x="140" y="70"/>
                </a:cubicBezTo>
                <a:cubicBezTo>
                  <a:pt x="155" y="55"/>
                  <a:pt x="155" y="55"/>
                  <a:pt x="155" y="55"/>
                </a:cubicBezTo>
                <a:cubicBezTo>
                  <a:pt x="133" y="52"/>
                  <a:pt x="133" y="52"/>
                  <a:pt x="133" y="52"/>
                </a:cubicBezTo>
                <a:cubicBezTo>
                  <a:pt x="144" y="32"/>
                  <a:pt x="144" y="32"/>
                  <a:pt x="144" y="32"/>
                </a:cubicBezTo>
                <a:cubicBezTo>
                  <a:pt x="123" y="36"/>
                  <a:pt x="123" y="36"/>
                  <a:pt x="123" y="36"/>
                </a:cubicBezTo>
                <a:cubicBezTo>
                  <a:pt x="126" y="15"/>
                  <a:pt x="126" y="15"/>
                  <a:pt x="126" y="15"/>
                </a:cubicBezTo>
                <a:cubicBezTo>
                  <a:pt x="107" y="25"/>
                  <a:pt x="107" y="25"/>
                  <a:pt x="107" y="25"/>
                </a:cubicBezTo>
                <a:cubicBezTo>
                  <a:pt x="104" y="4"/>
                  <a:pt x="104" y="4"/>
                  <a:pt x="104" y="4"/>
                </a:cubicBezTo>
                <a:cubicBezTo>
                  <a:pt x="89" y="20"/>
                  <a:pt x="89" y="20"/>
                  <a:pt x="89" y="20"/>
                </a:cubicBezTo>
                <a:cubicBezTo>
                  <a:pt x="80" y="0"/>
                  <a:pt x="80" y="0"/>
                  <a:pt x="80" y="0"/>
                </a:cubicBezTo>
                <a:cubicBezTo>
                  <a:pt x="70" y="19"/>
                  <a:pt x="70" y="19"/>
                  <a:pt x="70" y="19"/>
                </a:cubicBezTo>
                <a:cubicBezTo>
                  <a:pt x="55" y="4"/>
                  <a:pt x="55" y="4"/>
                  <a:pt x="55" y="4"/>
                </a:cubicBezTo>
                <a:cubicBezTo>
                  <a:pt x="52" y="25"/>
                  <a:pt x="52" y="25"/>
                  <a:pt x="52" y="25"/>
                </a:cubicBezTo>
                <a:cubicBezTo>
                  <a:pt x="33" y="15"/>
                  <a:pt x="33" y="15"/>
                  <a:pt x="33" y="15"/>
                </a:cubicBezTo>
                <a:cubicBezTo>
                  <a:pt x="37" y="37"/>
                  <a:pt x="37" y="37"/>
                  <a:pt x="37" y="37"/>
                </a:cubicBezTo>
                <a:cubicBezTo>
                  <a:pt x="15" y="33"/>
                  <a:pt x="15" y="33"/>
                  <a:pt x="15" y="33"/>
                </a:cubicBezTo>
                <a:cubicBezTo>
                  <a:pt x="25" y="52"/>
                  <a:pt x="25" y="52"/>
                  <a:pt x="25" y="52"/>
                </a:cubicBezTo>
                <a:cubicBezTo>
                  <a:pt x="4" y="55"/>
                  <a:pt x="4" y="55"/>
                  <a:pt x="4" y="55"/>
                </a:cubicBezTo>
                <a:cubicBezTo>
                  <a:pt x="19" y="70"/>
                  <a:pt x="19" y="70"/>
                  <a:pt x="19" y="70"/>
                </a:cubicBezTo>
                <a:cubicBezTo>
                  <a:pt x="0" y="79"/>
                  <a:pt x="0" y="79"/>
                  <a:pt x="0" y="79"/>
                </a:cubicBezTo>
                <a:cubicBezTo>
                  <a:pt x="19" y="89"/>
                  <a:pt x="19" y="89"/>
                  <a:pt x="19" y="89"/>
                </a:cubicBezTo>
                <a:cubicBezTo>
                  <a:pt x="4" y="104"/>
                  <a:pt x="4" y="104"/>
                  <a:pt x="4" y="104"/>
                </a:cubicBezTo>
                <a:cubicBezTo>
                  <a:pt x="26" y="107"/>
                  <a:pt x="26" y="107"/>
                  <a:pt x="26" y="107"/>
                </a:cubicBezTo>
                <a:cubicBezTo>
                  <a:pt x="15" y="127"/>
                  <a:pt x="15" y="127"/>
                  <a:pt x="15" y="127"/>
                </a:cubicBezTo>
                <a:cubicBezTo>
                  <a:pt x="36" y="123"/>
                  <a:pt x="36" y="123"/>
                  <a:pt x="36" y="123"/>
                </a:cubicBezTo>
                <a:cubicBezTo>
                  <a:pt x="33" y="144"/>
                  <a:pt x="33" y="144"/>
                  <a:pt x="33" y="144"/>
                </a:cubicBezTo>
                <a:cubicBezTo>
                  <a:pt x="46" y="137"/>
                  <a:pt x="46" y="137"/>
                  <a:pt x="46" y="137"/>
                </a:cubicBezTo>
                <a:cubicBezTo>
                  <a:pt x="13" y="189"/>
                  <a:pt x="13" y="189"/>
                  <a:pt x="13" y="189"/>
                </a:cubicBezTo>
                <a:cubicBezTo>
                  <a:pt x="49" y="170"/>
                  <a:pt x="49" y="170"/>
                  <a:pt x="49" y="170"/>
                </a:cubicBezTo>
                <a:cubicBezTo>
                  <a:pt x="63" y="189"/>
                  <a:pt x="63" y="189"/>
                  <a:pt x="63" y="189"/>
                </a:cubicBezTo>
                <a:cubicBezTo>
                  <a:pt x="75" y="149"/>
                  <a:pt x="75" y="149"/>
                  <a:pt x="75" y="149"/>
                </a:cubicBezTo>
                <a:cubicBezTo>
                  <a:pt x="80" y="158"/>
                  <a:pt x="80" y="158"/>
                  <a:pt x="80" y="158"/>
                </a:cubicBezTo>
                <a:cubicBezTo>
                  <a:pt x="84" y="149"/>
                  <a:pt x="84" y="149"/>
                  <a:pt x="84" y="149"/>
                </a:cubicBezTo>
                <a:cubicBezTo>
                  <a:pt x="96" y="189"/>
                  <a:pt x="96" y="189"/>
                  <a:pt x="96" y="189"/>
                </a:cubicBezTo>
                <a:cubicBezTo>
                  <a:pt x="110" y="170"/>
                  <a:pt x="110" y="170"/>
                  <a:pt x="110" y="170"/>
                </a:cubicBezTo>
                <a:cubicBezTo>
                  <a:pt x="146" y="189"/>
                  <a:pt x="146" y="189"/>
                  <a:pt x="146" y="189"/>
                </a:cubicBezTo>
                <a:cubicBezTo>
                  <a:pt x="113" y="137"/>
                  <a:pt x="113" y="137"/>
                  <a:pt x="113" y="137"/>
                </a:cubicBezTo>
                <a:cubicBezTo>
                  <a:pt x="126" y="144"/>
                  <a:pt x="126" y="144"/>
                  <a:pt x="126" y="144"/>
                </a:cubicBezTo>
                <a:cubicBezTo>
                  <a:pt x="122" y="122"/>
                  <a:pt x="122" y="122"/>
                  <a:pt x="122" y="122"/>
                </a:cubicBezTo>
                <a:cubicBezTo>
                  <a:pt x="144" y="126"/>
                  <a:pt x="144" y="126"/>
                  <a:pt x="144" y="126"/>
                </a:cubicBezTo>
                <a:cubicBezTo>
                  <a:pt x="134" y="107"/>
                  <a:pt x="134" y="107"/>
                  <a:pt x="134" y="107"/>
                </a:cubicBezTo>
                <a:cubicBezTo>
                  <a:pt x="155" y="104"/>
                  <a:pt x="155" y="104"/>
                  <a:pt x="155" y="104"/>
                </a:cubicBezTo>
                <a:lnTo>
                  <a:pt x="140" y="89"/>
                </a:lnTo>
                <a:close/>
                <a:moveTo>
                  <a:pt x="80" y="125"/>
                </a:moveTo>
                <a:cubicBezTo>
                  <a:pt x="54" y="125"/>
                  <a:pt x="34" y="105"/>
                  <a:pt x="34" y="79"/>
                </a:cubicBezTo>
                <a:cubicBezTo>
                  <a:pt x="34" y="54"/>
                  <a:pt x="54" y="33"/>
                  <a:pt x="80" y="33"/>
                </a:cubicBezTo>
                <a:cubicBezTo>
                  <a:pt x="105" y="33"/>
                  <a:pt x="126" y="54"/>
                  <a:pt x="126" y="79"/>
                </a:cubicBezTo>
                <a:cubicBezTo>
                  <a:pt x="126" y="105"/>
                  <a:pt x="105" y="125"/>
                  <a:pt x="80" y="12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4" name="Google Shape;114;p2"/>
          <p:cNvSpPr/>
          <p:nvPr/>
        </p:nvSpPr>
        <p:spPr>
          <a:xfrm>
            <a:off x="6916982" y="3976174"/>
            <a:ext cx="125978" cy="120836"/>
          </a:xfrm>
          <a:custGeom>
            <a:avLst/>
            <a:gdLst/>
            <a:ahLst/>
            <a:cxnLst/>
            <a:rect l="l" t="t" r="r" b="b"/>
            <a:pathLst>
              <a:path w="49" h="47" extrusionOk="0">
                <a:moveTo>
                  <a:pt x="25" y="0"/>
                </a:moveTo>
                <a:lnTo>
                  <a:pt x="19" y="19"/>
                </a:lnTo>
                <a:lnTo>
                  <a:pt x="0" y="17"/>
                </a:lnTo>
                <a:lnTo>
                  <a:pt x="16" y="28"/>
                </a:lnTo>
                <a:lnTo>
                  <a:pt x="9" y="47"/>
                </a:lnTo>
                <a:lnTo>
                  <a:pt x="25" y="34"/>
                </a:lnTo>
                <a:lnTo>
                  <a:pt x="40" y="47"/>
                </a:lnTo>
                <a:lnTo>
                  <a:pt x="32" y="28"/>
                </a:lnTo>
                <a:lnTo>
                  <a:pt x="49" y="17"/>
                </a:lnTo>
                <a:lnTo>
                  <a:pt x="29" y="19"/>
                </a:lnTo>
                <a:lnTo>
                  <a:pt x="25" y="0"/>
                </a:lnTo>
                <a:close/>
              </a:path>
            </a:pathLst>
          </a:custGeom>
          <a:solidFill>
            <a:srgbClr val="CD040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115" name="Google Shape;115;p2"/>
          <p:cNvGrpSpPr/>
          <p:nvPr/>
        </p:nvGrpSpPr>
        <p:grpSpPr>
          <a:xfrm>
            <a:off x="5002298" y="3370994"/>
            <a:ext cx="2783105" cy="525926"/>
            <a:chOff x="8050691" y="2677551"/>
            <a:chExt cx="912531" cy="172441"/>
          </a:xfrm>
        </p:grpSpPr>
        <p:grpSp>
          <p:nvGrpSpPr>
            <p:cNvPr id="116" name="Google Shape;116;p2"/>
            <p:cNvGrpSpPr/>
            <p:nvPr/>
          </p:nvGrpSpPr>
          <p:grpSpPr>
            <a:xfrm>
              <a:off x="8050691" y="2677551"/>
              <a:ext cx="133230" cy="133230"/>
              <a:chOff x="5848078" y="899204"/>
              <a:chExt cx="217432" cy="217432"/>
            </a:xfrm>
          </p:grpSpPr>
          <p:sp>
            <p:nvSpPr>
              <p:cNvPr id="117" name="Google Shape;117;p2"/>
              <p:cNvSpPr/>
              <p:nvPr/>
            </p:nvSpPr>
            <p:spPr>
              <a:xfrm>
                <a:off x="5927725" y="987298"/>
                <a:ext cx="63500" cy="63500"/>
              </a:xfrm>
              <a:prstGeom prst="ellipse">
                <a:avLst/>
              </a:prstGeom>
              <a:solidFill>
                <a:schemeClr val="accent1"/>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8" name="Google Shape;118;p2"/>
              <p:cNvSpPr/>
              <p:nvPr/>
            </p:nvSpPr>
            <p:spPr>
              <a:xfrm>
                <a:off x="5905396" y="957995"/>
                <a:ext cx="108308" cy="108308"/>
              </a:xfrm>
              <a:prstGeom prst="arc">
                <a:avLst>
                  <a:gd name="adj1" fmla="val 12351034"/>
                  <a:gd name="adj2" fmla="val 20258362"/>
                </a:avLst>
              </a:prstGeom>
              <a:solidFill>
                <a:schemeClr val="accent1"/>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9" name="Google Shape;119;p2"/>
              <p:cNvSpPr/>
              <p:nvPr/>
            </p:nvSpPr>
            <p:spPr>
              <a:xfrm>
                <a:off x="5873493" y="928848"/>
                <a:ext cx="166602" cy="166602"/>
              </a:xfrm>
              <a:prstGeom prst="arc">
                <a:avLst>
                  <a:gd name="adj1" fmla="val 12351034"/>
                  <a:gd name="adj2" fmla="val 20258366"/>
                </a:avLst>
              </a:prstGeom>
              <a:solidFill>
                <a:schemeClr val="accent1"/>
              </a:solidFill>
              <a:ln w="15875" cap="flat" cmpd="sng">
                <a:solidFill>
                  <a:srgbClr val="EE222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2"/>
              <p:cNvSpPr/>
              <p:nvPr/>
            </p:nvSpPr>
            <p:spPr>
              <a:xfrm>
                <a:off x="5848078" y="899204"/>
                <a:ext cx="217432" cy="217432"/>
              </a:xfrm>
              <a:prstGeom prst="arc">
                <a:avLst>
                  <a:gd name="adj1" fmla="val 12351034"/>
                  <a:gd name="adj2" fmla="val 20258366"/>
                </a:avLst>
              </a:prstGeom>
              <a:solidFill>
                <a:schemeClr val="accent1"/>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21" name="Google Shape;121;p2"/>
            <p:cNvSpPr/>
            <p:nvPr/>
          </p:nvSpPr>
          <p:spPr>
            <a:xfrm flipH="1">
              <a:off x="8858933" y="2752750"/>
              <a:ext cx="104289" cy="84162"/>
            </a:xfrm>
            <a:custGeom>
              <a:avLst/>
              <a:gdLst/>
              <a:ahLst/>
              <a:cxnLst/>
              <a:rect l="l" t="t" r="r" b="b"/>
              <a:pathLst>
                <a:path w="426244" h="401537" extrusionOk="0">
                  <a:moveTo>
                    <a:pt x="213122" y="0"/>
                  </a:moveTo>
                  <a:cubicBezTo>
                    <a:pt x="330826" y="0"/>
                    <a:pt x="426244" y="78069"/>
                    <a:pt x="426244" y="174372"/>
                  </a:cubicBezTo>
                  <a:cubicBezTo>
                    <a:pt x="426244" y="242653"/>
                    <a:pt x="378276" y="301768"/>
                    <a:pt x="307689" y="328637"/>
                  </a:cubicBezTo>
                  <a:cubicBezTo>
                    <a:pt x="323513" y="357144"/>
                    <a:pt x="350539" y="380162"/>
                    <a:pt x="383723" y="401537"/>
                  </a:cubicBezTo>
                  <a:cubicBezTo>
                    <a:pt x="317265" y="390728"/>
                    <a:pt x="269921" y="371353"/>
                    <a:pt x="237027" y="344796"/>
                  </a:cubicBezTo>
                  <a:cubicBezTo>
                    <a:pt x="229357" y="348368"/>
                    <a:pt x="221293" y="348744"/>
                    <a:pt x="213122" y="348744"/>
                  </a:cubicBezTo>
                  <a:cubicBezTo>
                    <a:pt x="95418" y="348744"/>
                    <a:pt x="0" y="270675"/>
                    <a:pt x="0" y="174372"/>
                  </a:cubicBezTo>
                  <a:cubicBezTo>
                    <a:pt x="0" y="78069"/>
                    <a:pt x="95418" y="0"/>
                    <a:pt x="213122" y="0"/>
                  </a:cubicBezTo>
                  <a:close/>
                </a:path>
              </a:pathLst>
            </a:custGeom>
            <a:noFill/>
            <a:ln w="1270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2" name="Google Shape;122;p2"/>
            <p:cNvSpPr/>
            <p:nvPr/>
          </p:nvSpPr>
          <p:spPr>
            <a:xfrm>
              <a:off x="8806788" y="2807911"/>
              <a:ext cx="52145" cy="42081"/>
            </a:xfrm>
            <a:custGeom>
              <a:avLst/>
              <a:gdLst/>
              <a:ahLst/>
              <a:cxnLst/>
              <a:rect l="l" t="t" r="r" b="b"/>
              <a:pathLst>
                <a:path w="426244" h="401537" extrusionOk="0">
                  <a:moveTo>
                    <a:pt x="213122" y="0"/>
                  </a:moveTo>
                  <a:cubicBezTo>
                    <a:pt x="330826" y="0"/>
                    <a:pt x="426244" y="78069"/>
                    <a:pt x="426244" y="174372"/>
                  </a:cubicBezTo>
                  <a:cubicBezTo>
                    <a:pt x="426244" y="242653"/>
                    <a:pt x="378276" y="301768"/>
                    <a:pt x="307689" y="328637"/>
                  </a:cubicBezTo>
                  <a:cubicBezTo>
                    <a:pt x="323513" y="357144"/>
                    <a:pt x="350539" y="380162"/>
                    <a:pt x="383723" y="401537"/>
                  </a:cubicBezTo>
                  <a:cubicBezTo>
                    <a:pt x="317265" y="390728"/>
                    <a:pt x="269921" y="371353"/>
                    <a:pt x="237027" y="344796"/>
                  </a:cubicBezTo>
                  <a:cubicBezTo>
                    <a:pt x="229357" y="348368"/>
                    <a:pt x="221293" y="348744"/>
                    <a:pt x="213122" y="348744"/>
                  </a:cubicBezTo>
                  <a:cubicBezTo>
                    <a:pt x="95418" y="348744"/>
                    <a:pt x="0" y="270675"/>
                    <a:pt x="0" y="174372"/>
                  </a:cubicBezTo>
                  <a:cubicBezTo>
                    <a:pt x="0" y="78069"/>
                    <a:pt x="95418" y="0"/>
                    <a:pt x="213122" y="0"/>
                  </a:cubicBezTo>
                  <a:close/>
                </a:path>
              </a:pathLst>
            </a:custGeom>
            <a:noFill/>
            <a:ln w="1270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23" name="Google Shape;123;p2"/>
          <p:cNvGrpSpPr/>
          <p:nvPr/>
        </p:nvGrpSpPr>
        <p:grpSpPr>
          <a:xfrm>
            <a:off x="6193027" y="3703756"/>
            <a:ext cx="238553" cy="238553"/>
            <a:chOff x="5848078" y="899204"/>
            <a:chExt cx="217432" cy="217432"/>
          </a:xfrm>
        </p:grpSpPr>
        <p:sp>
          <p:nvSpPr>
            <p:cNvPr id="124" name="Google Shape;124;p2"/>
            <p:cNvSpPr/>
            <p:nvPr/>
          </p:nvSpPr>
          <p:spPr>
            <a:xfrm>
              <a:off x="5927725" y="987298"/>
              <a:ext cx="63500" cy="63500"/>
            </a:xfrm>
            <a:prstGeom prst="ellipse">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5" name="Google Shape;125;p2"/>
            <p:cNvSpPr/>
            <p:nvPr/>
          </p:nvSpPr>
          <p:spPr>
            <a:xfrm>
              <a:off x="5905396" y="957995"/>
              <a:ext cx="108308" cy="108308"/>
            </a:xfrm>
            <a:prstGeom prst="arc">
              <a:avLst>
                <a:gd name="adj1" fmla="val 12351034"/>
                <a:gd name="adj2" fmla="val 20258362"/>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2"/>
            <p:cNvSpPr/>
            <p:nvPr/>
          </p:nvSpPr>
          <p:spPr>
            <a:xfrm>
              <a:off x="5873493" y="928848"/>
              <a:ext cx="166602" cy="166602"/>
            </a:xfrm>
            <a:prstGeom prst="arc">
              <a:avLst>
                <a:gd name="adj1" fmla="val 12351034"/>
                <a:gd name="adj2" fmla="val 20258366"/>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7" name="Google Shape;127;p2"/>
            <p:cNvSpPr/>
            <p:nvPr/>
          </p:nvSpPr>
          <p:spPr>
            <a:xfrm>
              <a:off x="5848078" y="899204"/>
              <a:ext cx="217432" cy="217432"/>
            </a:xfrm>
            <a:prstGeom prst="arc">
              <a:avLst>
                <a:gd name="adj1" fmla="val 12351034"/>
                <a:gd name="adj2" fmla="val 20258366"/>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28" name="Google Shape;128;p2"/>
          <p:cNvSpPr txBox="1">
            <a:spLocks noGrp="1"/>
          </p:cNvSpPr>
          <p:nvPr>
            <p:ph type="title"/>
          </p:nvPr>
        </p:nvSpPr>
        <p:spPr>
          <a:xfrm>
            <a:off x="360920" y="659462"/>
            <a:ext cx="4133585" cy="548640"/>
          </a:xfrm>
          <a:prstGeom prst="rect">
            <a:avLst/>
          </a:prstGeom>
          <a:noFill/>
          <a:ln>
            <a:noFill/>
          </a:ln>
        </p:spPr>
        <p:txBody>
          <a:bodyPr spcFirstLastPara="1" wrap="square" lIns="91425" tIns="45700" rIns="91425" bIns="45700" anchor="t" anchorCtr="0"/>
          <a:lstStyle>
            <a:lvl1pPr lvl="0" algn="l">
              <a:lnSpc>
                <a:spcPct val="85000"/>
              </a:lnSpc>
              <a:spcBef>
                <a:spcPts val="0"/>
              </a:spcBef>
              <a:spcAft>
                <a:spcPts val="0"/>
              </a:spcAft>
              <a:buClr>
                <a:schemeClr val="dk1"/>
              </a:buClr>
              <a:buSzPts val="2800"/>
              <a:buFont typeface="Calibri"/>
              <a:buNone/>
              <a:defRPr sz="2800" b="1">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29" name="Google Shape;129;p2"/>
          <p:cNvPicPr preferRelativeResize="0"/>
          <p:nvPr/>
        </p:nvPicPr>
        <p:blipFill rotWithShape="1">
          <a:blip r:embed="rId3">
            <a:alphaModFix/>
          </a:blip>
          <a:srcRect r="63333"/>
          <a:stretch/>
        </p:blipFill>
        <p:spPr>
          <a:xfrm>
            <a:off x="6847565" y="300590"/>
            <a:ext cx="1168067" cy="440681"/>
          </a:xfrm>
          <a:prstGeom prst="rect">
            <a:avLst/>
          </a:prstGeom>
          <a:noFill/>
          <a:ln>
            <a:noFill/>
          </a:ln>
        </p:spPr>
      </p:pic>
      <p:pic>
        <p:nvPicPr>
          <p:cNvPr id="130" name="Google Shape;130;p2"/>
          <p:cNvPicPr preferRelativeResize="0"/>
          <p:nvPr/>
        </p:nvPicPr>
        <p:blipFill rotWithShape="1">
          <a:blip r:embed="rId4">
            <a:alphaModFix/>
          </a:blip>
          <a:srcRect/>
          <a:stretch/>
        </p:blipFill>
        <p:spPr>
          <a:xfrm>
            <a:off x="8060028" y="360334"/>
            <a:ext cx="973644" cy="336153"/>
          </a:xfrm>
          <a:prstGeom prst="rect">
            <a:avLst/>
          </a:prstGeom>
          <a:noFill/>
          <a:ln>
            <a:noFill/>
          </a:ln>
        </p:spPr>
      </p:pic>
      <p:cxnSp>
        <p:nvCxnSpPr>
          <p:cNvPr id="131" name="Google Shape;131;p2"/>
          <p:cNvCxnSpPr/>
          <p:nvPr/>
        </p:nvCxnSpPr>
        <p:spPr>
          <a:xfrm rot="10800000">
            <a:off x="7970620" y="337758"/>
            <a:ext cx="0" cy="339068"/>
          </a:xfrm>
          <a:prstGeom prst="straightConnector1">
            <a:avLst/>
          </a:prstGeom>
          <a:noFill/>
          <a:ln w="12700" cap="flat" cmpd="sng">
            <a:solidFill>
              <a:schemeClr val="lt1"/>
            </a:solidFill>
            <a:prstDash val="solid"/>
            <a:round/>
            <a:headEnd type="none" w="sm" len="sm"/>
            <a:tailEnd type="none" w="sm" len="sm"/>
          </a:ln>
        </p:spPr>
      </p:cxnSp>
    </p:spTree>
  </p:cSld>
  <p:clrMapOvr>
    <a:masterClrMapping/>
  </p:clrMapOvr>
  <p:extLst>
    <p:ext uri="{DCECCB84-F9BA-43D5-87BE-67443E8EF086}">
      <p15:sldGuideLst xmlns:p15="http://schemas.microsoft.com/office/powerpoint/2012/main">
        <p15:guide id="1" orient="horz" pos="1932">
          <p15:clr>
            <a:srgbClr val="A4A3A4"/>
          </p15:clr>
        </p15:guide>
        <p15:guide id="2" pos="1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25_Custom Layout">
  <p:cSld name="25_Custom Layout">
    <p:spTree>
      <p:nvGrpSpPr>
        <p:cNvPr id="1" name="Shape 132"/>
        <p:cNvGrpSpPr/>
        <p:nvPr/>
      </p:nvGrpSpPr>
      <p:grpSpPr>
        <a:xfrm>
          <a:off x="0" y="0"/>
          <a:ext cx="0" cy="0"/>
          <a:chOff x="0" y="0"/>
          <a:chExt cx="0" cy="0"/>
        </a:xfrm>
      </p:grpSpPr>
      <p:sp>
        <p:nvSpPr>
          <p:cNvPr id="133" name="Google Shape;133;p3"/>
          <p:cNvSpPr txBox="1">
            <a:spLocks noGrp="1"/>
          </p:cNvSpPr>
          <p:nvPr>
            <p:ph type="title"/>
          </p:nvPr>
        </p:nvSpPr>
        <p:spPr>
          <a:xfrm>
            <a:off x="196010" y="150264"/>
            <a:ext cx="8723050" cy="452986"/>
          </a:xfrm>
          <a:prstGeom prst="rect">
            <a:avLst/>
          </a:prstGeom>
          <a:noFill/>
          <a:ln>
            <a:noFill/>
          </a:ln>
        </p:spPr>
        <p:txBody>
          <a:bodyPr spcFirstLastPara="1" wrap="square" lIns="91425" tIns="45700" rIns="91425" bIns="45700" anchor="t" anchorCtr="0"/>
          <a:lstStyle>
            <a:lvl1pPr marR="0" lvl="0" algn="l">
              <a:lnSpc>
                <a:spcPct val="100000"/>
              </a:lnSpc>
              <a:spcBef>
                <a:spcPts val="0"/>
              </a:spcBef>
              <a:spcAft>
                <a:spcPts val="0"/>
              </a:spcAft>
              <a:buClr>
                <a:srgbClr val="0070C0"/>
              </a:buClr>
              <a:buSzPts val="2000"/>
              <a:buFont typeface="Calibri"/>
              <a:buNone/>
              <a:defRPr sz="2000" b="1" i="0" u="none" strike="noStrike" cap="none">
                <a:solidFill>
                  <a:srgbClr val="0070C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3"/>
          <p:cNvSpPr/>
          <p:nvPr/>
        </p:nvSpPr>
        <p:spPr>
          <a:xfrm>
            <a:off x="9048707" y="2124012"/>
            <a:ext cx="104201" cy="86543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007CC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5" name="Google Shape;135;p3"/>
          <p:cNvSpPr/>
          <p:nvPr/>
        </p:nvSpPr>
        <p:spPr>
          <a:xfrm>
            <a:off x="-8920" y="2124012"/>
            <a:ext cx="104201" cy="865432"/>
          </a:xfrm>
          <a:custGeom>
            <a:avLst/>
            <a:gdLst/>
            <a:ahLst/>
            <a:cxnLst/>
            <a:rect l="l" t="t" r="r" b="b"/>
            <a:pathLst>
              <a:path w="106044" h="880745" extrusionOk="0">
                <a:moveTo>
                  <a:pt x="105943" y="880262"/>
                </a:moveTo>
                <a:lnTo>
                  <a:pt x="0" y="880262"/>
                </a:lnTo>
                <a:lnTo>
                  <a:pt x="0" y="0"/>
                </a:lnTo>
                <a:lnTo>
                  <a:pt x="105943" y="0"/>
                </a:lnTo>
                <a:lnTo>
                  <a:pt x="105943" y="880262"/>
                </a:lnTo>
                <a:close/>
              </a:path>
            </a:pathLst>
          </a:custGeom>
          <a:solidFill>
            <a:srgbClr val="007CC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36" name="Google Shape;136;p3"/>
          <p:cNvPicPr preferRelativeResize="0"/>
          <p:nvPr/>
        </p:nvPicPr>
        <p:blipFill rotWithShape="1">
          <a:blip r:embed="rId2">
            <a:alphaModFix/>
          </a:blip>
          <a:srcRect/>
          <a:stretch/>
        </p:blipFill>
        <p:spPr>
          <a:xfrm>
            <a:off x="8102930" y="4657528"/>
            <a:ext cx="909665" cy="447472"/>
          </a:xfrm>
          <a:prstGeom prst="rect">
            <a:avLst/>
          </a:prstGeom>
          <a:noFill/>
          <a:ln>
            <a:noFill/>
          </a:ln>
        </p:spPr>
      </p:pic>
      <p:sp>
        <p:nvSpPr>
          <p:cNvPr id="137" name="Google Shape;137;p3"/>
          <p:cNvSpPr txBox="1"/>
          <p:nvPr/>
        </p:nvSpPr>
        <p:spPr>
          <a:xfrm>
            <a:off x="4337857" y="4832956"/>
            <a:ext cx="468287" cy="27940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F3F3F"/>
              </a:buClr>
              <a:buSzPts val="1000"/>
              <a:buFont typeface="Calibri"/>
              <a:buNone/>
            </a:pPr>
            <a:fld id="{00000000-1234-1234-1234-123412341234}" type="slidenum">
              <a:rPr lang="en-US" sz="1000" b="1" i="0" u="none" strike="noStrike" cap="none">
                <a:solidFill>
                  <a:srgbClr val="3F3F3F"/>
                </a:solidFill>
                <a:latin typeface="Calibri"/>
                <a:ea typeface="Calibri"/>
                <a:cs typeface="Calibri"/>
                <a:sym typeface="Calibri"/>
              </a:rPr>
              <a:t>‹#›</a:t>
            </a:fld>
            <a:endParaRPr sz="1000" b="1" i="0" u="none" strike="noStrike" cap="none">
              <a:solidFill>
                <a:srgbClr val="3F3F3F"/>
              </a:solidFill>
              <a:latin typeface="Calibri"/>
              <a:ea typeface="Calibri"/>
              <a:cs typeface="Calibri"/>
              <a:sym typeface="Calibri"/>
            </a:endParaRPr>
          </a:p>
        </p:txBody>
      </p:sp>
      <p:pic>
        <p:nvPicPr>
          <p:cNvPr id="138" name="Google Shape;138;p3"/>
          <p:cNvPicPr preferRelativeResize="0"/>
          <p:nvPr/>
        </p:nvPicPr>
        <p:blipFill rotWithShape="1">
          <a:blip r:embed="rId3">
            <a:alphaModFix/>
          </a:blip>
          <a:srcRect/>
          <a:stretch/>
        </p:blipFill>
        <p:spPr>
          <a:xfrm>
            <a:off x="196010" y="4657528"/>
            <a:ext cx="1212386" cy="27157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8_Custom Layout">
  <p:cSld name="8_Custom Layout">
    <p:spTree>
      <p:nvGrpSpPr>
        <p:cNvPr id="1" name="Shape 139"/>
        <p:cNvGrpSpPr/>
        <p:nvPr/>
      </p:nvGrpSpPr>
      <p:grpSpPr>
        <a:xfrm>
          <a:off x="0" y="0"/>
          <a:ext cx="0" cy="0"/>
          <a:chOff x="0" y="0"/>
          <a:chExt cx="0" cy="0"/>
        </a:xfrm>
      </p:grpSpPr>
      <p:sp>
        <p:nvSpPr>
          <p:cNvPr id="140" name="Google Shape;140;p4"/>
          <p:cNvSpPr/>
          <p:nvPr/>
        </p:nvSpPr>
        <p:spPr>
          <a:xfrm>
            <a:off x="1" y="0"/>
            <a:ext cx="9152908" cy="5143500"/>
          </a:xfrm>
          <a:prstGeom prst="rect">
            <a:avLst/>
          </a:prstGeom>
          <a:solidFill>
            <a:srgbClr val="F16C51"/>
          </a:solidFill>
          <a:ln>
            <a:noFill/>
          </a:ln>
        </p:spPr>
        <p:txBody>
          <a:bodyPr spcFirstLastPara="1" wrap="square" lIns="28450" tIns="28450" rIns="28450" bIns="28450" anchor="ctr" anchorCtr="0">
            <a:noAutofit/>
          </a:bodyPr>
          <a:lstStyle/>
          <a:p>
            <a:pPr marL="0" marR="0" lvl="0" indent="0" algn="l" rtl="0">
              <a:lnSpc>
                <a:spcPct val="100000"/>
              </a:lnSpc>
              <a:spcBef>
                <a:spcPts val="0"/>
              </a:spcBef>
              <a:spcAft>
                <a:spcPts val="0"/>
              </a:spcAft>
              <a:buClr>
                <a:schemeClr val="dk1"/>
              </a:buClr>
              <a:buSzPts val="1121"/>
              <a:buFont typeface="Calibri"/>
              <a:buNone/>
            </a:pPr>
            <a:endParaRPr sz="1121" b="0" i="0" u="none" strike="noStrike" cap="none">
              <a:solidFill>
                <a:srgbClr val="000000"/>
              </a:solidFill>
              <a:latin typeface="Calibri"/>
              <a:ea typeface="Calibri"/>
              <a:cs typeface="Calibri"/>
              <a:sym typeface="Calibri"/>
            </a:endParaRPr>
          </a:p>
        </p:txBody>
      </p:sp>
      <p:sp>
        <p:nvSpPr>
          <p:cNvPr id="141" name="Google Shape;141;p4"/>
          <p:cNvSpPr/>
          <p:nvPr/>
        </p:nvSpPr>
        <p:spPr>
          <a:xfrm>
            <a:off x="9039889" y="2257192"/>
            <a:ext cx="104112" cy="62944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2" name="Google Shape;142;p4"/>
          <p:cNvSpPr/>
          <p:nvPr/>
        </p:nvSpPr>
        <p:spPr>
          <a:xfrm>
            <a:off x="8509389" y="2257192"/>
            <a:ext cx="104112" cy="62944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3" name="Google Shape;143;p4"/>
          <p:cNvSpPr/>
          <p:nvPr/>
        </p:nvSpPr>
        <p:spPr>
          <a:xfrm>
            <a:off x="7977045" y="2257192"/>
            <a:ext cx="104112" cy="62944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4" name="Google Shape;144;p4"/>
          <p:cNvSpPr/>
          <p:nvPr/>
        </p:nvSpPr>
        <p:spPr>
          <a:xfrm>
            <a:off x="7444701"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5" name="Google Shape;145;p4"/>
          <p:cNvSpPr/>
          <p:nvPr/>
        </p:nvSpPr>
        <p:spPr>
          <a:xfrm>
            <a:off x="6912358" y="2257192"/>
            <a:ext cx="104112" cy="62944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6" name="Google Shape;146;p4"/>
          <p:cNvSpPr/>
          <p:nvPr/>
        </p:nvSpPr>
        <p:spPr>
          <a:xfrm>
            <a:off x="6380014"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7" name="Google Shape;147;p4"/>
          <p:cNvSpPr/>
          <p:nvPr/>
        </p:nvSpPr>
        <p:spPr>
          <a:xfrm>
            <a:off x="5847670"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8" name="Google Shape;148;p4"/>
          <p:cNvSpPr/>
          <p:nvPr/>
        </p:nvSpPr>
        <p:spPr>
          <a:xfrm>
            <a:off x="5315327" y="2257192"/>
            <a:ext cx="104112" cy="62944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49" name="Google Shape;149;p4"/>
          <p:cNvSpPr/>
          <p:nvPr/>
        </p:nvSpPr>
        <p:spPr>
          <a:xfrm>
            <a:off x="4782983" y="2257192"/>
            <a:ext cx="104112" cy="62944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0" name="Google Shape;150;p4"/>
          <p:cNvSpPr/>
          <p:nvPr/>
        </p:nvSpPr>
        <p:spPr>
          <a:xfrm>
            <a:off x="4250639"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1" name="Google Shape;151;p4"/>
          <p:cNvSpPr/>
          <p:nvPr/>
        </p:nvSpPr>
        <p:spPr>
          <a:xfrm>
            <a:off x="3718296"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2" name="Google Shape;152;p4"/>
          <p:cNvSpPr/>
          <p:nvPr/>
        </p:nvSpPr>
        <p:spPr>
          <a:xfrm>
            <a:off x="3185952" y="2257192"/>
            <a:ext cx="104112" cy="629442"/>
          </a:xfrm>
          <a:custGeom>
            <a:avLst/>
            <a:gdLst/>
            <a:ahLst/>
            <a:cxnLst/>
            <a:rect l="l" t="t" r="r" b="b"/>
            <a:pathLst>
              <a:path w="106045" h="880745" extrusionOk="0">
                <a:moveTo>
                  <a:pt x="105956" y="880262"/>
                </a:moveTo>
                <a:lnTo>
                  <a:pt x="0" y="880262"/>
                </a:lnTo>
                <a:lnTo>
                  <a:pt x="0" y="0"/>
                </a:lnTo>
                <a:lnTo>
                  <a:pt x="105956" y="0"/>
                </a:lnTo>
                <a:lnTo>
                  <a:pt x="105956"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3" name="Google Shape;153;p4"/>
          <p:cNvSpPr/>
          <p:nvPr/>
        </p:nvSpPr>
        <p:spPr>
          <a:xfrm>
            <a:off x="1588921"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4" name="Google Shape;154;p4"/>
          <p:cNvSpPr/>
          <p:nvPr/>
        </p:nvSpPr>
        <p:spPr>
          <a:xfrm>
            <a:off x="1056578"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5" name="Google Shape;155;p4"/>
          <p:cNvSpPr/>
          <p:nvPr/>
        </p:nvSpPr>
        <p:spPr>
          <a:xfrm>
            <a:off x="524234"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6" name="Google Shape;156;p4"/>
          <p:cNvSpPr/>
          <p:nvPr/>
        </p:nvSpPr>
        <p:spPr>
          <a:xfrm>
            <a:off x="-8110" y="2257192"/>
            <a:ext cx="104112" cy="629442"/>
          </a:xfrm>
          <a:custGeom>
            <a:avLst/>
            <a:gdLst/>
            <a:ahLst/>
            <a:cxnLst/>
            <a:rect l="l" t="t" r="r" b="b"/>
            <a:pathLst>
              <a:path w="106044"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7" name="Google Shape;157;p4"/>
          <p:cNvSpPr/>
          <p:nvPr/>
        </p:nvSpPr>
        <p:spPr>
          <a:xfrm>
            <a:off x="2653609"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
        <p:nvSpPr>
          <p:cNvPr id="158" name="Google Shape;158;p4"/>
          <p:cNvSpPr/>
          <p:nvPr/>
        </p:nvSpPr>
        <p:spPr>
          <a:xfrm>
            <a:off x="2121265" y="2257192"/>
            <a:ext cx="104112" cy="629442"/>
          </a:xfrm>
          <a:custGeom>
            <a:avLst/>
            <a:gdLst/>
            <a:ahLst/>
            <a:cxnLst/>
            <a:rect l="l" t="t" r="r" b="b"/>
            <a:pathLst>
              <a:path w="106045" h="880745" extrusionOk="0">
                <a:moveTo>
                  <a:pt x="105943" y="880262"/>
                </a:moveTo>
                <a:lnTo>
                  <a:pt x="0" y="880262"/>
                </a:lnTo>
                <a:lnTo>
                  <a:pt x="0" y="0"/>
                </a:lnTo>
                <a:lnTo>
                  <a:pt x="105943" y="0"/>
                </a:lnTo>
                <a:lnTo>
                  <a:pt x="105943" y="880262"/>
                </a:lnTo>
                <a:close/>
              </a:path>
            </a:pathLst>
          </a:custGeom>
          <a:solidFill>
            <a:srgbClr val="FCDD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pic>
        <p:nvPicPr>
          <p:cNvPr id="159" name="Google Shape;159;p4"/>
          <p:cNvPicPr preferRelativeResize="0"/>
          <p:nvPr/>
        </p:nvPicPr>
        <p:blipFill rotWithShape="1">
          <a:blip r:embed="rId2">
            <a:alphaModFix/>
          </a:blip>
          <a:srcRect/>
          <a:stretch/>
        </p:blipFill>
        <p:spPr>
          <a:xfrm>
            <a:off x="7779794" y="4545952"/>
            <a:ext cx="1023918" cy="381224"/>
          </a:xfrm>
          <a:prstGeom prst="rect">
            <a:avLst/>
          </a:prstGeom>
          <a:noFill/>
          <a:ln>
            <a:noFill/>
          </a:ln>
        </p:spPr>
      </p:pic>
      <p:sp>
        <p:nvSpPr>
          <p:cNvPr id="160" name="Google Shape;160;p4"/>
          <p:cNvSpPr txBox="1"/>
          <p:nvPr/>
        </p:nvSpPr>
        <p:spPr>
          <a:xfrm>
            <a:off x="475732" y="4625560"/>
            <a:ext cx="6583273" cy="301616"/>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accent1"/>
              </a:buClr>
              <a:buSzPts val="397"/>
              <a:buFont typeface="Arial"/>
              <a:buNone/>
            </a:pPr>
            <a:r>
              <a:rPr lang="en-US" sz="397" b="1" i="0" u="none" strike="noStrike" cap="none">
                <a:solidFill>
                  <a:srgbClr val="FCDDD6"/>
                </a:solidFill>
                <a:latin typeface="Arial"/>
                <a:ea typeface="Arial"/>
                <a:cs typeface="Arial"/>
                <a:sym typeface="Aria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9"/>
        <p:cNvGrpSpPr/>
        <p:nvPr/>
      </p:nvGrpSpPr>
      <p:grpSpPr>
        <a:xfrm>
          <a:off x="0" y="0"/>
          <a:ext cx="0" cy="0"/>
          <a:chOff x="0" y="0"/>
          <a:chExt cx="0" cy="0"/>
        </a:xfrm>
      </p:grpSpPr>
      <p:sp>
        <p:nvSpPr>
          <p:cNvPr id="170" name="Google Shape;170;p6"/>
          <p:cNvSpPr/>
          <p:nvPr/>
        </p:nvSpPr>
        <p:spPr>
          <a:xfrm>
            <a:off x="1" y="4800600"/>
            <a:ext cx="9144000" cy="342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6"/>
          <p:cNvSpPr/>
          <p:nvPr/>
        </p:nvSpPr>
        <p:spPr>
          <a:xfrm>
            <a:off x="1" y="4750737"/>
            <a:ext cx="9144000" cy="49863"/>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6"/>
          <p:cNvSpPr txBox="1">
            <a:spLocks noGrp="1"/>
          </p:cNvSpPr>
          <p:nvPr>
            <p:ph type="ctrTitle"/>
          </p:nvPr>
        </p:nvSpPr>
        <p:spPr>
          <a:xfrm>
            <a:off x="822960" y="569214"/>
            <a:ext cx="7543800" cy="2674620"/>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262626"/>
              </a:buClr>
              <a:buSzPts val="6000"/>
              <a:buFont typeface="Calibri"/>
              <a:buNone/>
              <a:defRPr sz="6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p6"/>
          <p:cNvSpPr txBox="1">
            <a:spLocks noGrp="1"/>
          </p:cNvSpPr>
          <p:nvPr>
            <p:ph type="subTitle" idx="1"/>
          </p:nvPr>
        </p:nvSpPr>
        <p:spPr>
          <a:xfrm>
            <a:off x="825038" y="3341716"/>
            <a:ext cx="7543800" cy="857250"/>
          </a:xfrm>
          <a:prstGeom prst="rect">
            <a:avLst/>
          </a:prstGeom>
          <a:noFill/>
          <a:ln>
            <a:noFill/>
          </a:ln>
        </p:spPr>
        <p:txBody>
          <a:bodyPr spcFirstLastPara="1" wrap="square" lIns="91425" tIns="45700" rIns="91425" bIns="45700" anchor="t" anchorCtr="0"/>
          <a:lstStyle>
            <a:lvl1pPr lvl="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lvl="1" algn="ctr">
              <a:lnSpc>
                <a:spcPct val="90000"/>
              </a:lnSpc>
              <a:spcBef>
                <a:spcPts val="15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a:endParaRPr/>
          </a:p>
        </p:txBody>
      </p:sp>
      <p:sp>
        <p:nvSpPr>
          <p:cNvPr id="174" name="Google Shape;174;p6"/>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6"/>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6"/>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7" name="Google Shape;177;p6"/>
          <p:cNvCxnSpPr/>
          <p:nvPr/>
        </p:nvCxnSpPr>
        <p:spPr>
          <a:xfrm>
            <a:off x="905744" y="3257550"/>
            <a:ext cx="740664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8"/>
        <p:cNvGrpSpPr/>
        <p:nvPr/>
      </p:nvGrpSpPr>
      <p:grpSpPr>
        <a:xfrm>
          <a:off x="0" y="0"/>
          <a:ext cx="0" cy="0"/>
          <a:chOff x="0" y="0"/>
          <a:chExt cx="0" cy="0"/>
        </a:xfrm>
      </p:grpSpPr>
      <p:sp>
        <p:nvSpPr>
          <p:cNvPr id="179" name="Google Shape;179;p7"/>
          <p:cNvSpPr txBox="1">
            <a:spLocks noGrp="1"/>
          </p:cNvSpPr>
          <p:nvPr>
            <p:ph type="title"/>
          </p:nvPr>
        </p:nvSpPr>
        <p:spPr>
          <a:xfrm>
            <a:off x="822960" y="214953"/>
            <a:ext cx="7543800" cy="1088068"/>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p7"/>
          <p:cNvSpPr txBox="1">
            <a:spLocks noGrp="1"/>
          </p:cNvSpPr>
          <p:nvPr>
            <p:ph type="body" idx="1"/>
          </p:nvPr>
        </p:nvSpPr>
        <p:spPr>
          <a:xfrm>
            <a:off x="822960" y="1384301"/>
            <a:ext cx="7543800" cy="3017520"/>
          </a:xfrm>
          <a:prstGeom prst="rect">
            <a:avLst/>
          </a:prstGeom>
          <a:noFill/>
          <a:ln>
            <a:noFill/>
          </a:ln>
        </p:spPr>
        <p:txBody>
          <a:bodyPr spcFirstLastPara="1" wrap="square" lIns="0" tIns="45700" rIns="0" bIns="4570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181" name="Google Shape;181;p7"/>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7"/>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7"/>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3"/>
        <p:cNvGrpSpPr/>
        <p:nvPr/>
      </p:nvGrpSpPr>
      <p:grpSpPr>
        <a:xfrm>
          <a:off x="0" y="0"/>
          <a:ext cx="0" cy="0"/>
          <a:chOff x="0" y="0"/>
          <a:chExt cx="0" cy="0"/>
        </a:xfrm>
      </p:grpSpPr>
      <p:sp>
        <p:nvSpPr>
          <p:cNvPr id="194" name="Google Shape;194;p9"/>
          <p:cNvSpPr txBox="1">
            <a:spLocks noGrp="1"/>
          </p:cNvSpPr>
          <p:nvPr>
            <p:ph type="title"/>
          </p:nvPr>
        </p:nvSpPr>
        <p:spPr>
          <a:xfrm>
            <a:off x="822960" y="214953"/>
            <a:ext cx="7543800" cy="1088068"/>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9"/>
          <p:cNvSpPr txBox="1">
            <a:spLocks noGrp="1"/>
          </p:cNvSpPr>
          <p:nvPr>
            <p:ph type="body" idx="1"/>
          </p:nvPr>
        </p:nvSpPr>
        <p:spPr>
          <a:xfrm>
            <a:off x="822960" y="1384301"/>
            <a:ext cx="3703320" cy="3017519"/>
          </a:xfrm>
          <a:prstGeom prst="rect">
            <a:avLst/>
          </a:prstGeom>
          <a:noFill/>
          <a:ln>
            <a:noFill/>
          </a:ln>
        </p:spPr>
        <p:txBody>
          <a:bodyPr spcFirstLastPara="1" wrap="square" lIns="0" tIns="45700" rIns="0" bIns="4570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196" name="Google Shape;196;p9"/>
          <p:cNvSpPr txBox="1">
            <a:spLocks noGrp="1"/>
          </p:cNvSpPr>
          <p:nvPr>
            <p:ph type="body" idx="2"/>
          </p:nvPr>
        </p:nvSpPr>
        <p:spPr>
          <a:xfrm>
            <a:off x="4663440" y="1384301"/>
            <a:ext cx="3703320" cy="3017520"/>
          </a:xfrm>
          <a:prstGeom prst="rect">
            <a:avLst/>
          </a:prstGeom>
          <a:noFill/>
          <a:ln>
            <a:noFill/>
          </a:ln>
        </p:spPr>
        <p:txBody>
          <a:bodyPr spcFirstLastPara="1" wrap="square" lIns="0" tIns="45700" rIns="0" bIns="4570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197" name="Google Shape;197;p9"/>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9"/>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9"/>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00"/>
        <p:cNvGrpSpPr/>
        <p:nvPr/>
      </p:nvGrpSpPr>
      <p:grpSpPr>
        <a:xfrm>
          <a:off x="0" y="0"/>
          <a:ext cx="0" cy="0"/>
          <a:chOff x="0" y="0"/>
          <a:chExt cx="0" cy="0"/>
        </a:xfrm>
      </p:grpSpPr>
      <p:sp>
        <p:nvSpPr>
          <p:cNvPr id="201" name="Google Shape;201;p10"/>
          <p:cNvSpPr txBox="1">
            <a:spLocks noGrp="1"/>
          </p:cNvSpPr>
          <p:nvPr>
            <p:ph type="title"/>
          </p:nvPr>
        </p:nvSpPr>
        <p:spPr>
          <a:xfrm>
            <a:off x="822960" y="214953"/>
            <a:ext cx="7543800" cy="1088068"/>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10"/>
          <p:cNvSpPr txBox="1">
            <a:spLocks noGrp="1"/>
          </p:cNvSpPr>
          <p:nvPr>
            <p:ph type="body" idx="1"/>
          </p:nvPr>
        </p:nvSpPr>
        <p:spPr>
          <a:xfrm>
            <a:off x="822960" y="1384539"/>
            <a:ext cx="3703320" cy="552212"/>
          </a:xfrm>
          <a:prstGeom prst="rect">
            <a:avLst/>
          </a:prstGeom>
          <a:noFill/>
          <a:ln>
            <a:noFill/>
          </a:ln>
        </p:spPr>
        <p:txBody>
          <a:bodyPr spcFirstLastPara="1" wrap="square" lIns="91425" tIns="45700" rIns="91425" bIns="45700" anchor="ctr" anchorCtr="0"/>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150"/>
              </a:spcBef>
              <a:spcAft>
                <a:spcPts val="0"/>
              </a:spcAft>
              <a:buSzPts val="1500"/>
              <a:buNone/>
              <a:defRPr sz="1500" b="1"/>
            </a:lvl2pPr>
            <a:lvl3pPr marL="1371600" lvl="2" indent="-228600" algn="l">
              <a:lnSpc>
                <a:spcPct val="90000"/>
              </a:lnSpc>
              <a:spcBef>
                <a:spcPts val="300"/>
              </a:spcBef>
              <a:spcAft>
                <a:spcPts val="0"/>
              </a:spcAft>
              <a:buSzPts val="1350"/>
              <a:buNone/>
              <a:defRPr sz="135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203" name="Google Shape;203;p10"/>
          <p:cNvSpPr txBox="1">
            <a:spLocks noGrp="1"/>
          </p:cNvSpPr>
          <p:nvPr>
            <p:ph type="body" idx="2"/>
          </p:nvPr>
        </p:nvSpPr>
        <p:spPr>
          <a:xfrm>
            <a:off x="822960" y="1936751"/>
            <a:ext cx="3703320" cy="2465070"/>
          </a:xfrm>
          <a:prstGeom prst="rect">
            <a:avLst/>
          </a:prstGeom>
          <a:noFill/>
          <a:ln>
            <a:noFill/>
          </a:ln>
        </p:spPr>
        <p:txBody>
          <a:bodyPr spcFirstLastPara="1" wrap="square" lIns="0" tIns="45700" rIns="0" bIns="4570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204" name="Google Shape;204;p10"/>
          <p:cNvSpPr txBox="1">
            <a:spLocks noGrp="1"/>
          </p:cNvSpPr>
          <p:nvPr>
            <p:ph type="body" idx="3"/>
          </p:nvPr>
        </p:nvSpPr>
        <p:spPr>
          <a:xfrm>
            <a:off x="4663440" y="1384539"/>
            <a:ext cx="3703320" cy="552212"/>
          </a:xfrm>
          <a:prstGeom prst="rect">
            <a:avLst/>
          </a:prstGeom>
          <a:noFill/>
          <a:ln>
            <a:noFill/>
          </a:ln>
        </p:spPr>
        <p:txBody>
          <a:bodyPr spcFirstLastPara="1" wrap="square" lIns="91425" tIns="45700" rIns="91425" bIns="45700" anchor="ctr" anchorCtr="0"/>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150"/>
              </a:spcBef>
              <a:spcAft>
                <a:spcPts val="0"/>
              </a:spcAft>
              <a:buSzPts val="1500"/>
              <a:buNone/>
              <a:defRPr sz="1500" b="1"/>
            </a:lvl2pPr>
            <a:lvl3pPr marL="1371600" lvl="2" indent="-228600" algn="l">
              <a:lnSpc>
                <a:spcPct val="90000"/>
              </a:lnSpc>
              <a:spcBef>
                <a:spcPts val="300"/>
              </a:spcBef>
              <a:spcAft>
                <a:spcPts val="0"/>
              </a:spcAft>
              <a:buSzPts val="1350"/>
              <a:buNone/>
              <a:defRPr sz="135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205" name="Google Shape;205;p10"/>
          <p:cNvSpPr txBox="1">
            <a:spLocks noGrp="1"/>
          </p:cNvSpPr>
          <p:nvPr>
            <p:ph type="body" idx="4"/>
          </p:nvPr>
        </p:nvSpPr>
        <p:spPr>
          <a:xfrm>
            <a:off x="4663440" y="1936751"/>
            <a:ext cx="3703320" cy="2465070"/>
          </a:xfrm>
          <a:prstGeom prst="rect">
            <a:avLst/>
          </a:prstGeom>
          <a:noFill/>
          <a:ln>
            <a:noFill/>
          </a:ln>
        </p:spPr>
        <p:txBody>
          <a:bodyPr spcFirstLastPara="1" wrap="square" lIns="0" tIns="45700" rIns="0" bIns="4570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206" name="Google Shape;206;p10"/>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p10"/>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10"/>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9"/>
        <p:cNvGrpSpPr/>
        <p:nvPr/>
      </p:nvGrpSpPr>
      <p:grpSpPr>
        <a:xfrm>
          <a:off x="0" y="0"/>
          <a:ext cx="0" cy="0"/>
          <a:chOff x="0" y="0"/>
          <a:chExt cx="0" cy="0"/>
        </a:xfrm>
      </p:grpSpPr>
      <p:sp>
        <p:nvSpPr>
          <p:cNvPr id="210" name="Google Shape;210;p11"/>
          <p:cNvSpPr txBox="1">
            <a:spLocks noGrp="1"/>
          </p:cNvSpPr>
          <p:nvPr>
            <p:ph type="title"/>
          </p:nvPr>
        </p:nvSpPr>
        <p:spPr>
          <a:xfrm>
            <a:off x="822960" y="214953"/>
            <a:ext cx="7543800" cy="1088068"/>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1" name="Google Shape;211;p11"/>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11"/>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11"/>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214" name="Google Shape;214;p11"/>
          <p:cNvGrpSpPr/>
          <p:nvPr/>
        </p:nvGrpSpPr>
        <p:grpSpPr>
          <a:xfrm>
            <a:off x="375854" y="4703178"/>
            <a:ext cx="1365050" cy="289188"/>
            <a:chOff x="375854" y="4703178"/>
            <a:chExt cx="1365050" cy="289188"/>
          </a:xfrm>
        </p:grpSpPr>
        <p:grpSp>
          <p:nvGrpSpPr>
            <p:cNvPr id="215" name="Google Shape;215;p11"/>
            <p:cNvGrpSpPr/>
            <p:nvPr/>
          </p:nvGrpSpPr>
          <p:grpSpPr>
            <a:xfrm>
              <a:off x="375854" y="4703178"/>
              <a:ext cx="835837" cy="267744"/>
              <a:chOff x="228600" y="4523141"/>
              <a:chExt cx="1308370" cy="419111"/>
            </a:xfrm>
          </p:grpSpPr>
          <p:pic>
            <p:nvPicPr>
              <p:cNvPr id="216" name="Google Shape;216;p11"/>
              <p:cNvPicPr preferRelativeResize="0"/>
              <p:nvPr/>
            </p:nvPicPr>
            <p:blipFill rotWithShape="1">
              <a:blip r:embed="rId2">
                <a:alphaModFix/>
              </a:blip>
              <a:srcRect/>
              <a:stretch/>
            </p:blipFill>
            <p:spPr>
              <a:xfrm>
                <a:off x="228600" y="4639890"/>
                <a:ext cx="1138136" cy="254942"/>
              </a:xfrm>
              <a:prstGeom prst="rect">
                <a:avLst/>
              </a:prstGeom>
              <a:noFill/>
              <a:ln>
                <a:noFill/>
              </a:ln>
            </p:spPr>
          </p:pic>
          <p:cxnSp>
            <p:nvCxnSpPr>
              <p:cNvPr id="217" name="Google Shape;217;p11"/>
              <p:cNvCxnSpPr/>
              <p:nvPr/>
            </p:nvCxnSpPr>
            <p:spPr>
              <a:xfrm>
                <a:off x="1536970" y="4523141"/>
                <a:ext cx="0" cy="419111"/>
              </a:xfrm>
              <a:prstGeom prst="straightConnector1">
                <a:avLst/>
              </a:prstGeom>
              <a:noFill/>
              <a:ln w="9525" cap="flat" cmpd="sng">
                <a:solidFill>
                  <a:srgbClr val="BFBFBF"/>
                </a:solidFill>
                <a:prstDash val="solid"/>
                <a:round/>
                <a:headEnd type="none" w="sm" len="sm"/>
                <a:tailEnd type="none" w="sm" len="sm"/>
              </a:ln>
            </p:spPr>
          </p:cxnSp>
        </p:grpSp>
        <p:pic>
          <p:nvPicPr>
            <p:cNvPr id="218" name="Google Shape;218;p11"/>
            <p:cNvPicPr preferRelativeResize="0"/>
            <p:nvPr/>
          </p:nvPicPr>
          <p:blipFill rotWithShape="1">
            <a:blip r:embed="rId3">
              <a:alphaModFix/>
            </a:blip>
            <a:srcRect/>
            <a:stretch/>
          </p:blipFill>
          <p:spPr>
            <a:xfrm>
              <a:off x="1270000" y="4758819"/>
              <a:ext cx="470904" cy="23354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219"/>
        <p:cNvGrpSpPr/>
        <p:nvPr/>
      </p:nvGrpSpPr>
      <p:grpSpPr>
        <a:xfrm>
          <a:off x="0" y="0"/>
          <a:ext cx="0" cy="0"/>
          <a:chOff x="0" y="0"/>
          <a:chExt cx="0" cy="0"/>
        </a:xfrm>
      </p:grpSpPr>
      <p:sp>
        <p:nvSpPr>
          <p:cNvPr id="220" name="Google Shape;220;p12"/>
          <p:cNvSpPr/>
          <p:nvPr/>
        </p:nvSpPr>
        <p:spPr>
          <a:xfrm>
            <a:off x="13" y="0"/>
            <a:ext cx="3038093" cy="51435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2"/>
          <p:cNvSpPr/>
          <p:nvPr/>
        </p:nvSpPr>
        <p:spPr>
          <a:xfrm>
            <a:off x="3030053" y="0"/>
            <a:ext cx="48006"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2"/>
          <p:cNvSpPr txBox="1">
            <a:spLocks noGrp="1"/>
          </p:cNvSpPr>
          <p:nvPr>
            <p:ph type="title"/>
          </p:nvPr>
        </p:nvSpPr>
        <p:spPr>
          <a:xfrm>
            <a:off x="342900" y="445769"/>
            <a:ext cx="2400300" cy="1714500"/>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FFFFFF"/>
              </a:buClr>
              <a:buSzPts val="2700"/>
              <a:buFont typeface="Calibri"/>
              <a:buNone/>
              <a:defRPr sz="27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3" name="Google Shape;223;p12"/>
          <p:cNvSpPr txBox="1">
            <a:spLocks noGrp="1"/>
          </p:cNvSpPr>
          <p:nvPr>
            <p:ph type="body" idx="1"/>
          </p:nvPr>
        </p:nvSpPr>
        <p:spPr>
          <a:xfrm>
            <a:off x="3600450" y="548640"/>
            <a:ext cx="4869180" cy="3943350"/>
          </a:xfrm>
          <a:prstGeom prst="rect">
            <a:avLst/>
          </a:prstGeom>
          <a:noFill/>
          <a:ln>
            <a:noFill/>
          </a:ln>
        </p:spPr>
        <p:txBody>
          <a:bodyPr spcFirstLastPara="1" wrap="square" lIns="0" tIns="45700" rIns="0" bIns="4570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224" name="Google Shape;224;p12"/>
          <p:cNvSpPr txBox="1">
            <a:spLocks noGrp="1"/>
          </p:cNvSpPr>
          <p:nvPr>
            <p:ph type="body" idx="2"/>
          </p:nvPr>
        </p:nvSpPr>
        <p:spPr>
          <a:xfrm>
            <a:off x="342900" y="2194560"/>
            <a:ext cx="2400300" cy="2534343"/>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900"/>
              </a:spcBef>
              <a:spcAft>
                <a:spcPts val="0"/>
              </a:spcAft>
              <a:buSzPts val="1125"/>
              <a:buNone/>
              <a:defRPr sz="1125">
                <a:solidFill>
                  <a:srgbClr val="FFFFFF"/>
                </a:solidFill>
              </a:defRPr>
            </a:lvl1pPr>
            <a:lvl2pPr marL="914400" lvl="1" indent="-228600" algn="l">
              <a:lnSpc>
                <a:spcPct val="90000"/>
              </a:lnSpc>
              <a:spcBef>
                <a:spcPts val="150"/>
              </a:spcBef>
              <a:spcAft>
                <a:spcPts val="0"/>
              </a:spcAft>
              <a:buSzPts val="900"/>
              <a:buNone/>
              <a:defRPr sz="900"/>
            </a:lvl2pPr>
            <a:lvl3pPr marL="1371600" lvl="2" indent="-228600" algn="l">
              <a:lnSpc>
                <a:spcPct val="90000"/>
              </a:lnSpc>
              <a:spcBef>
                <a:spcPts val="300"/>
              </a:spcBef>
              <a:spcAft>
                <a:spcPts val="0"/>
              </a:spcAft>
              <a:buSzPts val="750"/>
              <a:buNone/>
              <a:defRPr sz="750"/>
            </a:lvl3pPr>
            <a:lvl4pPr marL="1828800" lvl="3" indent="-228600" algn="l">
              <a:lnSpc>
                <a:spcPct val="90000"/>
              </a:lnSpc>
              <a:spcBef>
                <a:spcPts val="300"/>
              </a:spcBef>
              <a:spcAft>
                <a:spcPts val="0"/>
              </a:spcAft>
              <a:buSzPts val="675"/>
              <a:buNone/>
              <a:defRPr sz="675"/>
            </a:lvl4pPr>
            <a:lvl5pPr marL="2286000" lvl="4" indent="-228600" algn="l">
              <a:lnSpc>
                <a:spcPct val="90000"/>
              </a:lnSpc>
              <a:spcBef>
                <a:spcPts val="300"/>
              </a:spcBef>
              <a:spcAft>
                <a:spcPts val="0"/>
              </a:spcAft>
              <a:buSzPts val="675"/>
              <a:buNone/>
              <a:defRPr sz="675"/>
            </a:lvl5pPr>
            <a:lvl6pPr marL="2743200" lvl="5" indent="-228600" algn="l">
              <a:lnSpc>
                <a:spcPct val="90000"/>
              </a:lnSpc>
              <a:spcBef>
                <a:spcPts val="300"/>
              </a:spcBef>
              <a:spcAft>
                <a:spcPts val="0"/>
              </a:spcAft>
              <a:buSzPts val="675"/>
              <a:buNone/>
              <a:defRPr sz="675"/>
            </a:lvl6pPr>
            <a:lvl7pPr marL="3200400" lvl="6" indent="-228600" algn="l">
              <a:lnSpc>
                <a:spcPct val="90000"/>
              </a:lnSpc>
              <a:spcBef>
                <a:spcPts val="300"/>
              </a:spcBef>
              <a:spcAft>
                <a:spcPts val="0"/>
              </a:spcAft>
              <a:buSzPts val="675"/>
              <a:buNone/>
              <a:defRPr sz="675"/>
            </a:lvl7pPr>
            <a:lvl8pPr marL="3657600" lvl="7" indent="-228600" algn="l">
              <a:lnSpc>
                <a:spcPct val="90000"/>
              </a:lnSpc>
              <a:spcBef>
                <a:spcPts val="300"/>
              </a:spcBef>
              <a:spcAft>
                <a:spcPts val="0"/>
              </a:spcAft>
              <a:buSzPts val="675"/>
              <a:buNone/>
              <a:defRPr sz="675"/>
            </a:lvl8pPr>
            <a:lvl9pPr marL="4114800" lvl="8" indent="-228600" algn="l">
              <a:lnSpc>
                <a:spcPct val="90000"/>
              </a:lnSpc>
              <a:spcBef>
                <a:spcPts val="300"/>
              </a:spcBef>
              <a:spcAft>
                <a:spcPts val="300"/>
              </a:spcAft>
              <a:buSzPts val="675"/>
              <a:buNone/>
              <a:defRPr sz="675"/>
            </a:lvl9pPr>
          </a:lstStyle>
          <a:p>
            <a:endParaRPr/>
          </a:p>
        </p:txBody>
      </p:sp>
      <p:sp>
        <p:nvSpPr>
          <p:cNvPr id="225" name="Google Shape;225;p12"/>
          <p:cNvSpPr txBox="1">
            <a:spLocks noGrp="1"/>
          </p:cNvSpPr>
          <p:nvPr>
            <p:ph type="dt" idx="10"/>
          </p:nvPr>
        </p:nvSpPr>
        <p:spPr>
          <a:xfrm>
            <a:off x="349134" y="4844839"/>
            <a:ext cx="196388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12"/>
          <p:cNvSpPr txBox="1">
            <a:spLocks noGrp="1"/>
          </p:cNvSpPr>
          <p:nvPr>
            <p:ph type="ftr" idx="11"/>
          </p:nvPr>
        </p:nvSpPr>
        <p:spPr>
          <a:xfrm>
            <a:off x="3600450" y="4844839"/>
            <a:ext cx="3486150"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12"/>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228"/>
        <p:cNvGrpSpPr/>
        <p:nvPr/>
      </p:nvGrpSpPr>
      <p:grpSpPr>
        <a:xfrm>
          <a:off x="0" y="0"/>
          <a:ext cx="0" cy="0"/>
          <a:chOff x="0" y="0"/>
          <a:chExt cx="0" cy="0"/>
        </a:xfrm>
      </p:grpSpPr>
      <p:sp>
        <p:nvSpPr>
          <p:cNvPr id="229" name="Google Shape;229;p13"/>
          <p:cNvSpPr/>
          <p:nvPr/>
        </p:nvSpPr>
        <p:spPr>
          <a:xfrm>
            <a:off x="0" y="3714750"/>
            <a:ext cx="9141619" cy="142875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13"/>
          <p:cNvSpPr/>
          <p:nvPr/>
        </p:nvSpPr>
        <p:spPr>
          <a:xfrm>
            <a:off x="12" y="3686307"/>
            <a:ext cx="9141619" cy="48006"/>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13"/>
          <p:cNvSpPr txBox="1">
            <a:spLocks noGrp="1"/>
          </p:cNvSpPr>
          <p:nvPr>
            <p:ph type="title"/>
          </p:nvPr>
        </p:nvSpPr>
        <p:spPr>
          <a:xfrm>
            <a:off x="822960" y="3806190"/>
            <a:ext cx="7585234" cy="617220"/>
          </a:xfrm>
          <a:prstGeom prst="rect">
            <a:avLst/>
          </a:prstGeom>
          <a:noFill/>
          <a:ln>
            <a:noFill/>
          </a:ln>
        </p:spPr>
        <p:txBody>
          <a:bodyPr spcFirstLastPara="1" wrap="square" lIns="91425" tIns="0" rIns="91425" bIns="0" anchor="b" anchorCtr="0"/>
          <a:lstStyle>
            <a:lvl1pPr lvl="0" algn="l">
              <a:lnSpc>
                <a:spcPct val="85000"/>
              </a:lnSpc>
              <a:spcBef>
                <a:spcPts val="0"/>
              </a:spcBef>
              <a:spcAft>
                <a:spcPts val="0"/>
              </a:spcAft>
              <a:buClr>
                <a:srgbClr val="FFFFFF"/>
              </a:buClr>
              <a:buSzPts val="2700"/>
              <a:buFont typeface="Calibri"/>
              <a:buNone/>
              <a:defRPr sz="27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13"/>
          <p:cNvSpPr>
            <a:spLocks noGrp="1"/>
          </p:cNvSpPr>
          <p:nvPr>
            <p:ph type="pic" idx="2"/>
          </p:nvPr>
        </p:nvSpPr>
        <p:spPr>
          <a:xfrm>
            <a:off x="12" y="0"/>
            <a:ext cx="9143989" cy="3686307"/>
          </a:xfrm>
          <a:prstGeom prst="rect">
            <a:avLst/>
          </a:prstGeom>
          <a:solidFill>
            <a:srgbClr val="DDD9C3"/>
          </a:solidFill>
          <a:ln>
            <a:noFill/>
          </a:ln>
        </p:spPr>
        <p:txBody>
          <a:bodyPr spcFirstLastPara="1" wrap="square" lIns="457200" tIns="457200" rIns="0" bIns="45700" anchor="t" anchorCtr="0"/>
          <a:lstStyle>
            <a:lvl1pPr marR="0" lvl="0" algn="l" rtl="0">
              <a:lnSpc>
                <a:spcPct val="90000"/>
              </a:lnSpc>
              <a:spcBef>
                <a:spcPts val="900"/>
              </a:spcBef>
              <a:spcAft>
                <a:spcPts val="0"/>
              </a:spcAft>
              <a:buClr>
                <a:schemeClr val="accent1"/>
              </a:buClr>
              <a:buSzPts val="2400"/>
              <a:buFont typeface="Calibri"/>
              <a:buNone/>
              <a:defRPr sz="2400" b="0" i="0" u="none" strike="noStrike" cap="none">
                <a:solidFill>
                  <a:srgbClr val="3F3F3F"/>
                </a:solidFill>
                <a:latin typeface="Calibri"/>
                <a:ea typeface="Calibri"/>
                <a:cs typeface="Calibri"/>
                <a:sym typeface="Calibri"/>
              </a:defRPr>
            </a:lvl1pPr>
            <a:lvl2pPr marR="0" lvl="1" algn="l" rtl="0">
              <a:lnSpc>
                <a:spcPct val="90000"/>
              </a:lnSpc>
              <a:spcBef>
                <a:spcPts val="150"/>
              </a:spcBef>
              <a:spcAft>
                <a:spcPts val="0"/>
              </a:spcAft>
              <a:buClr>
                <a:schemeClr val="accent1"/>
              </a:buClr>
              <a:buSzPts val="2100"/>
              <a:buFont typeface="Calibri"/>
              <a:buNone/>
              <a:defRPr sz="2100" b="0" i="0" u="none" strike="noStrike" cap="none">
                <a:solidFill>
                  <a:srgbClr val="3F3F3F"/>
                </a:solidFill>
                <a:latin typeface="Calibri"/>
                <a:ea typeface="Calibri"/>
                <a:cs typeface="Calibri"/>
                <a:sym typeface="Calibri"/>
              </a:defRPr>
            </a:lvl2pPr>
            <a:lvl3pPr marR="0" lvl="2" algn="l" rtl="0">
              <a:lnSpc>
                <a:spcPct val="90000"/>
              </a:lnSpc>
              <a:spcBef>
                <a:spcPts val="300"/>
              </a:spcBef>
              <a:spcAft>
                <a:spcPts val="0"/>
              </a:spcAft>
              <a:buClr>
                <a:schemeClr val="accent1"/>
              </a:buClr>
              <a:buSzPts val="1800"/>
              <a:buFont typeface="Calibri"/>
              <a:buNone/>
              <a:defRPr sz="1800" b="0" i="0" u="none" strike="noStrike" cap="none">
                <a:solidFill>
                  <a:srgbClr val="3F3F3F"/>
                </a:solidFill>
                <a:latin typeface="Calibri"/>
                <a:ea typeface="Calibri"/>
                <a:cs typeface="Calibri"/>
                <a:sym typeface="Calibri"/>
              </a:defRPr>
            </a:lvl3pPr>
            <a:lvl4pPr marR="0" lvl="3" algn="l" rtl="0">
              <a:lnSpc>
                <a:spcPct val="90000"/>
              </a:lnSpc>
              <a:spcBef>
                <a:spcPts val="300"/>
              </a:spcBef>
              <a:spcAft>
                <a:spcPts val="0"/>
              </a:spcAft>
              <a:buClr>
                <a:schemeClr val="accent1"/>
              </a:buClr>
              <a:buSzPts val="1500"/>
              <a:buFont typeface="Calibri"/>
              <a:buNone/>
              <a:defRPr sz="1500" b="0" i="0" u="none" strike="noStrike" cap="none">
                <a:solidFill>
                  <a:srgbClr val="3F3F3F"/>
                </a:solidFill>
                <a:latin typeface="Calibri"/>
                <a:ea typeface="Calibri"/>
                <a:cs typeface="Calibri"/>
                <a:sym typeface="Calibri"/>
              </a:defRPr>
            </a:lvl4pPr>
            <a:lvl5pPr marR="0" lvl="4" algn="l" rtl="0">
              <a:lnSpc>
                <a:spcPct val="90000"/>
              </a:lnSpc>
              <a:spcBef>
                <a:spcPts val="300"/>
              </a:spcBef>
              <a:spcAft>
                <a:spcPts val="0"/>
              </a:spcAft>
              <a:buClr>
                <a:schemeClr val="accent1"/>
              </a:buClr>
              <a:buSzPts val="1500"/>
              <a:buFont typeface="Calibri"/>
              <a:buNone/>
              <a:defRPr sz="1500" b="0" i="0" u="none" strike="noStrike" cap="none">
                <a:solidFill>
                  <a:srgbClr val="3F3F3F"/>
                </a:solidFill>
                <a:latin typeface="Calibri"/>
                <a:ea typeface="Calibri"/>
                <a:cs typeface="Calibri"/>
                <a:sym typeface="Calibri"/>
              </a:defRPr>
            </a:lvl5pPr>
            <a:lvl6pPr marR="0" lvl="5" algn="l" rtl="0">
              <a:lnSpc>
                <a:spcPct val="90000"/>
              </a:lnSpc>
              <a:spcBef>
                <a:spcPts val="300"/>
              </a:spcBef>
              <a:spcAft>
                <a:spcPts val="0"/>
              </a:spcAft>
              <a:buClr>
                <a:schemeClr val="accent1"/>
              </a:buClr>
              <a:buSzPts val="1500"/>
              <a:buFont typeface="Calibri"/>
              <a:buNone/>
              <a:defRPr sz="1500" b="0" i="0" u="none" strike="noStrike" cap="none">
                <a:solidFill>
                  <a:srgbClr val="3F3F3F"/>
                </a:solidFill>
                <a:latin typeface="Calibri"/>
                <a:ea typeface="Calibri"/>
                <a:cs typeface="Calibri"/>
                <a:sym typeface="Calibri"/>
              </a:defRPr>
            </a:lvl6pPr>
            <a:lvl7pPr marR="0" lvl="6" algn="l" rtl="0">
              <a:lnSpc>
                <a:spcPct val="90000"/>
              </a:lnSpc>
              <a:spcBef>
                <a:spcPts val="300"/>
              </a:spcBef>
              <a:spcAft>
                <a:spcPts val="0"/>
              </a:spcAft>
              <a:buClr>
                <a:schemeClr val="accent1"/>
              </a:buClr>
              <a:buSzPts val="1500"/>
              <a:buFont typeface="Calibri"/>
              <a:buNone/>
              <a:defRPr sz="1500" b="0" i="0" u="none" strike="noStrike" cap="none">
                <a:solidFill>
                  <a:srgbClr val="3F3F3F"/>
                </a:solidFill>
                <a:latin typeface="Calibri"/>
                <a:ea typeface="Calibri"/>
                <a:cs typeface="Calibri"/>
                <a:sym typeface="Calibri"/>
              </a:defRPr>
            </a:lvl7pPr>
            <a:lvl8pPr marR="0" lvl="7" algn="l" rtl="0">
              <a:lnSpc>
                <a:spcPct val="90000"/>
              </a:lnSpc>
              <a:spcBef>
                <a:spcPts val="300"/>
              </a:spcBef>
              <a:spcAft>
                <a:spcPts val="0"/>
              </a:spcAft>
              <a:buClr>
                <a:schemeClr val="accent1"/>
              </a:buClr>
              <a:buSzPts val="1500"/>
              <a:buFont typeface="Calibri"/>
              <a:buNone/>
              <a:defRPr sz="1500" b="0" i="0" u="none" strike="noStrike" cap="none">
                <a:solidFill>
                  <a:srgbClr val="3F3F3F"/>
                </a:solidFill>
                <a:latin typeface="Calibri"/>
                <a:ea typeface="Calibri"/>
                <a:cs typeface="Calibri"/>
                <a:sym typeface="Calibri"/>
              </a:defRPr>
            </a:lvl8pPr>
            <a:lvl9pPr marR="0" lvl="8" algn="l" rtl="0">
              <a:lnSpc>
                <a:spcPct val="90000"/>
              </a:lnSpc>
              <a:spcBef>
                <a:spcPts val="300"/>
              </a:spcBef>
              <a:spcAft>
                <a:spcPts val="300"/>
              </a:spcAft>
              <a:buClr>
                <a:schemeClr val="accent1"/>
              </a:buClr>
              <a:buSzPts val="1500"/>
              <a:buFont typeface="Calibri"/>
              <a:buNone/>
              <a:defRPr sz="1500" b="0" i="0" u="none" strike="noStrike" cap="none">
                <a:solidFill>
                  <a:srgbClr val="3F3F3F"/>
                </a:solidFill>
                <a:latin typeface="Calibri"/>
                <a:ea typeface="Calibri"/>
                <a:cs typeface="Calibri"/>
                <a:sym typeface="Calibri"/>
              </a:defRPr>
            </a:lvl9pPr>
          </a:lstStyle>
          <a:p>
            <a:endParaRPr/>
          </a:p>
        </p:txBody>
      </p:sp>
      <p:sp>
        <p:nvSpPr>
          <p:cNvPr id="233" name="Google Shape;233;p13"/>
          <p:cNvSpPr txBox="1">
            <a:spLocks noGrp="1"/>
          </p:cNvSpPr>
          <p:nvPr>
            <p:ph type="body" idx="1"/>
          </p:nvPr>
        </p:nvSpPr>
        <p:spPr>
          <a:xfrm>
            <a:off x="822960" y="4430268"/>
            <a:ext cx="7584948" cy="445770"/>
          </a:xfrm>
          <a:prstGeom prst="rect">
            <a:avLst/>
          </a:prstGeom>
          <a:noFill/>
          <a:ln>
            <a:noFill/>
          </a:ln>
        </p:spPr>
        <p:txBody>
          <a:bodyPr spcFirstLastPara="1" wrap="square" lIns="91425" tIns="0" rIns="91425" bIns="0" anchor="t" anchorCtr="0"/>
          <a:lstStyle>
            <a:lvl1pPr marL="457200" lvl="0" indent="-228600" algn="l">
              <a:lnSpc>
                <a:spcPct val="90000"/>
              </a:lnSpc>
              <a:spcBef>
                <a:spcPts val="0"/>
              </a:spcBef>
              <a:spcAft>
                <a:spcPts val="0"/>
              </a:spcAft>
              <a:buSzPts val="1125"/>
              <a:buNone/>
              <a:defRPr sz="1125">
                <a:solidFill>
                  <a:srgbClr val="FFFFFF"/>
                </a:solidFill>
              </a:defRPr>
            </a:lvl1pPr>
            <a:lvl2pPr marL="914400" lvl="1" indent="-228600" algn="l">
              <a:lnSpc>
                <a:spcPct val="90000"/>
              </a:lnSpc>
              <a:spcBef>
                <a:spcPts val="450"/>
              </a:spcBef>
              <a:spcAft>
                <a:spcPts val="0"/>
              </a:spcAft>
              <a:buSzPts val="900"/>
              <a:buNone/>
              <a:defRPr sz="900"/>
            </a:lvl2pPr>
            <a:lvl3pPr marL="1371600" lvl="2" indent="-228600" algn="l">
              <a:lnSpc>
                <a:spcPct val="90000"/>
              </a:lnSpc>
              <a:spcBef>
                <a:spcPts val="300"/>
              </a:spcBef>
              <a:spcAft>
                <a:spcPts val="0"/>
              </a:spcAft>
              <a:buSzPts val="750"/>
              <a:buNone/>
              <a:defRPr sz="750"/>
            </a:lvl3pPr>
            <a:lvl4pPr marL="1828800" lvl="3" indent="-228600" algn="l">
              <a:lnSpc>
                <a:spcPct val="90000"/>
              </a:lnSpc>
              <a:spcBef>
                <a:spcPts val="300"/>
              </a:spcBef>
              <a:spcAft>
                <a:spcPts val="0"/>
              </a:spcAft>
              <a:buSzPts val="675"/>
              <a:buNone/>
              <a:defRPr sz="675"/>
            </a:lvl4pPr>
            <a:lvl5pPr marL="2286000" lvl="4" indent="-228600" algn="l">
              <a:lnSpc>
                <a:spcPct val="90000"/>
              </a:lnSpc>
              <a:spcBef>
                <a:spcPts val="300"/>
              </a:spcBef>
              <a:spcAft>
                <a:spcPts val="0"/>
              </a:spcAft>
              <a:buSzPts val="675"/>
              <a:buNone/>
              <a:defRPr sz="675"/>
            </a:lvl5pPr>
            <a:lvl6pPr marL="2743200" lvl="5" indent="-228600" algn="l">
              <a:lnSpc>
                <a:spcPct val="90000"/>
              </a:lnSpc>
              <a:spcBef>
                <a:spcPts val="300"/>
              </a:spcBef>
              <a:spcAft>
                <a:spcPts val="0"/>
              </a:spcAft>
              <a:buSzPts val="675"/>
              <a:buNone/>
              <a:defRPr sz="675"/>
            </a:lvl6pPr>
            <a:lvl7pPr marL="3200400" lvl="6" indent="-228600" algn="l">
              <a:lnSpc>
                <a:spcPct val="90000"/>
              </a:lnSpc>
              <a:spcBef>
                <a:spcPts val="300"/>
              </a:spcBef>
              <a:spcAft>
                <a:spcPts val="0"/>
              </a:spcAft>
              <a:buSzPts val="675"/>
              <a:buNone/>
              <a:defRPr sz="675"/>
            </a:lvl7pPr>
            <a:lvl8pPr marL="3657600" lvl="7" indent="-228600" algn="l">
              <a:lnSpc>
                <a:spcPct val="90000"/>
              </a:lnSpc>
              <a:spcBef>
                <a:spcPts val="300"/>
              </a:spcBef>
              <a:spcAft>
                <a:spcPts val="0"/>
              </a:spcAft>
              <a:buSzPts val="675"/>
              <a:buNone/>
              <a:defRPr sz="675"/>
            </a:lvl8pPr>
            <a:lvl9pPr marL="4114800" lvl="8" indent="-228600" algn="l">
              <a:lnSpc>
                <a:spcPct val="90000"/>
              </a:lnSpc>
              <a:spcBef>
                <a:spcPts val="300"/>
              </a:spcBef>
              <a:spcAft>
                <a:spcPts val="300"/>
              </a:spcAft>
              <a:buSzPts val="675"/>
              <a:buNone/>
              <a:defRPr sz="675"/>
            </a:lvl9pPr>
          </a:lstStyle>
          <a:p>
            <a:endParaRPr/>
          </a:p>
        </p:txBody>
      </p:sp>
      <p:sp>
        <p:nvSpPr>
          <p:cNvPr id="234" name="Google Shape;234;p13"/>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5" name="Google Shape;235;p13"/>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13"/>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37"/>
        <p:cNvGrpSpPr/>
        <p:nvPr/>
      </p:nvGrpSpPr>
      <p:grpSpPr>
        <a:xfrm>
          <a:off x="0" y="0"/>
          <a:ext cx="0" cy="0"/>
          <a:chOff x="0" y="0"/>
          <a:chExt cx="0" cy="0"/>
        </a:xfrm>
      </p:grpSpPr>
      <p:sp>
        <p:nvSpPr>
          <p:cNvPr id="238" name="Google Shape;238;p14"/>
          <p:cNvSpPr txBox="1">
            <a:spLocks noGrp="1"/>
          </p:cNvSpPr>
          <p:nvPr>
            <p:ph type="title"/>
          </p:nvPr>
        </p:nvSpPr>
        <p:spPr>
          <a:xfrm>
            <a:off x="822960" y="214953"/>
            <a:ext cx="7543800" cy="1088068"/>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9" name="Google Shape;239;p14"/>
          <p:cNvSpPr txBox="1">
            <a:spLocks noGrp="1"/>
          </p:cNvSpPr>
          <p:nvPr>
            <p:ph type="body" idx="1"/>
          </p:nvPr>
        </p:nvSpPr>
        <p:spPr>
          <a:xfrm rot="5400000">
            <a:off x="3086100" y="-878839"/>
            <a:ext cx="3017520" cy="7543800"/>
          </a:xfrm>
          <a:prstGeom prst="rect">
            <a:avLst/>
          </a:prstGeom>
          <a:noFill/>
          <a:ln>
            <a:noFill/>
          </a:ln>
        </p:spPr>
        <p:txBody>
          <a:bodyPr spcFirstLastPara="1" wrap="square" lIns="45700" tIns="0" rIns="45700" bIns="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240" name="Google Shape;240;p14"/>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1" name="Google Shape;241;p14"/>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14"/>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243"/>
        <p:cNvGrpSpPr/>
        <p:nvPr/>
      </p:nvGrpSpPr>
      <p:grpSpPr>
        <a:xfrm>
          <a:off x="0" y="0"/>
          <a:ext cx="0" cy="0"/>
          <a:chOff x="0" y="0"/>
          <a:chExt cx="0" cy="0"/>
        </a:xfrm>
      </p:grpSpPr>
      <p:sp>
        <p:nvSpPr>
          <p:cNvPr id="244" name="Google Shape;244;p15"/>
          <p:cNvSpPr/>
          <p:nvPr/>
        </p:nvSpPr>
        <p:spPr>
          <a:xfrm>
            <a:off x="2382" y="4800600"/>
            <a:ext cx="9141619" cy="342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5"/>
          <p:cNvSpPr/>
          <p:nvPr/>
        </p:nvSpPr>
        <p:spPr>
          <a:xfrm>
            <a:off x="12" y="4750737"/>
            <a:ext cx="9141619" cy="48006"/>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5"/>
          <p:cNvSpPr txBox="1">
            <a:spLocks noGrp="1"/>
          </p:cNvSpPr>
          <p:nvPr>
            <p:ph type="title"/>
          </p:nvPr>
        </p:nvSpPr>
        <p:spPr>
          <a:xfrm rot="5400000">
            <a:off x="5369550" y="1483350"/>
            <a:ext cx="4319924" cy="1971675"/>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7" name="Google Shape;247;p15"/>
          <p:cNvSpPr txBox="1">
            <a:spLocks noGrp="1"/>
          </p:cNvSpPr>
          <p:nvPr>
            <p:ph type="body" idx="1"/>
          </p:nvPr>
        </p:nvSpPr>
        <p:spPr>
          <a:xfrm rot="5400000">
            <a:off x="1369050" y="-431175"/>
            <a:ext cx="4319924" cy="5800725"/>
          </a:xfrm>
          <a:prstGeom prst="rect">
            <a:avLst/>
          </a:prstGeom>
          <a:noFill/>
          <a:ln>
            <a:noFill/>
          </a:ln>
        </p:spPr>
        <p:txBody>
          <a:bodyPr spcFirstLastPara="1" wrap="square" lIns="45700" tIns="0" rIns="45700" bIns="0" anchor="t" anchorCtr="0"/>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248" name="Google Shape;248;p15"/>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9" name="Google Shape;249;p15"/>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15"/>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with Content">
  <p:cSld name="Title with Content">
    <p:spTree>
      <p:nvGrpSpPr>
        <p:cNvPr id="1" name="Shape 251"/>
        <p:cNvGrpSpPr/>
        <p:nvPr/>
      </p:nvGrpSpPr>
      <p:grpSpPr>
        <a:xfrm>
          <a:off x="0" y="0"/>
          <a:ext cx="0" cy="0"/>
          <a:chOff x="0" y="0"/>
          <a:chExt cx="0" cy="0"/>
        </a:xfrm>
      </p:grpSpPr>
      <p:sp>
        <p:nvSpPr>
          <p:cNvPr id="252" name="Google Shape;252;p16"/>
          <p:cNvSpPr txBox="1">
            <a:spLocks noGrp="1"/>
          </p:cNvSpPr>
          <p:nvPr>
            <p:ph type="title"/>
          </p:nvPr>
        </p:nvSpPr>
        <p:spPr>
          <a:xfrm>
            <a:off x="230935" y="150264"/>
            <a:ext cx="8723050" cy="365760"/>
          </a:xfrm>
          <a:prstGeom prst="rect">
            <a:avLst/>
          </a:prstGeom>
          <a:noFill/>
          <a:ln>
            <a:noFill/>
          </a:ln>
        </p:spPr>
        <p:txBody>
          <a:bodyPr spcFirstLastPara="1" wrap="square" lIns="91425" tIns="45700" rIns="91425" bIns="45700" anchor="t" anchorCtr="0"/>
          <a:lstStyle>
            <a:lvl1pPr lvl="0" algn="l">
              <a:lnSpc>
                <a:spcPct val="85000"/>
              </a:lnSpc>
              <a:spcBef>
                <a:spcPts val="0"/>
              </a:spcBef>
              <a:spcAft>
                <a:spcPts val="0"/>
              </a:spcAft>
              <a:buClr>
                <a:schemeClr val="dk1"/>
              </a:buClr>
              <a:buSzPts val="2000"/>
              <a:buFont typeface="Calibri"/>
              <a:buNone/>
              <a:defRPr sz="2000" b="1">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3" name="Google Shape;253;p16"/>
          <p:cNvSpPr txBox="1">
            <a:spLocks noGrp="1"/>
          </p:cNvSpPr>
          <p:nvPr>
            <p:ph type="sldNum" idx="12"/>
          </p:nvPr>
        </p:nvSpPr>
        <p:spPr>
          <a:xfrm>
            <a:off x="8440892" y="4755132"/>
            <a:ext cx="468287" cy="27940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54" name="Google Shape;254;p16"/>
          <p:cNvSpPr txBox="1">
            <a:spLocks noGrp="1"/>
          </p:cNvSpPr>
          <p:nvPr>
            <p:ph type="body" idx="1"/>
          </p:nvPr>
        </p:nvSpPr>
        <p:spPr>
          <a:xfrm>
            <a:off x="228600" y="818149"/>
            <a:ext cx="8680579" cy="3438939"/>
          </a:xfrm>
          <a:prstGeom prst="rect">
            <a:avLst/>
          </a:prstGeom>
          <a:noFill/>
          <a:ln>
            <a:noFill/>
          </a:ln>
        </p:spPr>
        <p:txBody>
          <a:bodyPr spcFirstLastPara="1" wrap="square" lIns="0" tIns="45700" rIns="0" bIns="45700" anchor="t" anchorCtr="0"/>
          <a:lstStyle>
            <a:lvl1pPr marL="457200" lvl="0" indent="-228600" algn="l">
              <a:lnSpc>
                <a:spcPct val="90000"/>
              </a:lnSpc>
              <a:spcBef>
                <a:spcPts val="900"/>
              </a:spcBef>
              <a:spcAft>
                <a:spcPts val="0"/>
              </a:spcAft>
              <a:buSzPts val="1400"/>
              <a:buFont typeface="Arial"/>
              <a:buNone/>
              <a:defRPr sz="1400">
                <a:solidFill>
                  <a:srgbClr val="3F3F3F"/>
                </a:solidFill>
                <a:latin typeface="Arial"/>
                <a:ea typeface="Arial"/>
                <a:cs typeface="Arial"/>
                <a:sym typeface="Arial"/>
              </a:defRPr>
            </a:lvl1pPr>
            <a:lvl2pPr marL="914400" lvl="1" indent="-228600" algn="l">
              <a:lnSpc>
                <a:spcPct val="90000"/>
              </a:lnSpc>
              <a:spcBef>
                <a:spcPts val="150"/>
              </a:spcBef>
              <a:spcAft>
                <a:spcPts val="0"/>
              </a:spcAft>
              <a:buSzPts val="1400"/>
              <a:buFont typeface="Arial"/>
              <a:buNone/>
              <a:defRPr sz="1400">
                <a:solidFill>
                  <a:srgbClr val="3F3F3F"/>
                </a:solidFill>
                <a:latin typeface="Arial"/>
                <a:ea typeface="Arial"/>
                <a:cs typeface="Arial"/>
                <a:sym typeface="Arial"/>
              </a:defRPr>
            </a:lvl2pPr>
            <a:lvl3pPr marL="1371600" lvl="2" indent="-228600" algn="l">
              <a:lnSpc>
                <a:spcPct val="90000"/>
              </a:lnSpc>
              <a:spcBef>
                <a:spcPts val="300"/>
              </a:spcBef>
              <a:spcAft>
                <a:spcPts val="0"/>
              </a:spcAft>
              <a:buSzPts val="1400"/>
              <a:buFont typeface="Arial"/>
              <a:buNone/>
              <a:defRPr sz="1400">
                <a:solidFill>
                  <a:srgbClr val="3F3F3F"/>
                </a:solidFill>
                <a:latin typeface="Arial"/>
                <a:ea typeface="Arial"/>
                <a:cs typeface="Arial"/>
                <a:sym typeface="Arial"/>
              </a:defRPr>
            </a:lvl3pPr>
            <a:lvl4pPr marL="1828800" lvl="3" indent="-228600" algn="l">
              <a:lnSpc>
                <a:spcPct val="90000"/>
              </a:lnSpc>
              <a:spcBef>
                <a:spcPts val="300"/>
              </a:spcBef>
              <a:spcAft>
                <a:spcPts val="0"/>
              </a:spcAft>
              <a:buSzPts val="1400"/>
              <a:buFont typeface="Arial"/>
              <a:buNone/>
              <a:defRPr sz="1400">
                <a:solidFill>
                  <a:srgbClr val="3F3F3F"/>
                </a:solidFill>
                <a:latin typeface="Arial"/>
                <a:ea typeface="Arial"/>
                <a:cs typeface="Arial"/>
                <a:sym typeface="Arial"/>
              </a:defRPr>
            </a:lvl4pPr>
            <a:lvl5pPr marL="2286000" lvl="4" indent="-228600" algn="l">
              <a:lnSpc>
                <a:spcPct val="90000"/>
              </a:lnSpc>
              <a:spcBef>
                <a:spcPts val="300"/>
              </a:spcBef>
              <a:spcAft>
                <a:spcPts val="0"/>
              </a:spcAft>
              <a:buSzPts val="1400"/>
              <a:buFont typeface="Arial"/>
              <a:buNone/>
              <a:defRPr sz="1400">
                <a:solidFill>
                  <a:srgbClr val="3F3F3F"/>
                </a:solidFill>
                <a:latin typeface="Arial"/>
                <a:ea typeface="Arial"/>
                <a:cs typeface="Arial"/>
                <a:sym typeface="Arial"/>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grpSp>
        <p:nvGrpSpPr>
          <p:cNvPr id="255" name="Google Shape;255;p16"/>
          <p:cNvGrpSpPr/>
          <p:nvPr/>
        </p:nvGrpSpPr>
        <p:grpSpPr>
          <a:xfrm>
            <a:off x="375854" y="4703178"/>
            <a:ext cx="1365050" cy="289188"/>
            <a:chOff x="375854" y="4703178"/>
            <a:chExt cx="1365050" cy="289188"/>
          </a:xfrm>
        </p:grpSpPr>
        <p:grpSp>
          <p:nvGrpSpPr>
            <p:cNvPr id="256" name="Google Shape;256;p16"/>
            <p:cNvGrpSpPr/>
            <p:nvPr/>
          </p:nvGrpSpPr>
          <p:grpSpPr>
            <a:xfrm>
              <a:off x="375854" y="4703178"/>
              <a:ext cx="835837" cy="267744"/>
              <a:chOff x="228600" y="4523141"/>
              <a:chExt cx="1308370" cy="419111"/>
            </a:xfrm>
          </p:grpSpPr>
          <p:pic>
            <p:nvPicPr>
              <p:cNvPr id="257" name="Google Shape;257;p16"/>
              <p:cNvPicPr preferRelativeResize="0"/>
              <p:nvPr/>
            </p:nvPicPr>
            <p:blipFill rotWithShape="1">
              <a:blip r:embed="rId2">
                <a:alphaModFix/>
              </a:blip>
              <a:srcRect/>
              <a:stretch/>
            </p:blipFill>
            <p:spPr>
              <a:xfrm>
                <a:off x="228600" y="4639890"/>
                <a:ext cx="1138136" cy="254942"/>
              </a:xfrm>
              <a:prstGeom prst="rect">
                <a:avLst/>
              </a:prstGeom>
              <a:noFill/>
              <a:ln>
                <a:noFill/>
              </a:ln>
            </p:spPr>
          </p:pic>
          <p:cxnSp>
            <p:nvCxnSpPr>
              <p:cNvPr id="258" name="Google Shape;258;p16"/>
              <p:cNvCxnSpPr/>
              <p:nvPr/>
            </p:nvCxnSpPr>
            <p:spPr>
              <a:xfrm>
                <a:off x="1536970" y="4523141"/>
                <a:ext cx="0" cy="419111"/>
              </a:xfrm>
              <a:prstGeom prst="straightConnector1">
                <a:avLst/>
              </a:prstGeom>
              <a:noFill/>
              <a:ln w="9525" cap="flat" cmpd="sng">
                <a:solidFill>
                  <a:srgbClr val="BFBFBF"/>
                </a:solidFill>
                <a:prstDash val="solid"/>
                <a:round/>
                <a:headEnd type="none" w="sm" len="sm"/>
                <a:tailEnd type="none" w="sm" len="sm"/>
              </a:ln>
            </p:spPr>
          </p:cxnSp>
        </p:grpSp>
        <p:pic>
          <p:nvPicPr>
            <p:cNvPr id="259" name="Google Shape;259;p16"/>
            <p:cNvPicPr preferRelativeResize="0"/>
            <p:nvPr/>
          </p:nvPicPr>
          <p:blipFill rotWithShape="1">
            <a:blip r:embed="rId3">
              <a:alphaModFix/>
            </a:blip>
            <a:srcRect/>
            <a:stretch/>
          </p:blipFill>
          <p:spPr>
            <a:xfrm>
              <a:off x="1270000" y="4758819"/>
              <a:ext cx="470904" cy="233547"/>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60"/>
        <p:cNvGrpSpPr/>
        <p:nvPr/>
      </p:nvGrpSpPr>
      <p:grpSpPr>
        <a:xfrm>
          <a:off x="0" y="0"/>
          <a:ext cx="0" cy="0"/>
          <a:chOff x="0" y="0"/>
          <a:chExt cx="0" cy="0"/>
        </a:xfrm>
      </p:grpSpPr>
      <p:sp>
        <p:nvSpPr>
          <p:cNvPr id="261" name="Google Shape;261;p17"/>
          <p:cNvSpPr txBox="1">
            <a:spLocks noGrp="1"/>
          </p:cNvSpPr>
          <p:nvPr>
            <p:ph type="body" idx="1"/>
          </p:nvPr>
        </p:nvSpPr>
        <p:spPr>
          <a:xfrm>
            <a:off x="182880" y="609174"/>
            <a:ext cx="8778240" cy="3975853"/>
          </a:xfrm>
          <a:prstGeom prst="rect">
            <a:avLst/>
          </a:prstGeom>
          <a:noFill/>
          <a:ln>
            <a:noFill/>
          </a:ln>
        </p:spPr>
        <p:txBody>
          <a:bodyPr spcFirstLastPara="1" wrap="square" lIns="0" tIns="45700" rIns="0" bIns="45700" anchor="t" anchorCtr="0"/>
          <a:lstStyle>
            <a:lvl1pPr marL="457200" lvl="0" indent="-323850" algn="l">
              <a:lnSpc>
                <a:spcPct val="90000"/>
              </a:lnSpc>
              <a:spcBef>
                <a:spcPts val="900"/>
              </a:spcBef>
              <a:spcAft>
                <a:spcPts val="0"/>
              </a:spcAft>
              <a:buSzPts val="1500"/>
              <a:buChar char=" "/>
              <a:defRPr/>
            </a:lvl1pPr>
            <a:lvl2pPr marL="914400" lvl="1" indent="-314325" algn="l">
              <a:lnSpc>
                <a:spcPct val="90000"/>
              </a:lnSpc>
              <a:spcBef>
                <a:spcPts val="150"/>
              </a:spcBef>
              <a:spcAft>
                <a:spcPts val="0"/>
              </a:spcAft>
              <a:buSzPts val="1350"/>
              <a:buChar char="◦"/>
              <a:defRPr/>
            </a:lvl2pPr>
            <a:lvl3pPr marL="1371600" lvl="2" indent="-295275" algn="l">
              <a:lnSpc>
                <a:spcPct val="90000"/>
              </a:lnSpc>
              <a:spcBef>
                <a:spcPts val="300"/>
              </a:spcBef>
              <a:spcAft>
                <a:spcPts val="0"/>
              </a:spcAft>
              <a:buSzPts val="1050"/>
              <a:buChar char="◦"/>
              <a:defRPr/>
            </a:lvl3pPr>
            <a:lvl4pPr marL="1828800" lvl="3" indent="-295275" algn="l">
              <a:lnSpc>
                <a:spcPct val="90000"/>
              </a:lnSpc>
              <a:spcBef>
                <a:spcPts val="300"/>
              </a:spcBef>
              <a:spcAft>
                <a:spcPts val="0"/>
              </a:spcAft>
              <a:buSzPts val="1050"/>
              <a:buChar char="◦"/>
              <a:defRPr/>
            </a:lvl4pPr>
            <a:lvl5pPr marL="2286000" lvl="4" indent="-295275" algn="l">
              <a:lnSpc>
                <a:spcPct val="90000"/>
              </a:lnSpc>
              <a:spcBef>
                <a:spcPts val="300"/>
              </a:spcBef>
              <a:spcAft>
                <a:spcPts val="0"/>
              </a:spcAft>
              <a:buSzPts val="1050"/>
              <a:buChar char="◦"/>
              <a:defRPr/>
            </a:lvl5pPr>
            <a:lvl6pPr marL="2743200" lvl="5" indent="-295275" algn="l">
              <a:lnSpc>
                <a:spcPct val="90000"/>
              </a:lnSpc>
              <a:spcBef>
                <a:spcPts val="300"/>
              </a:spcBef>
              <a:spcAft>
                <a:spcPts val="0"/>
              </a:spcAft>
              <a:buSzPts val="1050"/>
              <a:buChar char="◦"/>
              <a:defRPr/>
            </a:lvl6pPr>
            <a:lvl7pPr marL="3200400" lvl="6" indent="-295275" algn="l">
              <a:lnSpc>
                <a:spcPct val="90000"/>
              </a:lnSpc>
              <a:spcBef>
                <a:spcPts val="300"/>
              </a:spcBef>
              <a:spcAft>
                <a:spcPts val="0"/>
              </a:spcAft>
              <a:buSzPts val="1050"/>
              <a:buChar char="◦"/>
              <a:defRPr/>
            </a:lvl7pPr>
            <a:lvl8pPr marL="3657600" lvl="7" indent="-295275" algn="l">
              <a:lnSpc>
                <a:spcPct val="90000"/>
              </a:lnSpc>
              <a:spcBef>
                <a:spcPts val="300"/>
              </a:spcBef>
              <a:spcAft>
                <a:spcPts val="0"/>
              </a:spcAft>
              <a:buSzPts val="1050"/>
              <a:buChar char="◦"/>
              <a:defRPr/>
            </a:lvl8pPr>
            <a:lvl9pPr marL="4114800" lvl="8" indent="-295275" algn="l">
              <a:lnSpc>
                <a:spcPct val="90000"/>
              </a:lnSpc>
              <a:spcBef>
                <a:spcPts val="300"/>
              </a:spcBef>
              <a:spcAft>
                <a:spcPts val="300"/>
              </a:spcAft>
              <a:buSzPts val="1050"/>
              <a:buChar char="◦"/>
              <a:defRPr/>
            </a:lvl9pPr>
          </a:lstStyle>
          <a:p>
            <a:endParaRPr/>
          </a:p>
        </p:txBody>
      </p:sp>
      <p:sp>
        <p:nvSpPr>
          <p:cNvPr id="262" name="Google Shape;262;p17"/>
          <p:cNvSpPr txBox="1">
            <a:spLocks noGrp="1"/>
          </p:cNvSpPr>
          <p:nvPr>
            <p:ph type="title"/>
          </p:nvPr>
        </p:nvSpPr>
        <p:spPr>
          <a:xfrm>
            <a:off x="822960" y="214953"/>
            <a:ext cx="7543800" cy="1088068"/>
          </a:xfrm>
          <a:prstGeom prst="rect">
            <a:avLst/>
          </a:prstGeom>
          <a:noFill/>
          <a:ln>
            <a:noFill/>
          </a:ln>
        </p:spPr>
        <p:txBody>
          <a:bodyPr spcFirstLastPara="1" wrap="square" lIns="91425" tIns="45700" rIns="91425" bIns="45700" anchor="b" anchorCtr="0"/>
          <a:lstStyle>
            <a:lvl1pPr lvl="0" algn="l">
              <a:lnSpc>
                <a:spcPct val="85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3" name="Google Shape;263;p17"/>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2382" y="4800600"/>
            <a:ext cx="9141619" cy="342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7;p1"/>
          <p:cNvSpPr/>
          <p:nvPr/>
        </p:nvSpPr>
        <p:spPr>
          <a:xfrm>
            <a:off x="12" y="4750737"/>
            <a:ext cx="9141619" cy="48006"/>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8;p1"/>
          <p:cNvSpPr txBox="1">
            <a:spLocks noGrp="1"/>
          </p:cNvSpPr>
          <p:nvPr>
            <p:ph type="title"/>
          </p:nvPr>
        </p:nvSpPr>
        <p:spPr>
          <a:xfrm>
            <a:off x="822960" y="214953"/>
            <a:ext cx="7543800" cy="1088068"/>
          </a:xfrm>
          <a:prstGeom prst="rect">
            <a:avLst/>
          </a:prstGeom>
          <a:noFill/>
          <a:ln>
            <a:noFill/>
          </a:ln>
        </p:spPr>
        <p:txBody>
          <a:bodyPr spcFirstLastPara="1" wrap="square" lIns="91425" tIns="45700" rIns="91425" bIns="45700" anchor="b" anchorCtr="0"/>
          <a:lstStyle>
            <a:lvl1pPr marR="0" lvl="0" algn="l" rtl="0">
              <a:lnSpc>
                <a:spcPct val="85000"/>
              </a:lnSpc>
              <a:spcBef>
                <a:spcPts val="0"/>
              </a:spcBef>
              <a:spcAft>
                <a:spcPts val="0"/>
              </a:spcAft>
              <a:buClr>
                <a:srgbClr val="3F3F3F"/>
              </a:buClr>
              <a:buSzPts val="3600"/>
              <a:buFont typeface="Calibri"/>
              <a:buNone/>
              <a:defRPr sz="36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
          <p:cNvSpPr txBox="1">
            <a:spLocks noGrp="1"/>
          </p:cNvSpPr>
          <p:nvPr>
            <p:ph type="body" idx="1"/>
          </p:nvPr>
        </p:nvSpPr>
        <p:spPr>
          <a:xfrm>
            <a:off x="822960" y="1384301"/>
            <a:ext cx="7543800" cy="3017520"/>
          </a:xfrm>
          <a:prstGeom prst="rect">
            <a:avLst/>
          </a:prstGeom>
          <a:noFill/>
          <a:ln>
            <a:noFill/>
          </a:ln>
        </p:spPr>
        <p:txBody>
          <a:bodyPr spcFirstLastPara="1" wrap="square" lIns="0" tIns="45700" rIns="0" bIns="45700" anchor="t" anchorCtr="0"/>
          <a:lstStyle>
            <a:lvl1pPr marL="457200" marR="0" lvl="0" indent="-323850" algn="l" rtl="0">
              <a:lnSpc>
                <a:spcPct val="90000"/>
              </a:lnSpc>
              <a:spcBef>
                <a:spcPts val="900"/>
              </a:spcBef>
              <a:spcAft>
                <a:spcPts val="0"/>
              </a:spcAft>
              <a:buClr>
                <a:schemeClr val="accent1"/>
              </a:buClr>
              <a:buSzPts val="1500"/>
              <a:buFont typeface="Calibri"/>
              <a:buChar char=" "/>
              <a:defRPr sz="1500" b="0" i="0" u="none" strike="noStrike" cap="none">
                <a:solidFill>
                  <a:srgbClr val="3F3F3F"/>
                </a:solidFill>
                <a:latin typeface="Calibri"/>
                <a:ea typeface="Calibri"/>
                <a:cs typeface="Calibri"/>
                <a:sym typeface="Calibri"/>
              </a:defRPr>
            </a:lvl1pPr>
            <a:lvl2pPr marL="914400" marR="0" lvl="1" indent="-314325" algn="l" rtl="0">
              <a:lnSpc>
                <a:spcPct val="90000"/>
              </a:lnSpc>
              <a:spcBef>
                <a:spcPts val="150"/>
              </a:spcBef>
              <a:spcAft>
                <a:spcPts val="0"/>
              </a:spcAft>
              <a:buClr>
                <a:schemeClr val="accent1"/>
              </a:buClr>
              <a:buSzPts val="1350"/>
              <a:buFont typeface="Calibri"/>
              <a:buChar char="◦"/>
              <a:defRPr sz="1350" b="0" i="0" u="none" strike="noStrike" cap="none">
                <a:solidFill>
                  <a:srgbClr val="3F3F3F"/>
                </a:solidFill>
                <a:latin typeface="Calibri"/>
                <a:ea typeface="Calibri"/>
                <a:cs typeface="Calibri"/>
                <a:sym typeface="Calibri"/>
              </a:defRPr>
            </a:lvl2pPr>
            <a:lvl3pPr marL="1371600" marR="0" lvl="2"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3pPr>
            <a:lvl4pPr marL="1828800" marR="0" lvl="3"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4pPr>
            <a:lvl5pPr marL="2286000" marR="0" lvl="4"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5pPr>
            <a:lvl6pPr marL="2743200" marR="0" lvl="5"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6pPr>
            <a:lvl7pPr marL="3200400" marR="0" lvl="6"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7pPr>
            <a:lvl8pPr marL="3657600" marR="0" lvl="7"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8pPr>
            <a:lvl9pPr marL="4114800" marR="0" lvl="8" indent="-295275" algn="l" rtl="0">
              <a:lnSpc>
                <a:spcPct val="90000"/>
              </a:lnSpc>
              <a:spcBef>
                <a:spcPts val="300"/>
              </a:spcBef>
              <a:spcAft>
                <a:spcPts val="30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9pPr>
          </a:lstStyle>
          <a:p>
            <a:endParaRPr/>
          </a:p>
        </p:txBody>
      </p:sp>
      <p:sp>
        <p:nvSpPr>
          <p:cNvPr id="10" name="Google Shape;10;p1"/>
          <p:cNvSpPr txBox="1">
            <a:spLocks noGrp="1"/>
          </p:cNvSpPr>
          <p:nvPr>
            <p:ph type="dt" idx="10"/>
          </p:nvPr>
        </p:nvSpPr>
        <p:spPr>
          <a:xfrm>
            <a:off x="822961" y="4844839"/>
            <a:ext cx="1854203" cy="273844"/>
          </a:xfrm>
          <a:prstGeom prst="rect">
            <a:avLst/>
          </a:prstGeom>
          <a:noFill/>
          <a:ln>
            <a:noFill/>
          </a:ln>
        </p:spPr>
        <p:txBody>
          <a:bodyPr spcFirstLastPara="1" wrap="square" lIns="91425" tIns="45700" rIns="91425" bIns="45700" anchor="ctr" anchorCtr="0"/>
          <a:lstStyle>
            <a:lvl1pPr marR="0" lvl="0" algn="l" rtl="0">
              <a:lnSpc>
                <a:spcPct val="100000"/>
              </a:lnSpc>
              <a:spcBef>
                <a:spcPts val="0"/>
              </a:spcBef>
              <a:spcAft>
                <a:spcPts val="0"/>
              </a:spcAft>
              <a:buClr>
                <a:srgbClr val="000000"/>
              </a:buClr>
              <a:buSzPts val="1400"/>
              <a:buFont typeface="Arial"/>
              <a:buNone/>
              <a:defRPr sz="675"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ftr" idx="11"/>
          </p:nvPr>
        </p:nvSpPr>
        <p:spPr>
          <a:xfrm>
            <a:off x="2764639" y="4844839"/>
            <a:ext cx="3617103" cy="273844"/>
          </a:xfrm>
          <a:prstGeom prst="rect">
            <a:avLst/>
          </a:prstGeom>
          <a:noFill/>
          <a:ln>
            <a:noFill/>
          </a:ln>
        </p:spPr>
        <p:txBody>
          <a:bodyPr spcFirstLastPara="1" wrap="square" lIns="91425" tIns="45700" rIns="91425" bIns="45700" anchor="ctr" anchorCtr="0"/>
          <a:lstStyle>
            <a:lvl1pPr marR="0" lvl="0" algn="ctr" rtl="0">
              <a:lnSpc>
                <a:spcPct val="100000"/>
              </a:lnSpc>
              <a:spcBef>
                <a:spcPts val="0"/>
              </a:spcBef>
              <a:spcAft>
                <a:spcPts val="0"/>
              </a:spcAft>
              <a:buClr>
                <a:srgbClr val="000000"/>
              </a:buClr>
              <a:buSzPts val="1400"/>
              <a:buFont typeface="Arial"/>
              <a:buNone/>
              <a:defRPr sz="675"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sldNum" idx="12"/>
          </p:nvPr>
        </p:nvSpPr>
        <p:spPr>
          <a:xfrm>
            <a:off x="7425344" y="4844839"/>
            <a:ext cx="984019"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788"/>
              <a:buFont typeface="Arial"/>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3" name="Google Shape;13;p1"/>
          <p:cNvCxnSpPr/>
          <p:nvPr/>
        </p:nvCxnSpPr>
        <p:spPr>
          <a:xfrm>
            <a:off x="895149" y="1303384"/>
            <a:ext cx="7475220" cy="0"/>
          </a:xfrm>
          <a:prstGeom prst="straightConnector1">
            <a:avLst/>
          </a:prstGeom>
          <a:noFill/>
          <a:ln w="9525" cap="flat" cmpd="sng">
            <a:solidFill>
              <a:srgbClr val="7F7F7F"/>
            </a:solidFill>
            <a:prstDash val="solid"/>
            <a:round/>
            <a:headEnd type="none" w="sm" len="sm"/>
            <a:tailEnd type="none" w="sm" len="sm"/>
          </a:ln>
        </p:spPr>
      </p:cxnSp>
      <p:pic>
        <p:nvPicPr>
          <p:cNvPr id="14" name="Google Shape;14;p1"/>
          <p:cNvPicPr preferRelativeResize="0"/>
          <p:nvPr/>
        </p:nvPicPr>
        <p:blipFill rotWithShape="1">
          <a:blip r:embed="rId16">
            <a:alphaModFix/>
          </a:blip>
          <a:srcRect/>
          <a:stretch/>
        </p:blipFill>
        <p:spPr>
          <a:xfrm>
            <a:off x="1354" y="0"/>
            <a:ext cx="9141291" cy="5143500"/>
          </a:xfrm>
          <a:prstGeom prst="rect">
            <a:avLst/>
          </a:prstGeom>
          <a:noFill/>
          <a:ln>
            <a:noFill/>
          </a:ln>
        </p:spPr>
      </p:pic>
      <p:pic>
        <p:nvPicPr>
          <p:cNvPr id="15" name="Google Shape;15;p1"/>
          <p:cNvPicPr preferRelativeResize="0"/>
          <p:nvPr/>
        </p:nvPicPr>
        <p:blipFill rotWithShape="1">
          <a:blip r:embed="rId17">
            <a:alphaModFix/>
          </a:blip>
          <a:srcRect/>
          <a:stretch/>
        </p:blipFill>
        <p:spPr>
          <a:xfrm>
            <a:off x="479425" y="2050794"/>
            <a:ext cx="1682750" cy="83456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fhebpsslvpn.verizon.com/puls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tpaebpsslvpn.verizon.com/pulse" TargetMode="External"/><Relationship Id="rId4" Type="http://schemas.openxmlformats.org/officeDocument/2006/relationships/hyperlink" Target="https://sacebpsslvpn.verizon.com/pulse"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8"/>
        <p:cNvGrpSpPr/>
        <p:nvPr/>
      </p:nvGrpSpPr>
      <p:grpSpPr>
        <a:xfrm>
          <a:off x="0" y="0"/>
          <a:ext cx="0" cy="0"/>
          <a:chOff x="0" y="0"/>
          <a:chExt cx="0" cy="0"/>
        </a:xfrm>
      </p:grpSpPr>
      <p:sp>
        <p:nvSpPr>
          <p:cNvPr id="649" name="Google Shape;649;p59"/>
          <p:cNvSpPr txBox="1">
            <a:spLocks noGrp="1"/>
          </p:cNvSpPr>
          <p:nvPr>
            <p:ph type="title"/>
          </p:nvPr>
        </p:nvSpPr>
        <p:spPr>
          <a:xfrm>
            <a:off x="360920" y="659462"/>
            <a:ext cx="4133585" cy="1053224"/>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CFO-B2C </a:t>
            </a:r>
            <a:br>
              <a:rPr lang="en-US" sz="3200" b="1" i="0" u="none" strike="noStrike" cap="none">
                <a:solidFill>
                  <a:schemeClr val="dk1"/>
                </a:solidFill>
                <a:latin typeface="Calibri"/>
                <a:ea typeface="Calibri"/>
                <a:cs typeface="Calibri"/>
                <a:sym typeface="Calibri"/>
              </a:rPr>
            </a:br>
            <a:r>
              <a:rPr lang="en-US" sz="3200" b="1" i="0" u="none" strike="noStrike" cap="none">
                <a:solidFill>
                  <a:schemeClr val="dk1"/>
                </a:solidFill>
                <a:latin typeface="Calibri"/>
                <a:ea typeface="Calibri"/>
                <a:cs typeface="Calibri"/>
                <a:sym typeface="Calibri"/>
              </a:rPr>
              <a:t>AM </a:t>
            </a:r>
            <a:r>
              <a:rPr lang="en-US" sz="2800" b="1" i="0" u="none" strike="noStrike" cap="none">
                <a:solidFill>
                  <a:schemeClr val="dk1"/>
                </a:solidFill>
                <a:latin typeface="Calibri"/>
                <a:ea typeface="Calibri"/>
                <a:cs typeface="Calibri"/>
                <a:sym typeface="Calibri"/>
              </a:rPr>
              <a:t>Status - Update</a:t>
            </a:r>
            <a:endParaRPr sz="3200" b="1" i="0" u="none" strike="noStrike" cap="none">
              <a:solidFill>
                <a:schemeClr val="dk1"/>
              </a:solidFill>
              <a:latin typeface="Calibri"/>
              <a:ea typeface="Calibri"/>
              <a:cs typeface="Calibri"/>
              <a:sym typeface="Calibri"/>
            </a:endParaRPr>
          </a:p>
        </p:txBody>
      </p:sp>
      <p:sp>
        <p:nvSpPr>
          <p:cNvPr id="650" name="Google Shape;650;p59"/>
          <p:cNvSpPr txBox="1"/>
          <p:nvPr/>
        </p:nvSpPr>
        <p:spPr>
          <a:xfrm>
            <a:off x="360924" y="4011150"/>
            <a:ext cx="1182125" cy="400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0C0"/>
              </a:buClr>
              <a:buSzPts val="1400"/>
              <a:buFont typeface="Calibri"/>
              <a:buNone/>
            </a:pPr>
            <a:r>
              <a:rPr lang="en-US" b="1" dirty="0">
                <a:solidFill>
                  <a:srgbClr val="0070C0"/>
                </a:solidFill>
                <a:latin typeface="Calibri"/>
                <a:ea typeface="Calibri"/>
                <a:cs typeface="Calibri"/>
                <a:sym typeface="Calibri"/>
              </a:rPr>
              <a:t>Jun </a:t>
            </a:r>
            <a:r>
              <a:rPr lang="en-US" b="1" dirty="0" smtClean="0">
                <a:solidFill>
                  <a:srgbClr val="0070C0"/>
                </a:solidFill>
                <a:latin typeface="Calibri"/>
                <a:ea typeface="Calibri"/>
                <a:cs typeface="Calibri"/>
                <a:sym typeface="Calibri"/>
              </a:rPr>
              <a:t>17</a:t>
            </a:r>
            <a:r>
              <a:rPr lang="en-US" sz="1400" b="1" i="0" u="none" strike="noStrike" cap="none" dirty="0" smtClean="0">
                <a:solidFill>
                  <a:srgbClr val="0070C0"/>
                </a:solidFill>
                <a:latin typeface="Calibri"/>
                <a:ea typeface="Calibri"/>
                <a:cs typeface="Calibri"/>
                <a:sym typeface="Calibri"/>
              </a:rPr>
              <a:t>, </a:t>
            </a:r>
            <a:r>
              <a:rPr lang="en-US" sz="1400" b="1" i="0" u="none" strike="noStrike" cap="none" dirty="0">
                <a:solidFill>
                  <a:srgbClr val="0070C0"/>
                </a:solidFill>
                <a:latin typeface="Calibri"/>
                <a:ea typeface="Calibri"/>
                <a:cs typeface="Calibri"/>
                <a:sym typeface="Calibri"/>
              </a:rPr>
              <a:t>2019</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4"/>
        <p:cNvGrpSpPr/>
        <p:nvPr/>
      </p:nvGrpSpPr>
      <p:grpSpPr>
        <a:xfrm>
          <a:off x="0" y="0"/>
          <a:ext cx="0" cy="0"/>
          <a:chOff x="0" y="0"/>
          <a:chExt cx="0" cy="0"/>
        </a:xfrm>
      </p:grpSpPr>
      <p:sp>
        <p:nvSpPr>
          <p:cNvPr id="655" name="Google Shape;655;p60"/>
          <p:cNvSpPr txBox="1">
            <a:spLocks noGrp="1"/>
          </p:cNvSpPr>
          <p:nvPr>
            <p:ph type="title"/>
          </p:nvPr>
        </p:nvSpPr>
        <p:spPr>
          <a:xfrm>
            <a:off x="196010" y="150264"/>
            <a:ext cx="8723050" cy="4529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000"/>
              <a:buFont typeface="Calibri"/>
              <a:buNone/>
            </a:pPr>
            <a:r>
              <a:rPr lang="en-US"/>
              <a:t>Agenda</a:t>
            </a:r>
            <a:endParaRPr>
              <a:solidFill>
                <a:srgbClr val="FF0000"/>
              </a:solidFill>
            </a:endParaRPr>
          </a:p>
        </p:txBody>
      </p:sp>
      <p:sp>
        <p:nvSpPr>
          <p:cNvPr id="656" name="Google Shape;656;p60"/>
          <p:cNvSpPr txBox="1"/>
          <p:nvPr/>
        </p:nvSpPr>
        <p:spPr>
          <a:xfrm>
            <a:off x="304800" y="768475"/>
            <a:ext cx="8080500" cy="3882600"/>
          </a:xfrm>
          <a:prstGeom prst="rect">
            <a:avLst/>
          </a:prstGeom>
          <a:noFill/>
          <a:ln>
            <a:noFill/>
          </a:ln>
        </p:spPr>
        <p:txBody>
          <a:bodyPr spcFirstLastPara="1" wrap="square" lIns="45700" tIns="45700" rIns="45700" bIns="45700" anchor="t" anchorCtr="0">
            <a:noAutofit/>
          </a:bodyPr>
          <a:lstStyle/>
          <a:p>
            <a:pPr marL="457200" lvl="0" indent="0" algn="l" rtl="0">
              <a:spcBef>
                <a:spcPts val="0"/>
              </a:spcBef>
              <a:spcAft>
                <a:spcPts val="0"/>
              </a:spcAft>
              <a:buNone/>
            </a:pPr>
            <a:endParaRPr dirty="0"/>
          </a:p>
          <a:p>
            <a:pPr marL="457200" lvl="0" indent="0" algn="l" rtl="0">
              <a:spcBef>
                <a:spcPts val="0"/>
              </a:spcBef>
              <a:spcAft>
                <a:spcPts val="0"/>
              </a:spcAft>
              <a:buNone/>
            </a:pPr>
            <a:endParaRPr dirty="0"/>
          </a:p>
          <a:p>
            <a:pPr marL="457200" lvl="0" indent="-317500" algn="l" rtl="0">
              <a:spcBef>
                <a:spcPts val="0"/>
              </a:spcBef>
              <a:spcAft>
                <a:spcPts val="0"/>
              </a:spcAft>
              <a:buSzPts val="1400"/>
              <a:buChar char="❑"/>
            </a:pPr>
            <a:r>
              <a:rPr lang="en-US" dirty="0"/>
              <a:t>Open/ Closed Tickets - Ticket Analysis</a:t>
            </a:r>
            <a:endParaRPr dirty="0"/>
          </a:p>
          <a:p>
            <a:pPr marL="457200" lvl="0" indent="-317500" algn="l" rtl="0">
              <a:spcBef>
                <a:spcPts val="0"/>
              </a:spcBef>
              <a:spcAft>
                <a:spcPts val="0"/>
              </a:spcAft>
              <a:buSzPts val="1400"/>
              <a:buChar char="❑"/>
            </a:pPr>
            <a:r>
              <a:rPr lang="en-US" dirty="0"/>
              <a:t>KT Status - Primary /Secondary support</a:t>
            </a:r>
            <a:endParaRPr dirty="0"/>
          </a:p>
          <a:p>
            <a:pPr marL="457200" lvl="0" indent="-317500">
              <a:buSzPts val="1400"/>
              <a:buChar char="❑"/>
            </a:pPr>
            <a:r>
              <a:rPr lang="en-US" dirty="0" smtClean="0"/>
              <a:t>Incident </a:t>
            </a:r>
            <a:r>
              <a:rPr lang="en-US" dirty="0"/>
              <a:t>handling procedures and assignment groups for OPS team</a:t>
            </a:r>
          </a:p>
          <a:p>
            <a:pPr marL="457200" indent="-317500">
              <a:buSzPts val="1400"/>
              <a:buFont typeface="Arial"/>
              <a:buChar char="❑"/>
            </a:pPr>
            <a:r>
              <a:rPr lang="en-US" dirty="0" smtClean="0"/>
              <a:t>Steady state review and Ops pain points </a:t>
            </a:r>
          </a:p>
          <a:p>
            <a:pPr marL="457200" indent="-317500">
              <a:buSzPts val="1400"/>
              <a:buFont typeface="Arial"/>
              <a:buChar char="❑"/>
            </a:pPr>
            <a:r>
              <a:rPr lang="en-US" dirty="0" smtClean="0"/>
              <a:t>Access issues this week, newer information security policies</a:t>
            </a:r>
          </a:p>
          <a:p>
            <a:pPr marL="457200" indent="-317500">
              <a:buSzPts val="1400"/>
              <a:buFont typeface="Arial"/>
              <a:buChar char="❑"/>
            </a:pPr>
            <a:r>
              <a:rPr lang="en-US" dirty="0" smtClean="0"/>
              <a:t>Challenges - &gt; 24 Support hours/1 Ops resource </a:t>
            </a:r>
          </a:p>
          <a:p>
            <a:pPr marL="457200" indent="-317500">
              <a:buSzPts val="1400"/>
              <a:buFont typeface="Arial"/>
              <a:buChar char="❑"/>
            </a:pPr>
            <a:r>
              <a:rPr lang="en-US" dirty="0" smtClean="0"/>
              <a:t>Batch job failures</a:t>
            </a:r>
          </a:p>
          <a:p>
            <a:pPr marL="457200" indent="-317500">
              <a:buSzPts val="1400"/>
              <a:buFont typeface="Arial"/>
              <a:buChar char="❑"/>
            </a:pPr>
            <a:r>
              <a:rPr lang="en-US" dirty="0" smtClean="0"/>
              <a:t>Software end of Software life – How its impacting current applications </a:t>
            </a:r>
            <a:endParaRPr lang="en-US" dirty="0"/>
          </a:p>
          <a:p>
            <a:pPr marL="457200" lvl="0" indent="-317500">
              <a:buSzPts val="1400"/>
              <a:buChar char="❑"/>
            </a:pPr>
            <a:r>
              <a:rPr lang="en-US" dirty="0"/>
              <a:t>RIRB - Update</a:t>
            </a:r>
          </a:p>
          <a:p>
            <a:pPr marL="139700" lvl="0" algn="l" rtl="0">
              <a:spcBef>
                <a:spcPts val="0"/>
              </a:spcBef>
              <a:spcAft>
                <a:spcPts val="0"/>
              </a:spcAft>
              <a:buSzPts val="1400"/>
            </a:pPr>
            <a:endParaRPr dirty="0"/>
          </a:p>
          <a:p>
            <a:pPr marL="285750" indent="-285750">
              <a:spcBef>
                <a:spcPts val="1200"/>
              </a:spcBef>
              <a:buSzPts val="1800"/>
              <a:buFont typeface="Arial" panose="020B0604020202020204" pitchFamily="34" charset="0"/>
              <a:buChar char="•"/>
            </a:pPr>
            <a:r>
              <a:rPr lang="en-US" dirty="0"/>
              <a:t>Review Steady State Checklist  - Targeted for this WEEK with Brent</a:t>
            </a:r>
          </a:p>
          <a:p>
            <a:pPr marL="0" marR="0" lvl="0" indent="0" algn="l" rtl="0">
              <a:lnSpc>
                <a:spcPct val="100000"/>
              </a:lnSpc>
              <a:spcBef>
                <a:spcPts val="120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61"/>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Crisis Tickets:</a:t>
            </a:r>
            <a:endParaRPr/>
          </a:p>
        </p:txBody>
      </p:sp>
      <p:sp>
        <p:nvSpPr>
          <p:cNvPr id="662" name="Google Shape;662;p61"/>
          <p:cNvSpPr txBox="1"/>
          <p:nvPr/>
        </p:nvSpPr>
        <p:spPr>
          <a:xfrm>
            <a:off x="424675" y="3379300"/>
            <a:ext cx="8249400" cy="12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663" name="Google Shape;663;p61"/>
          <p:cNvSpPr txBox="1"/>
          <p:nvPr/>
        </p:nvSpPr>
        <p:spPr>
          <a:xfrm>
            <a:off x="885350" y="3224875"/>
            <a:ext cx="7630800" cy="132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pic>
        <p:nvPicPr>
          <p:cNvPr id="664" name="Google Shape;664;p61"/>
          <p:cNvPicPr preferRelativeResize="0"/>
          <p:nvPr/>
        </p:nvPicPr>
        <p:blipFill>
          <a:blip r:embed="rId3">
            <a:alphaModFix/>
          </a:blip>
          <a:stretch>
            <a:fillRect/>
          </a:stretch>
        </p:blipFill>
        <p:spPr>
          <a:xfrm>
            <a:off x="196000" y="1167564"/>
            <a:ext cx="8839199" cy="2211733"/>
          </a:xfrm>
          <a:prstGeom prst="rect">
            <a:avLst/>
          </a:prstGeom>
          <a:noFill/>
          <a:ln>
            <a:noFill/>
          </a:ln>
        </p:spPr>
      </p:pic>
    </p:spTree>
    <p:extLst>
      <p:ext uri="{BB962C8B-B14F-4D97-AF65-F5344CB8AC3E}">
        <p14:creationId xmlns:p14="http://schemas.microsoft.com/office/powerpoint/2010/main" val="3664475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62"/>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Weekly Ticket Counts (AYS)</a:t>
            </a:r>
            <a:endParaRPr/>
          </a:p>
        </p:txBody>
      </p:sp>
      <p:sp>
        <p:nvSpPr>
          <p:cNvPr id="670" name="Google Shape;670;p62"/>
          <p:cNvSpPr txBox="1"/>
          <p:nvPr/>
        </p:nvSpPr>
        <p:spPr>
          <a:xfrm>
            <a:off x="424675" y="3379300"/>
            <a:ext cx="8249400" cy="12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671" name="Google Shape;671;p62"/>
          <p:cNvSpPr txBox="1"/>
          <p:nvPr/>
        </p:nvSpPr>
        <p:spPr>
          <a:xfrm>
            <a:off x="885350" y="3224875"/>
            <a:ext cx="7630800" cy="132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pic>
        <p:nvPicPr>
          <p:cNvPr id="672" name="Google Shape;672;p62"/>
          <p:cNvPicPr preferRelativeResize="0"/>
          <p:nvPr/>
        </p:nvPicPr>
        <p:blipFill>
          <a:blip r:embed="rId3">
            <a:alphaModFix/>
          </a:blip>
          <a:stretch>
            <a:fillRect/>
          </a:stretch>
        </p:blipFill>
        <p:spPr>
          <a:xfrm>
            <a:off x="304800" y="790200"/>
            <a:ext cx="8132600" cy="3457350"/>
          </a:xfrm>
          <a:prstGeom prst="rect">
            <a:avLst/>
          </a:prstGeom>
          <a:noFill/>
          <a:ln>
            <a:noFill/>
          </a:ln>
        </p:spPr>
      </p:pic>
    </p:spTree>
    <p:extLst>
      <p:ext uri="{BB962C8B-B14F-4D97-AF65-F5344CB8AC3E}">
        <p14:creationId xmlns:p14="http://schemas.microsoft.com/office/powerpoint/2010/main" val="2805595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63"/>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Ticket Counts (AYS)</a:t>
            </a:r>
            <a:endParaRPr/>
          </a:p>
        </p:txBody>
      </p:sp>
      <p:pic>
        <p:nvPicPr>
          <p:cNvPr id="678" name="Google Shape;678;p63" title="Chart"/>
          <p:cNvPicPr preferRelativeResize="0"/>
          <p:nvPr/>
        </p:nvPicPr>
        <p:blipFill>
          <a:blip r:embed="rId3">
            <a:alphaModFix/>
          </a:blip>
          <a:stretch>
            <a:fillRect/>
          </a:stretch>
        </p:blipFill>
        <p:spPr>
          <a:xfrm>
            <a:off x="196000" y="603271"/>
            <a:ext cx="4314201" cy="2667599"/>
          </a:xfrm>
          <a:prstGeom prst="rect">
            <a:avLst/>
          </a:prstGeom>
          <a:noFill/>
          <a:ln>
            <a:noFill/>
          </a:ln>
        </p:spPr>
      </p:pic>
      <p:pic>
        <p:nvPicPr>
          <p:cNvPr id="679" name="Google Shape;679;p63" title="Chart"/>
          <p:cNvPicPr preferRelativeResize="0"/>
          <p:nvPr/>
        </p:nvPicPr>
        <p:blipFill>
          <a:blip r:embed="rId4">
            <a:alphaModFix/>
          </a:blip>
          <a:stretch>
            <a:fillRect/>
          </a:stretch>
        </p:blipFill>
        <p:spPr>
          <a:xfrm>
            <a:off x="4510200" y="803301"/>
            <a:ext cx="4329000" cy="2341074"/>
          </a:xfrm>
          <a:prstGeom prst="rect">
            <a:avLst/>
          </a:prstGeom>
          <a:noFill/>
          <a:ln>
            <a:noFill/>
          </a:ln>
        </p:spPr>
      </p:pic>
      <p:sp>
        <p:nvSpPr>
          <p:cNvPr id="680" name="Google Shape;680;p63"/>
          <p:cNvSpPr txBox="1"/>
          <p:nvPr/>
        </p:nvSpPr>
        <p:spPr>
          <a:xfrm>
            <a:off x="424675" y="3379300"/>
            <a:ext cx="8249400" cy="123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681" name="Google Shape;681;p63"/>
          <p:cNvSpPr txBox="1"/>
          <p:nvPr/>
        </p:nvSpPr>
        <p:spPr>
          <a:xfrm>
            <a:off x="885350" y="3224875"/>
            <a:ext cx="7630800" cy="132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Tree>
    <p:extLst>
      <p:ext uri="{BB962C8B-B14F-4D97-AF65-F5344CB8AC3E}">
        <p14:creationId xmlns:p14="http://schemas.microsoft.com/office/powerpoint/2010/main" val="1290899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64"/>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Aging by App (AYS)</a:t>
            </a:r>
            <a:endParaRPr/>
          </a:p>
        </p:txBody>
      </p:sp>
      <p:pic>
        <p:nvPicPr>
          <p:cNvPr id="687" name="Google Shape;687;p64" title="Chart"/>
          <p:cNvPicPr preferRelativeResize="0"/>
          <p:nvPr/>
        </p:nvPicPr>
        <p:blipFill>
          <a:blip r:embed="rId3">
            <a:alphaModFix/>
          </a:blip>
          <a:stretch>
            <a:fillRect/>
          </a:stretch>
        </p:blipFill>
        <p:spPr>
          <a:xfrm>
            <a:off x="931475" y="603275"/>
            <a:ext cx="6549975" cy="4050049"/>
          </a:xfrm>
          <a:prstGeom prst="rect">
            <a:avLst/>
          </a:prstGeom>
          <a:noFill/>
          <a:ln>
            <a:noFill/>
          </a:ln>
        </p:spPr>
      </p:pic>
    </p:spTree>
    <p:extLst>
      <p:ext uri="{BB962C8B-B14F-4D97-AF65-F5344CB8AC3E}">
        <p14:creationId xmlns:p14="http://schemas.microsoft.com/office/powerpoint/2010/main" val="1376572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5"/>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AYS tickets - Rerouting</a:t>
            </a:r>
            <a:endParaRPr/>
          </a:p>
        </p:txBody>
      </p:sp>
      <p:sp>
        <p:nvSpPr>
          <p:cNvPr id="693" name="Google Shape;693;p65"/>
          <p:cNvSpPr txBox="1"/>
          <p:nvPr/>
        </p:nvSpPr>
        <p:spPr>
          <a:xfrm>
            <a:off x="756025" y="805600"/>
            <a:ext cx="7907400" cy="30861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By default most of tickets are getting assigned to the Payment assignment group instead of the being assigned to the billing related assignment group</a:t>
            </a:r>
            <a:endParaRPr>
              <a:solidFill>
                <a:schemeClr val="dk1"/>
              </a:solidFill>
              <a:latin typeface="Calibri"/>
              <a:ea typeface="Calibri"/>
              <a:cs typeface="Calibri"/>
              <a:sym typeface="Calibri"/>
            </a:endParaRPr>
          </a:p>
          <a:p>
            <a:pPr marL="457200" lvl="0" indent="0" algn="l" rtl="0">
              <a:spcBef>
                <a:spcPts val="0"/>
              </a:spcBef>
              <a:spcAft>
                <a:spcPts val="0"/>
              </a:spcAft>
              <a:buNone/>
            </a:pPr>
            <a:endParaRPr b="1">
              <a:solidFill>
                <a:srgbClr val="222222"/>
              </a:solidFill>
            </a:endParaRPr>
          </a:p>
          <a:p>
            <a:pPr marL="457200" lvl="0" indent="-317500" algn="l" rtl="0">
              <a:spcBef>
                <a:spcPts val="0"/>
              </a:spcBef>
              <a:spcAft>
                <a:spcPts val="0"/>
              </a:spcAft>
              <a:buClr>
                <a:schemeClr val="dk1"/>
              </a:buClr>
              <a:buSzPts val="1400"/>
              <a:buFont typeface="Calibri"/>
              <a:buChar char="●"/>
            </a:pPr>
            <a:r>
              <a:rPr lang="en-US" b="1">
                <a:solidFill>
                  <a:srgbClr val="222222"/>
                </a:solidFill>
              </a:rPr>
              <a:t>Babu ( Payments)</a:t>
            </a:r>
            <a:r>
              <a:rPr lang="en-US">
                <a:solidFill>
                  <a:srgbClr val="222222"/>
                </a:solidFill>
              </a:rPr>
              <a:t> - Babu and Brent scheduled to  meet with Business on 7/23 to enable rerouting of tickets to the right assignment group</a:t>
            </a:r>
            <a:endParaRPr>
              <a:solidFill>
                <a:srgbClr val="222222"/>
              </a:solidFill>
            </a:endParaRPr>
          </a:p>
          <a:p>
            <a:pPr marL="457200" lvl="0" indent="0" algn="l" rtl="0">
              <a:spcBef>
                <a:spcPts val="0"/>
              </a:spcBef>
              <a:spcAft>
                <a:spcPts val="0"/>
              </a:spcAft>
              <a:buNone/>
            </a:pPr>
            <a:endParaRPr>
              <a:solidFill>
                <a:srgbClr val="222222"/>
              </a:solidFill>
            </a:endParaRPr>
          </a:p>
          <a:p>
            <a:pPr marL="457200" lvl="0" indent="-317500" algn="l" rtl="0">
              <a:spcBef>
                <a:spcPts val="0"/>
              </a:spcBef>
              <a:spcAft>
                <a:spcPts val="0"/>
              </a:spcAft>
              <a:buClr>
                <a:schemeClr val="dk1"/>
              </a:buClr>
              <a:buSzPts val="1400"/>
              <a:buFont typeface="Calibri"/>
              <a:buChar char="●"/>
            </a:pPr>
            <a:r>
              <a:rPr lang="en-US" b="1">
                <a:solidFill>
                  <a:srgbClr val="222222"/>
                </a:solidFill>
              </a:rPr>
              <a:t>Iggy (RMiCW)</a:t>
            </a:r>
            <a:r>
              <a:rPr lang="en-US">
                <a:solidFill>
                  <a:srgbClr val="222222"/>
                </a:solidFill>
              </a:rPr>
              <a:t> : There are duplicates and the number may not be accurate as we have duplicate entries from Jira in AYS and needs to be cleaned up </a:t>
            </a:r>
            <a:endParaRPr>
              <a:solidFill>
                <a:srgbClr val="222222"/>
              </a:solidFill>
            </a:endParaRPr>
          </a:p>
          <a:p>
            <a:pPr marL="457200" lvl="0" indent="0" algn="l" rtl="0">
              <a:spcBef>
                <a:spcPts val="0"/>
              </a:spcBef>
              <a:spcAft>
                <a:spcPts val="0"/>
              </a:spcAft>
              <a:buNone/>
            </a:pPr>
            <a:endParaRPr>
              <a:solidFill>
                <a:srgbClr val="222222"/>
              </a:solidFill>
            </a:endParaRPr>
          </a:p>
          <a:p>
            <a:pPr marL="457200" lvl="0" indent="0" algn="l" rtl="0">
              <a:spcBef>
                <a:spcPts val="0"/>
              </a:spcBef>
              <a:spcAft>
                <a:spcPts val="0"/>
              </a:spcAft>
              <a:buNone/>
            </a:pPr>
            <a:r>
              <a:rPr lang="en-US">
                <a:solidFill>
                  <a:srgbClr val="222222"/>
                </a:solidFill>
              </a:rPr>
              <a:t>RMiCW breakdown out of </a:t>
            </a:r>
            <a:r>
              <a:rPr lang="en-US">
                <a:solidFill>
                  <a:srgbClr val="0000FF"/>
                </a:solidFill>
              </a:rPr>
              <a:t>total </a:t>
            </a:r>
            <a:r>
              <a:rPr lang="en-US" sz="1800">
                <a:solidFill>
                  <a:srgbClr val="0000FF"/>
                </a:solidFill>
              </a:rPr>
              <a:t>53</a:t>
            </a:r>
            <a:r>
              <a:rPr lang="en-US">
                <a:solidFill>
                  <a:srgbClr val="222222"/>
                </a:solidFill>
              </a:rPr>
              <a:t>, below have to be redirected to right assignment grps</a:t>
            </a:r>
            <a:endParaRPr>
              <a:solidFill>
                <a:srgbClr val="222222"/>
              </a:solidFill>
            </a:endParaRPr>
          </a:p>
          <a:p>
            <a:pPr marL="914400" lvl="0" indent="0" algn="l" rtl="0">
              <a:spcBef>
                <a:spcPts val="0"/>
              </a:spcBef>
              <a:spcAft>
                <a:spcPts val="0"/>
              </a:spcAft>
              <a:buNone/>
            </a:pPr>
            <a:r>
              <a:rPr lang="en-US">
                <a:solidFill>
                  <a:srgbClr val="222222"/>
                </a:solidFill>
              </a:rPr>
              <a:t>  Optix - </a:t>
            </a:r>
            <a:r>
              <a:rPr lang="en-US" sz="1800">
                <a:solidFill>
                  <a:srgbClr val="0000FF"/>
                </a:solidFill>
              </a:rPr>
              <a:t>31</a:t>
            </a:r>
            <a:endParaRPr sz="1800">
              <a:solidFill>
                <a:srgbClr val="0000FF"/>
              </a:solidFill>
            </a:endParaRPr>
          </a:p>
          <a:p>
            <a:pPr marL="914400" lvl="0" indent="0" algn="l" rtl="0">
              <a:spcBef>
                <a:spcPts val="0"/>
              </a:spcBef>
              <a:spcAft>
                <a:spcPts val="0"/>
              </a:spcAft>
              <a:buNone/>
            </a:pPr>
            <a:r>
              <a:rPr lang="en-US">
                <a:solidFill>
                  <a:srgbClr val="222222"/>
                </a:solidFill>
              </a:rPr>
              <a:t>  Bill format related -</a:t>
            </a:r>
            <a:r>
              <a:rPr lang="en-US" sz="1800">
                <a:solidFill>
                  <a:srgbClr val="222222"/>
                </a:solidFill>
              </a:rPr>
              <a:t> </a:t>
            </a:r>
            <a:r>
              <a:rPr lang="en-US" sz="1800">
                <a:solidFill>
                  <a:srgbClr val="0000FF"/>
                </a:solidFill>
              </a:rPr>
              <a:t>15</a:t>
            </a:r>
            <a:endParaRPr sz="1800">
              <a:solidFill>
                <a:srgbClr val="0000FF"/>
              </a:solidFill>
            </a:endParaRPr>
          </a:p>
          <a:p>
            <a:pPr marL="0" lvl="0" indent="0" algn="l" rtl="0">
              <a:spcBef>
                <a:spcPts val="0"/>
              </a:spcBef>
              <a:spcAft>
                <a:spcPts val="0"/>
              </a:spcAft>
              <a:buNone/>
            </a:pPr>
            <a:endParaRPr>
              <a:solidFill>
                <a:srgbClr val="222222"/>
              </a:solidFill>
            </a:endParaRPr>
          </a:p>
          <a:p>
            <a:pPr marL="0" lvl="0" indent="0" algn="l" rtl="0">
              <a:spcBef>
                <a:spcPts val="0"/>
              </a:spcBef>
              <a:spcAft>
                <a:spcPts val="0"/>
              </a:spcAft>
              <a:buNone/>
            </a:pPr>
            <a:endParaRPr>
              <a:latin typeface="Calibri"/>
              <a:ea typeface="Calibri"/>
              <a:cs typeface="Calibri"/>
              <a:sym typeface="Calibri"/>
            </a:endParaRPr>
          </a:p>
        </p:txBody>
      </p:sp>
    </p:spTree>
    <p:extLst>
      <p:ext uri="{BB962C8B-B14F-4D97-AF65-F5344CB8AC3E}">
        <p14:creationId xmlns:p14="http://schemas.microsoft.com/office/powerpoint/2010/main" val="153701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66"/>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Ticket Count (JIRA)</a:t>
            </a:r>
            <a:endParaRPr/>
          </a:p>
        </p:txBody>
      </p:sp>
      <p:pic>
        <p:nvPicPr>
          <p:cNvPr id="699" name="Google Shape;699;p66" title="Chart"/>
          <p:cNvPicPr preferRelativeResize="0"/>
          <p:nvPr/>
        </p:nvPicPr>
        <p:blipFill>
          <a:blip r:embed="rId3">
            <a:alphaModFix/>
          </a:blip>
          <a:stretch>
            <a:fillRect/>
          </a:stretch>
        </p:blipFill>
        <p:spPr>
          <a:xfrm>
            <a:off x="455950" y="603275"/>
            <a:ext cx="4065801" cy="3077725"/>
          </a:xfrm>
          <a:prstGeom prst="rect">
            <a:avLst/>
          </a:prstGeom>
          <a:noFill/>
          <a:ln>
            <a:noFill/>
          </a:ln>
        </p:spPr>
      </p:pic>
      <p:pic>
        <p:nvPicPr>
          <p:cNvPr id="700" name="Google Shape;700;p66" title="Chart"/>
          <p:cNvPicPr preferRelativeResize="0"/>
          <p:nvPr/>
        </p:nvPicPr>
        <p:blipFill>
          <a:blip r:embed="rId4">
            <a:alphaModFix/>
          </a:blip>
          <a:stretch>
            <a:fillRect/>
          </a:stretch>
        </p:blipFill>
        <p:spPr>
          <a:xfrm>
            <a:off x="4521750" y="603275"/>
            <a:ext cx="4397349" cy="3189276"/>
          </a:xfrm>
          <a:prstGeom prst="rect">
            <a:avLst/>
          </a:prstGeom>
          <a:noFill/>
          <a:ln>
            <a:noFill/>
          </a:ln>
        </p:spPr>
      </p:pic>
      <p:sp>
        <p:nvSpPr>
          <p:cNvPr id="701" name="Google Shape;701;p66"/>
          <p:cNvSpPr txBox="1"/>
          <p:nvPr/>
        </p:nvSpPr>
        <p:spPr>
          <a:xfrm>
            <a:off x="1183650" y="3297975"/>
            <a:ext cx="4445400" cy="1328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100">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p:txBody>
      </p:sp>
      <p:sp>
        <p:nvSpPr>
          <p:cNvPr id="702" name="Google Shape;702;p66"/>
          <p:cNvSpPr txBox="1"/>
          <p:nvPr/>
        </p:nvSpPr>
        <p:spPr>
          <a:xfrm>
            <a:off x="885350" y="3224875"/>
            <a:ext cx="7630800" cy="132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Tree>
    <p:extLst>
      <p:ext uri="{BB962C8B-B14F-4D97-AF65-F5344CB8AC3E}">
        <p14:creationId xmlns:p14="http://schemas.microsoft.com/office/powerpoint/2010/main" val="4066737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67"/>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Aging by App (JIRA)</a:t>
            </a:r>
            <a:endParaRPr/>
          </a:p>
        </p:txBody>
      </p:sp>
      <p:pic>
        <p:nvPicPr>
          <p:cNvPr id="708" name="Google Shape;708;p67" title="Chart"/>
          <p:cNvPicPr preferRelativeResize="0"/>
          <p:nvPr/>
        </p:nvPicPr>
        <p:blipFill>
          <a:blip r:embed="rId3">
            <a:alphaModFix/>
          </a:blip>
          <a:stretch>
            <a:fillRect/>
          </a:stretch>
        </p:blipFill>
        <p:spPr>
          <a:xfrm>
            <a:off x="1363175" y="783550"/>
            <a:ext cx="6172500" cy="3816650"/>
          </a:xfrm>
          <a:prstGeom prst="rect">
            <a:avLst/>
          </a:prstGeom>
          <a:noFill/>
          <a:ln>
            <a:noFill/>
          </a:ln>
        </p:spPr>
      </p:pic>
      <p:sp>
        <p:nvSpPr>
          <p:cNvPr id="709" name="Google Shape;709;p67"/>
          <p:cNvSpPr txBox="1"/>
          <p:nvPr/>
        </p:nvSpPr>
        <p:spPr>
          <a:xfrm>
            <a:off x="966725" y="4155750"/>
            <a:ext cx="6978000" cy="4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710" name="Google Shape;710;p67"/>
          <p:cNvSpPr txBox="1"/>
          <p:nvPr/>
        </p:nvSpPr>
        <p:spPr>
          <a:xfrm>
            <a:off x="768425" y="4155750"/>
            <a:ext cx="7895100" cy="362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Payment team has scheduled daily meeting to review the Jira tickets and track them to resolution</a:t>
            </a:r>
            <a:endParaRPr>
              <a:latin typeface="Calibri"/>
              <a:ea typeface="Calibri"/>
              <a:cs typeface="Calibri"/>
              <a:sym typeface="Calibri"/>
            </a:endParaRPr>
          </a:p>
        </p:txBody>
      </p:sp>
    </p:spTree>
    <p:extLst>
      <p:ext uri="{BB962C8B-B14F-4D97-AF65-F5344CB8AC3E}">
        <p14:creationId xmlns:p14="http://schemas.microsoft.com/office/powerpoint/2010/main" val="989797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68"/>
          <p:cNvSpPr txBox="1">
            <a:spLocks noGrp="1"/>
          </p:cNvSpPr>
          <p:nvPr>
            <p:ph type="title"/>
          </p:nvPr>
        </p:nvSpPr>
        <p:spPr>
          <a:xfrm>
            <a:off x="196010" y="150264"/>
            <a:ext cx="8723100" cy="45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a:t>Incident Ticket Distribution - Last Week</a:t>
            </a:r>
            <a:endParaRPr/>
          </a:p>
        </p:txBody>
      </p:sp>
      <p:pic>
        <p:nvPicPr>
          <p:cNvPr id="716" name="Google Shape;716;p68" descr="File:Green Light Icon.svg - Wikimedia Commons"/>
          <p:cNvPicPr preferRelativeResize="0"/>
          <p:nvPr/>
        </p:nvPicPr>
        <p:blipFill rotWithShape="1">
          <a:blip r:embed="rId3">
            <a:alphaModFix/>
          </a:blip>
          <a:srcRect/>
          <a:stretch/>
        </p:blipFill>
        <p:spPr>
          <a:xfrm>
            <a:off x="8767278" y="104705"/>
            <a:ext cx="303563" cy="303563"/>
          </a:xfrm>
          <a:prstGeom prst="rect">
            <a:avLst/>
          </a:prstGeom>
          <a:noFill/>
          <a:ln>
            <a:noFill/>
          </a:ln>
        </p:spPr>
      </p:pic>
      <p:pic>
        <p:nvPicPr>
          <p:cNvPr id="717" name="Google Shape;717;p68"/>
          <p:cNvPicPr preferRelativeResize="0"/>
          <p:nvPr/>
        </p:nvPicPr>
        <p:blipFill>
          <a:blip r:embed="rId4">
            <a:alphaModFix/>
          </a:blip>
          <a:stretch>
            <a:fillRect/>
          </a:stretch>
        </p:blipFill>
        <p:spPr>
          <a:xfrm>
            <a:off x="609600" y="527075"/>
            <a:ext cx="7953375" cy="4080350"/>
          </a:xfrm>
          <a:prstGeom prst="rect">
            <a:avLst/>
          </a:prstGeom>
          <a:noFill/>
          <a:ln>
            <a:noFill/>
          </a:ln>
        </p:spPr>
      </p:pic>
    </p:spTree>
    <p:extLst>
      <p:ext uri="{BB962C8B-B14F-4D97-AF65-F5344CB8AC3E}">
        <p14:creationId xmlns:p14="http://schemas.microsoft.com/office/powerpoint/2010/main" val="1351331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69"/>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Font typeface="Arial"/>
              <a:buNone/>
            </a:pPr>
            <a:r>
              <a:rPr lang="en-US"/>
              <a:t>Application Maintenance - PCASE request </a:t>
            </a:r>
            <a:endParaRPr/>
          </a:p>
        </p:txBody>
      </p:sp>
      <p:sp>
        <p:nvSpPr>
          <p:cNvPr id="723" name="Google Shape;723;p69"/>
          <p:cNvSpPr/>
          <p:nvPr/>
        </p:nvSpPr>
        <p:spPr>
          <a:xfrm>
            <a:off x="196000" y="458575"/>
            <a:ext cx="8541300" cy="397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rgbClr val="222222"/>
                </a:solidFill>
              </a:rPr>
              <a:t>Below are few recent PCASE requests that are in WORK IN PROGRESS - follow up calls scheduled</a:t>
            </a:r>
            <a:endParaRPr>
              <a:solidFill>
                <a:srgbClr val="222222"/>
              </a:solidFill>
            </a:endParaRPr>
          </a:p>
          <a:p>
            <a:pPr marL="0" lvl="0" indent="0" algn="l" rtl="0">
              <a:spcBef>
                <a:spcPts val="0"/>
              </a:spcBef>
              <a:spcAft>
                <a:spcPts val="0"/>
              </a:spcAft>
              <a:buClr>
                <a:schemeClr val="dk1"/>
              </a:buClr>
              <a:buSzPts val="1100"/>
              <a:buFont typeface="Arial"/>
              <a:buNone/>
            </a:pPr>
            <a:endParaRPr>
              <a:solidFill>
                <a:srgbClr val="222222"/>
              </a:solidFill>
            </a:endParaRPr>
          </a:p>
          <a:p>
            <a:pPr marL="0" lvl="0" indent="0" algn="l" rtl="0">
              <a:spcBef>
                <a:spcPts val="0"/>
              </a:spcBef>
              <a:spcAft>
                <a:spcPts val="0"/>
              </a:spcAft>
              <a:buClr>
                <a:schemeClr val="dk1"/>
              </a:buClr>
              <a:buSzPts val="1100"/>
              <a:buFont typeface="Arial"/>
              <a:buNone/>
            </a:pPr>
            <a:endParaRPr>
              <a:solidFill>
                <a:srgbClr val="222222"/>
              </a:solidFill>
            </a:endParaRPr>
          </a:p>
          <a:p>
            <a:pPr marL="0" lvl="0" indent="0" algn="l" rtl="0">
              <a:spcBef>
                <a:spcPts val="0"/>
              </a:spcBef>
              <a:spcAft>
                <a:spcPts val="0"/>
              </a:spcAft>
              <a:buClr>
                <a:schemeClr val="dk1"/>
              </a:buClr>
              <a:buSzPts val="1100"/>
              <a:buFont typeface="Arial"/>
              <a:buNone/>
            </a:pPr>
            <a:endParaRPr>
              <a:solidFill>
                <a:srgbClr val="222222"/>
              </a:solidFill>
            </a:endParaRPr>
          </a:p>
          <a:p>
            <a:pPr marL="0" lvl="0" indent="0" algn="l" rtl="0">
              <a:spcBef>
                <a:spcPts val="0"/>
              </a:spcBef>
              <a:spcAft>
                <a:spcPts val="0"/>
              </a:spcAft>
              <a:buClr>
                <a:schemeClr val="dk1"/>
              </a:buClr>
              <a:buSzPts val="1100"/>
              <a:buFont typeface="Arial"/>
              <a:buNone/>
            </a:pPr>
            <a:endParaRPr>
              <a:solidFill>
                <a:srgbClr val="222222"/>
              </a:solidFill>
            </a:endParaRPr>
          </a:p>
          <a:p>
            <a:pPr marL="0" lvl="0" indent="0" algn="l" rtl="0">
              <a:spcBef>
                <a:spcPts val="0"/>
              </a:spcBef>
              <a:spcAft>
                <a:spcPts val="0"/>
              </a:spcAft>
              <a:buNone/>
            </a:pPr>
            <a:endParaRPr b="1" u="sng">
              <a:solidFill>
                <a:schemeClr val="dk1"/>
              </a:solidFill>
            </a:endParaRPr>
          </a:p>
        </p:txBody>
      </p:sp>
      <p:pic>
        <p:nvPicPr>
          <p:cNvPr id="724" name="Google Shape;724;p69"/>
          <p:cNvPicPr preferRelativeResize="0"/>
          <p:nvPr/>
        </p:nvPicPr>
        <p:blipFill>
          <a:blip r:embed="rId3">
            <a:alphaModFix/>
          </a:blip>
          <a:stretch>
            <a:fillRect/>
          </a:stretch>
        </p:blipFill>
        <p:spPr>
          <a:xfrm>
            <a:off x="252250" y="1117125"/>
            <a:ext cx="8610600" cy="2749800"/>
          </a:xfrm>
          <a:prstGeom prst="rect">
            <a:avLst/>
          </a:prstGeom>
          <a:noFill/>
          <a:ln>
            <a:noFill/>
          </a:ln>
        </p:spPr>
      </p:pic>
    </p:spTree>
    <p:extLst>
      <p:ext uri="{BB962C8B-B14F-4D97-AF65-F5344CB8AC3E}">
        <p14:creationId xmlns:p14="http://schemas.microsoft.com/office/powerpoint/2010/main" val="300769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70"/>
          <p:cNvSpPr txBox="1">
            <a:spLocks noGrp="1"/>
          </p:cNvSpPr>
          <p:nvPr>
            <p:ph type="title"/>
          </p:nvPr>
        </p:nvSpPr>
        <p:spPr>
          <a:xfrm>
            <a:off x="196010" y="359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IRB</a:t>
            </a:r>
            <a:endParaRPr/>
          </a:p>
        </p:txBody>
      </p:sp>
      <p:sp>
        <p:nvSpPr>
          <p:cNvPr id="730" name="Google Shape;730;p70"/>
          <p:cNvSpPr/>
          <p:nvPr/>
        </p:nvSpPr>
        <p:spPr>
          <a:xfrm>
            <a:off x="239125" y="527075"/>
            <a:ext cx="8541300" cy="4071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u="sng">
                <a:solidFill>
                  <a:schemeClr val="dk1"/>
                </a:solidFill>
              </a:rPr>
              <a:t>Upcoming Dates :</a:t>
            </a:r>
            <a:endParaRPr b="1" u="sng">
              <a:solidFill>
                <a:schemeClr val="dk1"/>
              </a:solidFill>
            </a:endParaRPr>
          </a:p>
          <a:p>
            <a:pPr marL="0" lvl="0" indent="0" algn="l" rtl="0">
              <a:spcBef>
                <a:spcPts val="0"/>
              </a:spcBef>
              <a:spcAft>
                <a:spcPts val="0"/>
              </a:spcAft>
              <a:buNone/>
            </a:pPr>
            <a:endParaRPr b="1" u="sng">
              <a:solidFill>
                <a:schemeClr val="dk1"/>
              </a:solidFill>
            </a:endParaRPr>
          </a:p>
          <a:p>
            <a:pPr marL="457200" lvl="0" indent="-317500" algn="l" rtl="0">
              <a:spcBef>
                <a:spcPts val="0"/>
              </a:spcBef>
              <a:spcAft>
                <a:spcPts val="0"/>
              </a:spcAft>
              <a:buClr>
                <a:schemeClr val="dk1"/>
              </a:buClr>
              <a:buSzPts val="1400"/>
              <a:buChar char="●"/>
            </a:pPr>
            <a:r>
              <a:rPr lang="en-US">
                <a:solidFill>
                  <a:schemeClr val="dk1"/>
                </a:solidFill>
              </a:rPr>
              <a:t>First MDV date pushed from 7/12 ⇒ 7/26</a:t>
            </a:r>
            <a:endParaRPr>
              <a:solidFill>
                <a:schemeClr val="dk1"/>
              </a:solidFill>
            </a:endParaRPr>
          </a:p>
          <a:p>
            <a:pPr marL="457200" lvl="0" indent="-317500" algn="l" rtl="0">
              <a:spcBef>
                <a:spcPts val="0"/>
              </a:spcBef>
              <a:spcAft>
                <a:spcPts val="0"/>
              </a:spcAft>
              <a:buClr>
                <a:schemeClr val="dk1"/>
              </a:buClr>
              <a:buSzPts val="1400"/>
              <a:buChar char="●"/>
            </a:pPr>
            <a:r>
              <a:rPr lang="en-US">
                <a:solidFill>
                  <a:schemeClr val="dk1"/>
                </a:solidFill>
              </a:rPr>
              <a:t>Revised RIRB dates now have MDV starting before NY completes.  Team needs to be conscious of hard-coded region values as we switch the region we are actively converting.</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b="1" u="sng">
              <a:solidFill>
                <a:schemeClr val="dk1"/>
              </a:solidFill>
            </a:endParaRPr>
          </a:p>
          <a:p>
            <a:pPr marL="0" lvl="0" indent="0" algn="l" rtl="0">
              <a:spcBef>
                <a:spcPts val="0"/>
              </a:spcBef>
              <a:spcAft>
                <a:spcPts val="0"/>
              </a:spcAft>
              <a:buNone/>
            </a:pPr>
            <a:endParaRPr>
              <a:solidFill>
                <a:schemeClr val="dk1"/>
              </a:solidFill>
            </a:endParaRPr>
          </a:p>
          <a:p>
            <a:pPr marL="91440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p:txBody>
      </p:sp>
      <p:pic>
        <p:nvPicPr>
          <p:cNvPr id="731" name="Google Shape;731;p70"/>
          <p:cNvPicPr preferRelativeResize="0"/>
          <p:nvPr/>
        </p:nvPicPr>
        <p:blipFill>
          <a:blip r:embed="rId3">
            <a:alphaModFix/>
          </a:blip>
          <a:stretch>
            <a:fillRect/>
          </a:stretch>
        </p:blipFill>
        <p:spPr>
          <a:xfrm>
            <a:off x="1423988" y="2205038"/>
            <a:ext cx="5076825" cy="1038225"/>
          </a:xfrm>
          <a:prstGeom prst="rect">
            <a:avLst/>
          </a:prstGeom>
          <a:noFill/>
          <a:ln>
            <a:noFill/>
          </a:ln>
        </p:spPr>
      </p:pic>
    </p:spTree>
    <p:extLst>
      <p:ext uri="{BB962C8B-B14F-4D97-AF65-F5344CB8AC3E}">
        <p14:creationId xmlns:p14="http://schemas.microsoft.com/office/powerpoint/2010/main" val="1145712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71"/>
          <p:cNvSpPr txBox="1">
            <a:spLocks noGrp="1"/>
          </p:cNvSpPr>
          <p:nvPr>
            <p:ph type="title"/>
          </p:nvPr>
        </p:nvSpPr>
        <p:spPr>
          <a:xfrm>
            <a:off x="210450" y="72906"/>
            <a:ext cx="8723100" cy="69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Knowledge Transfer : Status</a:t>
            </a:r>
            <a:endParaRPr>
              <a:solidFill>
                <a:srgbClr val="FF0000"/>
              </a:solidFill>
            </a:endParaRPr>
          </a:p>
        </p:txBody>
      </p:sp>
      <p:sp>
        <p:nvSpPr>
          <p:cNvPr id="737" name="Google Shape;737;p71"/>
          <p:cNvSpPr txBox="1"/>
          <p:nvPr/>
        </p:nvSpPr>
        <p:spPr>
          <a:xfrm>
            <a:off x="210450" y="72900"/>
            <a:ext cx="8640300" cy="4854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rPr>
              <a:t>Remittance Processing: </a:t>
            </a:r>
            <a:endParaRPr b="1">
              <a:solidFill>
                <a:schemeClr val="dk1"/>
              </a:solidFill>
            </a:endParaRPr>
          </a:p>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Reverse KT from Sujith on 7/9 and 7/10 and AID document submitted for review</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iFinals</a:t>
            </a:r>
            <a:r>
              <a:rPr lang="en-US">
                <a:solidFill>
                  <a:schemeClr val="dk1"/>
                </a:solidFill>
                <a:latin typeface="Calibri"/>
                <a:ea typeface="Calibri"/>
                <a:cs typeface="Calibri"/>
                <a:sym typeface="Calibri"/>
              </a:rPr>
              <a:t>:- </a:t>
            </a:r>
            <a:r>
              <a:rPr lang="en-US" i="1">
                <a:solidFill>
                  <a:schemeClr val="dk1"/>
                </a:solidFill>
                <a:latin typeface="Calibri"/>
                <a:ea typeface="Calibri"/>
                <a:cs typeface="Calibri"/>
                <a:sym typeface="Calibri"/>
              </a:rPr>
              <a:t>Primary Support in progress.</a:t>
            </a:r>
            <a:endParaRPr i="1">
              <a:solidFill>
                <a:schemeClr val="dk1"/>
              </a:solidFill>
              <a:latin typeface="Calibri"/>
              <a:ea typeface="Calibri"/>
              <a:cs typeface="Calibri"/>
              <a:sym typeface="Calibri"/>
            </a:endParaRPr>
          </a:p>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Spandana in Primary support and Kibere tentative date to be back is Mid July</a:t>
            </a: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RMiCW</a:t>
            </a:r>
            <a:r>
              <a:rPr lang="en-US">
                <a:solidFill>
                  <a:schemeClr val="dk1"/>
                </a:solidFill>
                <a:latin typeface="Calibri"/>
                <a:ea typeface="Calibri"/>
                <a:cs typeface="Calibri"/>
                <a:sym typeface="Calibri"/>
              </a:rPr>
              <a:t>:  </a:t>
            </a:r>
            <a:endParaRPr i="1">
              <a:solidFill>
                <a:schemeClr val="dk1"/>
              </a:solidFill>
              <a:latin typeface="Calibri"/>
              <a:ea typeface="Calibri"/>
              <a:cs typeface="Calibri"/>
              <a:sym typeface="Calibri"/>
            </a:endParaRPr>
          </a:p>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 Mekebib Gezahegn replaces Leena for RMiCW application </a:t>
            </a:r>
            <a:endParaRPr>
              <a:solidFill>
                <a:schemeClr val="dk1"/>
              </a:solidFill>
              <a:latin typeface="Calibri"/>
              <a:ea typeface="Calibri"/>
              <a:cs typeface="Calibri"/>
              <a:sym typeface="Calibri"/>
            </a:endParaRPr>
          </a:p>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Mekebib Gezahegn working on his access issues with Vz  helpdesk</a:t>
            </a:r>
            <a:endParaRPr>
              <a:solidFill>
                <a:schemeClr val="dk1"/>
              </a:solidFill>
              <a:latin typeface="Calibri"/>
              <a:ea typeface="Calibri"/>
              <a:cs typeface="Calibri"/>
              <a:sym typeface="Calibri"/>
            </a:endParaRPr>
          </a:p>
          <a:p>
            <a:pPr marL="45720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Settlements</a:t>
            </a:r>
            <a:r>
              <a:rPr lang="en-US">
                <a:solidFill>
                  <a:schemeClr val="dk1"/>
                </a:solidFill>
                <a:latin typeface="Calibri"/>
                <a:ea typeface="Calibri"/>
                <a:cs typeface="Calibri"/>
                <a:sym typeface="Calibri"/>
              </a:rPr>
              <a:t>:</a:t>
            </a:r>
            <a:endParaRPr i="1">
              <a:solidFill>
                <a:schemeClr val="dk1"/>
              </a:solidFill>
              <a:latin typeface="Calibri"/>
              <a:ea typeface="Calibri"/>
              <a:cs typeface="Calibri"/>
              <a:sym typeface="Calibri"/>
            </a:endParaRPr>
          </a:p>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Reverse KT from Imtiyaz completed on 7/16 and Reverse KT scored obtained</a:t>
            </a:r>
            <a:endParaRPr>
              <a:solidFill>
                <a:schemeClr val="dk1"/>
              </a:solidFill>
              <a:latin typeface="Calibri"/>
              <a:ea typeface="Calibri"/>
              <a:cs typeface="Calibri"/>
              <a:sym typeface="Calibri"/>
            </a:endParaRPr>
          </a:p>
          <a:p>
            <a:pPr marL="457200" lvl="0" indent="-317500" algn="l" rtl="0">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USWIN id access pending and on the follow up item list </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b="1">
                <a:solidFill>
                  <a:schemeClr val="dk1"/>
                </a:solidFill>
                <a:latin typeface="Calibri"/>
                <a:ea typeface="Calibri"/>
                <a:cs typeface="Calibri"/>
                <a:sym typeface="Calibri"/>
              </a:rPr>
              <a:t>VEPS</a:t>
            </a:r>
            <a:endParaRPr b="1">
              <a:solidFill>
                <a:schemeClr val="dk1"/>
              </a:solidFill>
              <a:latin typeface="Calibri"/>
              <a:ea typeface="Calibri"/>
              <a:cs typeface="Calibri"/>
              <a:sym typeface="Calibri"/>
            </a:endParaRPr>
          </a:p>
          <a:p>
            <a:pPr marL="457200" lvl="0" indent="-317500" algn="l" rtl="0">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Padma Yarabham Reverse KT completed, start secondary support role 7/5.</a:t>
            </a:r>
            <a:endParaRPr b="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b="1">
              <a:solidFill>
                <a:schemeClr val="dk1"/>
              </a:solidFill>
            </a:endParaRPr>
          </a:p>
          <a:p>
            <a:pPr marL="0" lvl="0" indent="0" algn="l" rtl="0">
              <a:lnSpc>
                <a:spcPct val="100000"/>
              </a:lnSpc>
              <a:spcBef>
                <a:spcPts val="0"/>
              </a:spcBef>
              <a:spcAft>
                <a:spcPts val="0"/>
              </a:spcAft>
              <a:buNone/>
            </a:pPr>
            <a:endParaRPr>
              <a:latin typeface="Calibri"/>
              <a:ea typeface="Calibri"/>
              <a:cs typeface="Calibri"/>
              <a:sym typeface="Calibri"/>
            </a:endParaRPr>
          </a:p>
        </p:txBody>
      </p:sp>
    </p:spTree>
    <p:extLst>
      <p:ext uri="{BB962C8B-B14F-4D97-AF65-F5344CB8AC3E}">
        <p14:creationId xmlns:p14="http://schemas.microsoft.com/office/powerpoint/2010/main" val="187195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73"/>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Font typeface="Arial"/>
              <a:buNone/>
            </a:pPr>
            <a:r>
              <a:rPr lang="en-US" dirty="0"/>
              <a:t>Application Maintenance - </a:t>
            </a:r>
            <a:r>
              <a:rPr lang="en-US" sz="1400" dirty="0">
                <a:solidFill>
                  <a:srgbClr val="45818E"/>
                </a:solidFill>
                <a:latin typeface="Arial"/>
                <a:ea typeface="Arial"/>
                <a:cs typeface="Arial"/>
                <a:sym typeface="Arial"/>
              </a:rPr>
              <a:t>Incident Management </a:t>
            </a:r>
            <a:endParaRPr dirty="0">
              <a:solidFill>
                <a:srgbClr val="45818E"/>
              </a:solidFill>
            </a:endParaRPr>
          </a:p>
        </p:txBody>
      </p:sp>
      <p:sp>
        <p:nvSpPr>
          <p:cNvPr id="743" name="Google Shape;743;p73"/>
          <p:cNvSpPr/>
          <p:nvPr/>
        </p:nvSpPr>
        <p:spPr>
          <a:xfrm>
            <a:off x="196000" y="709350"/>
            <a:ext cx="8541300" cy="372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dirty="0">
              <a:solidFill>
                <a:srgbClr val="1155CC"/>
              </a:solidFill>
            </a:endParaRPr>
          </a:p>
          <a:p>
            <a:pPr marL="0" lvl="0" indent="0" algn="l" rtl="0">
              <a:spcBef>
                <a:spcPts val="0"/>
              </a:spcBef>
              <a:spcAft>
                <a:spcPts val="0"/>
              </a:spcAft>
              <a:buNone/>
            </a:pPr>
            <a:r>
              <a:rPr lang="en-US" b="1" dirty="0">
                <a:solidFill>
                  <a:srgbClr val="1155CC"/>
                </a:solidFill>
              </a:rPr>
              <a:t>Review the incident management procedures and complianc</a:t>
            </a:r>
            <a:r>
              <a:rPr lang="en-US" b="1" u="sng" dirty="0">
                <a:solidFill>
                  <a:schemeClr val="dk1"/>
                </a:solidFill>
              </a:rPr>
              <a:t>e </a:t>
            </a:r>
            <a:endParaRPr b="1" u="sng" dirty="0">
              <a:solidFill>
                <a:schemeClr val="dk1"/>
              </a:solidFill>
            </a:endParaRPr>
          </a:p>
          <a:p>
            <a:pPr marL="0" marR="0" lvl="0" indent="0" algn="l" rtl="0">
              <a:lnSpc>
                <a:spcPct val="100000"/>
              </a:lnSpc>
              <a:spcBef>
                <a:spcPts val="0"/>
              </a:spcBef>
              <a:spcAft>
                <a:spcPts val="0"/>
              </a:spcAft>
              <a:buNone/>
            </a:pPr>
            <a:endParaRPr dirty="0">
              <a:solidFill>
                <a:schemeClr val="dk1"/>
              </a:solidFill>
            </a:endParaRPr>
          </a:p>
          <a:p>
            <a:pPr marL="0" marR="0" lvl="0" indent="0" algn="l" rtl="0">
              <a:lnSpc>
                <a:spcPct val="100000"/>
              </a:lnSpc>
              <a:spcBef>
                <a:spcPts val="0"/>
              </a:spcBef>
              <a:spcAft>
                <a:spcPts val="0"/>
              </a:spcAft>
              <a:buNone/>
            </a:pPr>
            <a:r>
              <a:rPr lang="en-US" dirty="0">
                <a:solidFill>
                  <a:schemeClr val="dk1"/>
                </a:solidFill>
              </a:rPr>
              <a:t>To streamline </a:t>
            </a:r>
            <a:r>
              <a:rPr lang="en-US" dirty="0" smtClean="0">
                <a:solidFill>
                  <a:schemeClr val="dk1"/>
                </a:solidFill>
              </a:rPr>
              <a:t>operations, </a:t>
            </a:r>
            <a:r>
              <a:rPr lang="en-US" dirty="0">
                <a:solidFill>
                  <a:schemeClr val="dk1"/>
                </a:solidFill>
              </a:rPr>
              <a:t>Below are a few procedures </a:t>
            </a:r>
            <a:r>
              <a:rPr lang="en-US" dirty="0" smtClean="0">
                <a:solidFill>
                  <a:schemeClr val="dk1"/>
                </a:solidFill>
              </a:rPr>
              <a:t>agreed to </a:t>
            </a:r>
            <a:r>
              <a:rPr lang="en-US" dirty="0">
                <a:solidFill>
                  <a:schemeClr val="dk1"/>
                </a:solidFill>
              </a:rPr>
              <a:t>comply</a:t>
            </a:r>
            <a:endParaRPr dirty="0">
              <a:solidFill>
                <a:schemeClr val="dk1"/>
              </a:solidFill>
            </a:endParaRPr>
          </a:p>
          <a:p>
            <a:pPr marL="0" marR="0" lvl="0" indent="0" algn="l" rtl="0">
              <a:lnSpc>
                <a:spcPct val="100000"/>
              </a:lnSpc>
              <a:spcBef>
                <a:spcPts val="0"/>
              </a:spcBef>
              <a:spcAft>
                <a:spcPts val="0"/>
              </a:spcAft>
              <a:buNone/>
            </a:pPr>
            <a:endParaRPr sz="1200" dirty="0">
              <a:solidFill>
                <a:schemeClr val="dk1"/>
              </a:solidFill>
            </a:endParaRPr>
          </a:p>
          <a:p>
            <a:pPr marL="457200" marR="0" lvl="0" indent="-317500" algn="l" rtl="0">
              <a:lnSpc>
                <a:spcPct val="100000"/>
              </a:lnSpc>
              <a:spcBef>
                <a:spcPts val="0"/>
              </a:spcBef>
              <a:spcAft>
                <a:spcPts val="0"/>
              </a:spcAft>
              <a:buClr>
                <a:schemeClr val="dk1"/>
              </a:buClr>
              <a:buSzPts val="1400"/>
              <a:buChar char="●"/>
            </a:pPr>
            <a:r>
              <a:rPr lang="en-US" dirty="0">
                <a:solidFill>
                  <a:schemeClr val="dk1"/>
                </a:solidFill>
              </a:rPr>
              <a:t>Ideally, an Incident would be logged in the ticketing system </a:t>
            </a:r>
            <a:r>
              <a:rPr lang="en-US" sz="1200" dirty="0">
                <a:solidFill>
                  <a:schemeClr val="dk1"/>
                </a:solidFill>
              </a:rPr>
              <a:t>namely AYS</a:t>
            </a:r>
            <a:r>
              <a:rPr lang="en-US" dirty="0">
                <a:solidFill>
                  <a:schemeClr val="dk1"/>
                </a:solidFill>
              </a:rPr>
              <a:t> by Business or IT group</a:t>
            </a:r>
            <a:endParaRPr dirty="0">
              <a:solidFill>
                <a:schemeClr val="dk1"/>
              </a:solidFill>
            </a:endParaRPr>
          </a:p>
          <a:p>
            <a:pPr marL="457200" marR="0" lvl="0" indent="-317500" algn="l" rtl="0">
              <a:lnSpc>
                <a:spcPct val="100000"/>
              </a:lnSpc>
              <a:spcBef>
                <a:spcPts val="0"/>
              </a:spcBef>
              <a:spcAft>
                <a:spcPts val="0"/>
              </a:spcAft>
              <a:buClr>
                <a:schemeClr val="dk1"/>
              </a:buClr>
              <a:buSzPts val="1400"/>
              <a:buChar char="●"/>
            </a:pPr>
            <a:r>
              <a:rPr lang="en-US" dirty="0">
                <a:solidFill>
                  <a:schemeClr val="dk1"/>
                </a:solidFill>
              </a:rPr>
              <a:t>OPS </a:t>
            </a:r>
            <a:r>
              <a:rPr lang="en-US" dirty="0" smtClean="0">
                <a:solidFill>
                  <a:schemeClr val="dk1"/>
                </a:solidFill>
              </a:rPr>
              <a:t>members </a:t>
            </a:r>
            <a:r>
              <a:rPr lang="en-US" dirty="0">
                <a:solidFill>
                  <a:schemeClr val="dk1"/>
                </a:solidFill>
              </a:rPr>
              <a:t>will be assigned to the respective </a:t>
            </a:r>
            <a:r>
              <a:rPr lang="en-US" dirty="0" smtClean="0">
                <a:solidFill>
                  <a:schemeClr val="dk1"/>
                </a:solidFill>
              </a:rPr>
              <a:t>application specific assignment </a:t>
            </a:r>
            <a:r>
              <a:rPr lang="en-US" dirty="0">
                <a:solidFill>
                  <a:schemeClr val="dk1"/>
                </a:solidFill>
              </a:rPr>
              <a:t>groups in AYS</a:t>
            </a:r>
            <a:endParaRPr dirty="0">
              <a:solidFill>
                <a:schemeClr val="dk1"/>
              </a:solidFill>
            </a:endParaRPr>
          </a:p>
          <a:p>
            <a:pPr marL="457200" marR="0" lvl="0" indent="-317500" algn="l" rtl="0">
              <a:lnSpc>
                <a:spcPct val="100000"/>
              </a:lnSpc>
              <a:spcBef>
                <a:spcPts val="0"/>
              </a:spcBef>
              <a:spcAft>
                <a:spcPts val="0"/>
              </a:spcAft>
              <a:buClr>
                <a:schemeClr val="dk1"/>
              </a:buClr>
              <a:buSzPts val="1400"/>
              <a:buChar char="●"/>
            </a:pPr>
            <a:r>
              <a:rPr lang="en-US" dirty="0" smtClean="0">
                <a:solidFill>
                  <a:schemeClr val="dk1"/>
                </a:solidFill>
              </a:rPr>
              <a:t>Each OPS </a:t>
            </a:r>
            <a:r>
              <a:rPr lang="en-US" dirty="0">
                <a:solidFill>
                  <a:schemeClr val="dk1"/>
                </a:solidFill>
              </a:rPr>
              <a:t>team will be monitoring the below Assignment groups, namely </a:t>
            </a:r>
            <a:endParaRPr dirty="0">
              <a:solidFill>
                <a:schemeClr val="dk1"/>
              </a:solidFill>
            </a:endParaRPr>
          </a:p>
          <a:p>
            <a:pPr marL="914400" marR="0" lvl="0" indent="-317500" algn="l" rtl="0">
              <a:lnSpc>
                <a:spcPct val="100000"/>
              </a:lnSpc>
              <a:spcBef>
                <a:spcPts val="0"/>
              </a:spcBef>
              <a:spcAft>
                <a:spcPts val="0"/>
              </a:spcAft>
              <a:buClr>
                <a:schemeClr val="dk1"/>
              </a:buClr>
              <a:buSzPts val="1400"/>
              <a:buChar char="●"/>
            </a:pPr>
            <a:r>
              <a:rPr lang="en-US" dirty="0">
                <a:solidFill>
                  <a:schemeClr val="dk1"/>
                </a:solidFill>
              </a:rPr>
              <a:t>ADMAAS_$</a:t>
            </a:r>
            <a:r>
              <a:rPr lang="en-US" dirty="0" err="1">
                <a:solidFill>
                  <a:schemeClr val="dk1"/>
                </a:solidFill>
              </a:rPr>
              <a:t>Application_Name</a:t>
            </a:r>
            <a:endParaRPr dirty="0">
              <a:solidFill>
                <a:schemeClr val="dk1"/>
              </a:solidFill>
            </a:endParaRPr>
          </a:p>
          <a:p>
            <a:pPr marL="914400" marR="0" lvl="0" indent="-317500" algn="l" rtl="0">
              <a:lnSpc>
                <a:spcPct val="100000"/>
              </a:lnSpc>
              <a:spcBef>
                <a:spcPts val="0"/>
              </a:spcBef>
              <a:spcAft>
                <a:spcPts val="0"/>
              </a:spcAft>
              <a:buClr>
                <a:schemeClr val="dk1"/>
              </a:buClr>
              <a:buSzPts val="1400"/>
              <a:buChar char="●"/>
            </a:pPr>
            <a:r>
              <a:rPr lang="en-US" dirty="0">
                <a:solidFill>
                  <a:schemeClr val="dk1"/>
                </a:solidFill>
              </a:rPr>
              <a:t>CFO_ $</a:t>
            </a:r>
            <a:r>
              <a:rPr lang="en-US" dirty="0" err="1">
                <a:solidFill>
                  <a:schemeClr val="dk1"/>
                </a:solidFill>
              </a:rPr>
              <a:t>Application_Name</a:t>
            </a:r>
            <a:endParaRPr dirty="0">
              <a:solidFill>
                <a:schemeClr val="dk1"/>
              </a:solidFill>
            </a:endParaRPr>
          </a:p>
          <a:p>
            <a:pPr marL="0" marR="0" lvl="0" indent="0" algn="l" rtl="0">
              <a:lnSpc>
                <a:spcPct val="100000"/>
              </a:lnSpc>
              <a:spcBef>
                <a:spcPts val="0"/>
              </a:spcBef>
              <a:spcAft>
                <a:spcPts val="0"/>
              </a:spcAft>
              <a:buNone/>
            </a:pPr>
            <a:endParaRPr lang="en-US" dirty="0" smtClean="0">
              <a:solidFill>
                <a:schemeClr val="dk1"/>
              </a:solidFill>
            </a:endParaRPr>
          </a:p>
          <a:p>
            <a:pPr marL="0" marR="0" lvl="0" indent="0" algn="l" rtl="0">
              <a:lnSpc>
                <a:spcPct val="100000"/>
              </a:lnSpc>
              <a:spcBef>
                <a:spcPts val="0"/>
              </a:spcBef>
              <a:spcAft>
                <a:spcPts val="0"/>
              </a:spcAft>
              <a:buNone/>
            </a:pPr>
            <a:r>
              <a:rPr lang="en-US" dirty="0" smtClean="0">
                <a:solidFill>
                  <a:schemeClr val="dk1"/>
                </a:solidFill>
              </a:rPr>
              <a:t>The </a:t>
            </a:r>
            <a:r>
              <a:rPr lang="en-US" dirty="0">
                <a:solidFill>
                  <a:schemeClr val="dk1"/>
                </a:solidFill>
              </a:rPr>
              <a:t>incident manager on the Assignment group will either assign the ticket within the group or </a:t>
            </a:r>
            <a:r>
              <a:rPr lang="en-US" dirty="0" smtClean="0">
                <a:solidFill>
                  <a:schemeClr val="dk1"/>
                </a:solidFill>
              </a:rPr>
              <a:t>reassign them to other groups this way ensures </a:t>
            </a:r>
            <a:r>
              <a:rPr lang="en-US" dirty="0">
                <a:solidFill>
                  <a:schemeClr val="dk1"/>
                </a:solidFill>
              </a:rPr>
              <a:t>no ticket remains unassigned</a:t>
            </a:r>
            <a:r>
              <a:rPr lang="en-US" dirty="0" smtClean="0">
                <a:solidFill>
                  <a:schemeClr val="dk1"/>
                </a:solidFill>
              </a:rPr>
              <a:t>.</a:t>
            </a:r>
          </a:p>
          <a:p>
            <a:pPr marL="0" marR="0" lvl="0" indent="0" algn="l" rtl="0">
              <a:lnSpc>
                <a:spcPct val="100000"/>
              </a:lnSpc>
              <a:spcBef>
                <a:spcPts val="0"/>
              </a:spcBef>
              <a:spcAft>
                <a:spcPts val="0"/>
              </a:spcAft>
              <a:buNone/>
            </a:pPr>
            <a:endParaRPr lang="en-US" dirty="0">
              <a:solidFill>
                <a:schemeClr val="dk1"/>
              </a:solidFill>
            </a:endParaRPr>
          </a:p>
          <a:p>
            <a:pPr marL="0" marR="0" lvl="0" indent="0" algn="l" rtl="0">
              <a:lnSpc>
                <a:spcPct val="100000"/>
              </a:lnSpc>
              <a:spcBef>
                <a:spcPts val="0"/>
              </a:spcBef>
              <a:spcAft>
                <a:spcPts val="0"/>
              </a:spcAft>
              <a:buNone/>
            </a:pPr>
            <a:r>
              <a:rPr lang="en-US" dirty="0" smtClean="0">
                <a:solidFill>
                  <a:schemeClr val="dk1"/>
                </a:solidFill>
              </a:rPr>
              <a:t>Any planned activities with IT/ business that </a:t>
            </a:r>
            <a:r>
              <a:rPr lang="en-US" u="sng" dirty="0" smtClean="0">
                <a:solidFill>
                  <a:schemeClr val="dk1"/>
                </a:solidFill>
              </a:rPr>
              <a:t>needs desk time of Ops team is best to occur during regular </a:t>
            </a:r>
            <a:r>
              <a:rPr lang="en-US" dirty="0" smtClean="0">
                <a:solidFill>
                  <a:schemeClr val="dk1"/>
                </a:solidFill>
              </a:rPr>
              <a:t>business hours. But the Ops team is available for resolving incident tickets as specified by the SLA’s </a:t>
            </a:r>
            <a:endParaRPr dirty="0">
              <a:solidFill>
                <a:schemeClr val="dk1"/>
              </a:solidFill>
            </a:endParaRPr>
          </a:p>
          <a:p>
            <a:pPr marL="914400" marR="0" lvl="0" indent="0" algn="l" rtl="0">
              <a:lnSpc>
                <a:spcPct val="100000"/>
              </a:lnSpc>
              <a:spcBef>
                <a:spcPts val="0"/>
              </a:spcBef>
              <a:spcAft>
                <a:spcPts val="0"/>
              </a:spcAft>
              <a:buNone/>
            </a:pPr>
            <a:endParaRPr dirty="0">
              <a:solidFill>
                <a:schemeClr val="dk1"/>
              </a:solidFill>
            </a:endParaRPr>
          </a:p>
          <a:p>
            <a:pPr marL="0" marR="0" lvl="0" indent="0" algn="l" rtl="0">
              <a:lnSpc>
                <a:spcPct val="100000"/>
              </a:lnSpc>
              <a:spcBef>
                <a:spcPts val="0"/>
              </a:spcBef>
              <a:spcAft>
                <a:spcPts val="0"/>
              </a:spcAft>
              <a:buNone/>
            </a:pPr>
            <a:endParaRPr sz="1200" dirty="0">
              <a:solidFill>
                <a:schemeClr val="dk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4"/>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Font typeface="Arial"/>
              <a:buNone/>
            </a:pPr>
            <a:r>
              <a:rPr lang="en-US" dirty="0"/>
              <a:t>Application Maintenance </a:t>
            </a:r>
            <a:r>
              <a:rPr lang="en-US" dirty="0" smtClean="0"/>
              <a:t>– Steady state checklist review</a:t>
            </a:r>
            <a:endParaRPr dirty="0"/>
          </a:p>
        </p:txBody>
      </p:sp>
      <p:sp>
        <p:nvSpPr>
          <p:cNvPr id="749" name="Google Shape;749;p74"/>
          <p:cNvSpPr/>
          <p:nvPr/>
        </p:nvSpPr>
        <p:spPr>
          <a:xfrm>
            <a:off x="196000" y="457199"/>
            <a:ext cx="8541300" cy="4125951"/>
          </a:xfrm>
          <a:prstGeom prst="rect">
            <a:avLst/>
          </a:prstGeom>
          <a:noFill/>
          <a:ln>
            <a:noFill/>
          </a:ln>
        </p:spPr>
        <p:txBody>
          <a:bodyPr spcFirstLastPara="1" wrap="square" lIns="91425" tIns="45700" rIns="91425" bIns="45700" anchor="t" anchorCtr="0">
            <a:noAutofit/>
          </a:bodyPr>
          <a:lstStyle/>
          <a:p>
            <a:pPr marL="139700" marR="0" lvl="0" algn="l" rtl="0">
              <a:lnSpc>
                <a:spcPct val="100000"/>
              </a:lnSpc>
              <a:spcBef>
                <a:spcPts val="0"/>
              </a:spcBef>
              <a:spcAft>
                <a:spcPts val="0"/>
              </a:spcAft>
              <a:buClr>
                <a:schemeClr val="dk1"/>
              </a:buClr>
              <a:buSzPts val="1400"/>
            </a:pPr>
            <a:r>
              <a:rPr lang="en-US" dirty="0" smtClean="0">
                <a:solidFill>
                  <a:schemeClr val="dk1"/>
                </a:solidFill>
              </a:rPr>
              <a:t>Will be scheduling steady state checklist review meetings with Brent/ Verizon SME and Ops team</a:t>
            </a:r>
          </a:p>
          <a:p>
            <a:pPr marL="139700" marR="0" lvl="0" algn="l" rtl="0">
              <a:lnSpc>
                <a:spcPct val="100000"/>
              </a:lnSpc>
              <a:spcBef>
                <a:spcPts val="0"/>
              </a:spcBef>
              <a:spcAft>
                <a:spcPts val="0"/>
              </a:spcAft>
              <a:buClr>
                <a:schemeClr val="dk1"/>
              </a:buClr>
              <a:buSzPts val="1400"/>
            </a:pPr>
            <a:endParaRPr lang="en-US" dirty="0" smtClean="0">
              <a:solidFill>
                <a:schemeClr val="dk1"/>
              </a:solidFill>
            </a:endParaRPr>
          </a:p>
          <a:p>
            <a:pPr marL="139700" marR="0" lvl="0" algn="l" rtl="0">
              <a:lnSpc>
                <a:spcPct val="100000"/>
              </a:lnSpc>
              <a:spcBef>
                <a:spcPts val="0"/>
              </a:spcBef>
              <a:spcAft>
                <a:spcPts val="0"/>
              </a:spcAft>
              <a:buClr>
                <a:schemeClr val="dk1"/>
              </a:buClr>
              <a:buSzPts val="1400"/>
            </a:pPr>
            <a:r>
              <a:rPr lang="en-US" b="1" dirty="0" smtClean="0">
                <a:solidFill>
                  <a:schemeClr val="dk1"/>
                </a:solidFill>
              </a:rPr>
              <a:t>Calling out a few pain points / Impact to OPS </a:t>
            </a: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r>
              <a:rPr lang="en-US" dirty="0" smtClean="0">
                <a:solidFill>
                  <a:schemeClr val="dk1"/>
                </a:solidFill>
              </a:rPr>
              <a:t>Frequent changes in the Verizon info security access policies -&gt; </a:t>
            </a:r>
            <a:r>
              <a:rPr lang="en-US" i="1" u="sng" dirty="0" smtClean="0">
                <a:solidFill>
                  <a:schemeClr val="dk1"/>
                </a:solidFill>
              </a:rPr>
              <a:t>Impacts, timely address of real time operation issues</a:t>
            </a: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endParaRPr lang="en-US" i="1" u="sng" dirty="0" smtClean="0">
              <a:solidFill>
                <a:schemeClr val="dk1"/>
              </a:solidFill>
            </a:endParaRP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r>
              <a:rPr lang="en-US" dirty="0" smtClean="0">
                <a:solidFill>
                  <a:schemeClr val="dk1"/>
                </a:solidFill>
              </a:rPr>
              <a:t>List of application have EOSL -&gt; </a:t>
            </a:r>
            <a:r>
              <a:rPr lang="en-US" i="1" u="sng" dirty="0" smtClean="0">
                <a:solidFill>
                  <a:schemeClr val="dk1"/>
                </a:solidFill>
              </a:rPr>
              <a:t>A concern as we are discussing a steady state, additional  capacity to be factored</a:t>
            </a:r>
          </a:p>
          <a:p>
            <a:pPr marL="139700" marR="0" lvl="0" algn="l" rtl="0">
              <a:lnSpc>
                <a:spcPct val="100000"/>
              </a:lnSpc>
              <a:spcBef>
                <a:spcPts val="0"/>
              </a:spcBef>
              <a:spcAft>
                <a:spcPts val="0"/>
              </a:spcAft>
              <a:buClr>
                <a:schemeClr val="dk1"/>
              </a:buClr>
              <a:buSzPts val="1400"/>
            </a:pPr>
            <a:endParaRPr lang="en-US" i="1" u="sng" dirty="0" smtClean="0">
              <a:solidFill>
                <a:schemeClr val="dk1"/>
              </a:solidFill>
            </a:endParaRP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r>
              <a:rPr lang="en-US" dirty="0" smtClean="0">
                <a:solidFill>
                  <a:schemeClr val="dk1"/>
                </a:solidFill>
              </a:rPr>
              <a:t>More than frequent batch job failures and types of failures -&gt;  Need for a </a:t>
            </a:r>
            <a:r>
              <a:rPr lang="en-US" i="1" u="sng" dirty="0" smtClean="0">
                <a:solidFill>
                  <a:schemeClr val="dk1"/>
                </a:solidFill>
              </a:rPr>
              <a:t>OPS staffing plan to be more sustainable also offshore does not have access to production</a:t>
            </a:r>
          </a:p>
          <a:p>
            <a:pPr marL="139700" marR="0" lvl="0" algn="l" rtl="0">
              <a:lnSpc>
                <a:spcPct val="100000"/>
              </a:lnSpc>
              <a:spcBef>
                <a:spcPts val="0"/>
              </a:spcBef>
              <a:spcAft>
                <a:spcPts val="0"/>
              </a:spcAft>
              <a:buClr>
                <a:schemeClr val="dk1"/>
              </a:buClr>
              <a:buSzPts val="1400"/>
            </a:pPr>
            <a:endParaRPr lang="en-US" i="1" u="sng" dirty="0" smtClean="0">
              <a:solidFill>
                <a:schemeClr val="dk1"/>
              </a:solidFill>
            </a:endParaRP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r>
              <a:rPr lang="en-US" dirty="0" smtClean="0">
                <a:solidFill>
                  <a:schemeClr val="dk1"/>
                </a:solidFill>
              </a:rPr>
              <a:t>Repetitive nature of batch job failures -&gt; </a:t>
            </a:r>
            <a:r>
              <a:rPr lang="en-US" i="1" u="sng" dirty="0" smtClean="0">
                <a:solidFill>
                  <a:schemeClr val="dk1"/>
                </a:solidFill>
              </a:rPr>
              <a:t>Can there we some control in place at source, Intelligence added to processing this data in transit or at target </a:t>
            </a: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endParaRPr lang="en-US" i="1" u="sng" dirty="0" smtClean="0">
              <a:solidFill>
                <a:schemeClr val="dk1"/>
              </a:solidFill>
            </a:endParaRP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r>
              <a:rPr lang="en-US" dirty="0" smtClean="0">
                <a:solidFill>
                  <a:schemeClr val="dk1"/>
                </a:solidFill>
              </a:rPr>
              <a:t>Currently few B2C applications lack a few industry best practices namely, Lack of pre prod stage environment, configuration management , manual deployment, regression testing , proper test data in non prod -&gt; </a:t>
            </a:r>
            <a:r>
              <a:rPr lang="en-US" i="1" u="sng" dirty="0" smtClean="0">
                <a:solidFill>
                  <a:schemeClr val="dk1"/>
                </a:solidFill>
              </a:rPr>
              <a:t>Needs a collaborative effort between Verizon and Ops team to overcome these </a:t>
            </a: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endParaRPr i="1" u="sng" dirty="0">
              <a:solidFill>
                <a:schemeClr val="dk1"/>
              </a:solidFill>
            </a:endParaRPr>
          </a:p>
          <a:p>
            <a:pPr marL="742950" marR="0" lvl="0" indent="-285750" algn="l" rtl="0">
              <a:lnSpc>
                <a:spcPct val="100000"/>
              </a:lnSpc>
              <a:spcBef>
                <a:spcPts val="0"/>
              </a:spcBef>
              <a:spcAft>
                <a:spcPts val="0"/>
              </a:spcAft>
              <a:buFont typeface="Arial" panose="020B0604020202020204" pitchFamily="34" charset="0"/>
              <a:buChar char="•"/>
            </a:pPr>
            <a:endParaRPr dirty="0">
              <a:solidFill>
                <a:schemeClr val="dk1"/>
              </a:solidFill>
            </a:endParaRPr>
          </a:p>
          <a:p>
            <a:pPr marL="742950" lvl="0" indent="-285750" algn="l" rtl="0">
              <a:spcBef>
                <a:spcPts val="0"/>
              </a:spcBef>
              <a:spcAft>
                <a:spcPts val="0"/>
              </a:spcAft>
              <a:buFont typeface="Arial" panose="020B0604020202020204" pitchFamily="34" charset="0"/>
              <a:buChar char="•"/>
            </a:pPr>
            <a:endParaRPr dirty="0">
              <a:solidFill>
                <a:schemeClr val="dk1"/>
              </a:solidFill>
            </a:endParaRPr>
          </a:p>
          <a:p>
            <a:pPr marL="457200" lvl="0" indent="0" algn="l" rtl="0">
              <a:spcBef>
                <a:spcPts val="0"/>
              </a:spcBef>
              <a:spcAft>
                <a:spcPts val="0"/>
              </a:spcAft>
              <a:buNone/>
            </a:pPr>
            <a:endParaRPr dirty="0">
              <a:solidFill>
                <a:schemeClr val="dk1"/>
              </a:solidFill>
            </a:endParaRPr>
          </a:p>
          <a:p>
            <a:pPr marL="457200" lvl="0" indent="0" algn="l" rtl="0">
              <a:spcBef>
                <a:spcPts val="0"/>
              </a:spcBef>
              <a:spcAft>
                <a:spcPts val="0"/>
              </a:spcAft>
              <a:buNone/>
            </a:pPr>
            <a:endParaRPr dirty="0">
              <a:solidFill>
                <a:schemeClr val="dk1"/>
              </a:solidFill>
            </a:endParaRPr>
          </a:p>
        </p:txBody>
      </p:sp>
    </p:spTree>
    <p:extLst>
      <p:ext uri="{BB962C8B-B14F-4D97-AF65-F5344CB8AC3E}">
        <p14:creationId xmlns:p14="http://schemas.microsoft.com/office/powerpoint/2010/main" val="12631524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4"/>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Font typeface="Arial"/>
              <a:buNone/>
            </a:pPr>
            <a:r>
              <a:rPr lang="en-US" dirty="0"/>
              <a:t>Application Maintenance </a:t>
            </a:r>
            <a:r>
              <a:rPr lang="en-US" dirty="0" smtClean="0"/>
              <a:t>– Changes in access  with “No Notification”</a:t>
            </a:r>
            <a:endParaRPr dirty="0"/>
          </a:p>
        </p:txBody>
      </p:sp>
      <p:sp>
        <p:nvSpPr>
          <p:cNvPr id="749" name="Google Shape;749;p74"/>
          <p:cNvSpPr/>
          <p:nvPr/>
        </p:nvSpPr>
        <p:spPr>
          <a:xfrm>
            <a:off x="196000" y="709350"/>
            <a:ext cx="8541300" cy="372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u="sng" dirty="0" smtClean="0">
                <a:solidFill>
                  <a:schemeClr val="dk1"/>
                </a:solidFill>
              </a:rPr>
              <a:t> </a:t>
            </a:r>
            <a:r>
              <a:rPr lang="en-US" b="1" u="sng" dirty="0" smtClean="0">
                <a:solidFill>
                  <a:schemeClr val="dk1"/>
                </a:solidFill>
              </a:rPr>
              <a:t>On June 12</a:t>
            </a:r>
            <a:r>
              <a:rPr lang="en-US" b="1" u="sng" baseline="30000" dirty="0" smtClean="0">
                <a:solidFill>
                  <a:schemeClr val="dk1"/>
                </a:solidFill>
              </a:rPr>
              <a:t>th</a:t>
            </a:r>
            <a:r>
              <a:rPr lang="en-US" b="1" u="sng" dirty="0" smtClean="0">
                <a:solidFill>
                  <a:schemeClr val="dk1"/>
                </a:solidFill>
              </a:rPr>
              <a:t> after 5PM, The Infosys team OPS member were not able to login to VZ network.</a:t>
            </a:r>
          </a:p>
          <a:p>
            <a:pPr marL="0" lvl="0" indent="0" algn="l" rtl="0">
              <a:spcBef>
                <a:spcPts val="0"/>
              </a:spcBef>
              <a:spcAft>
                <a:spcPts val="0"/>
              </a:spcAft>
              <a:buNone/>
            </a:pPr>
            <a:endParaRPr lang="en-US" dirty="0" smtClean="0">
              <a:solidFill>
                <a:schemeClr val="dk1"/>
              </a:solidFill>
            </a:endParaRPr>
          </a:p>
          <a:p>
            <a:pPr marL="0" lvl="0" indent="0" algn="l" rtl="0">
              <a:spcBef>
                <a:spcPts val="0"/>
              </a:spcBef>
              <a:spcAft>
                <a:spcPts val="0"/>
              </a:spcAft>
              <a:buNone/>
            </a:pPr>
            <a:r>
              <a:rPr lang="en-US" dirty="0" smtClean="0">
                <a:solidFill>
                  <a:schemeClr val="dk1"/>
                </a:solidFill>
              </a:rPr>
              <a:t>On contacting helpdesk, Infosys Ops team was informed that (effect June 12</a:t>
            </a:r>
            <a:r>
              <a:rPr lang="en-US" baseline="30000" dirty="0" smtClean="0">
                <a:solidFill>
                  <a:schemeClr val="dk1"/>
                </a:solidFill>
              </a:rPr>
              <a:t>th</a:t>
            </a:r>
            <a:r>
              <a:rPr lang="en-US" dirty="0" smtClean="0">
                <a:solidFill>
                  <a:schemeClr val="dk1"/>
                </a:solidFill>
              </a:rPr>
              <a:t> onwards), changes have been made such that contractors </a:t>
            </a:r>
            <a:r>
              <a:rPr lang="en-US" u="sng" dirty="0" smtClean="0">
                <a:solidFill>
                  <a:schemeClr val="dk1"/>
                </a:solidFill>
              </a:rPr>
              <a:t>will have go via the EBP route to access Verizon network</a:t>
            </a:r>
            <a:r>
              <a:rPr lang="en-US" dirty="0" smtClean="0">
                <a:solidFill>
                  <a:schemeClr val="dk1"/>
                </a:solidFill>
              </a:rPr>
              <a:t>.</a:t>
            </a:r>
          </a:p>
          <a:p>
            <a:pPr lvl="0"/>
            <a:endParaRPr lang="en-US" dirty="0">
              <a:solidFill>
                <a:schemeClr val="dk1"/>
              </a:solidFill>
            </a:endParaRPr>
          </a:p>
          <a:p>
            <a:pPr marL="171450" indent="-171450">
              <a:buFont typeface="Arial" panose="020B0604020202020204" pitchFamily="34" charset="0"/>
              <a:buChar char="•"/>
            </a:pPr>
            <a:r>
              <a:rPr lang="en-US" dirty="0" smtClean="0">
                <a:solidFill>
                  <a:schemeClr val="dk1"/>
                </a:solidFill>
              </a:rPr>
              <a:t>  This access change </a:t>
            </a:r>
            <a:r>
              <a:rPr lang="en-US" dirty="0">
                <a:solidFill>
                  <a:schemeClr val="dk1"/>
                </a:solidFill>
              </a:rPr>
              <a:t>in access was not communicated to </a:t>
            </a:r>
            <a:r>
              <a:rPr lang="en-US" dirty="0" smtClean="0">
                <a:solidFill>
                  <a:schemeClr val="dk1"/>
                </a:solidFill>
              </a:rPr>
              <a:t>Infosys</a:t>
            </a:r>
          </a:p>
          <a:p>
            <a:pPr marL="171450" indent="-171450">
              <a:buFont typeface="Arial" panose="020B0604020202020204" pitchFamily="34" charset="0"/>
              <a:buChar char="•"/>
            </a:pPr>
            <a:r>
              <a:rPr lang="en-US" dirty="0">
                <a:solidFill>
                  <a:schemeClr val="dk1"/>
                </a:solidFill>
              </a:rPr>
              <a:t> </a:t>
            </a:r>
            <a:r>
              <a:rPr lang="en-US" dirty="0" smtClean="0">
                <a:solidFill>
                  <a:schemeClr val="dk1"/>
                </a:solidFill>
              </a:rPr>
              <a:t> that night, Infosys team had to spend late evening hours in trying </a:t>
            </a:r>
            <a:r>
              <a:rPr lang="en-US" dirty="0">
                <a:solidFill>
                  <a:schemeClr val="dk1"/>
                </a:solidFill>
              </a:rPr>
              <a:t>to resolve this with </a:t>
            </a:r>
            <a:r>
              <a:rPr lang="en-US" dirty="0" smtClean="0">
                <a:solidFill>
                  <a:schemeClr val="dk1"/>
                </a:solidFill>
              </a:rPr>
              <a:t>Verizon helpdesk </a:t>
            </a:r>
          </a:p>
          <a:p>
            <a:r>
              <a:rPr lang="en-US" sz="1200" i="1" dirty="0" smtClean="0">
                <a:solidFill>
                  <a:schemeClr val="dk1"/>
                </a:solidFill>
              </a:rPr>
              <a:t>   Below are the EBP </a:t>
            </a:r>
            <a:r>
              <a:rPr lang="en-US" sz="1200" i="1" dirty="0" err="1" smtClean="0">
                <a:solidFill>
                  <a:schemeClr val="dk1"/>
                </a:solidFill>
              </a:rPr>
              <a:t>url’s</a:t>
            </a:r>
            <a:r>
              <a:rPr lang="en-US" sz="1200" i="1" dirty="0" smtClean="0">
                <a:solidFill>
                  <a:schemeClr val="dk1"/>
                </a:solidFill>
              </a:rPr>
              <a:t> the team had to use to access the Verizon network.</a:t>
            </a:r>
            <a:endParaRPr lang="en-US" sz="1200" i="1" dirty="0">
              <a:solidFill>
                <a:schemeClr val="dk1"/>
              </a:solidFill>
            </a:endParaRPr>
          </a:p>
          <a:p>
            <a:pPr marL="457200" lvl="0" indent="0" algn="l" rtl="0">
              <a:spcBef>
                <a:spcPts val="0"/>
              </a:spcBef>
              <a:spcAft>
                <a:spcPts val="0"/>
              </a:spcAft>
              <a:buNone/>
            </a:pPr>
            <a:endParaRPr dirty="0">
              <a:solidFill>
                <a:schemeClr val="dk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013304833"/>
              </p:ext>
            </p:extLst>
          </p:nvPr>
        </p:nvGraphicFramePr>
        <p:xfrm>
          <a:off x="780586" y="2520176"/>
          <a:ext cx="4772721" cy="992460"/>
        </p:xfrm>
        <a:graphic>
          <a:graphicData uri="http://schemas.openxmlformats.org/drawingml/2006/table">
            <a:tbl>
              <a:tblPr/>
              <a:tblGrid>
                <a:gridCol w="1590908">
                  <a:extLst>
                    <a:ext uri="{9D8B030D-6E8A-4147-A177-3AD203B41FA5}">
                      <a16:colId xmlns:a16="http://schemas.microsoft.com/office/drawing/2014/main" xmlns="" val="20000"/>
                    </a:ext>
                  </a:extLst>
                </a:gridCol>
                <a:gridCol w="3181813">
                  <a:extLst>
                    <a:ext uri="{9D8B030D-6E8A-4147-A177-3AD203B41FA5}">
                      <a16:colId xmlns:a16="http://schemas.microsoft.com/office/drawing/2014/main" xmlns="" val="20001"/>
                    </a:ext>
                  </a:extLst>
                </a:gridCol>
              </a:tblGrid>
              <a:tr h="248115">
                <a:tc>
                  <a:txBody>
                    <a:bodyPr/>
                    <a:lstStyle/>
                    <a:p>
                      <a:pPr algn="ctr" fontAlgn="ctr"/>
                      <a:r>
                        <a:rPr lang="en-US" sz="1100" b="1" dirty="0">
                          <a:solidFill>
                            <a:srgbClr val="000000"/>
                          </a:solidFill>
                          <a:effectLst/>
                          <a:latin typeface="Calibri" panose="020F0502020204030204" pitchFamily="34" charset="0"/>
                        </a:rPr>
                        <a:t>City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dirty="0">
                          <a:solidFill>
                            <a:srgbClr val="000000"/>
                          </a:solidFill>
                          <a:effectLst/>
                          <a:latin typeface="Calibri" panose="020F0502020204030204" pitchFamily="34" charset="0"/>
                        </a:rPr>
                        <a:t>URL</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248115">
                <a:tc>
                  <a:txBody>
                    <a:bodyPr/>
                    <a:lstStyle/>
                    <a:p>
                      <a:pPr fontAlgn="b"/>
                      <a:r>
                        <a:rPr lang="en-US" sz="1100">
                          <a:solidFill>
                            <a:srgbClr val="000000"/>
                          </a:solidFill>
                          <a:effectLst/>
                          <a:latin typeface="Calibri" panose="020F0502020204030204" pitchFamily="34" charset="0"/>
                        </a:rPr>
                        <a:t>Freehold, NJ EBP</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fontAlgn="b"/>
                      <a:r>
                        <a:rPr lang="en-US" sz="1100">
                          <a:solidFill>
                            <a:srgbClr val="1155CC"/>
                          </a:solidFill>
                          <a:effectLst/>
                          <a:latin typeface="Calibri" panose="020F0502020204030204" pitchFamily="34" charset="0"/>
                          <a:hlinkClick r:id="rId3"/>
                        </a:rPr>
                        <a:t>https://fhebpsslvpn.verizon.com/pulse</a:t>
                      </a:r>
                      <a:endParaRPr lang="en-US" sz="1100">
                        <a:solidFill>
                          <a:srgbClr val="000000"/>
                        </a:solidFill>
                        <a:effectLst/>
                        <a:latin typeface="Calibri" panose="020F0502020204030204" pitchFamily="34" charset="0"/>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248115">
                <a:tc>
                  <a:txBody>
                    <a:bodyPr/>
                    <a:lstStyle/>
                    <a:p>
                      <a:pPr fontAlgn="b"/>
                      <a:r>
                        <a:rPr lang="en-US" sz="1100">
                          <a:solidFill>
                            <a:srgbClr val="000000"/>
                          </a:solidFill>
                          <a:effectLst/>
                          <a:latin typeface="Calibri" panose="020F0502020204030204" pitchFamily="34" charset="0"/>
                        </a:rPr>
                        <a:t>Sacramento, CA EBP</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fontAlgn="b"/>
                      <a:r>
                        <a:rPr lang="en-US" sz="1100" dirty="0">
                          <a:solidFill>
                            <a:srgbClr val="1155CC"/>
                          </a:solidFill>
                          <a:effectLst/>
                          <a:latin typeface="Calibri" panose="020F0502020204030204" pitchFamily="34" charset="0"/>
                          <a:hlinkClick r:id="rId4"/>
                        </a:rPr>
                        <a:t>https://sacebpsslvpn.verizon.com/pulse</a:t>
                      </a:r>
                      <a:endParaRPr lang="en-US" sz="1100" dirty="0">
                        <a:solidFill>
                          <a:srgbClr val="000000"/>
                        </a:solidFill>
                        <a:effectLst/>
                        <a:latin typeface="Calibri" panose="020F0502020204030204" pitchFamily="34" charset="0"/>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248115">
                <a:tc>
                  <a:txBody>
                    <a:bodyPr/>
                    <a:lstStyle/>
                    <a:p>
                      <a:pPr fontAlgn="b"/>
                      <a:r>
                        <a:rPr lang="en-US" sz="1100" dirty="0">
                          <a:solidFill>
                            <a:srgbClr val="000000"/>
                          </a:solidFill>
                          <a:effectLst/>
                          <a:latin typeface="Calibri" panose="020F0502020204030204" pitchFamily="34" charset="0"/>
                        </a:rPr>
                        <a:t>Tampa, FL EBP</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fontAlgn="b"/>
                      <a:r>
                        <a:rPr lang="en-US" sz="1100" dirty="0">
                          <a:solidFill>
                            <a:srgbClr val="1155CC"/>
                          </a:solidFill>
                          <a:effectLst/>
                          <a:latin typeface="Calibri" panose="020F0502020204030204" pitchFamily="34" charset="0"/>
                          <a:hlinkClick r:id="rId5"/>
                        </a:rPr>
                        <a:t>https://tpaebpsslvpn.verizon.com/pulse</a:t>
                      </a:r>
                      <a:endParaRPr lang="en-US" sz="1100" dirty="0">
                        <a:solidFill>
                          <a:srgbClr val="000000"/>
                        </a:solidFill>
                        <a:effectLst/>
                        <a:latin typeface="Calibri" panose="020F0502020204030204" pitchFamily="34" charset="0"/>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bl>
          </a:graphicData>
        </a:graphic>
      </p:graphicFrame>
      <p:sp>
        <p:nvSpPr>
          <p:cNvPr id="3" name="TextBox 2"/>
          <p:cNvSpPr txBox="1"/>
          <p:nvPr/>
        </p:nvSpPr>
        <p:spPr>
          <a:xfrm>
            <a:off x="196000" y="3736294"/>
            <a:ext cx="8323533" cy="830997"/>
          </a:xfrm>
          <a:prstGeom prst="rect">
            <a:avLst/>
          </a:prstGeom>
          <a:noFill/>
        </p:spPr>
        <p:txBody>
          <a:bodyPr wrap="square" rtlCol="0">
            <a:spAutoFit/>
          </a:bodyPr>
          <a:lstStyle/>
          <a:p>
            <a:r>
              <a:rPr lang="en-US" sz="1200" dirty="0" smtClean="0"/>
              <a:t>While troubleshooting issues, team’s on the call are unable to share or view screen shots thru Jabber </a:t>
            </a:r>
          </a:p>
          <a:p>
            <a:r>
              <a:rPr lang="en-US" sz="1200" dirty="0" smtClean="0"/>
              <a:t>Again on June 15</a:t>
            </a:r>
            <a:r>
              <a:rPr lang="en-US" sz="1200" baseline="30000" dirty="0" smtClean="0"/>
              <a:t>th (Saturday)</a:t>
            </a:r>
            <a:r>
              <a:rPr lang="en-US" sz="1200" dirty="0" smtClean="0"/>
              <a:t>, </a:t>
            </a:r>
          </a:p>
          <a:p>
            <a:pPr marL="171450" indent="-171450">
              <a:buFont typeface="Arial" panose="020B0604020202020204" pitchFamily="34" charset="0"/>
              <a:buChar char="•"/>
            </a:pPr>
            <a:r>
              <a:rPr lang="en-US" sz="1200" dirty="0" smtClean="0"/>
              <a:t>A </a:t>
            </a:r>
            <a:r>
              <a:rPr lang="en-US" sz="1200" dirty="0"/>
              <a:t>recent Verizon security change, </a:t>
            </a:r>
            <a:r>
              <a:rPr lang="en-US" sz="1200" b="1" u="sng" dirty="0" smtClean="0"/>
              <a:t>Onshore </a:t>
            </a:r>
            <a:r>
              <a:rPr lang="en-US" sz="1200" b="1" u="sng" dirty="0"/>
              <a:t>OPS can no longer deploy ODI </a:t>
            </a:r>
            <a:r>
              <a:rPr lang="en-US" sz="1100" b="1" u="sng" dirty="0"/>
              <a:t>scenarios</a:t>
            </a:r>
            <a:r>
              <a:rPr lang="en-US" sz="1200" b="1" u="sng" dirty="0"/>
              <a:t> </a:t>
            </a:r>
            <a:r>
              <a:rPr lang="en-US" sz="1200" b="1" u="sng" dirty="0" smtClean="0"/>
              <a:t>outside of the office</a:t>
            </a:r>
            <a:r>
              <a:rPr lang="en-US" sz="1200" dirty="0"/>
              <a:t>  </a:t>
            </a:r>
            <a:endParaRPr lang="en-US" sz="1200" dirty="0" smtClean="0"/>
          </a:p>
          <a:p>
            <a:pPr marL="171450" indent="-171450">
              <a:buFont typeface="Arial" panose="020B0604020202020204" pitchFamily="34" charset="0"/>
              <a:buChar char="•"/>
            </a:pPr>
            <a:r>
              <a:rPr lang="en-US" sz="1200" dirty="0" smtClean="0"/>
              <a:t>Ops team had to </a:t>
            </a:r>
            <a:r>
              <a:rPr lang="en-US" sz="1200" dirty="0"/>
              <a:t>go into the office </a:t>
            </a:r>
            <a:r>
              <a:rPr lang="en-US" sz="1200" dirty="0" smtClean="0"/>
              <a:t>to </a:t>
            </a:r>
            <a:r>
              <a:rPr lang="en-US" sz="1200" dirty="0"/>
              <a:t>deploy the </a:t>
            </a:r>
            <a:r>
              <a:rPr lang="en-US" sz="1200" dirty="0" smtClean="0"/>
              <a:t>code over the weekend</a:t>
            </a:r>
            <a:endParaRPr lang="en-US" sz="1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72"/>
          <p:cNvSpPr txBox="1"/>
          <p:nvPr/>
        </p:nvSpPr>
        <p:spPr>
          <a:xfrm>
            <a:off x="396700" y="64350"/>
            <a:ext cx="8454000" cy="453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chemeClr val="dk1"/>
                </a:solidFill>
              </a:rPr>
              <a:t> </a:t>
            </a:r>
            <a:r>
              <a:rPr lang="en-US" sz="1600" b="1" dirty="0">
                <a:solidFill>
                  <a:srgbClr val="4A86E8"/>
                </a:solidFill>
              </a:rPr>
              <a:t>Application-wise - Operation team Primary and </a:t>
            </a:r>
            <a:r>
              <a:rPr lang="en-US" sz="1600" b="1" u="sng" dirty="0">
                <a:solidFill>
                  <a:srgbClr val="4A86E8"/>
                </a:solidFill>
                <a:highlight>
                  <a:srgbClr val="FFFF00"/>
                </a:highlight>
              </a:rPr>
              <a:t>Support Coverage</a:t>
            </a:r>
            <a:r>
              <a:rPr lang="en-US" sz="1600" b="1" dirty="0">
                <a:solidFill>
                  <a:schemeClr val="dk1"/>
                </a:solidFill>
              </a:rPr>
              <a:t> -&gt;</a:t>
            </a:r>
            <a:r>
              <a:rPr lang="en-US" sz="1600" b="1" dirty="0">
                <a:highlight>
                  <a:srgbClr val="FFFF00"/>
                </a:highlight>
              </a:rPr>
              <a:t> Challenges</a:t>
            </a:r>
            <a:endParaRPr sz="1600" dirty="0">
              <a:highlight>
                <a:srgbClr val="FFFF00"/>
              </a:highlight>
              <a:latin typeface="Calibri"/>
              <a:ea typeface="Calibri"/>
              <a:cs typeface="Calibri"/>
              <a:sym typeface="Calibri"/>
            </a:endParaRPr>
          </a:p>
        </p:txBody>
      </p:sp>
      <p:graphicFrame>
        <p:nvGraphicFramePr>
          <p:cNvPr id="737" name="Google Shape;737;p72"/>
          <p:cNvGraphicFramePr/>
          <p:nvPr>
            <p:extLst>
              <p:ext uri="{D42A27DB-BD31-4B8C-83A1-F6EECF244321}">
                <p14:modId xmlns:p14="http://schemas.microsoft.com/office/powerpoint/2010/main" val="1279733670"/>
              </p:ext>
            </p:extLst>
          </p:nvPr>
        </p:nvGraphicFramePr>
        <p:xfrm>
          <a:off x="573050" y="543001"/>
          <a:ext cx="8019000" cy="3822658"/>
        </p:xfrm>
        <a:graphic>
          <a:graphicData uri="http://schemas.openxmlformats.org/drawingml/2006/table">
            <a:tbl>
              <a:tblPr>
                <a:noFill/>
                <a:tableStyleId>{ACB193CF-6E1A-4BD9-877A-CB4171B935D1}</a:tableStyleId>
              </a:tblPr>
              <a:tblGrid>
                <a:gridCol w="1177691">
                  <a:extLst>
                    <a:ext uri="{9D8B030D-6E8A-4147-A177-3AD203B41FA5}">
                      <a16:colId xmlns:a16="http://schemas.microsoft.com/office/drawing/2014/main" xmlns="" val="20000"/>
                    </a:ext>
                  </a:extLst>
                </a:gridCol>
                <a:gridCol w="1650381">
                  <a:extLst>
                    <a:ext uri="{9D8B030D-6E8A-4147-A177-3AD203B41FA5}">
                      <a16:colId xmlns:a16="http://schemas.microsoft.com/office/drawing/2014/main" xmlns="" val="20001"/>
                    </a:ext>
                  </a:extLst>
                </a:gridCol>
                <a:gridCol w="1962615">
                  <a:extLst>
                    <a:ext uri="{9D8B030D-6E8A-4147-A177-3AD203B41FA5}">
                      <a16:colId xmlns:a16="http://schemas.microsoft.com/office/drawing/2014/main" xmlns="" val="20002"/>
                    </a:ext>
                  </a:extLst>
                </a:gridCol>
                <a:gridCol w="3228313">
                  <a:extLst>
                    <a:ext uri="{9D8B030D-6E8A-4147-A177-3AD203B41FA5}">
                      <a16:colId xmlns:a16="http://schemas.microsoft.com/office/drawing/2014/main" xmlns="" val="20003"/>
                    </a:ext>
                  </a:extLst>
                </a:gridCol>
              </a:tblGrid>
              <a:tr h="379527">
                <a:tc>
                  <a:txBody>
                    <a:bodyPr/>
                    <a:lstStyle/>
                    <a:p>
                      <a:pPr marL="0" lvl="0" indent="0" algn="l" rtl="0">
                        <a:spcBef>
                          <a:spcPts val="0"/>
                        </a:spcBef>
                        <a:spcAft>
                          <a:spcPts val="0"/>
                        </a:spcAft>
                        <a:buNone/>
                      </a:pPr>
                      <a:r>
                        <a:rPr lang="en-US" b="1" dirty="0" smtClean="0">
                          <a:solidFill>
                            <a:srgbClr val="4A86E8"/>
                          </a:solidFill>
                        </a:rPr>
                        <a:t>Application</a:t>
                      </a:r>
                      <a:endParaRPr b="1" dirty="0">
                        <a:solidFill>
                          <a:srgbClr val="4A86E8"/>
                        </a:solidFill>
                      </a:endParaRPr>
                    </a:p>
                  </a:txBody>
                  <a:tcPr marL="91425" marR="91425" marT="91425" marB="91425"/>
                </a:tc>
                <a:tc>
                  <a:txBody>
                    <a:bodyPr/>
                    <a:lstStyle/>
                    <a:p>
                      <a:pPr marL="0" lvl="0" indent="0" algn="l" rtl="0">
                        <a:spcBef>
                          <a:spcPts val="0"/>
                        </a:spcBef>
                        <a:spcAft>
                          <a:spcPts val="0"/>
                        </a:spcAft>
                        <a:buNone/>
                      </a:pPr>
                      <a:r>
                        <a:rPr lang="en-US" b="1">
                          <a:solidFill>
                            <a:srgbClr val="4A86E8"/>
                          </a:solidFill>
                        </a:rPr>
                        <a:t>Primary</a:t>
                      </a:r>
                      <a:endParaRPr b="1">
                        <a:solidFill>
                          <a:srgbClr val="4A86E8"/>
                        </a:solidFill>
                      </a:endParaRPr>
                    </a:p>
                  </a:txBody>
                  <a:tcPr marL="91425" marR="91425" marT="91425" marB="91425"/>
                </a:tc>
                <a:tc>
                  <a:txBody>
                    <a:bodyPr/>
                    <a:lstStyle/>
                    <a:p>
                      <a:pPr marL="0" lvl="0" indent="0" algn="l" rtl="0">
                        <a:spcBef>
                          <a:spcPts val="0"/>
                        </a:spcBef>
                        <a:spcAft>
                          <a:spcPts val="0"/>
                        </a:spcAft>
                        <a:buNone/>
                      </a:pPr>
                      <a:r>
                        <a:rPr lang="en-US" b="1" dirty="0">
                          <a:solidFill>
                            <a:srgbClr val="4A86E8"/>
                          </a:solidFill>
                        </a:rPr>
                        <a:t>Support coverage</a:t>
                      </a:r>
                      <a:endParaRPr b="1" dirty="0">
                        <a:solidFill>
                          <a:srgbClr val="4A86E8"/>
                        </a:solidFill>
                      </a:endParaRPr>
                    </a:p>
                  </a:txBody>
                  <a:tcPr marL="91425" marR="91425" marT="91425" marB="91425"/>
                </a:tc>
                <a:tc>
                  <a:txBody>
                    <a:bodyPr/>
                    <a:lstStyle/>
                    <a:p>
                      <a:pPr marL="0" lvl="0" indent="0" algn="l" rtl="0">
                        <a:spcBef>
                          <a:spcPts val="0"/>
                        </a:spcBef>
                        <a:spcAft>
                          <a:spcPts val="0"/>
                        </a:spcAft>
                        <a:buNone/>
                      </a:pPr>
                      <a:r>
                        <a:rPr lang="en-US" b="1">
                          <a:solidFill>
                            <a:srgbClr val="4A86E8"/>
                          </a:solidFill>
                        </a:rPr>
                        <a:t>Tasks</a:t>
                      </a:r>
                      <a:endParaRPr b="1">
                        <a:solidFill>
                          <a:srgbClr val="4A86E8"/>
                        </a:solidFill>
                      </a:endParaRPr>
                    </a:p>
                  </a:txBody>
                  <a:tcPr marL="91425" marR="91425" marT="91425" marB="91425"/>
                </a:tc>
                <a:extLst>
                  <a:ext uri="{0D108BD9-81ED-4DB2-BD59-A6C34878D82A}">
                    <a16:rowId xmlns:a16="http://schemas.microsoft.com/office/drawing/2014/main" xmlns="" val="10000"/>
                  </a:ext>
                </a:extLst>
              </a:tr>
              <a:tr h="908586">
                <a:tc>
                  <a:txBody>
                    <a:bodyPr/>
                    <a:lstStyle/>
                    <a:p>
                      <a:pPr marL="0" lvl="0" indent="0" algn="l" rtl="0">
                        <a:spcBef>
                          <a:spcPts val="0"/>
                        </a:spcBef>
                        <a:spcAft>
                          <a:spcPts val="0"/>
                        </a:spcAft>
                        <a:buNone/>
                      </a:pPr>
                      <a:r>
                        <a:rPr lang="en-US" dirty="0" err="1"/>
                        <a:t>iFinals</a:t>
                      </a:r>
                      <a:endParaRPr dirty="0"/>
                    </a:p>
                  </a:txBody>
                  <a:tcPr marL="91425" marR="91425" marT="91425" marB="91425"/>
                </a:tc>
                <a:tc>
                  <a:txBody>
                    <a:bodyPr/>
                    <a:lstStyle/>
                    <a:p>
                      <a:pPr marL="0" lvl="0" indent="0" algn="l" rtl="0">
                        <a:spcBef>
                          <a:spcPts val="0"/>
                        </a:spcBef>
                        <a:spcAft>
                          <a:spcPts val="0"/>
                        </a:spcAft>
                        <a:buNone/>
                      </a:pPr>
                      <a:r>
                        <a:rPr lang="en-US" dirty="0"/>
                        <a:t>Spandana </a:t>
                      </a:r>
                      <a:r>
                        <a:rPr lang="en-US" dirty="0" err="1"/>
                        <a:t>Chamala</a:t>
                      </a:r>
                      <a:endParaRPr dirty="0"/>
                    </a:p>
                  </a:txBody>
                  <a:tcPr marL="91425" marR="91425" marT="91425" marB="91425"/>
                </a:tc>
                <a:tc>
                  <a:txBody>
                    <a:bodyPr/>
                    <a:lstStyle/>
                    <a:p>
                      <a:pPr marL="0" lvl="0" indent="0" algn="l" rtl="0">
                        <a:spcBef>
                          <a:spcPts val="0"/>
                        </a:spcBef>
                        <a:spcAft>
                          <a:spcPts val="0"/>
                        </a:spcAft>
                        <a:buNone/>
                      </a:pPr>
                      <a:r>
                        <a:rPr lang="en-US" dirty="0"/>
                        <a:t> 24 hours (</a:t>
                      </a:r>
                      <a:r>
                        <a:rPr lang="en-US" dirty="0" smtClean="0"/>
                        <a:t>Day / </a:t>
                      </a:r>
                      <a:r>
                        <a:rPr lang="en-US" dirty="0"/>
                        <a:t>after hours for batch job </a:t>
                      </a:r>
                      <a:r>
                        <a:rPr lang="en-US" dirty="0" smtClean="0"/>
                        <a:t>failures) </a:t>
                      </a:r>
                      <a:endParaRPr dirty="0"/>
                    </a:p>
                  </a:txBody>
                  <a:tcPr marL="91425" marR="91425" marT="91425" marB="91425"/>
                </a:tc>
                <a:tc>
                  <a:txBody>
                    <a:bodyPr/>
                    <a:lstStyle/>
                    <a:p>
                      <a:pPr marL="0" lvl="0" indent="0" algn="l" rtl="0">
                        <a:spcBef>
                          <a:spcPts val="0"/>
                        </a:spcBef>
                        <a:spcAft>
                          <a:spcPts val="0"/>
                        </a:spcAft>
                        <a:buNone/>
                      </a:pPr>
                      <a:r>
                        <a:rPr lang="en-US" sz="1200" dirty="0"/>
                        <a:t>Batch job </a:t>
                      </a:r>
                      <a:r>
                        <a:rPr lang="en-US" sz="1200" dirty="0" smtClean="0"/>
                        <a:t>support (Night)</a:t>
                      </a:r>
                      <a:endParaRPr sz="1200" dirty="0"/>
                    </a:p>
                    <a:p>
                      <a:pPr marL="0" lvl="0" indent="0" algn="l" rtl="0">
                        <a:spcBef>
                          <a:spcPts val="0"/>
                        </a:spcBef>
                        <a:spcAft>
                          <a:spcPts val="0"/>
                        </a:spcAft>
                        <a:buNone/>
                      </a:pPr>
                      <a:r>
                        <a:rPr lang="en-US" sz="1200" dirty="0"/>
                        <a:t>code </a:t>
                      </a:r>
                      <a:r>
                        <a:rPr lang="en-US" sz="1200" dirty="0" smtClean="0"/>
                        <a:t>deployments ( Night)</a:t>
                      </a:r>
                    </a:p>
                    <a:p>
                      <a:pPr marL="0" lvl="0" indent="0" algn="l" rtl="0">
                        <a:spcBef>
                          <a:spcPts val="0"/>
                        </a:spcBef>
                        <a:spcAft>
                          <a:spcPts val="0"/>
                        </a:spcAft>
                        <a:buNone/>
                      </a:pPr>
                      <a:r>
                        <a:rPr lang="en-US" sz="1200" dirty="0" err="1" smtClean="0"/>
                        <a:t>Adhoc</a:t>
                      </a:r>
                      <a:r>
                        <a:rPr lang="en-US" sz="1200" dirty="0" smtClean="0"/>
                        <a:t> </a:t>
                      </a:r>
                      <a:r>
                        <a:rPr lang="en-US" sz="1200" dirty="0"/>
                        <a:t>request from business /Dev/ </a:t>
                      </a:r>
                      <a:r>
                        <a:rPr lang="en-US" sz="1200" dirty="0" smtClean="0"/>
                        <a:t>IT (Day)</a:t>
                      </a:r>
                      <a:endParaRPr sz="1200" dirty="0"/>
                    </a:p>
                  </a:txBody>
                  <a:tcPr marL="91425" marR="91425" marT="91425" marB="91425"/>
                </a:tc>
                <a:extLst>
                  <a:ext uri="{0D108BD9-81ED-4DB2-BD59-A6C34878D82A}">
                    <a16:rowId xmlns:a16="http://schemas.microsoft.com/office/drawing/2014/main" xmlns="" val="10001"/>
                  </a:ext>
                </a:extLst>
              </a:tr>
              <a:tr h="908586">
                <a:tc>
                  <a:txBody>
                    <a:bodyPr/>
                    <a:lstStyle/>
                    <a:p>
                      <a:pPr marL="0" lvl="0" indent="0" algn="l" rtl="0">
                        <a:spcBef>
                          <a:spcPts val="0"/>
                        </a:spcBef>
                        <a:spcAft>
                          <a:spcPts val="0"/>
                        </a:spcAft>
                        <a:buNone/>
                      </a:pPr>
                      <a:r>
                        <a:rPr lang="en-US"/>
                        <a:t>RMiCW</a:t>
                      </a:r>
                      <a:endParaRPr/>
                    </a:p>
                  </a:txBody>
                  <a:tcPr marL="91425" marR="91425" marT="91425" marB="91425"/>
                </a:tc>
                <a:tc>
                  <a:txBody>
                    <a:bodyPr/>
                    <a:lstStyle/>
                    <a:p>
                      <a:pPr marL="0" lvl="0" indent="0" algn="l" rtl="0">
                        <a:spcBef>
                          <a:spcPts val="0"/>
                        </a:spcBef>
                        <a:spcAft>
                          <a:spcPts val="0"/>
                        </a:spcAft>
                        <a:buNone/>
                      </a:pPr>
                      <a:r>
                        <a:rPr lang="en-US" dirty="0"/>
                        <a:t>Leena </a:t>
                      </a:r>
                      <a:r>
                        <a:rPr lang="en-US" dirty="0" err="1" smtClean="0"/>
                        <a:t>Sawhney</a:t>
                      </a:r>
                      <a:r>
                        <a:rPr lang="en-US" dirty="0" smtClean="0"/>
                        <a:t>/ ** </a:t>
                      </a:r>
                      <a:r>
                        <a:rPr lang="en-US" dirty="0" err="1" smtClean="0"/>
                        <a:t>Mekebib</a:t>
                      </a:r>
                      <a:endParaRPr dirty="0"/>
                    </a:p>
                  </a:txBody>
                  <a:tcPr marL="91425" marR="91425" marT="91425" marB="91425"/>
                </a:tc>
                <a:tc>
                  <a:txBody>
                    <a:bodyPr/>
                    <a:lstStyle/>
                    <a:p>
                      <a:pPr marL="0" lvl="0" indent="0" algn="l" rtl="0">
                        <a:spcBef>
                          <a:spcPts val="0"/>
                        </a:spcBef>
                        <a:spcAft>
                          <a:spcPts val="0"/>
                        </a:spcAft>
                        <a:buNone/>
                      </a:pPr>
                      <a:r>
                        <a:rPr lang="en-US" dirty="0">
                          <a:solidFill>
                            <a:schemeClr val="dk1"/>
                          </a:solidFill>
                        </a:rPr>
                        <a:t>24 hours (Day/ after hours for batch job </a:t>
                      </a:r>
                      <a:r>
                        <a:rPr lang="en-US" dirty="0" smtClean="0">
                          <a:solidFill>
                            <a:schemeClr val="dk1"/>
                          </a:solidFill>
                        </a:rPr>
                        <a:t>failures) </a:t>
                      </a:r>
                      <a:endParaRPr dirty="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200" dirty="0">
                          <a:solidFill>
                            <a:schemeClr val="dk1"/>
                          </a:solidFill>
                        </a:rPr>
                        <a:t>Batch job </a:t>
                      </a:r>
                      <a:r>
                        <a:rPr lang="en-US" sz="1200" dirty="0" smtClean="0">
                          <a:solidFill>
                            <a:schemeClr val="dk1"/>
                          </a:solidFill>
                        </a:rPr>
                        <a:t>support ( Night)</a:t>
                      </a:r>
                      <a:endParaRPr sz="1200" dirty="0">
                        <a:solidFill>
                          <a:schemeClr val="dk1"/>
                        </a:solidFill>
                      </a:endParaRPr>
                    </a:p>
                    <a:p>
                      <a:pPr marL="0" lvl="0" indent="0" algn="l" rtl="0">
                        <a:spcBef>
                          <a:spcPts val="0"/>
                        </a:spcBef>
                        <a:spcAft>
                          <a:spcPts val="0"/>
                        </a:spcAft>
                        <a:buNone/>
                      </a:pPr>
                      <a:r>
                        <a:rPr lang="en-US" sz="1200" dirty="0">
                          <a:solidFill>
                            <a:schemeClr val="dk1"/>
                          </a:solidFill>
                        </a:rPr>
                        <a:t>code </a:t>
                      </a:r>
                      <a:r>
                        <a:rPr lang="en-US" sz="1200" dirty="0" smtClean="0">
                          <a:solidFill>
                            <a:schemeClr val="dk1"/>
                          </a:solidFill>
                        </a:rPr>
                        <a:t>deployments ( Night)</a:t>
                      </a:r>
                    </a:p>
                    <a:p>
                      <a:pPr marL="0" lvl="0" indent="0" algn="l" rtl="0">
                        <a:spcBef>
                          <a:spcPts val="0"/>
                        </a:spcBef>
                        <a:spcAft>
                          <a:spcPts val="0"/>
                        </a:spcAft>
                        <a:buNone/>
                      </a:pPr>
                      <a:r>
                        <a:rPr lang="en-US" sz="1200" dirty="0" err="1" smtClean="0">
                          <a:solidFill>
                            <a:schemeClr val="dk1"/>
                          </a:solidFill>
                        </a:rPr>
                        <a:t>Adhoc</a:t>
                      </a:r>
                      <a:r>
                        <a:rPr lang="en-US" sz="1200" dirty="0" smtClean="0">
                          <a:solidFill>
                            <a:schemeClr val="dk1"/>
                          </a:solidFill>
                        </a:rPr>
                        <a:t> </a:t>
                      </a:r>
                      <a:r>
                        <a:rPr lang="en-US" sz="1200" dirty="0">
                          <a:solidFill>
                            <a:schemeClr val="dk1"/>
                          </a:solidFill>
                        </a:rPr>
                        <a:t>request from business /Dev/ </a:t>
                      </a:r>
                      <a:r>
                        <a:rPr lang="en-US" sz="1200" dirty="0" smtClean="0">
                          <a:solidFill>
                            <a:schemeClr val="dk1"/>
                          </a:solidFill>
                        </a:rPr>
                        <a:t>IT ( Day)</a:t>
                      </a:r>
                      <a:endParaRPr sz="1200" dirty="0"/>
                    </a:p>
                  </a:txBody>
                  <a:tcPr marL="91425" marR="91425" marT="91425" marB="91425"/>
                </a:tc>
                <a:extLst>
                  <a:ext uri="{0D108BD9-81ED-4DB2-BD59-A6C34878D82A}">
                    <a16:rowId xmlns:a16="http://schemas.microsoft.com/office/drawing/2014/main" xmlns="" val="10002"/>
                  </a:ext>
                </a:extLst>
              </a:tr>
              <a:tr h="908586">
                <a:tc>
                  <a:txBody>
                    <a:bodyPr/>
                    <a:lstStyle/>
                    <a:p>
                      <a:pPr marL="0" lvl="0" indent="0" algn="l" rtl="0">
                        <a:spcBef>
                          <a:spcPts val="0"/>
                        </a:spcBef>
                        <a:spcAft>
                          <a:spcPts val="0"/>
                        </a:spcAft>
                        <a:buNone/>
                      </a:pPr>
                      <a:r>
                        <a:rPr lang="en-US"/>
                        <a:t>iCollect</a:t>
                      </a:r>
                      <a:endParaRPr/>
                    </a:p>
                  </a:txBody>
                  <a:tcPr marL="91425" marR="91425" marT="91425" marB="91425"/>
                </a:tc>
                <a:tc>
                  <a:txBody>
                    <a:bodyPr/>
                    <a:lstStyle/>
                    <a:p>
                      <a:pPr marL="0" lvl="0" indent="0" algn="l" rtl="0">
                        <a:spcBef>
                          <a:spcPts val="0"/>
                        </a:spcBef>
                        <a:spcAft>
                          <a:spcPts val="0"/>
                        </a:spcAft>
                        <a:buNone/>
                      </a:pPr>
                      <a:r>
                        <a:rPr lang="en-US" dirty="0"/>
                        <a:t>Lakshmi </a:t>
                      </a:r>
                      <a:r>
                        <a:rPr lang="en-US" dirty="0" err="1"/>
                        <a:t>Buddi</a:t>
                      </a:r>
                      <a:endParaRPr dirty="0"/>
                    </a:p>
                  </a:txBody>
                  <a:tcPr marL="91425" marR="91425" marT="91425" marB="91425"/>
                </a:tc>
                <a:tc>
                  <a:txBody>
                    <a:bodyPr/>
                    <a:lstStyle/>
                    <a:p>
                      <a:pPr marL="0" lvl="0" indent="0" algn="l" rtl="0">
                        <a:spcBef>
                          <a:spcPts val="0"/>
                        </a:spcBef>
                        <a:spcAft>
                          <a:spcPts val="0"/>
                        </a:spcAft>
                        <a:buNone/>
                      </a:pPr>
                      <a:r>
                        <a:rPr lang="en-US" dirty="0">
                          <a:solidFill>
                            <a:schemeClr val="dk1"/>
                          </a:solidFill>
                        </a:rPr>
                        <a:t>24 hours (Day/ after hours for batch job </a:t>
                      </a:r>
                      <a:r>
                        <a:rPr lang="en-US" dirty="0" smtClean="0">
                          <a:solidFill>
                            <a:schemeClr val="dk1"/>
                          </a:solidFill>
                        </a:rPr>
                        <a:t>failures) </a:t>
                      </a:r>
                      <a:endParaRPr dirty="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200" dirty="0">
                          <a:solidFill>
                            <a:schemeClr val="dk1"/>
                          </a:solidFill>
                        </a:rPr>
                        <a:t>Batch job </a:t>
                      </a:r>
                      <a:r>
                        <a:rPr lang="en-US" sz="1200" dirty="0" smtClean="0">
                          <a:solidFill>
                            <a:schemeClr val="dk1"/>
                          </a:solidFill>
                        </a:rPr>
                        <a:t>support (Night)</a:t>
                      </a:r>
                      <a:endParaRPr sz="1200" dirty="0">
                        <a:solidFill>
                          <a:schemeClr val="dk1"/>
                        </a:solidFill>
                      </a:endParaRPr>
                    </a:p>
                    <a:p>
                      <a:pPr marL="0" lvl="0" indent="0" algn="l" rtl="0">
                        <a:spcBef>
                          <a:spcPts val="0"/>
                        </a:spcBef>
                        <a:spcAft>
                          <a:spcPts val="0"/>
                        </a:spcAft>
                        <a:buNone/>
                      </a:pPr>
                      <a:r>
                        <a:rPr lang="en-US" sz="1200" dirty="0">
                          <a:solidFill>
                            <a:schemeClr val="dk1"/>
                          </a:solidFill>
                        </a:rPr>
                        <a:t>code </a:t>
                      </a:r>
                      <a:r>
                        <a:rPr lang="en-US" sz="1200" dirty="0" smtClean="0">
                          <a:solidFill>
                            <a:schemeClr val="dk1"/>
                          </a:solidFill>
                        </a:rPr>
                        <a:t>deployments (Night)</a:t>
                      </a:r>
                    </a:p>
                    <a:p>
                      <a:pPr marL="0" lvl="0" indent="0" algn="l" rtl="0">
                        <a:spcBef>
                          <a:spcPts val="0"/>
                        </a:spcBef>
                        <a:spcAft>
                          <a:spcPts val="0"/>
                        </a:spcAft>
                        <a:buNone/>
                      </a:pPr>
                      <a:r>
                        <a:rPr lang="en-US" sz="1200" dirty="0" err="1" smtClean="0">
                          <a:solidFill>
                            <a:schemeClr val="dk1"/>
                          </a:solidFill>
                        </a:rPr>
                        <a:t>Adhoc</a:t>
                      </a:r>
                      <a:r>
                        <a:rPr lang="en-US" sz="1200" dirty="0" smtClean="0">
                          <a:solidFill>
                            <a:schemeClr val="dk1"/>
                          </a:solidFill>
                        </a:rPr>
                        <a:t> </a:t>
                      </a:r>
                      <a:r>
                        <a:rPr lang="en-US" sz="1200" dirty="0">
                          <a:solidFill>
                            <a:schemeClr val="dk1"/>
                          </a:solidFill>
                        </a:rPr>
                        <a:t>request from business /Dev/ </a:t>
                      </a:r>
                      <a:r>
                        <a:rPr lang="en-US" sz="1200" dirty="0" smtClean="0">
                          <a:solidFill>
                            <a:schemeClr val="dk1"/>
                          </a:solidFill>
                        </a:rPr>
                        <a:t>IT (Day)</a:t>
                      </a:r>
                      <a:endParaRPr sz="1200" dirty="0"/>
                    </a:p>
                  </a:txBody>
                  <a:tcPr marL="91425" marR="91425" marT="91425" marB="91425"/>
                </a:tc>
                <a:extLst>
                  <a:ext uri="{0D108BD9-81ED-4DB2-BD59-A6C34878D82A}">
                    <a16:rowId xmlns:a16="http://schemas.microsoft.com/office/drawing/2014/main" xmlns="" val="10003"/>
                  </a:ext>
                </a:extLst>
              </a:tr>
              <a:tr h="700690">
                <a:tc>
                  <a:txBody>
                    <a:bodyPr/>
                    <a:lstStyle/>
                    <a:p>
                      <a:pPr marL="0" lvl="0" indent="0" algn="l" rtl="0">
                        <a:spcBef>
                          <a:spcPts val="0"/>
                        </a:spcBef>
                        <a:spcAft>
                          <a:spcPts val="0"/>
                        </a:spcAft>
                        <a:buNone/>
                      </a:pPr>
                      <a:r>
                        <a:rPr lang="en-US"/>
                        <a:t>Remittance Processing</a:t>
                      </a:r>
                      <a:endParaRPr/>
                    </a:p>
                  </a:txBody>
                  <a:tcPr marL="91425" marR="91425" marT="91425" marB="91425"/>
                </a:tc>
                <a:tc>
                  <a:txBody>
                    <a:bodyPr/>
                    <a:lstStyle/>
                    <a:p>
                      <a:pPr marL="0" lvl="0" indent="0" algn="l" rtl="0">
                        <a:spcBef>
                          <a:spcPts val="0"/>
                        </a:spcBef>
                        <a:spcAft>
                          <a:spcPts val="0"/>
                        </a:spcAft>
                        <a:buNone/>
                      </a:pPr>
                      <a:r>
                        <a:rPr lang="en-US"/>
                        <a:t>Kenneth /Michael/Sujith</a:t>
                      </a:r>
                      <a:endParaRPr/>
                    </a:p>
                  </a:txBody>
                  <a:tcPr marL="91425" marR="91425" marT="91425" marB="91425"/>
                </a:tc>
                <a:tc>
                  <a:txBody>
                    <a:bodyPr/>
                    <a:lstStyle/>
                    <a:p>
                      <a:pPr marL="0" lvl="0" indent="0" algn="l" rtl="0">
                        <a:spcBef>
                          <a:spcPts val="0"/>
                        </a:spcBef>
                        <a:spcAft>
                          <a:spcPts val="0"/>
                        </a:spcAft>
                        <a:buNone/>
                      </a:pPr>
                      <a:r>
                        <a:rPr lang="en-US" dirty="0"/>
                        <a:t>Extended business hours </a:t>
                      </a:r>
                      <a:r>
                        <a:rPr lang="en-US" dirty="0" smtClean="0"/>
                        <a:t>(7 </a:t>
                      </a:r>
                      <a:r>
                        <a:rPr lang="en-US" dirty="0"/>
                        <a:t>AM- 7 PM)</a:t>
                      </a:r>
                      <a:endParaRPr dirty="0"/>
                    </a:p>
                  </a:txBody>
                  <a:tcPr marL="91425" marR="91425" marT="91425" marB="91425"/>
                </a:tc>
                <a:tc>
                  <a:txBody>
                    <a:bodyPr/>
                    <a:lstStyle/>
                    <a:p>
                      <a:pPr marL="0" lvl="0" indent="0" algn="l" rtl="0">
                        <a:spcBef>
                          <a:spcPts val="0"/>
                        </a:spcBef>
                        <a:spcAft>
                          <a:spcPts val="0"/>
                        </a:spcAft>
                        <a:buNone/>
                      </a:pPr>
                      <a:r>
                        <a:rPr lang="en-US" sz="1200" dirty="0"/>
                        <a:t>Assigned to multiple locations to support operations</a:t>
                      </a:r>
                      <a:endParaRPr sz="1200" dirty="0"/>
                    </a:p>
                  </a:txBody>
                  <a:tcPr marL="91425" marR="91425" marT="91425" marB="91425"/>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Maintenance – Batch job failures</a:t>
            </a:r>
            <a:endParaRPr lang="en-US" dirty="0"/>
          </a:p>
        </p:txBody>
      </p:sp>
      <p:sp>
        <p:nvSpPr>
          <p:cNvPr id="3" name="TextBox 2"/>
          <p:cNvSpPr txBox="1"/>
          <p:nvPr/>
        </p:nvSpPr>
        <p:spPr>
          <a:xfrm>
            <a:off x="367991" y="791737"/>
            <a:ext cx="8006576" cy="3970318"/>
          </a:xfrm>
          <a:prstGeom prst="rect">
            <a:avLst/>
          </a:prstGeom>
          <a:noFill/>
        </p:spPr>
        <p:txBody>
          <a:bodyPr wrap="square" rtlCol="0">
            <a:spAutoFit/>
          </a:bodyPr>
          <a:lstStyle/>
          <a:p>
            <a:pPr lvl="0"/>
            <a:r>
              <a:rPr lang="en-US" b="1" dirty="0" smtClean="0"/>
              <a:t>File related issues:</a:t>
            </a:r>
          </a:p>
          <a:p>
            <a:pPr marL="285750" lvl="0" indent="-285750">
              <a:buFont typeface="Arial" panose="020B0604020202020204" pitchFamily="34" charset="0"/>
              <a:buChar char="•"/>
            </a:pPr>
            <a:r>
              <a:rPr lang="en-US" dirty="0" smtClean="0"/>
              <a:t>There are numerous file transfers and files </a:t>
            </a:r>
            <a:r>
              <a:rPr lang="en-US" dirty="0"/>
              <a:t>not sent on </a:t>
            </a:r>
            <a:r>
              <a:rPr lang="en-US" dirty="0" smtClean="0"/>
              <a:t>time or not collected </a:t>
            </a:r>
            <a:endParaRPr lang="en-US" dirty="0"/>
          </a:p>
          <a:p>
            <a:pPr marL="285750" lvl="0" indent="-285750">
              <a:buFont typeface="Arial" panose="020B0604020202020204" pitchFamily="34" charset="0"/>
              <a:buChar char="•"/>
            </a:pPr>
            <a:r>
              <a:rPr lang="en-US" dirty="0" smtClean="0"/>
              <a:t>The data within </a:t>
            </a:r>
            <a:r>
              <a:rPr lang="en-US" dirty="0"/>
              <a:t>the file missing mandatory </a:t>
            </a:r>
            <a:r>
              <a:rPr lang="en-US" dirty="0" smtClean="0"/>
              <a:t>column</a:t>
            </a:r>
          </a:p>
          <a:p>
            <a:pPr marL="285750" lvl="0" indent="-285750">
              <a:buFont typeface="Arial" panose="020B0604020202020204" pitchFamily="34" charset="0"/>
              <a:buChar char="•"/>
            </a:pPr>
            <a:r>
              <a:rPr lang="en-US" dirty="0" smtClean="0"/>
              <a:t>The data files with duplicate rows and ops team needs to remove duplicates</a:t>
            </a:r>
            <a:endParaRPr lang="en-US" dirty="0"/>
          </a:p>
          <a:p>
            <a:pPr marL="285750" lvl="0" indent="-285750">
              <a:buFont typeface="Arial" panose="020B0604020202020204" pitchFamily="34" charset="0"/>
              <a:buChar char="•"/>
            </a:pPr>
            <a:r>
              <a:rPr lang="en-US" dirty="0" smtClean="0"/>
              <a:t>The files are corrupted f(unable </a:t>
            </a:r>
            <a:r>
              <a:rPr lang="en-US" dirty="0"/>
              <a:t>to open/ </a:t>
            </a:r>
            <a:r>
              <a:rPr lang="en-US" dirty="0" smtClean="0"/>
              <a:t>Not readable</a:t>
            </a:r>
            <a:r>
              <a:rPr lang="en-US" dirty="0"/>
              <a:t>)</a:t>
            </a:r>
          </a:p>
          <a:p>
            <a:pPr marL="285750" lvl="0" indent="-285750">
              <a:buFont typeface="Arial" panose="020B0604020202020204" pitchFamily="34" charset="0"/>
              <a:buChar char="•"/>
            </a:pPr>
            <a:r>
              <a:rPr lang="en-US" dirty="0" smtClean="0"/>
              <a:t>The file transfers Ftp </a:t>
            </a:r>
            <a:r>
              <a:rPr lang="en-US" dirty="0"/>
              <a:t>Job </a:t>
            </a:r>
            <a:r>
              <a:rPr lang="en-US" dirty="0" smtClean="0"/>
              <a:t>failure intermittent due to network issues</a:t>
            </a:r>
            <a:endParaRPr lang="en-US" dirty="0"/>
          </a:p>
          <a:p>
            <a:endParaRPr lang="en-US" b="1" dirty="0" smtClean="0"/>
          </a:p>
          <a:p>
            <a:r>
              <a:rPr lang="en-US" b="1" dirty="0" smtClean="0"/>
              <a:t>Encounter typical system resource related issues</a:t>
            </a:r>
            <a:endParaRPr lang="en-US" b="1" dirty="0"/>
          </a:p>
          <a:p>
            <a:pPr marL="285750" lvl="0" indent="-285750">
              <a:buFont typeface="Arial" panose="020B0604020202020204" pitchFamily="34" charset="0"/>
              <a:buChar char="•"/>
            </a:pPr>
            <a:r>
              <a:rPr lang="en-US" dirty="0" smtClean="0"/>
              <a:t>Lack of disk </a:t>
            </a:r>
            <a:r>
              <a:rPr lang="en-US" dirty="0"/>
              <a:t>space</a:t>
            </a:r>
          </a:p>
          <a:p>
            <a:pPr marL="285750" lvl="0" indent="-285750">
              <a:buFont typeface="Arial" panose="020B0604020202020204" pitchFamily="34" charset="0"/>
              <a:buChar char="•"/>
            </a:pPr>
            <a:r>
              <a:rPr lang="en-US" dirty="0" smtClean="0"/>
              <a:t>Lack of memory issues, </a:t>
            </a:r>
            <a:r>
              <a:rPr lang="en-US" dirty="0"/>
              <a:t>swap space for the application</a:t>
            </a:r>
          </a:p>
          <a:p>
            <a:pPr marL="285750" lvl="0" indent="-285750">
              <a:buFont typeface="Arial" panose="020B0604020202020204" pitchFamily="34" charset="0"/>
              <a:buChar char="•"/>
            </a:pPr>
            <a:r>
              <a:rPr lang="en-US" dirty="0" smtClean="0"/>
              <a:t>Size of database </a:t>
            </a:r>
            <a:r>
              <a:rPr lang="en-US" dirty="0"/>
              <a:t>log and </a:t>
            </a:r>
            <a:r>
              <a:rPr lang="en-US" dirty="0" smtClean="0"/>
              <a:t>table space </a:t>
            </a:r>
            <a:r>
              <a:rPr lang="en-US" dirty="0" smtClean="0">
                <a:sym typeface="Wingdings" panose="05000000000000000000" pitchFamily="2" charset="2"/>
              </a:rPr>
              <a:t></a:t>
            </a:r>
            <a:r>
              <a:rPr lang="en-US" dirty="0" smtClean="0"/>
              <a:t> </a:t>
            </a:r>
            <a:r>
              <a:rPr lang="en-US" sz="1200" i="1" dirty="0" smtClean="0"/>
              <a:t>Increased monitoring and adjusted the Threshold limit </a:t>
            </a:r>
            <a:endParaRPr lang="en-US" i="1" dirty="0" smtClean="0"/>
          </a:p>
          <a:p>
            <a:pPr lvl="0"/>
            <a:endParaRPr lang="en-US" i="1" dirty="0"/>
          </a:p>
          <a:p>
            <a:pPr lvl="0"/>
            <a:r>
              <a:rPr lang="en-US" b="1" dirty="0" smtClean="0"/>
              <a:t>Issues in Payments Area </a:t>
            </a:r>
          </a:p>
          <a:p>
            <a:pPr marL="285750" lvl="0" indent="-285750">
              <a:buFont typeface="Arial" panose="020B0604020202020204" pitchFamily="34" charset="0"/>
              <a:buChar char="•"/>
            </a:pPr>
            <a:r>
              <a:rPr lang="en-US" dirty="0"/>
              <a:t>Files did not go out to External system,  no alerts.</a:t>
            </a:r>
          </a:p>
          <a:p>
            <a:pPr marL="285750" lvl="0" indent="-285750">
              <a:buFont typeface="Arial" panose="020B0604020202020204" pitchFamily="34" charset="0"/>
              <a:buChar char="•"/>
            </a:pPr>
            <a:r>
              <a:rPr lang="en-US" dirty="0"/>
              <a:t>Duplicate payments</a:t>
            </a:r>
          </a:p>
          <a:p>
            <a:pPr marL="285750" lvl="0" indent="-285750">
              <a:buFont typeface="Arial" panose="020B0604020202020204" pitchFamily="34" charset="0"/>
              <a:buChar char="•"/>
            </a:pPr>
            <a:r>
              <a:rPr lang="en-US" dirty="0"/>
              <a:t>Payment not processed</a:t>
            </a:r>
          </a:p>
          <a:p>
            <a:pPr marL="285750" lvl="0" indent="-285750">
              <a:buFont typeface="Arial" panose="020B0604020202020204" pitchFamily="34" charset="0"/>
              <a:buChar char="•"/>
            </a:pPr>
            <a:r>
              <a:rPr lang="en-US" dirty="0"/>
              <a:t>Payment not sent to settlement, VOD system not sending shipment complete.</a:t>
            </a:r>
          </a:p>
          <a:p>
            <a:pPr lvl="0"/>
            <a:endParaRPr lang="en-US" dirty="0"/>
          </a:p>
        </p:txBody>
      </p:sp>
    </p:spTree>
    <p:extLst>
      <p:ext uri="{BB962C8B-B14F-4D97-AF65-F5344CB8AC3E}">
        <p14:creationId xmlns:p14="http://schemas.microsoft.com/office/powerpoint/2010/main" val="24061091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Maintenance </a:t>
            </a:r>
            <a:r>
              <a:rPr lang="en-US" dirty="0" smtClean="0"/>
              <a:t>- Risks with EOSL – End of software life </a:t>
            </a:r>
            <a:endParaRPr lang="en-US" dirty="0"/>
          </a:p>
        </p:txBody>
      </p:sp>
      <p:sp>
        <p:nvSpPr>
          <p:cNvPr id="3" name="TextBox 2"/>
          <p:cNvSpPr txBox="1"/>
          <p:nvPr/>
        </p:nvSpPr>
        <p:spPr>
          <a:xfrm>
            <a:off x="401444" y="903249"/>
            <a:ext cx="8374566" cy="2677656"/>
          </a:xfrm>
          <a:prstGeom prst="rect">
            <a:avLst/>
          </a:prstGeom>
          <a:noFill/>
        </p:spPr>
        <p:txBody>
          <a:bodyPr wrap="square" rtlCol="0">
            <a:spAutoFit/>
          </a:bodyPr>
          <a:lstStyle/>
          <a:p>
            <a:r>
              <a:rPr lang="en-US" b="1" u="sng" dirty="0" smtClean="0"/>
              <a:t>Few risks with using </a:t>
            </a:r>
            <a:r>
              <a:rPr lang="en-US" b="1" u="sng" dirty="0"/>
              <a:t>End of Service Life (EOSL) software </a:t>
            </a:r>
            <a:endParaRPr lang="en-US" b="1" u="sng" dirty="0" smtClean="0"/>
          </a:p>
          <a:p>
            <a:endParaRPr lang="en-US" b="1" dirty="0" smtClean="0"/>
          </a:p>
          <a:p>
            <a:pPr marL="285750" indent="-285750">
              <a:buFont typeface="Arial" panose="020B0604020202020204" pitchFamily="34" charset="0"/>
              <a:buChar char="•"/>
            </a:pPr>
            <a:r>
              <a:rPr lang="en-US" dirty="0" smtClean="0"/>
              <a:t>Lack of vendor support</a:t>
            </a:r>
            <a:endParaRPr lang="en-US" dirty="0"/>
          </a:p>
          <a:p>
            <a:pPr marL="285750" indent="-285750">
              <a:buFont typeface="Arial" panose="020B0604020202020204" pitchFamily="34" charset="0"/>
              <a:buChar char="•"/>
            </a:pPr>
            <a:r>
              <a:rPr lang="en-US" dirty="0" smtClean="0"/>
              <a:t>Will </a:t>
            </a:r>
            <a:r>
              <a:rPr lang="en-US" dirty="0"/>
              <a:t>not receive the new security patches</a:t>
            </a:r>
          </a:p>
          <a:p>
            <a:pPr marL="285750" indent="-285750">
              <a:buFont typeface="Arial" panose="020B0604020202020204" pitchFamily="34" charset="0"/>
              <a:buChar char="•"/>
            </a:pPr>
            <a:r>
              <a:rPr lang="en-US" dirty="0" smtClean="0"/>
              <a:t>Compatibility </a:t>
            </a:r>
            <a:r>
              <a:rPr lang="en-US" dirty="0"/>
              <a:t>with latest hardware /infrastructure and 3rd party products will be </a:t>
            </a:r>
            <a:r>
              <a:rPr lang="en-US" dirty="0" smtClean="0"/>
              <a:t>impacted</a:t>
            </a:r>
          </a:p>
          <a:p>
            <a:pPr marL="285750" indent="-285750">
              <a:buFont typeface="Arial" panose="020B0604020202020204" pitchFamily="34" charset="0"/>
              <a:buChar char="•"/>
            </a:pPr>
            <a:r>
              <a:rPr lang="en-US" dirty="0" smtClean="0"/>
              <a:t>Will </a:t>
            </a:r>
            <a:r>
              <a:rPr lang="en-US" dirty="0"/>
              <a:t>not be able to upgrade to the latest updates on new enhancements or features of the product</a:t>
            </a:r>
          </a:p>
          <a:p>
            <a:r>
              <a:rPr lang="en-US" dirty="0" smtClean="0"/>
              <a:t> </a:t>
            </a:r>
          </a:p>
          <a:p>
            <a:r>
              <a:rPr lang="en-US" i="1" dirty="0" smtClean="0"/>
              <a:t>End </a:t>
            </a:r>
            <a:r>
              <a:rPr lang="en-US" i="1" dirty="0"/>
              <a:t>of Software life) : </a:t>
            </a:r>
            <a:r>
              <a:rPr lang="en-US" i="1" dirty="0" smtClean="0"/>
              <a:t>As a practice generally </a:t>
            </a:r>
            <a:r>
              <a:rPr lang="en-US" i="1" dirty="0"/>
              <a:t>set </a:t>
            </a:r>
            <a:r>
              <a:rPr lang="en-US" i="1" dirty="0" smtClean="0"/>
              <a:t>a </a:t>
            </a:r>
            <a:r>
              <a:rPr lang="en-US" i="1" u="sng" dirty="0"/>
              <a:t>minimum of 18 months prior </a:t>
            </a:r>
            <a:r>
              <a:rPr lang="en-US" i="1" dirty="0"/>
              <a:t>to the official vendor EOSL to ensure </a:t>
            </a:r>
            <a:r>
              <a:rPr lang="en-US" i="1" dirty="0" smtClean="0"/>
              <a:t>ample </a:t>
            </a:r>
            <a:r>
              <a:rPr lang="en-US" i="1" dirty="0"/>
              <a:t>time to </a:t>
            </a:r>
            <a:r>
              <a:rPr lang="en-US" i="1" dirty="0" smtClean="0"/>
              <a:t>remediate</a:t>
            </a:r>
          </a:p>
          <a:p>
            <a:endParaRPr lang="en-US" i="1" dirty="0" smtClean="0"/>
          </a:p>
          <a:p>
            <a:r>
              <a:rPr lang="en-US" i="1" dirty="0" smtClean="0"/>
              <a:t>And also  “</a:t>
            </a:r>
            <a:r>
              <a:rPr lang="en-US" dirty="0" smtClean="0"/>
              <a:t>No” </a:t>
            </a:r>
            <a:r>
              <a:rPr lang="en-US" dirty="0"/>
              <a:t>new deployments </a:t>
            </a:r>
            <a:r>
              <a:rPr lang="en-US" dirty="0" smtClean="0"/>
              <a:t>should be done on EOSL software</a:t>
            </a:r>
          </a:p>
          <a:p>
            <a:endParaRPr lang="en-US" b="1" dirty="0" smtClean="0"/>
          </a:p>
        </p:txBody>
      </p:sp>
    </p:spTree>
    <p:extLst>
      <p:ext uri="{BB962C8B-B14F-4D97-AF65-F5344CB8AC3E}">
        <p14:creationId xmlns:p14="http://schemas.microsoft.com/office/powerpoint/2010/main" val="4935968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75"/>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lvl="0">
              <a:buClr>
                <a:schemeClr val="dk1"/>
              </a:buClr>
            </a:pPr>
            <a:r>
              <a:rPr lang="en-US" dirty="0"/>
              <a:t>Application Maintenance </a:t>
            </a:r>
            <a:r>
              <a:rPr lang="en-US" dirty="0" smtClean="0"/>
              <a:t>– Issues with EOLS (</a:t>
            </a:r>
            <a:r>
              <a:rPr lang="en-US" i="1" dirty="0" smtClean="0"/>
              <a:t>End </a:t>
            </a:r>
            <a:r>
              <a:rPr lang="en-US" i="1" dirty="0"/>
              <a:t>of Software life) </a:t>
            </a:r>
            <a:endParaRPr dirty="0"/>
          </a:p>
        </p:txBody>
      </p:sp>
      <p:sp>
        <p:nvSpPr>
          <p:cNvPr id="755" name="Google Shape;755;p75"/>
          <p:cNvSpPr txBox="1"/>
          <p:nvPr/>
        </p:nvSpPr>
        <p:spPr>
          <a:xfrm>
            <a:off x="304800" y="603274"/>
            <a:ext cx="8614200" cy="385721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b="1" u="sng" dirty="0">
              <a:solidFill>
                <a:schemeClr val="dk1"/>
              </a:solidFill>
            </a:endParaRPr>
          </a:p>
          <a:p>
            <a:pPr marL="0" lvl="0" indent="0" algn="l" rtl="0">
              <a:spcBef>
                <a:spcPts val="0"/>
              </a:spcBef>
              <a:spcAft>
                <a:spcPts val="0"/>
              </a:spcAft>
              <a:buClr>
                <a:schemeClr val="dk1"/>
              </a:buClr>
              <a:buSzPts val="1100"/>
              <a:buFont typeface="Arial"/>
              <a:buNone/>
            </a:pPr>
            <a:r>
              <a:rPr lang="en-US" b="1" u="sng" dirty="0" smtClean="0">
                <a:solidFill>
                  <a:schemeClr val="dk1"/>
                </a:solidFill>
              </a:rPr>
              <a:t>RMS Performance issues on 6/13:  Need additional </a:t>
            </a:r>
            <a:r>
              <a:rPr lang="en-US" b="1" u="sng" dirty="0" smtClean="0"/>
              <a:t>nodes to handle the traffic bandwidth </a:t>
            </a:r>
            <a:endParaRPr lang="en-US" b="1" dirty="0" smtClean="0"/>
          </a:p>
          <a:p>
            <a:pPr marL="0" lvl="0" indent="0" algn="l" rtl="0">
              <a:spcBef>
                <a:spcPts val="0"/>
              </a:spcBef>
              <a:spcAft>
                <a:spcPts val="0"/>
              </a:spcAft>
              <a:buClr>
                <a:schemeClr val="dk1"/>
              </a:buClr>
              <a:buSzPts val="1100"/>
              <a:buFont typeface="Arial"/>
              <a:buNone/>
            </a:pPr>
            <a:endParaRPr lang="en-US" dirty="0" smtClean="0"/>
          </a:p>
          <a:p>
            <a:pPr marL="0" lvl="0" indent="0" algn="l" rtl="0">
              <a:spcBef>
                <a:spcPts val="0"/>
              </a:spcBef>
              <a:spcAft>
                <a:spcPts val="0"/>
              </a:spcAft>
              <a:buClr>
                <a:schemeClr val="dk1"/>
              </a:buClr>
              <a:buSzPts val="1100"/>
              <a:buFont typeface="Arial"/>
              <a:buNone/>
            </a:pPr>
            <a:r>
              <a:rPr lang="en-US" dirty="0" smtClean="0"/>
              <a:t>The RMS system is on unsupported WebLogic 10.3 running on an older version of Linux (ver. 5.3) </a:t>
            </a:r>
          </a:p>
          <a:p>
            <a:pPr marL="457200"/>
            <a:r>
              <a:rPr lang="en-US" dirty="0" smtClean="0"/>
              <a:t>We are unable to add additional server nodes because of both app server and OS </a:t>
            </a:r>
          </a:p>
          <a:p>
            <a:pPr marL="742950" indent="-285750">
              <a:buFont typeface="Arial" panose="020B0604020202020204" pitchFamily="34" charset="0"/>
              <a:buChar char="•"/>
            </a:pPr>
            <a:r>
              <a:rPr lang="en-US" dirty="0" smtClean="0"/>
              <a:t>WebLogic is on a unsupported version ver. 10.3</a:t>
            </a:r>
          </a:p>
          <a:p>
            <a:pPr marL="742950" indent="-285750">
              <a:buFont typeface="Arial" panose="020B0604020202020204" pitchFamily="34" charset="0"/>
              <a:buChar char="•"/>
            </a:pPr>
            <a:r>
              <a:rPr lang="en-US" dirty="0"/>
              <a:t>I</a:t>
            </a:r>
            <a:r>
              <a:rPr lang="en-US" dirty="0" smtClean="0"/>
              <a:t>nability to procure the older Linux version 5.3</a:t>
            </a:r>
          </a:p>
          <a:p>
            <a:pPr marL="457200"/>
            <a:endParaRPr lang="en-US" b="1" dirty="0"/>
          </a:p>
          <a:p>
            <a:pPr marL="457200"/>
            <a:r>
              <a:rPr lang="en-US" b="1" dirty="0" smtClean="0"/>
              <a:t>Tweaking WebLogic setting for performance  (Risk)</a:t>
            </a:r>
            <a:r>
              <a:rPr lang="en-US" dirty="0" smtClean="0"/>
              <a:t>: </a:t>
            </a:r>
          </a:p>
          <a:p>
            <a:pPr marL="457200"/>
            <a:r>
              <a:rPr lang="en-US" dirty="0" smtClean="0"/>
              <a:t>Due to the unsupported version of WebLogic, any additional changes to current settings to enhance performance can cause unexpected results</a:t>
            </a:r>
          </a:p>
          <a:p>
            <a:pPr marL="457200"/>
            <a:endParaRPr lang="en-US" dirty="0" smtClean="0"/>
          </a:p>
          <a:p>
            <a:pPr marL="457200"/>
            <a:r>
              <a:rPr lang="en-US" b="1" dirty="0" smtClean="0"/>
              <a:t>Workaround</a:t>
            </a:r>
            <a:r>
              <a:rPr lang="en-US" dirty="0" smtClean="0"/>
              <a:t>: The current workaround is for the Ops team to proactively monitor </a:t>
            </a:r>
            <a:r>
              <a:rPr lang="en-US" dirty="0"/>
              <a:t>the servers status </a:t>
            </a:r>
            <a:r>
              <a:rPr lang="en-US" dirty="0" smtClean="0"/>
              <a:t>and perform restart </a:t>
            </a:r>
            <a:r>
              <a:rPr lang="en-US" dirty="0"/>
              <a:t>the </a:t>
            </a:r>
            <a:r>
              <a:rPr lang="en-US" dirty="0" err="1"/>
              <a:t>weblogic</a:t>
            </a:r>
            <a:r>
              <a:rPr lang="en-US" dirty="0"/>
              <a:t> instances whenever </a:t>
            </a:r>
            <a:r>
              <a:rPr lang="en-US" dirty="0" smtClean="0"/>
              <a:t>required</a:t>
            </a:r>
            <a:endParaRPr lang="en-US" dirty="0"/>
          </a:p>
          <a:p>
            <a:pPr marL="457200" lvl="0" indent="0" algn="l" rtl="0">
              <a:spcBef>
                <a:spcPts val="0"/>
              </a:spcBef>
              <a:spcAft>
                <a:spcPts val="0"/>
              </a:spcAft>
              <a:buNone/>
            </a:pPr>
            <a:endParaRPr lang="en-US"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Maintenance – </a:t>
            </a:r>
            <a:r>
              <a:rPr lang="en-US" dirty="0" smtClean="0"/>
              <a:t>Steady state challenges </a:t>
            </a:r>
            <a:endParaRPr lang="en-US" dirty="0"/>
          </a:p>
        </p:txBody>
      </p:sp>
      <p:graphicFrame>
        <p:nvGraphicFramePr>
          <p:cNvPr id="4" name="Table 3"/>
          <p:cNvGraphicFramePr>
            <a:graphicFrameLocks noGrp="1"/>
          </p:cNvGraphicFramePr>
          <p:nvPr>
            <p:extLst/>
          </p:nvPr>
        </p:nvGraphicFramePr>
        <p:xfrm>
          <a:off x="223025" y="603250"/>
          <a:ext cx="8463774" cy="3754104"/>
        </p:xfrm>
        <a:graphic>
          <a:graphicData uri="http://schemas.openxmlformats.org/drawingml/2006/table">
            <a:tbl>
              <a:tblPr>
                <a:tableStyleId>{A70ED476-843A-427E-897D-906BA067CE12}</a:tableStyleId>
              </a:tblPr>
              <a:tblGrid>
                <a:gridCol w="978803">
                  <a:extLst>
                    <a:ext uri="{9D8B030D-6E8A-4147-A177-3AD203B41FA5}">
                      <a16:colId xmlns="" xmlns:a16="http://schemas.microsoft.com/office/drawing/2014/main" val="3168995966"/>
                    </a:ext>
                  </a:extLst>
                </a:gridCol>
                <a:gridCol w="902658">
                  <a:extLst>
                    <a:ext uri="{9D8B030D-6E8A-4147-A177-3AD203B41FA5}">
                      <a16:colId xmlns="" xmlns:a16="http://schemas.microsoft.com/office/drawing/2014/main" val="1866556491"/>
                    </a:ext>
                  </a:extLst>
                </a:gridCol>
                <a:gridCol w="1166983">
                  <a:extLst>
                    <a:ext uri="{9D8B030D-6E8A-4147-A177-3AD203B41FA5}">
                      <a16:colId xmlns="" xmlns:a16="http://schemas.microsoft.com/office/drawing/2014/main" val="4273092671"/>
                    </a:ext>
                  </a:extLst>
                </a:gridCol>
                <a:gridCol w="1056094">
                  <a:extLst>
                    <a:ext uri="{9D8B030D-6E8A-4147-A177-3AD203B41FA5}">
                      <a16:colId xmlns="" xmlns:a16="http://schemas.microsoft.com/office/drawing/2014/main" val="694811287"/>
                    </a:ext>
                  </a:extLst>
                </a:gridCol>
                <a:gridCol w="1047587">
                  <a:extLst>
                    <a:ext uri="{9D8B030D-6E8A-4147-A177-3AD203B41FA5}">
                      <a16:colId xmlns="" xmlns:a16="http://schemas.microsoft.com/office/drawing/2014/main" val="454293865"/>
                    </a:ext>
                  </a:extLst>
                </a:gridCol>
                <a:gridCol w="778049">
                  <a:extLst>
                    <a:ext uri="{9D8B030D-6E8A-4147-A177-3AD203B41FA5}">
                      <a16:colId xmlns="" xmlns:a16="http://schemas.microsoft.com/office/drawing/2014/main" val="1153840320"/>
                    </a:ext>
                  </a:extLst>
                </a:gridCol>
                <a:gridCol w="797834">
                  <a:extLst>
                    <a:ext uri="{9D8B030D-6E8A-4147-A177-3AD203B41FA5}">
                      <a16:colId xmlns="" xmlns:a16="http://schemas.microsoft.com/office/drawing/2014/main" val="2903767202"/>
                    </a:ext>
                  </a:extLst>
                </a:gridCol>
                <a:gridCol w="950076">
                  <a:extLst>
                    <a:ext uri="{9D8B030D-6E8A-4147-A177-3AD203B41FA5}">
                      <a16:colId xmlns="" xmlns:a16="http://schemas.microsoft.com/office/drawing/2014/main" val="2191133612"/>
                    </a:ext>
                  </a:extLst>
                </a:gridCol>
                <a:gridCol w="785690">
                  <a:extLst>
                    <a:ext uri="{9D8B030D-6E8A-4147-A177-3AD203B41FA5}">
                      <a16:colId xmlns="" xmlns:a16="http://schemas.microsoft.com/office/drawing/2014/main" val="3321307078"/>
                    </a:ext>
                  </a:extLst>
                </a:gridCol>
              </a:tblGrid>
              <a:tr h="946056">
                <a:tc>
                  <a:txBody>
                    <a:bodyPr/>
                    <a:lstStyle/>
                    <a:p>
                      <a:pPr algn="l" fontAlgn="b"/>
                      <a:r>
                        <a:rPr lang="en-US" sz="1000" u="none" strike="noStrike" dirty="0">
                          <a:solidFill>
                            <a:schemeClr val="accent1"/>
                          </a:solidFill>
                          <a:effectLst/>
                        </a:rPr>
                        <a:t>Applications</a:t>
                      </a:r>
                      <a:endParaRPr lang="en-US" sz="1000" b="1" i="0" u="none" strike="noStrike" dirty="0">
                        <a:solidFill>
                          <a:schemeClr val="accent1"/>
                        </a:solidFill>
                        <a:effectLst/>
                        <a:latin typeface="Calibri" panose="020F0502020204030204" pitchFamily="34" charset="0"/>
                      </a:endParaRPr>
                    </a:p>
                  </a:txBody>
                  <a:tcPr marR="0" marT="0" marB="0" anchor="ctr"/>
                </a:tc>
                <a:tc>
                  <a:txBody>
                    <a:bodyPr/>
                    <a:lstStyle/>
                    <a:p>
                      <a:pPr algn="l" fontAlgn="b"/>
                      <a:endParaRPr lang="en-US" sz="1000" u="none" strike="noStrike" dirty="0" smtClean="0">
                        <a:solidFill>
                          <a:schemeClr val="accent1"/>
                        </a:solidFill>
                        <a:effectLst/>
                      </a:endParaRPr>
                    </a:p>
                    <a:p>
                      <a:pPr algn="l" fontAlgn="b"/>
                      <a:endParaRPr lang="en-US" sz="1000" u="none" strike="noStrike" dirty="0" smtClean="0">
                        <a:solidFill>
                          <a:schemeClr val="accent1"/>
                        </a:solidFill>
                        <a:effectLst/>
                      </a:endParaRPr>
                    </a:p>
                    <a:p>
                      <a:pPr algn="l" fontAlgn="b"/>
                      <a:r>
                        <a:rPr lang="en-US" sz="1000" u="none" strike="noStrike" dirty="0" smtClean="0">
                          <a:solidFill>
                            <a:schemeClr val="accent1"/>
                          </a:solidFill>
                          <a:effectLst/>
                        </a:rPr>
                        <a:t>Lack </a:t>
                      </a:r>
                      <a:r>
                        <a:rPr lang="en-US" sz="1000" u="none" strike="noStrike" dirty="0">
                          <a:solidFill>
                            <a:schemeClr val="accent1"/>
                          </a:solidFill>
                          <a:effectLst/>
                        </a:rPr>
                        <a:t>of Pre Prod (Stage) </a:t>
                      </a:r>
                      <a:r>
                        <a:rPr lang="en-US" sz="1000" u="none" strike="noStrike" dirty="0" smtClean="0">
                          <a:solidFill>
                            <a:schemeClr val="accent1"/>
                          </a:solidFill>
                          <a:effectLst/>
                        </a:rPr>
                        <a:t>Environment</a:t>
                      </a:r>
                      <a:endParaRPr lang="en-US" sz="1000" b="1" i="0" u="none" strike="noStrike" dirty="0">
                        <a:solidFill>
                          <a:schemeClr val="accent1"/>
                        </a:solidFill>
                        <a:effectLst/>
                        <a:latin typeface="Calibri" panose="020F0502020204030204" pitchFamily="34" charset="0"/>
                      </a:endParaRPr>
                    </a:p>
                  </a:txBody>
                  <a:tcPr marR="0" marT="0" marB="0"/>
                </a:tc>
                <a:tc>
                  <a:txBody>
                    <a:bodyPr/>
                    <a:lstStyle/>
                    <a:p>
                      <a:pPr algn="l" fontAlgn="t"/>
                      <a:endParaRPr lang="en-US" sz="1000" u="none" strike="noStrike" dirty="0" smtClean="0">
                        <a:solidFill>
                          <a:schemeClr val="accent1"/>
                        </a:solidFill>
                        <a:effectLst/>
                      </a:endParaRPr>
                    </a:p>
                    <a:p>
                      <a:pPr algn="l" fontAlgn="t"/>
                      <a:r>
                        <a:rPr lang="en-US" sz="1000" u="none" strike="noStrike" dirty="0" smtClean="0">
                          <a:solidFill>
                            <a:schemeClr val="accent1"/>
                          </a:solidFill>
                          <a:effectLst/>
                        </a:rPr>
                        <a:t>Availability </a:t>
                      </a:r>
                      <a:r>
                        <a:rPr lang="en-US" sz="1000" u="none" strike="noStrike" dirty="0">
                          <a:solidFill>
                            <a:schemeClr val="accent1"/>
                          </a:solidFill>
                          <a:effectLst/>
                        </a:rPr>
                        <a:t>of a clean testing environment  to drop and recreate </a:t>
                      </a:r>
                      <a:r>
                        <a:rPr lang="en-US" sz="1000" u="none" strike="noStrike" dirty="0" err="1">
                          <a:solidFill>
                            <a:schemeClr val="accent1"/>
                          </a:solidFill>
                          <a:effectLst/>
                        </a:rPr>
                        <a:t>db</a:t>
                      </a:r>
                      <a:r>
                        <a:rPr lang="en-US" sz="1000" u="none" strike="noStrike" dirty="0">
                          <a:solidFill>
                            <a:schemeClr val="accent1"/>
                          </a:solidFill>
                          <a:effectLst/>
                        </a:rPr>
                        <a:t> scripts</a:t>
                      </a:r>
                      <a:endParaRPr lang="en-US" sz="1000" b="1" i="0" u="none" strike="noStrike" dirty="0">
                        <a:solidFill>
                          <a:schemeClr val="accent1"/>
                        </a:solidFill>
                        <a:effectLst/>
                        <a:latin typeface="Calibri" panose="020F0502020204030204" pitchFamily="34" charset="0"/>
                      </a:endParaRPr>
                    </a:p>
                  </a:txBody>
                  <a:tcPr marR="0" marT="0" marB="0"/>
                </a:tc>
                <a:tc>
                  <a:txBody>
                    <a:bodyPr/>
                    <a:lstStyle/>
                    <a:p>
                      <a:pPr algn="l" fontAlgn="b"/>
                      <a:endParaRPr lang="en-US" sz="1000" u="none" strike="noStrike" dirty="0" smtClean="0">
                        <a:solidFill>
                          <a:schemeClr val="accent1"/>
                        </a:solidFill>
                        <a:effectLst/>
                      </a:endParaRPr>
                    </a:p>
                    <a:p>
                      <a:pPr algn="l" fontAlgn="b"/>
                      <a:r>
                        <a:rPr lang="en-US" sz="1000" u="none" strike="noStrike" dirty="0" smtClean="0">
                          <a:solidFill>
                            <a:schemeClr val="accent1"/>
                          </a:solidFill>
                          <a:effectLst/>
                        </a:rPr>
                        <a:t>Regression </a:t>
                      </a:r>
                      <a:r>
                        <a:rPr lang="en-US" sz="1000" u="none" strike="noStrike" dirty="0">
                          <a:solidFill>
                            <a:schemeClr val="accent1"/>
                          </a:solidFill>
                          <a:effectLst/>
                        </a:rPr>
                        <a:t>test suite to </a:t>
                      </a:r>
                      <a:r>
                        <a:rPr lang="en-US" sz="1000" u="none" strike="noStrike" dirty="0" smtClean="0">
                          <a:solidFill>
                            <a:schemeClr val="accent1"/>
                          </a:solidFill>
                          <a:effectLst/>
                        </a:rPr>
                        <a:t>test  </a:t>
                      </a:r>
                      <a:r>
                        <a:rPr lang="en-US" sz="1000" u="none" strike="noStrike" dirty="0">
                          <a:solidFill>
                            <a:schemeClr val="accent1"/>
                          </a:solidFill>
                          <a:effectLst/>
                        </a:rPr>
                        <a:t>existing functionality</a:t>
                      </a:r>
                      <a:endParaRPr lang="en-US" sz="1000" b="1" i="0" u="none" strike="noStrike" dirty="0">
                        <a:solidFill>
                          <a:schemeClr val="accent1"/>
                        </a:solidFill>
                        <a:effectLst/>
                        <a:latin typeface="Calibri" panose="020F0502020204030204" pitchFamily="34" charset="0"/>
                      </a:endParaRPr>
                    </a:p>
                  </a:txBody>
                  <a:tcPr marR="0" marT="0" marB="0"/>
                </a:tc>
                <a:tc>
                  <a:txBody>
                    <a:bodyPr/>
                    <a:lstStyle/>
                    <a:p>
                      <a:pPr algn="l" fontAlgn="b"/>
                      <a:endParaRPr lang="en-US" sz="1000" u="none" strike="noStrike" dirty="0" smtClean="0">
                        <a:solidFill>
                          <a:schemeClr val="accent1"/>
                        </a:solidFill>
                        <a:effectLst/>
                      </a:endParaRPr>
                    </a:p>
                    <a:p>
                      <a:pPr algn="l" fontAlgn="b"/>
                      <a:r>
                        <a:rPr lang="en-US" sz="1000" u="none" strike="noStrike" dirty="0" smtClean="0">
                          <a:solidFill>
                            <a:schemeClr val="accent1"/>
                          </a:solidFill>
                          <a:effectLst/>
                        </a:rPr>
                        <a:t>Sufficient </a:t>
                      </a:r>
                      <a:r>
                        <a:rPr lang="en-US" sz="1000" u="none" strike="noStrike" dirty="0">
                          <a:solidFill>
                            <a:schemeClr val="accent1"/>
                          </a:solidFill>
                          <a:effectLst/>
                        </a:rPr>
                        <a:t>data </a:t>
                      </a:r>
                      <a:r>
                        <a:rPr lang="en-US" sz="1000" u="none" strike="noStrike" dirty="0" smtClean="0">
                          <a:solidFill>
                            <a:schemeClr val="accent1"/>
                          </a:solidFill>
                          <a:effectLst/>
                        </a:rPr>
                        <a:t>in </a:t>
                      </a:r>
                      <a:r>
                        <a:rPr lang="en-US" sz="1000" u="none" strike="noStrike" dirty="0">
                          <a:solidFill>
                            <a:schemeClr val="accent1"/>
                          </a:solidFill>
                          <a:effectLst/>
                        </a:rPr>
                        <a:t>Non </a:t>
                      </a:r>
                      <a:r>
                        <a:rPr lang="en-US" sz="1000" u="none" strike="noStrike" dirty="0" smtClean="0">
                          <a:solidFill>
                            <a:schemeClr val="accent1"/>
                          </a:solidFill>
                          <a:effectLst/>
                        </a:rPr>
                        <a:t>Prod - </a:t>
                      </a:r>
                      <a:r>
                        <a:rPr lang="en-US" sz="1000" u="none" strike="noStrike" dirty="0">
                          <a:solidFill>
                            <a:schemeClr val="accent1"/>
                          </a:solidFill>
                          <a:effectLst/>
                        </a:rPr>
                        <a:t>unable to test</a:t>
                      </a:r>
                      <a:endParaRPr lang="en-US" sz="1000" b="1" i="0" u="none" strike="noStrike" dirty="0">
                        <a:solidFill>
                          <a:schemeClr val="accent1"/>
                        </a:solidFill>
                        <a:effectLst/>
                        <a:latin typeface="Calibri" panose="020F0502020204030204" pitchFamily="34" charset="0"/>
                      </a:endParaRPr>
                    </a:p>
                  </a:txBody>
                  <a:tcPr marR="0" marT="0" marB="0"/>
                </a:tc>
                <a:tc>
                  <a:txBody>
                    <a:bodyPr/>
                    <a:lstStyle/>
                    <a:p>
                      <a:pPr algn="l" fontAlgn="b"/>
                      <a:endParaRPr lang="en-US" sz="1000" u="none" strike="noStrike" dirty="0" smtClean="0">
                        <a:solidFill>
                          <a:schemeClr val="accent1"/>
                        </a:solidFill>
                        <a:effectLst/>
                      </a:endParaRPr>
                    </a:p>
                    <a:p>
                      <a:pPr algn="l" fontAlgn="b"/>
                      <a:r>
                        <a:rPr lang="en-US" sz="1000" u="none" strike="noStrike" dirty="0" smtClean="0">
                          <a:solidFill>
                            <a:schemeClr val="accent1"/>
                          </a:solidFill>
                          <a:effectLst/>
                        </a:rPr>
                        <a:t>End </a:t>
                      </a:r>
                      <a:r>
                        <a:rPr lang="en-US" sz="1000" u="none" strike="noStrike" dirty="0">
                          <a:solidFill>
                            <a:schemeClr val="accent1"/>
                          </a:solidFill>
                          <a:effectLst/>
                        </a:rPr>
                        <a:t>of Life for Hardware / Software</a:t>
                      </a:r>
                      <a:endParaRPr lang="en-US" sz="1000" b="1" i="0" u="none" strike="noStrike" dirty="0">
                        <a:solidFill>
                          <a:schemeClr val="accent1"/>
                        </a:solidFill>
                        <a:effectLst/>
                        <a:latin typeface="Calibri" panose="020F0502020204030204" pitchFamily="34" charset="0"/>
                      </a:endParaRPr>
                    </a:p>
                  </a:txBody>
                  <a:tcPr marR="0" marT="0" marB="0"/>
                </a:tc>
                <a:tc>
                  <a:txBody>
                    <a:bodyPr/>
                    <a:lstStyle/>
                    <a:p>
                      <a:pPr algn="l" fontAlgn="b"/>
                      <a:endParaRPr lang="en-US" sz="1000" u="none" strike="noStrike" dirty="0" smtClean="0">
                        <a:solidFill>
                          <a:schemeClr val="accent1"/>
                        </a:solidFill>
                        <a:effectLst/>
                      </a:endParaRPr>
                    </a:p>
                    <a:p>
                      <a:pPr algn="l" fontAlgn="b"/>
                      <a:r>
                        <a:rPr lang="en-US" sz="1000" u="none" strike="noStrike" dirty="0" smtClean="0">
                          <a:solidFill>
                            <a:schemeClr val="accent1"/>
                          </a:solidFill>
                          <a:effectLst/>
                        </a:rPr>
                        <a:t>Lack </a:t>
                      </a:r>
                      <a:r>
                        <a:rPr lang="en-US" sz="1000" u="none" strike="noStrike" dirty="0">
                          <a:solidFill>
                            <a:schemeClr val="accent1"/>
                          </a:solidFill>
                          <a:effectLst/>
                        </a:rPr>
                        <a:t>of Documentation ( Run book)</a:t>
                      </a:r>
                      <a:endParaRPr lang="en-US" sz="1000" b="1" i="0" u="none" strike="noStrike" dirty="0">
                        <a:solidFill>
                          <a:schemeClr val="accent1"/>
                        </a:solidFill>
                        <a:effectLst/>
                        <a:latin typeface="Calibri" panose="020F0502020204030204" pitchFamily="34" charset="0"/>
                      </a:endParaRPr>
                    </a:p>
                  </a:txBody>
                  <a:tcPr marR="0" marT="0" marB="0"/>
                </a:tc>
                <a:tc>
                  <a:txBody>
                    <a:bodyPr/>
                    <a:lstStyle/>
                    <a:p>
                      <a:pPr algn="l" fontAlgn="b"/>
                      <a:endParaRPr lang="en-US" sz="1000" u="none" strike="noStrike" dirty="0" smtClean="0">
                        <a:solidFill>
                          <a:schemeClr val="accent1"/>
                        </a:solidFill>
                        <a:effectLst/>
                      </a:endParaRPr>
                    </a:p>
                    <a:p>
                      <a:pPr algn="l" fontAlgn="b"/>
                      <a:r>
                        <a:rPr lang="en-US" sz="1000" u="none" strike="noStrike" dirty="0" smtClean="0">
                          <a:solidFill>
                            <a:schemeClr val="accent1"/>
                          </a:solidFill>
                          <a:effectLst/>
                        </a:rPr>
                        <a:t>Lack </a:t>
                      </a:r>
                      <a:r>
                        <a:rPr lang="en-US" sz="1000" u="none" strike="noStrike" dirty="0">
                          <a:solidFill>
                            <a:schemeClr val="accent1"/>
                          </a:solidFill>
                          <a:effectLst/>
                        </a:rPr>
                        <a:t>of source code repository/ Configuration </a:t>
                      </a:r>
                      <a:r>
                        <a:rPr lang="en-US" sz="1000" u="none" strike="noStrike" dirty="0" smtClean="0">
                          <a:solidFill>
                            <a:schemeClr val="accent1"/>
                          </a:solidFill>
                          <a:effectLst/>
                        </a:rPr>
                        <a:t>mgmt.</a:t>
                      </a:r>
                      <a:r>
                        <a:rPr lang="en-US" sz="1000" u="none" strike="noStrike" baseline="0" dirty="0" smtClean="0">
                          <a:solidFill>
                            <a:schemeClr val="accent1"/>
                          </a:solidFill>
                          <a:effectLst/>
                        </a:rPr>
                        <a:t> including DB</a:t>
                      </a:r>
                      <a:endParaRPr lang="en-US" sz="1000" b="1" i="0" u="none" strike="noStrike" dirty="0">
                        <a:solidFill>
                          <a:schemeClr val="accent1"/>
                        </a:solidFill>
                        <a:effectLst/>
                        <a:latin typeface="Calibri" panose="020F0502020204030204" pitchFamily="34" charset="0"/>
                      </a:endParaRPr>
                    </a:p>
                  </a:txBody>
                  <a:tcPr marR="0" marT="0" marB="0"/>
                </a:tc>
                <a:tc>
                  <a:txBody>
                    <a:bodyPr/>
                    <a:lstStyle/>
                    <a:p>
                      <a:pPr algn="l" fontAlgn="b"/>
                      <a:endParaRPr lang="en-US" sz="1000" u="none" strike="noStrike" dirty="0" smtClean="0">
                        <a:solidFill>
                          <a:schemeClr val="accent1"/>
                        </a:solidFill>
                        <a:effectLst/>
                      </a:endParaRPr>
                    </a:p>
                    <a:p>
                      <a:pPr algn="l" fontAlgn="b"/>
                      <a:r>
                        <a:rPr lang="en-US" sz="1000" u="none" strike="noStrike" dirty="0" smtClean="0">
                          <a:solidFill>
                            <a:schemeClr val="accent1"/>
                          </a:solidFill>
                          <a:effectLst/>
                        </a:rPr>
                        <a:t>Using </a:t>
                      </a:r>
                      <a:r>
                        <a:rPr lang="en-US" sz="1000" u="none" strike="noStrike" dirty="0">
                          <a:solidFill>
                            <a:schemeClr val="accent1"/>
                          </a:solidFill>
                          <a:effectLst/>
                        </a:rPr>
                        <a:t>manual </a:t>
                      </a:r>
                      <a:r>
                        <a:rPr lang="en-US" sz="1000" u="none" strike="noStrike" dirty="0" smtClean="0">
                          <a:solidFill>
                            <a:schemeClr val="accent1"/>
                          </a:solidFill>
                          <a:effectLst/>
                        </a:rPr>
                        <a:t>deployments instead</a:t>
                      </a:r>
                      <a:r>
                        <a:rPr lang="en-US" sz="1000" u="none" strike="noStrike" baseline="0" dirty="0" smtClean="0">
                          <a:solidFill>
                            <a:schemeClr val="accent1"/>
                          </a:solidFill>
                          <a:effectLst/>
                        </a:rPr>
                        <a:t> of scripts</a:t>
                      </a:r>
                      <a:endParaRPr lang="en-US" sz="1000" b="1" i="0" u="none" strike="noStrike" dirty="0">
                        <a:solidFill>
                          <a:schemeClr val="accent1"/>
                        </a:solidFill>
                        <a:effectLst/>
                        <a:latin typeface="Calibri" panose="020F0502020204030204" pitchFamily="34" charset="0"/>
                      </a:endParaRPr>
                    </a:p>
                  </a:txBody>
                  <a:tcPr marR="0" marT="0" marB="0"/>
                </a:tc>
                <a:extLst>
                  <a:ext uri="{0D108BD9-81ED-4DB2-BD59-A6C34878D82A}">
                    <a16:rowId xmlns="" xmlns:a16="http://schemas.microsoft.com/office/drawing/2014/main" val="1351269980"/>
                  </a:ext>
                </a:extLst>
              </a:tr>
              <a:tr h="234182">
                <a:tc>
                  <a:txBody>
                    <a:bodyPr/>
                    <a:lstStyle/>
                    <a:p>
                      <a:pPr algn="l" fontAlgn="b"/>
                      <a:r>
                        <a:rPr lang="en-US" sz="900" u="none" strike="noStrike" dirty="0" err="1">
                          <a:effectLst/>
                        </a:rPr>
                        <a:t>iCollect</a:t>
                      </a:r>
                      <a:endParaRPr lang="en-US" sz="900" b="1" i="0" u="none" strike="noStrike" dirty="0">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 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2796968864"/>
                  </a:ext>
                </a:extLst>
              </a:tr>
              <a:tr h="234182">
                <a:tc>
                  <a:txBody>
                    <a:bodyPr/>
                    <a:lstStyle/>
                    <a:p>
                      <a:pPr algn="l" fontAlgn="b"/>
                      <a:r>
                        <a:rPr lang="en-US" sz="900" u="none" strike="noStrike">
                          <a:effectLst/>
                        </a:rPr>
                        <a:t>iFinals</a:t>
                      </a:r>
                      <a:endParaRPr lang="en-US" sz="900" b="1" i="0" u="none" strike="noStrike">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ctr"/>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2388447980"/>
                  </a:ext>
                </a:extLst>
              </a:tr>
              <a:tr h="234182">
                <a:tc>
                  <a:txBody>
                    <a:bodyPr/>
                    <a:lstStyle/>
                    <a:p>
                      <a:pPr algn="l" fontAlgn="b"/>
                      <a:r>
                        <a:rPr lang="en-US" sz="900" u="none" strike="noStrike" dirty="0" err="1">
                          <a:effectLst/>
                        </a:rPr>
                        <a:t>RMiCW</a:t>
                      </a:r>
                      <a:endParaRPr lang="en-US" sz="900" b="1" i="0" u="none" strike="noStrike" dirty="0">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  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2070730581"/>
                  </a:ext>
                </a:extLst>
              </a:tr>
              <a:tr h="289833">
                <a:tc>
                  <a:txBody>
                    <a:bodyPr/>
                    <a:lstStyle/>
                    <a:p>
                      <a:pPr algn="l" fontAlgn="b"/>
                      <a:r>
                        <a:rPr lang="en-US" sz="900" u="none" strike="noStrike" dirty="0">
                          <a:effectLst/>
                        </a:rPr>
                        <a:t>Remittance Processing</a:t>
                      </a:r>
                      <a:endParaRPr lang="en-US" sz="900" b="1" i="0" u="none" strike="noStrike" dirty="0">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2805107601"/>
                  </a:ext>
                </a:extLst>
              </a:tr>
              <a:tr h="234182">
                <a:tc>
                  <a:txBody>
                    <a:bodyPr/>
                    <a:lstStyle/>
                    <a:p>
                      <a:pPr algn="l" fontAlgn="b"/>
                      <a:r>
                        <a:rPr lang="en-US" sz="900" u="none" strike="noStrike" dirty="0">
                          <a:effectLst/>
                        </a:rPr>
                        <a:t>WECC</a:t>
                      </a:r>
                      <a:endParaRPr lang="en-US" sz="900" b="1" i="0" u="none" strike="noStrike" dirty="0">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1383240029"/>
                  </a:ext>
                </a:extLst>
              </a:tr>
              <a:tr h="234182">
                <a:tc>
                  <a:txBody>
                    <a:bodyPr/>
                    <a:lstStyle/>
                    <a:p>
                      <a:pPr algn="l" fontAlgn="b"/>
                      <a:r>
                        <a:rPr lang="en-US" sz="900" u="none" strike="noStrike">
                          <a:effectLst/>
                        </a:rPr>
                        <a:t>iCredit</a:t>
                      </a:r>
                      <a:endParaRPr lang="en-US" sz="900" b="1" i="0" u="none" strike="noStrike">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1971562808"/>
                  </a:ext>
                </a:extLst>
              </a:tr>
              <a:tr h="289833">
                <a:tc>
                  <a:txBody>
                    <a:bodyPr/>
                    <a:lstStyle/>
                    <a:p>
                      <a:pPr algn="l" fontAlgn="b"/>
                      <a:r>
                        <a:rPr lang="en-US" sz="900" u="none" strike="noStrike">
                          <a:effectLst/>
                        </a:rPr>
                        <a:t>Broadband Settlements</a:t>
                      </a:r>
                      <a:endParaRPr lang="en-US" sz="900" b="1" i="0" u="none" strike="noStrike">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936996318"/>
                  </a:ext>
                </a:extLst>
              </a:tr>
              <a:tr h="234182">
                <a:tc>
                  <a:txBody>
                    <a:bodyPr/>
                    <a:lstStyle/>
                    <a:p>
                      <a:pPr algn="l" fontAlgn="b"/>
                      <a:r>
                        <a:rPr lang="en-US" sz="900" u="none" strike="noStrike">
                          <a:effectLst/>
                        </a:rPr>
                        <a:t>Great Plains</a:t>
                      </a:r>
                      <a:endParaRPr lang="en-US" sz="900" b="1" i="0" u="none" strike="noStrike">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2333690211"/>
                  </a:ext>
                </a:extLst>
              </a:tr>
              <a:tr h="234182">
                <a:tc>
                  <a:txBody>
                    <a:bodyPr/>
                    <a:lstStyle/>
                    <a:p>
                      <a:pPr algn="l" fontAlgn="b"/>
                      <a:r>
                        <a:rPr lang="en-US" sz="900" u="none" strike="noStrike" dirty="0">
                          <a:effectLst/>
                        </a:rPr>
                        <a:t>ROC RA</a:t>
                      </a:r>
                      <a:endParaRPr lang="en-US" sz="900" b="1" i="0" u="none" strike="noStrike" dirty="0">
                        <a:solidFill>
                          <a:srgbClr val="000000"/>
                        </a:solidFill>
                        <a:effectLst/>
                        <a:latin typeface="Docs-Calibri"/>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2477975336"/>
                  </a:ext>
                </a:extLst>
              </a:tr>
              <a:tr h="234182">
                <a:tc>
                  <a:txBody>
                    <a:bodyPr/>
                    <a:lstStyle/>
                    <a:p>
                      <a:pPr algn="l" fontAlgn="b"/>
                      <a:r>
                        <a:rPr lang="en-US" sz="900" u="none" strike="noStrike" dirty="0">
                          <a:effectLst/>
                        </a:rPr>
                        <a:t>Payments (VEPS)</a:t>
                      </a:r>
                      <a:endParaRPr lang="en-US" sz="900" b="1" i="0" u="none" strike="noStrike" dirty="0">
                        <a:solidFill>
                          <a:srgbClr val="000000"/>
                        </a:solidFill>
                        <a:effectLst/>
                        <a:latin typeface="Calibri" panose="020F050202020403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smtClean="0">
                          <a:effectLst/>
                        </a:rPr>
                        <a:t>X</a:t>
                      </a:r>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1022925841"/>
                  </a:ext>
                </a:extLst>
              </a:tr>
              <a:tr h="234182">
                <a:tc>
                  <a:txBody>
                    <a:bodyPr/>
                    <a:lstStyle/>
                    <a:p>
                      <a:pPr algn="l" fontAlgn="b"/>
                      <a:r>
                        <a:rPr lang="en-US" sz="900" u="none" strike="noStrike" dirty="0" err="1">
                          <a:effectLst/>
                        </a:rPr>
                        <a:t>Datashare</a:t>
                      </a:r>
                      <a:endParaRPr lang="en-US" sz="900" b="1" i="0" u="none" strike="noStrike" dirty="0">
                        <a:solidFill>
                          <a:srgbClr val="000000"/>
                        </a:solidFill>
                        <a:effectLst/>
                        <a:latin typeface="Calibri" panose="020F050202020403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a:effectLst/>
                        </a:rPr>
                        <a:t> </a:t>
                      </a:r>
                      <a:r>
                        <a:rPr lang="en-US" sz="1400" u="none" strike="noStrike" dirty="0" smtClean="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a:effectLst/>
                        </a:rPr>
                        <a:t>X</a:t>
                      </a:r>
                      <a:endParaRPr lang="en-US" sz="1400" b="0" i="0" u="none" strike="noStrike">
                        <a:solidFill>
                          <a:srgbClr val="000000"/>
                        </a:solidFill>
                        <a:effectLst/>
                        <a:latin typeface="Arial" panose="020B0604020202020204" pitchFamily="34" charset="0"/>
                      </a:endParaRPr>
                    </a:p>
                  </a:txBody>
                  <a:tcPr marL="5815" marR="5815" marT="5815" marB="0" anchor="b"/>
                </a:tc>
                <a:tc>
                  <a:txBody>
                    <a:bodyPr/>
                    <a:lstStyle/>
                    <a:p>
                      <a:pPr algn="ctr" fontAlgn="b"/>
                      <a:r>
                        <a:rPr lang="en-US" sz="1400" u="none" strike="noStrike" dirty="0">
                          <a:effectLst/>
                        </a:rPr>
                        <a:t>x</a:t>
                      </a:r>
                      <a:endParaRPr lang="en-US" sz="1400" b="0" i="0" u="none" strike="noStrike" dirty="0">
                        <a:solidFill>
                          <a:srgbClr val="000000"/>
                        </a:solidFill>
                        <a:effectLst/>
                        <a:latin typeface="Arial" panose="020B0604020202020204" pitchFamily="34" charset="0"/>
                      </a:endParaRPr>
                    </a:p>
                  </a:txBody>
                  <a:tcPr marL="5815" marR="5815" marT="5815" marB="0" anchor="b"/>
                </a:tc>
                <a:extLst>
                  <a:ext uri="{0D108BD9-81ED-4DB2-BD59-A6C34878D82A}">
                    <a16:rowId xmlns="" xmlns:a16="http://schemas.microsoft.com/office/drawing/2014/main" val="2036463676"/>
                  </a:ext>
                </a:extLst>
              </a:tr>
            </a:tbl>
          </a:graphicData>
        </a:graphic>
      </p:graphicFrame>
    </p:spTree>
    <p:extLst>
      <p:ext uri="{BB962C8B-B14F-4D97-AF65-F5344CB8AC3E}">
        <p14:creationId xmlns:p14="http://schemas.microsoft.com/office/powerpoint/2010/main" val="41965201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4"/>
          <p:cNvSpPr txBox="1">
            <a:spLocks noGrp="1"/>
          </p:cNvSpPr>
          <p:nvPr>
            <p:ph type="title"/>
          </p:nvPr>
        </p:nvSpPr>
        <p:spPr>
          <a:xfrm>
            <a:off x="196010" y="150264"/>
            <a:ext cx="8723100" cy="453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Font typeface="Arial"/>
              <a:buNone/>
            </a:pPr>
            <a:r>
              <a:rPr lang="en-US" dirty="0"/>
              <a:t>Application Maintenance </a:t>
            </a:r>
            <a:r>
              <a:rPr lang="en-US" dirty="0" smtClean="0"/>
              <a:t>– Steady state discussion</a:t>
            </a:r>
            <a:endParaRPr dirty="0"/>
          </a:p>
        </p:txBody>
      </p:sp>
      <p:sp>
        <p:nvSpPr>
          <p:cNvPr id="749" name="Google Shape;749;p74"/>
          <p:cNvSpPr/>
          <p:nvPr/>
        </p:nvSpPr>
        <p:spPr>
          <a:xfrm>
            <a:off x="196000" y="709350"/>
            <a:ext cx="8541300" cy="372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r>
              <a:rPr lang="en-US" b="1" u="sng" dirty="0" smtClean="0">
                <a:solidFill>
                  <a:schemeClr val="dk1"/>
                </a:solidFill>
              </a:rPr>
              <a:t>Summary:</a:t>
            </a:r>
            <a:endParaRPr b="1" u="sng" dirty="0">
              <a:solidFill>
                <a:schemeClr val="dk1"/>
              </a:solidFill>
            </a:endParaRPr>
          </a:p>
          <a:p>
            <a:pPr marL="0" lvl="0" indent="0" algn="l" rtl="0">
              <a:spcBef>
                <a:spcPts val="0"/>
              </a:spcBef>
              <a:spcAft>
                <a:spcPts val="0"/>
              </a:spcAft>
              <a:buNone/>
            </a:pPr>
            <a:endParaRPr sz="1200" dirty="0">
              <a:solidFill>
                <a:schemeClr val="dk1"/>
              </a:solidFill>
            </a:endParaRPr>
          </a:p>
          <a:p>
            <a:pPr marL="425450" lvl="0" indent="-285750">
              <a:buClr>
                <a:schemeClr val="dk1"/>
              </a:buClr>
              <a:buSzPts val="1400"/>
              <a:buFont typeface="Arial" panose="020B0604020202020204" pitchFamily="34" charset="0"/>
              <a:buChar char="•"/>
            </a:pPr>
            <a:r>
              <a:rPr lang="en-US" dirty="0" smtClean="0">
                <a:solidFill>
                  <a:schemeClr val="dk1"/>
                </a:solidFill>
              </a:rPr>
              <a:t>Improve communication on Verizon </a:t>
            </a:r>
            <a:r>
              <a:rPr lang="en-US" dirty="0">
                <a:solidFill>
                  <a:schemeClr val="dk1"/>
                </a:solidFill>
              </a:rPr>
              <a:t>info security access </a:t>
            </a:r>
            <a:r>
              <a:rPr lang="en-US" dirty="0" smtClean="0">
                <a:solidFill>
                  <a:schemeClr val="dk1"/>
                </a:solidFill>
              </a:rPr>
              <a:t>changes</a:t>
            </a:r>
          </a:p>
          <a:p>
            <a:pPr marL="425450" lvl="0" indent="-285750">
              <a:buClr>
                <a:schemeClr val="dk1"/>
              </a:buClr>
              <a:buSzPts val="1400"/>
              <a:buFont typeface="Arial" panose="020B0604020202020204" pitchFamily="34" charset="0"/>
              <a:buChar char="•"/>
            </a:pPr>
            <a:r>
              <a:rPr lang="en-US" i="1" dirty="0" smtClean="0">
                <a:solidFill>
                  <a:schemeClr val="dk1"/>
                </a:solidFill>
              </a:rPr>
              <a:t>Action plan on EOSL End of support  for steady state discussion</a:t>
            </a:r>
          </a:p>
          <a:p>
            <a:pPr marL="425450" lvl="0" indent="-285750">
              <a:buClr>
                <a:schemeClr val="dk1"/>
              </a:buClr>
              <a:buSzPts val="1400"/>
              <a:buFont typeface="Arial" panose="020B0604020202020204" pitchFamily="34" charset="0"/>
              <a:buChar char="•"/>
            </a:pPr>
            <a:r>
              <a:rPr lang="en-US" dirty="0" smtClean="0">
                <a:solidFill>
                  <a:schemeClr val="dk1"/>
                </a:solidFill>
              </a:rPr>
              <a:t>Plan on improvement on the batch job failures and show these can be mitigated </a:t>
            </a:r>
          </a:p>
          <a:p>
            <a:pPr marL="425450" lvl="0" indent="-285750">
              <a:buClr>
                <a:schemeClr val="dk1"/>
              </a:buClr>
              <a:buSzPts val="1400"/>
              <a:buFont typeface="Arial" panose="020B0604020202020204" pitchFamily="34" charset="0"/>
              <a:buChar char="•"/>
            </a:pPr>
            <a:r>
              <a:rPr lang="en-US" dirty="0" smtClean="0">
                <a:solidFill>
                  <a:schemeClr val="dk1"/>
                </a:solidFill>
              </a:rPr>
              <a:t>Have a more sustainable Ops staffing plan</a:t>
            </a:r>
          </a:p>
          <a:p>
            <a:pPr marL="425450" lvl="0" indent="-285750">
              <a:buClr>
                <a:schemeClr val="dk1"/>
              </a:buClr>
              <a:buSzPts val="1400"/>
              <a:buFont typeface="Arial" panose="020B0604020202020204" pitchFamily="34" charset="0"/>
              <a:buChar char="•"/>
            </a:pPr>
            <a:r>
              <a:rPr lang="en-US" i="1" dirty="0" smtClean="0">
                <a:solidFill>
                  <a:schemeClr val="dk1"/>
                </a:solidFill>
              </a:rPr>
              <a:t>Review the best practices on how we can implement the best practices to have a steady state on applications</a:t>
            </a:r>
          </a:p>
          <a:p>
            <a:pPr marL="457200" marR="0" lvl="0" indent="0" algn="l" rtl="0">
              <a:lnSpc>
                <a:spcPct val="100000"/>
              </a:lnSpc>
              <a:spcBef>
                <a:spcPts val="0"/>
              </a:spcBef>
              <a:spcAft>
                <a:spcPts val="0"/>
              </a:spcAft>
              <a:buNone/>
            </a:pPr>
            <a:endParaRPr dirty="0">
              <a:solidFill>
                <a:schemeClr val="dk1"/>
              </a:solidFill>
            </a:endParaRPr>
          </a:p>
          <a:p>
            <a:pPr marL="457200" lvl="0" indent="0" algn="l" rtl="0">
              <a:spcBef>
                <a:spcPts val="0"/>
              </a:spcBef>
              <a:spcAft>
                <a:spcPts val="0"/>
              </a:spcAft>
              <a:buNone/>
            </a:pPr>
            <a:endParaRPr dirty="0">
              <a:solidFill>
                <a:schemeClr val="dk1"/>
              </a:solidFill>
            </a:endParaRPr>
          </a:p>
          <a:p>
            <a:pPr marL="457200" lvl="0" indent="0" algn="l" rtl="0">
              <a:spcBef>
                <a:spcPts val="0"/>
              </a:spcBef>
              <a:spcAft>
                <a:spcPts val="0"/>
              </a:spcAft>
              <a:buNone/>
            </a:pPr>
            <a:endParaRPr dirty="0">
              <a:solidFill>
                <a:schemeClr val="dk1"/>
              </a:solidFill>
            </a:endParaRPr>
          </a:p>
          <a:p>
            <a:pPr marL="457200" lvl="0" indent="0" algn="l" rtl="0">
              <a:spcBef>
                <a:spcPts val="0"/>
              </a:spcBef>
              <a:spcAft>
                <a:spcPts val="0"/>
              </a:spcAft>
              <a:buNone/>
            </a:pPr>
            <a:endParaRPr dirty="0">
              <a:solidFill>
                <a:schemeClr val="dk1"/>
              </a:solidFill>
            </a:endParaRPr>
          </a:p>
        </p:txBody>
      </p:sp>
    </p:spTree>
    <p:extLst>
      <p:ext uri="{BB962C8B-B14F-4D97-AF65-F5344CB8AC3E}">
        <p14:creationId xmlns:p14="http://schemas.microsoft.com/office/powerpoint/2010/main" val="22184177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9"/>
        <p:cNvGrpSpPr/>
        <p:nvPr/>
      </p:nvGrpSpPr>
      <p:grpSpPr>
        <a:xfrm>
          <a:off x="0" y="0"/>
          <a:ext cx="0" cy="0"/>
          <a:chOff x="0" y="0"/>
          <a:chExt cx="0" cy="0"/>
        </a:xfrm>
      </p:grpSpPr>
      <p:sp>
        <p:nvSpPr>
          <p:cNvPr id="760" name="Google Shape;760;p76"/>
          <p:cNvSpPr/>
          <p:nvPr/>
        </p:nvSpPr>
        <p:spPr>
          <a:xfrm>
            <a:off x="1243852" y="1"/>
            <a:ext cx="6656296" cy="5143499"/>
          </a:xfrm>
          <a:prstGeom prst="rect">
            <a:avLst/>
          </a:prstGeom>
          <a:noFill/>
          <a:ln>
            <a:noFill/>
          </a:ln>
        </p:spPr>
        <p:txBody>
          <a:bodyPr spcFirstLastPara="1" wrap="square" lIns="60500" tIns="30250" rIns="60500" bIns="30250" anchor="t" anchorCtr="0">
            <a:noAutofit/>
          </a:bodyPr>
          <a:lstStyle/>
          <a:p>
            <a:pPr marL="0" marR="0" lvl="0" indent="0" algn="l" rtl="0">
              <a:lnSpc>
                <a:spcPct val="100000"/>
              </a:lnSpc>
              <a:spcBef>
                <a:spcPts val="0"/>
              </a:spcBef>
              <a:spcAft>
                <a:spcPts val="0"/>
              </a:spcAft>
              <a:buClr>
                <a:srgbClr val="000000"/>
              </a:buClr>
              <a:buSzPts val="1191"/>
              <a:buFont typeface="Arial"/>
              <a:buNone/>
            </a:pPr>
            <a:endParaRPr sz="1191"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Retrospec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4017</TotalTime>
  <Words>1622</Words>
  <Application>Microsoft Office PowerPoint</Application>
  <PresentationFormat>On-screen Show (16:9)</PresentationFormat>
  <Paragraphs>316</Paragraphs>
  <Slides>23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Franklin Gothic</vt:lpstr>
      <vt:lpstr>Calibri</vt:lpstr>
      <vt:lpstr>Docs-Calibri</vt:lpstr>
      <vt:lpstr>Wingdings</vt:lpstr>
      <vt:lpstr>Retrospect</vt:lpstr>
      <vt:lpstr>CFO-B2C  AM Status - Update</vt:lpstr>
      <vt:lpstr>Agenda</vt:lpstr>
      <vt:lpstr>Crisis Tickets:</vt:lpstr>
      <vt:lpstr>Weekly Ticket Counts (AYS)</vt:lpstr>
      <vt:lpstr>Ticket Counts (AYS)</vt:lpstr>
      <vt:lpstr>Aging by App (AYS)</vt:lpstr>
      <vt:lpstr>AYS tickets - Rerouting</vt:lpstr>
      <vt:lpstr>Ticket Count (JIRA)</vt:lpstr>
      <vt:lpstr>Aging by App (JIRA)</vt:lpstr>
      <vt:lpstr>Incident Ticket Distribution - Last Week</vt:lpstr>
      <vt:lpstr>Application Maintenance - PCASE request </vt:lpstr>
      <vt:lpstr>IRB</vt:lpstr>
      <vt:lpstr>Knowledge Transfer : Status</vt:lpstr>
      <vt:lpstr>Application Maintenance - Incident Management </vt:lpstr>
      <vt:lpstr>Application Maintenance – Steady state checklist review</vt:lpstr>
      <vt:lpstr>Application Maintenance – Changes in access  with “No Notification”</vt:lpstr>
      <vt:lpstr>PowerPoint Presentation</vt:lpstr>
      <vt:lpstr>Application Maintenance – Batch job failures</vt:lpstr>
      <vt:lpstr>Application Maintenance - Risks with EOSL – End of software life </vt:lpstr>
      <vt:lpstr>Application Maintenance – Issues with EOLS (End of Software life) </vt:lpstr>
      <vt:lpstr>Application Maintenance – Steady state challenges </vt:lpstr>
      <vt:lpstr>Application Maintenance – Steady state discussion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CFO-B2C  AM Status - Update</dc:title>
  <dc:creator>Wajahath Quraishi</dc:creator>
  <cp:lastModifiedBy>Quraishi, Wajahath</cp:lastModifiedBy>
  <cp:revision>56</cp:revision>
  <dcterms:modified xsi:type="dcterms:W3CDTF">2019-07-25T12:12:14Z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wajahath.quraishi@ad.infosys.com</vt:lpwstr>
  </property>
  <property fmtid="{D5CDD505-2E9C-101B-9397-08002B2CF9AE}" pid="5" name="MSIP_Label_be4b3411-284d-4d31-bd4f-bc13ef7f1fd6_SetDate">
    <vt:lpwstr>2019-06-16T12:41:51.9136644Z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Extended_MSFT_Method">
    <vt:lpwstr>Automatic</vt:lpwstr>
  </property>
  <property fmtid="{D5CDD505-2E9C-101B-9397-08002B2CF9AE}" pid="9" name="MSIP_Label_a0819fa7-4367-4500-ba88-dd630d977609_Enabled">
    <vt:lpwstr>True</vt:lpwstr>
  </property>
  <property fmtid="{D5CDD505-2E9C-101B-9397-08002B2CF9AE}" pid="10" name="MSIP_Label_a0819fa7-4367-4500-ba88-dd630d977609_SiteId">
    <vt:lpwstr>63ce7d59-2f3e-42cd-a8cc-be764cff5eb6</vt:lpwstr>
  </property>
  <property fmtid="{D5CDD505-2E9C-101B-9397-08002B2CF9AE}" pid="11" name="MSIP_Label_a0819fa7-4367-4500-ba88-dd630d977609_Owner">
    <vt:lpwstr>wajahath.quraishi@ad.infosys.com</vt:lpwstr>
  </property>
  <property fmtid="{D5CDD505-2E9C-101B-9397-08002B2CF9AE}" pid="12" name="MSIP_Label_a0819fa7-4367-4500-ba88-dd630d977609_SetDate">
    <vt:lpwstr>2019-06-16T12:41:51.9136644Z</vt:lpwstr>
  </property>
  <property fmtid="{D5CDD505-2E9C-101B-9397-08002B2CF9AE}" pid="13" name="MSIP_Label_a0819fa7-4367-4500-ba88-dd630d977609_Name">
    <vt:lpwstr>Companywide usage</vt:lpwstr>
  </property>
  <property fmtid="{D5CDD505-2E9C-101B-9397-08002B2CF9AE}" pid="14" name="MSIP_Label_a0819fa7-4367-4500-ba88-dd630d977609_Application">
    <vt:lpwstr>Microsoft Azure Information Protection</vt:lpwstr>
  </property>
  <property fmtid="{D5CDD505-2E9C-101B-9397-08002B2CF9AE}" pid="15" name="MSIP_Label_a0819fa7-4367-4500-ba88-dd630d977609_Parent">
    <vt:lpwstr>be4b3411-284d-4d31-bd4f-bc13ef7f1fd6</vt:lpwstr>
  </property>
  <property fmtid="{D5CDD505-2E9C-101B-9397-08002B2CF9AE}" pid="16" name="MSIP_Label_a0819fa7-4367-4500-ba88-dd630d977609_Extended_MSFT_Method">
    <vt:lpwstr>Automatic</vt:lpwstr>
  </property>
  <property fmtid="{D5CDD505-2E9C-101B-9397-08002B2CF9AE}" pid="17" name="Sensitivity">
    <vt:lpwstr>Internal Companywide usage</vt:lpwstr>
  </property>
</Properties>
</file>