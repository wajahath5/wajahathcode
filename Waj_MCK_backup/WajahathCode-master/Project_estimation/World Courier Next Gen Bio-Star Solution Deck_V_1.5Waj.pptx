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48" r:id="rId4"/>
    <p:sldMasterId id="2147483910" r:id="rId5"/>
    <p:sldMasterId id="2147483921" r:id="rId6"/>
    <p:sldMasterId id="2147483923" r:id="rId7"/>
    <p:sldMasterId id="2147483942" r:id="rId8"/>
  </p:sldMasterIdLst>
  <p:notesMasterIdLst>
    <p:notesMasterId r:id="rId30"/>
  </p:notesMasterIdLst>
  <p:handoutMasterIdLst>
    <p:handoutMasterId r:id="rId31"/>
  </p:handoutMasterIdLst>
  <p:sldIdLst>
    <p:sldId id="2079" r:id="rId9"/>
    <p:sldId id="2083" r:id="rId10"/>
    <p:sldId id="2020" r:id="rId11"/>
    <p:sldId id="2063" r:id="rId12"/>
    <p:sldId id="2115" r:id="rId13"/>
    <p:sldId id="2094" r:id="rId14"/>
    <p:sldId id="2122" r:id="rId15"/>
    <p:sldId id="2120" r:id="rId16"/>
    <p:sldId id="2089" r:id="rId17"/>
    <p:sldId id="2103" r:id="rId18"/>
    <p:sldId id="2121" r:id="rId19"/>
    <p:sldId id="2119" r:id="rId20"/>
    <p:sldId id="2123" r:id="rId21"/>
    <p:sldId id="2124" r:id="rId22"/>
    <p:sldId id="2097" r:id="rId23"/>
    <p:sldId id="2087" r:id="rId24"/>
    <p:sldId id="2022" r:id="rId25"/>
    <p:sldId id="2065" r:id="rId26"/>
    <p:sldId id="2088" r:id="rId27"/>
    <p:sldId id="2112" r:id="rId28"/>
    <p:sldId id="2090" r:id="rId29"/>
  </p:sldIdLst>
  <p:sldSz cx="9144000" cy="6858000" type="letter"/>
  <p:notesSz cx="7010400" cy="9296400"/>
  <p:custDataLst>
    <p:tags r:id="rId32"/>
  </p:custDataLst>
  <p:defaultTextStyle>
    <a:defPPr>
      <a:defRPr lang="en-US"/>
    </a:defPPr>
    <a:lvl1pPr algn="l" rtl="0" fontAlgn="base">
      <a:spcBef>
        <a:spcPct val="0"/>
      </a:spcBef>
      <a:spcAft>
        <a:spcPct val="0"/>
      </a:spcAft>
      <a:defRPr sz="1513" b="1" kern="1200">
        <a:solidFill>
          <a:schemeClr val="tx1"/>
        </a:solidFill>
        <a:latin typeface="Arial" charset="0"/>
        <a:ea typeface="+mn-ea"/>
        <a:cs typeface="+mn-cs"/>
      </a:defRPr>
    </a:lvl1pPr>
    <a:lvl2pPr marL="432427" algn="l" rtl="0" fontAlgn="base">
      <a:spcBef>
        <a:spcPct val="0"/>
      </a:spcBef>
      <a:spcAft>
        <a:spcPct val="0"/>
      </a:spcAft>
      <a:defRPr sz="1513" b="1" kern="1200">
        <a:solidFill>
          <a:schemeClr val="tx1"/>
        </a:solidFill>
        <a:latin typeface="Arial" charset="0"/>
        <a:ea typeface="+mn-ea"/>
        <a:cs typeface="+mn-cs"/>
      </a:defRPr>
    </a:lvl2pPr>
    <a:lvl3pPr marL="864854" algn="l" rtl="0" fontAlgn="base">
      <a:spcBef>
        <a:spcPct val="0"/>
      </a:spcBef>
      <a:spcAft>
        <a:spcPct val="0"/>
      </a:spcAft>
      <a:defRPr sz="1513" b="1" kern="1200">
        <a:solidFill>
          <a:schemeClr val="tx1"/>
        </a:solidFill>
        <a:latin typeface="Arial" charset="0"/>
        <a:ea typeface="+mn-ea"/>
        <a:cs typeface="+mn-cs"/>
      </a:defRPr>
    </a:lvl3pPr>
    <a:lvl4pPr marL="1297280" algn="l" rtl="0" fontAlgn="base">
      <a:spcBef>
        <a:spcPct val="0"/>
      </a:spcBef>
      <a:spcAft>
        <a:spcPct val="0"/>
      </a:spcAft>
      <a:defRPr sz="1513" b="1" kern="1200">
        <a:solidFill>
          <a:schemeClr val="tx1"/>
        </a:solidFill>
        <a:latin typeface="Arial" charset="0"/>
        <a:ea typeface="+mn-ea"/>
        <a:cs typeface="+mn-cs"/>
      </a:defRPr>
    </a:lvl4pPr>
    <a:lvl5pPr marL="1729708" algn="l" rtl="0" fontAlgn="base">
      <a:spcBef>
        <a:spcPct val="0"/>
      </a:spcBef>
      <a:spcAft>
        <a:spcPct val="0"/>
      </a:spcAft>
      <a:defRPr sz="1513" b="1" kern="1200">
        <a:solidFill>
          <a:schemeClr val="tx1"/>
        </a:solidFill>
        <a:latin typeface="Arial" charset="0"/>
        <a:ea typeface="+mn-ea"/>
        <a:cs typeface="+mn-cs"/>
      </a:defRPr>
    </a:lvl5pPr>
    <a:lvl6pPr marL="2162134" algn="l" defTabSz="864854" rtl="0" eaLnBrk="1" latinLnBrk="0" hangingPunct="1">
      <a:defRPr sz="1513" b="1" kern="1200">
        <a:solidFill>
          <a:schemeClr val="tx1"/>
        </a:solidFill>
        <a:latin typeface="Arial" charset="0"/>
        <a:ea typeface="+mn-ea"/>
        <a:cs typeface="+mn-cs"/>
      </a:defRPr>
    </a:lvl6pPr>
    <a:lvl7pPr marL="2594562" algn="l" defTabSz="864854" rtl="0" eaLnBrk="1" latinLnBrk="0" hangingPunct="1">
      <a:defRPr sz="1513" b="1" kern="1200">
        <a:solidFill>
          <a:schemeClr val="tx1"/>
        </a:solidFill>
        <a:latin typeface="Arial" charset="0"/>
        <a:ea typeface="+mn-ea"/>
        <a:cs typeface="+mn-cs"/>
      </a:defRPr>
    </a:lvl7pPr>
    <a:lvl8pPr marL="3026988" algn="l" defTabSz="864854" rtl="0" eaLnBrk="1" latinLnBrk="0" hangingPunct="1">
      <a:defRPr sz="1513" b="1" kern="1200">
        <a:solidFill>
          <a:schemeClr val="tx1"/>
        </a:solidFill>
        <a:latin typeface="Arial" charset="0"/>
        <a:ea typeface="+mn-ea"/>
        <a:cs typeface="+mn-cs"/>
      </a:defRPr>
    </a:lvl8pPr>
    <a:lvl9pPr marL="3459415" algn="l" defTabSz="864854" rtl="0" eaLnBrk="1" latinLnBrk="0" hangingPunct="1">
      <a:defRPr sz="1513"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46144DF0-881A-4D63-86D1-2992AF186F9B}">
          <p14:sldIdLst>
            <p14:sldId id="2079"/>
            <p14:sldId id="2083"/>
            <p14:sldId id="2020"/>
            <p14:sldId id="2063"/>
            <p14:sldId id="2115"/>
            <p14:sldId id="2094"/>
            <p14:sldId id="2122"/>
            <p14:sldId id="2120"/>
            <p14:sldId id="2089"/>
            <p14:sldId id="2103"/>
            <p14:sldId id="2121"/>
            <p14:sldId id="2119"/>
            <p14:sldId id="2123"/>
            <p14:sldId id="2124"/>
            <p14:sldId id="2097"/>
            <p14:sldId id="2087"/>
            <p14:sldId id="2022"/>
            <p14:sldId id="2065"/>
            <p14:sldId id="2088"/>
            <p14:sldId id="2112"/>
            <p14:sldId id="2090"/>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pos="183" userDrawn="1">
          <p15:clr>
            <a:srgbClr val="A4A3A4"/>
          </p15:clr>
        </p15:guide>
      </p15:sldGuideLst>
    </p:ext>
    <p:ext uri="{2D200454-40CA-4A62-9FC3-DE9A4176ACB9}">
      <p15:notesGuideLst xmlns:p15="http://schemas.microsoft.com/office/powerpoint/2012/main">
        <p15:guide id="1" orient="horz" pos="2929">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2" name="Author" initials="A" lastIdx="7" clrIdx="15"/>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8BB"/>
    <a:srgbClr val="0073AE"/>
    <a:srgbClr val="E7EBF2"/>
    <a:srgbClr val="CBD5E3"/>
    <a:srgbClr val="FFFFFF"/>
    <a:srgbClr val="2CB2AF"/>
    <a:srgbClr val="FF9933"/>
    <a:srgbClr val="30C1BE"/>
    <a:srgbClr val="33CC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24" autoAdjust="0"/>
    <p:restoredTop sz="86397" autoAdjust="0"/>
  </p:normalViewPr>
  <p:slideViewPr>
    <p:cSldViewPr snapToObjects="1">
      <p:cViewPr varScale="1">
        <p:scale>
          <a:sx n="63" d="100"/>
          <a:sy n="63" d="100"/>
        </p:scale>
        <p:origin x="1770" y="48"/>
      </p:cViewPr>
      <p:guideLst>
        <p:guide orient="horz" pos="2160"/>
        <p:guide pos="2880"/>
        <p:guide pos="183"/>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90" d="100"/>
        <a:sy n="90" d="100"/>
      </p:scale>
      <p:origin x="0" y="0"/>
    </p:cViewPr>
  </p:sorterViewPr>
  <p:notesViewPr>
    <p:cSldViewPr snapToObjects="1">
      <p:cViewPr>
        <p:scale>
          <a:sx n="120" d="100"/>
          <a:sy n="120" d="100"/>
        </p:scale>
        <p:origin x="-2256" y="2304"/>
      </p:cViewPr>
      <p:guideLst>
        <p:guide orient="horz" pos="292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notesMaster" Target="notesMasters/notesMaster1.xml"/><Relationship Id="rId35"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7.xml"/><Relationship Id="rId1"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082560\Desktop\Copy%20of%20Bio-Star_ScoreCard_V1.6.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2"/>
          <c:order val="0"/>
          <c:tx>
            <c:strRef>
              <c:f>'[Copy of Bio-Star_ScoreCard_V1.6.xlsx]EvaluationSummary'!$F$1</c:f>
              <c:strCache>
                <c:ptCount val="1"/>
                <c:pt idx="0">
                  <c:v>#REF!</c:v>
                </c:pt>
              </c:strCache>
            </c:strRef>
          </c:tx>
          <c:spPr>
            <a:solidFill>
              <a:schemeClr val="accent4"/>
            </a:solidFill>
            <a:ln>
              <a:noFill/>
            </a:ln>
            <a:effectLst/>
          </c:spPr>
          <c:invertIfNegative val="0"/>
          <c:cat>
            <c:strRef>
              <c:f>'[Copy of Bio-Star_ScoreCard_V1.6.xlsx]EvaluationSummary'!$C$3:$C$13</c:f>
              <c:strCache>
                <c:ptCount val="10"/>
                <c:pt idx="0">
                  <c:v>Functionality</c:v>
                </c:pt>
                <c:pt idx="1">
                  <c:v>Usability</c:v>
                </c:pt>
                <c:pt idx="2">
                  <c:v>Affordability</c:v>
                </c:pt>
                <c:pt idx="4">
                  <c:v>Maintainability</c:v>
                </c:pt>
                <c:pt idx="5">
                  <c:v>Flexibility</c:v>
                </c:pt>
                <c:pt idx="6">
                  <c:v>Scalability</c:v>
                </c:pt>
                <c:pt idx="7">
                  <c:v>Interoperability</c:v>
                </c:pt>
                <c:pt idx="8">
                  <c:v>Security</c:v>
                </c:pt>
                <c:pt idx="9">
                  <c:v>Compatibility</c:v>
                </c:pt>
              </c:strCache>
            </c:strRef>
          </c:cat>
          <c:val>
            <c:numRef>
              <c:f>'[Copy of Bio-Star_ScoreCard_V1.6.xlsx]EvaluationSummary'!$F$3:$F$13</c:f>
              <c:numCache>
                <c:formatCode>0.00</c:formatCode>
                <c:ptCount val="11"/>
                <c:pt idx="0">
                  <c:v>0</c:v>
                </c:pt>
                <c:pt idx="1">
                  <c:v>0</c:v>
                </c:pt>
                <c:pt idx="2">
                  <c:v>0</c:v>
                </c:pt>
                <c:pt idx="4">
                  <c:v>0</c:v>
                </c:pt>
                <c:pt idx="5">
                  <c:v>0</c:v>
                </c:pt>
                <c:pt idx="6">
                  <c:v>0</c:v>
                </c:pt>
                <c:pt idx="7">
                  <c:v>0</c:v>
                </c:pt>
                <c:pt idx="8">
                  <c:v>0</c:v>
                </c:pt>
                <c:pt idx="9">
                  <c:v>0</c:v>
                </c:pt>
              </c:numCache>
            </c:numRef>
          </c:val>
          <c:extLst>
            <c:ext xmlns:c16="http://schemas.microsoft.com/office/drawing/2014/chart" uri="{C3380CC4-5D6E-409C-BE32-E72D297353CC}">
              <c16:uniqueId val="{00000000-1633-4956-9459-C1A4BEBDCCD2}"/>
            </c:ext>
          </c:extLst>
        </c:ser>
        <c:ser>
          <c:idx val="5"/>
          <c:order val="1"/>
          <c:tx>
            <c:strRef>
              <c:f>'[Copy of Bio-Star_ScoreCard_V1.6.xlsx]EvaluationSummary'!$I$1</c:f>
              <c:strCache>
                <c:ptCount val="1"/>
                <c:pt idx="0">
                  <c:v>Custom with Sitecore</c:v>
                </c:pt>
              </c:strCache>
            </c:strRef>
          </c:tx>
          <c:spPr>
            <a:solidFill>
              <a:schemeClr val="accent4">
                <a:lumMod val="60000"/>
              </a:schemeClr>
            </a:solidFill>
            <a:ln>
              <a:noFill/>
            </a:ln>
            <a:effectLst/>
          </c:spPr>
          <c:invertIfNegative val="0"/>
          <c:cat>
            <c:strRef>
              <c:f>'[Copy of Bio-Star_ScoreCard_V1.6.xlsx]EvaluationSummary'!$C$3:$C$13</c:f>
              <c:strCache>
                <c:ptCount val="10"/>
                <c:pt idx="0">
                  <c:v>Functionality</c:v>
                </c:pt>
                <c:pt idx="1">
                  <c:v>Usability</c:v>
                </c:pt>
                <c:pt idx="2">
                  <c:v>Affordability</c:v>
                </c:pt>
                <c:pt idx="4">
                  <c:v>Maintainability</c:v>
                </c:pt>
                <c:pt idx="5">
                  <c:v>Flexibility</c:v>
                </c:pt>
                <c:pt idx="6">
                  <c:v>Scalability</c:v>
                </c:pt>
                <c:pt idx="7">
                  <c:v>Interoperability</c:v>
                </c:pt>
                <c:pt idx="8">
                  <c:v>Security</c:v>
                </c:pt>
                <c:pt idx="9">
                  <c:v>Compatibility</c:v>
                </c:pt>
              </c:strCache>
            </c:strRef>
          </c:cat>
          <c:val>
            <c:numRef>
              <c:f>'[Copy of Bio-Star_ScoreCard_V1.6.xlsx]EvaluationSummary'!$I$3:$I$13</c:f>
              <c:numCache>
                <c:formatCode>0.00</c:formatCode>
                <c:ptCount val="11"/>
                <c:pt idx="0">
                  <c:v>3.1245000000000003</c:v>
                </c:pt>
                <c:pt idx="1">
                  <c:v>4</c:v>
                </c:pt>
                <c:pt idx="2">
                  <c:v>4</c:v>
                </c:pt>
                <c:pt idx="4">
                  <c:v>5</c:v>
                </c:pt>
                <c:pt idx="5">
                  <c:v>4.1000000000000005</c:v>
                </c:pt>
                <c:pt idx="6">
                  <c:v>4</c:v>
                </c:pt>
                <c:pt idx="7">
                  <c:v>4.2249999999999996</c:v>
                </c:pt>
                <c:pt idx="8">
                  <c:v>4.25</c:v>
                </c:pt>
                <c:pt idx="9">
                  <c:v>4</c:v>
                </c:pt>
              </c:numCache>
            </c:numRef>
          </c:val>
          <c:extLst>
            <c:ext xmlns:c16="http://schemas.microsoft.com/office/drawing/2014/chart" uri="{C3380CC4-5D6E-409C-BE32-E72D297353CC}">
              <c16:uniqueId val="{00000001-1633-4956-9459-C1A4BEBDCCD2}"/>
            </c:ext>
          </c:extLst>
        </c:ser>
        <c:ser>
          <c:idx val="8"/>
          <c:order val="2"/>
          <c:tx>
            <c:strRef>
              <c:f>'[Copy of Bio-Star_ScoreCard_V1.6.xlsx]EvaluationSummary'!$L$1</c:f>
              <c:strCache>
                <c:ptCount val="1"/>
                <c:pt idx="0">
                  <c:v>Salesforce</c:v>
                </c:pt>
              </c:strCache>
            </c:strRef>
          </c:tx>
          <c:spPr>
            <a:solidFill>
              <a:schemeClr val="accent4">
                <a:lumMod val="80000"/>
                <a:lumOff val="20000"/>
              </a:schemeClr>
            </a:solidFill>
            <a:ln>
              <a:noFill/>
            </a:ln>
            <a:effectLst/>
          </c:spPr>
          <c:invertIfNegative val="0"/>
          <c:cat>
            <c:strRef>
              <c:f>'[Copy of Bio-Star_ScoreCard_V1.6.xlsx]EvaluationSummary'!$C$3:$C$13</c:f>
              <c:strCache>
                <c:ptCount val="10"/>
                <c:pt idx="0">
                  <c:v>Functionality</c:v>
                </c:pt>
                <c:pt idx="1">
                  <c:v>Usability</c:v>
                </c:pt>
                <c:pt idx="2">
                  <c:v>Affordability</c:v>
                </c:pt>
                <c:pt idx="4">
                  <c:v>Maintainability</c:v>
                </c:pt>
                <c:pt idx="5">
                  <c:v>Flexibility</c:v>
                </c:pt>
                <c:pt idx="6">
                  <c:v>Scalability</c:v>
                </c:pt>
                <c:pt idx="7">
                  <c:v>Interoperability</c:v>
                </c:pt>
                <c:pt idx="8">
                  <c:v>Security</c:v>
                </c:pt>
                <c:pt idx="9">
                  <c:v>Compatibility</c:v>
                </c:pt>
              </c:strCache>
            </c:strRef>
          </c:cat>
          <c:val>
            <c:numRef>
              <c:f>'[Copy of Bio-Star_ScoreCard_V1.6.xlsx]EvaluationSummary'!$L$3:$L$13</c:f>
              <c:numCache>
                <c:formatCode>0.00</c:formatCode>
                <c:ptCount val="11"/>
                <c:pt idx="0">
                  <c:v>3.4379999999999997</c:v>
                </c:pt>
                <c:pt idx="1">
                  <c:v>4.6999999999999993</c:v>
                </c:pt>
                <c:pt idx="2">
                  <c:v>4.25</c:v>
                </c:pt>
                <c:pt idx="4">
                  <c:v>5</c:v>
                </c:pt>
                <c:pt idx="5">
                  <c:v>5</c:v>
                </c:pt>
                <c:pt idx="6">
                  <c:v>5</c:v>
                </c:pt>
                <c:pt idx="7">
                  <c:v>4.4750000000000005</c:v>
                </c:pt>
                <c:pt idx="8">
                  <c:v>4.75</c:v>
                </c:pt>
                <c:pt idx="9">
                  <c:v>5</c:v>
                </c:pt>
              </c:numCache>
            </c:numRef>
          </c:val>
          <c:extLst>
            <c:ext xmlns:c16="http://schemas.microsoft.com/office/drawing/2014/chart" uri="{C3380CC4-5D6E-409C-BE32-E72D297353CC}">
              <c16:uniqueId val="{00000002-1633-4956-9459-C1A4BEBDCCD2}"/>
            </c:ext>
          </c:extLst>
        </c:ser>
        <c:dLbls>
          <c:showLegendKey val="0"/>
          <c:showVal val="0"/>
          <c:showCatName val="0"/>
          <c:showSerName val="0"/>
          <c:showPercent val="0"/>
          <c:showBubbleSize val="0"/>
        </c:dLbls>
        <c:gapWidth val="219"/>
        <c:overlap val="-27"/>
        <c:axId val="466187312"/>
        <c:axId val="466187704"/>
      </c:barChart>
      <c:catAx>
        <c:axId val="466187312"/>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6187704"/>
        <c:crosses val="autoZero"/>
        <c:auto val="1"/>
        <c:lblAlgn val="ctr"/>
        <c:lblOffset val="100"/>
        <c:noMultiLvlLbl val="0"/>
      </c:catAx>
      <c:valAx>
        <c:axId val="46618770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6187312"/>
        <c:crosses val="autoZero"/>
        <c:crossBetween val="between"/>
      </c:val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image" Target="../media/image11.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9682" name="Rectangle 2"/>
          <p:cNvSpPr>
            <a:spLocks noGrp="1" noChangeArrowheads="1"/>
          </p:cNvSpPr>
          <p:nvPr>
            <p:ph type="hdr" sz="quarter"/>
          </p:nvPr>
        </p:nvSpPr>
        <p:spPr bwMode="auto">
          <a:xfrm>
            <a:off x="0" y="168507"/>
            <a:ext cx="3039219" cy="298859"/>
          </a:xfrm>
          <a:prstGeom prst="rect">
            <a:avLst/>
          </a:prstGeom>
          <a:noFill/>
          <a:ln w="9525">
            <a:noFill/>
            <a:miter lim="800000"/>
            <a:headEnd/>
            <a:tailEnd/>
          </a:ln>
          <a:effectLst/>
        </p:spPr>
        <p:txBody>
          <a:bodyPr vert="horz" wrap="square" lIns="93130" tIns="46565" rIns="93130" bIns="46565" numCol="1" anchor="t" anchorCtr="0" compatLnSpc="1">
            <a:prstTxWarp prst="textNoShape">
              <a:avLst/>
            </a:prstTxWarp>
          </a:bodyPr>
          <a:lstStyle>
            <a:lvl1pPr defTabSz="931042">
              <a:defRPr sz="1200" b="0">
                <a:latin typeface="Times New Roman" pitchFamily="18" charset="0"/>
              </a:defRPr>
            </a:lvl1pPr>
          </a:lstStyle>
          <a:p>
            <a:pPr>
              <a:defRPr/>
            </a:pPr>
            <a:endParaRPr lang="en-US" dirty="0">
              <a:latin typeface="Arial" pitchFamily="34" charset="0"/>
              <a:cs typeface="Arial" pitchFamily="34" charset="0"/>
            </a:endParaRPr>
          </a:p>
        </p:txBody>
      </p:sp>
      <p:sp>
        <p:nvSpPr>
          <p:cNvPr id="199683" name="Rectangle 3"/>
          <p:cNvSpPr>
            <a:spLocks noGrp="1" noChangeArrowheads="1"/>
          </p:cNvSpPr>
          <p:nvPr>
            <p:ph type="dt" sz="quarter" idx="1"/>
          </p:nvPr>
        </p:nvSpPr>
        <p:spPr bwMode="auto">
          <a:xfrm>
            <a:off x="3971182" y="168507"/>
            <a:ext cx="3039218" cy="298859"/>
          </a:xfrm>
          <a:prstGeom prst="rect">
            <a:avLst/>
          </a:prstGeom>
          <a:noFill/>
          <a:ln w="9525">
            <a:noFill/>
            <a:miter lim="800000"/>
            <a:headEnd/>
            <a:tailEnd/>
          </a:ln>
          <a:effectLst/>
        </p:spPr>
        <p:txBody>
          <a:bodyPr vert="horz" wrap="square" lIns="93130" tIns="46565" rIns="93130" bIns="46565" numCol="1" anchor="t" anchorCtr="0" compatLnSpc="1">
            <a:prstTxWarp prst="textNoShape">
              <a:avLst/>
            </a:prstTxWarp>
          </a:bodyPr>
          <a:lstStyle>
            <a:lvl1pPr algn="r" defTabSz="931042">
              <a:defRPr sz="1200" b="0">
                <a:latin typeface="Times New Roman" pitchFamily="18" charset="0"/>
              </a:defRPr>
            </a:lvl1pPr>
          </a:lstStyle>
          <a:p>
            <a:pPr>
              <a:defRPr/>
            </a:pPr>
            <a:endParaRPr lang="en-US" dirty="0">
              <a:latin typeface="Arial" pitchFamily="34" charset="0"/>
              <a:cs typeface="Arial" pitchFamily="34" charset="0"/>
            </a:endParaRPr>
          </a:p>
        </p:txBody>
      </p:sp>
      <p:sp>
        <p:nvSpPr>
          <p:cNvPr id="199685" name="Rectangle 5"/>
          <p:cNvSpPr>
            <a:spLocks noGrp="1" noChangeArrowheads="1"/>
          </p:cNvSpPr>
          <p:nvPr>
            <p:ph type="sldNum" sz="quarter" idx="3"/>
          </p:nvPr>
        </p:nvSpPr>
        <p:spPr bwMode="auto">
          <a:xfrm>
            <a:off x="3971182" y="8997543"/>
            <a:ext cx="3039218" cy="298859"/>
          </a:xfrm>
          <a:prstGeom prst="rect">
            <a:avLst/>
          </a:prstGeom>
          <a:noFill/>
          <a:ln w="9525">
            <a:noFill/>
            <a:miter lim="800000"/>
            <a:headEnd/>
            <a:tailEnd/>
          </a:ln>
          <a:effectLst/>
        </p:spPr>
        <p:txBody>
          <a:bodyPr vert="horz" wrap="square" lIns="93130" tIns="46565" rIns="93130" bIns="46565" numCol="1" anchor="b" anchorCtr="0" compatLnSpc="1">
            <a:prstTxWarp prst="textNoShape">
              <a:avLst/>
            </a:prstTxWarp>
          </a:bodyPr>
          <a:lstStyle>
            <a:lvl1pPr algn="r" defTabSz="931042">
              <a:defRPr sz="1200" b="0">
                <a:latin typeface="Times New Roman" pitchFamily="18" charset="0"/>
              </a:defRPr>
            </a:lvl1pPr>
          </a:lstStyle>
          <a:p>
            <a:pPr>
              <a:defRPr/>
            </a:pPr>
            <a:fld id="{BAA6BF2B-5FC0-40DA-834A-5A1C2966394B}" type="slidenum">
              <a:rPr lang="en-US">
                <a:latin typeface="Arial" pitchFamily="34" charset="0"/>
                <a:cs typeface="Arial" pitchFamily="34" charset="0"/>
              </a:rPr>
              <a:pPr>
                <a:defRPr/>
              </a:pPr>
              <a:t>‹#›</a:t>
            </a:fld>
            <a:endParaRPr lang="en-US" dirty="0">
              <a:latin typeface="Arial" pitchFamily="34" charset="0"/>
              <a:cs typeface="Arial" pitchFamily="34" charset="0"/>
            </a:endParaRPr>
          </a:p>
        </p:txBody>
      </p:sp>
    </p:spTree>
    <p:extLst>
      <p:ext uri="{BB962C8B-B14F-4D97-AF65-F5344CB8AC3E}">
        <p14:creationId xmlns:p14="http://schemas.microsoft.com/office/powerpoint/2010/main" val="773332396"/>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9219" cy="467364"/>
          </a:xfrm>
          <a:prstGeom prst="rect">
            <a:avLst/>
          </a:prstGeom>
          <a:noFill/>
          <a:ln w="9525">
            <a:noFill/>
            <a:miter lim="800000"/>
            <a:headEnd/>
            <a:tailEnd/>
          </a:ln>
          <a:effectLst/>
        </p:spPr>
        <p:txBody>
          <a:bodyPr vert="horz" wrap="square" lIns="93130" tIns="46565" rIns="93130" bIns="46565" numCol="1" anchor="t" anchorCtr="0" compatLnSpc="1">
            <a:prstTxWarp prst="textNoShape">
              <a:avLst/>
            </a:prstTxWarp>
          </a:bodyPr>
          <a:lstStyle>
            <a:lvl1pPr defTabSz="931042">
              <a:defRPr sz="1200" b="0">
                <a:latin typeface="Times New Roman" pitchFamily="18" charset="0"/>
              </a:defRPr>
            </a:lvl1pPr>
          </a:lstStyle>
          <a:p>
            <a:pPr>
              <a:defRPr/>
            </a:pPr>
            <a:endParaRPr lang="en-US" dirty="0"/>
          </a:p>
        </p:txBody>
      </p:sp>
      <p:sp>
        <p:nvSpPr>
          <p:cNvPr id="4099" name="Rectangle 3"/>
          <p:cNvSpPr>
            <a:spLocks noGrp="1" noChangeArrowheads="1"/>
          </p:cNvSpPr>
          <p:nvPr>
            <p:ph type="dt" idx="1"/>
          </p:nvPr>
        </p:nvSpPr>
        <p:spPr bwMode="auto">
          <a:xfrm>
            <a:off x="3971182" y="0"/>
            <a:ext cx="3039218" cy="467364"/>
          </a:xfrm>
          <a:prstGeom prst="rect">
            <a:avLst/>
          </a:prstGeom>
          <a:noFill/>
          <a:ln w="9525">
            <a:noFill/>
            <a:miter lim="800000"/>
            <a:headEnd/>
            <a:tailEnd/>
          </a:ln>
          <a:effectLst/>
        </p:spPr>
        <p:txBody>
          <a:bodyPr vert="horz" wrap="square" lIns="93130" tIns="46565" rIns="93130" bIns="46565" numCol="1" anchor="t" anchorCtr="0" compatLnSpc="1">
            <a:prstTxWarp prst="textNoShape">
              <a:avLst/>
            </a:prstTxWarp>
          </a:bodyPr>
          <a:lstStyle>
            <a:lvl1pPr algn="r" defTabSz="931042">
              <a:defRPr sz="1200" b="0">
                <a:latin typeface="Times New Roman" pitchFamily="18" charset="0"/>
              </a:defRPr>
            </a:lvl1pPr>
          </a:lstStyle>
          <a:p>
            <a:pPr>
              <a:defRPr/>
            </a:pPr>
            <a:endParaRPr lang="en-US" dirty="0"/>
          </a:p>
        </p:txBody>
      </p:sp>
      <p:sp>
        <p:nvSpPr>
          <p:cNvPr id="15364" name="Rectangle 4"/>
          <p:cNvSpPr>
            <a:spLocks noGrp="1" noRot="1" noChangeAspect="1" noChangeArrowheads="1" noTextEdit="1"/>
          </p:cNvSpPr>
          <p:nvPr>
            <p:ph type="sldImg" idx="2"/>
          </p:nvPr>
        </p:nvSpPr>
        <p:spPr bwMode="auto">
          <a:xfrm>
            <a:off x="1184275" y="698500"/>
            <a:ext cx="4641850" cy="3482975"/>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35145" y="4416110"/>
            <a:ext cx="5140112" cy="4182427"/>
          </a:xfrm>
          <a:prstGeom prst="rect">
            <a:avLst/>
          </a:prstGeom>
          <a:noFill/>
          <a:ln w="9525">
            <a:noFill/>
            <a:miter lim="800000"/>
            <a:headEnd/>
            <a:tailEnd/>
          </a:ln>
          <a:effectLst/>
        </p:spPr>
        <p:txBody>
          <a:bodyPr vert="horz" wrap="square" lIns="93130" tIns="46565" rIns="93130" bIns="4656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29039"/>
            <a:ext cx="3039219" cy="467364"/>
          </a:xfrm>
          <a:prstGeom prst="rect">
            <a:avLst/>
          </a:prstGeom>
          <a:noFill/>
          <a:ln w="9525">
            <a:noFill/>
            <a:miter lim="800000"/>
            <a:headEnd/>
            <a:tailEnd/>
          </a:ln>
          <a:effectLst/>
        </p:spPr>
        <p:txBody>
          <a:bodyPr vert="horz" wrap="square" lIns="93130" tIns="46565" rIns="93130" bIns="46565" numCol="1" anchor="b" anchorCtr="0" compatLnSpc="1">
            <a:prstTxWarp prst="textNoShape">
              <a:avLst/>
            </a:prstTxWarp>
          </a:bodyPr>
          <a:lstStyle>
            <a:lvl1pPr defTabSz="931042">
              <a:defRPr sz="1200" b="0">
                <a:latin typeface="Times New Roman" pitchFamily="18" charset="0"/>
              </a:defRPr>
            </a:lvl1pPr>
          </a:lstStyle>
          <a:p>
            <a:pPr>
              <a:defRPr/>
            </a:pPr>
            <a:endParaRPr lang="en-US" dirty="0"/>
          </a:p>
        </p:txBody>
      </p:sp>
      <p:sp>
        <p:nvSpPr>
          <p:cNvPr id="4103" name="Rectangle 7"/>
          <p:cNvSpPr>
            <a:spLocks noGrp="1" noChangeArrowheads="1"/>
          </p:cNvSpPr>
          <p:nvPr>
            <p:ph type="sldNum" sz="quarter" idx="5"/>
          </p:nvPr>
        </p:nvSpPr>
        <p:spPr bwMode="auto">
          <a:xfrm>
            <a:off x="3971182" y="8829039"/>
            <a:ext cx="3039218" cy="467364"/>
          </a:xfrm>
          <a:prstGeom prst="rect">
            <a:avLst/>
          </a:prstGeom>
          <a:noFill/>
          <a:ln w="9525">
            <a:noFill/>
            <a:miter lim="800000"/>
            <a:headEnd/>
            <a:tailEnd/>
          </a:ln>
          <a:effectLst/>
        </p:spPr>
        <p:txBody>
          <a:bodyPr vert="horz" wrap="square" lIns="93130" tIns="46565" rIns="93130" bIns="46565" numCol="1" anchor="b" anchorCtr="0" compatLnSpc="1">
            <a:prstTxWarp prst="textNoShape">
              <a:avLst/>
            </a:prstTxWarp>
          </a:bodyPr>
          <a:lstStyle>
            <a:lvl1pPr algn="r" defTabSz="931042">
              <a:defRPr sz="1200" b="0">
                <a:latin typeface="Times New Roman" pitchFamily="18" charset="0"/>
              </a:defRPr>
            </a:lvl1pPr>
          </a:lstStyle>
          <a:p>
            <a:pPr>
              <a:defRPr/>
            </a:pPr>
            <a:fld id="{1E63FC73-1A65-4FF4-9EF3-99750B7C8818}" type="slidenum">
              <a:rPr lang="en-US"/>
              <a:pPr>
                <a:defRPr/>
              </a:pPr>
              <a:t>‹#›</a:t>
            </a:fld>
            <a:endParaRPr lang="en-US" dirty="0"/>
          </a:p>
        </p:txBody>
      </p:sp>
    </p:spTree>
    <p:extLst>
      <p:ext uri="{BB962C8B-B14F-4D97-AF65-F5344CB8AC3E}">
        <p14:creationId xmlns:p14="http://schemas.microsoft.com/office/powerpoint/2010/main" val="4013345778"/>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135" kern="1200">
        <a:solidFill>
          <a:schemeClr val="tx1"/>
        </a:solidFill>
        <a:latin typeface="Times New Roman" pitchFamily="18" charset="0"/>
        <a:ea typeface="+mn-ea"/>
        <a:cs typeface="+mn-cs"/>
      </a:defRPr>
    </a:lvl1pPr>
    <a:lvl2pPr marL="432427" algn="l" rtl="0" eaLnBrk="0" fontAlgn="base" hangingPunct="0">
      <a:spcBef>
        <a:spcPct val="30000"/>
      </a:spcBef>
      <a:spcAft>
        <a:spcPct val="0"/>
      </a:spcAft>
      <a:defRPr sz="1135" kern="1200">
        <a:solidFill>
          <a:schemeClr val="tx1"/>
        </a:solidFill>
        <a:latin typeface="Times New Roman" pitchFamily="18" charset="0"/>
        <a:ea typeface="+mn-ea"/>
        <a:cs typeface="+mn-cs"/>
      </a:defRPr>
    </a:lvl2pPr>
    <a:lvl3pPr marL="864854" algn="l" rtl="0" eaLnBrk="0" fontAlgn="base" hangingPunct="0">
      <a:spcBef>
        <a:spcPct val="30000"/>
      </a:spcBef>
      <a:spcAft>
        <a:spcPct val="0"/>
      </a:spcAft>
      <a:defRPr sz="1135" kern="1200">
        <a:solidFill>
          <a:schemeClr val="tx1"/>
        </a:solidFill>
        <a:latin typeface="Times New Roman" pitchFamily="18" charset="0"/>
        <a:ea typeface="+mn-ea"/>
        <a:cs typeface="+mn-cs"/>
      </a:defRPr>
    </a:lvl3pPr>
    <a:lvl4pPr marL="1297280" algn="l" rtl="0" eaLnBrk="0" fontAlgn="base" hangingPunct="0">
      <a:spcBef>
        <a:spcPct val="30000"/>
      </a:spcBef>
      <a:spcAft>
        <a:spcPct val="0"/>
      </a:spcAft>
      <a:defRPr sz="1135" kern="1200">
        <a:solidFill>
          <a:schemeClr val="tx1"/>
        </a:solidFill>
        <a:latin typeface="Times New Roman" pitchFamily="18" charset="0"/>
        <a:ea typeface="+mn-ea"/>
        <a:cs typeface="+mn-cs"/>
      </a:defRPr>
    </a:lvl4pPr>
    <a:lvl5pPr marL="1729708" algn="l" rtl="0" eaLnBrk="0" fontAlgn="base" hangingPunct="0">
      <a:spcBef>
        <a:spcPct val="30000"/>
      </a:spcBef>
      <a:spcAft>
        <a:spcPct val="0"/>
      </a:spcAft>
      <a:defRPr sz="1135" kern="1200">
        <a:solidFill>
          <a:schemeClr val="tx1"/>
        </a:solidFill>
        <a:latin typeface="Times New Roman" pitchFamily="18" charset="0"/>
        <a:ea typeface="+mn-ea"/>
        <a:cs typeface="+mn-cs"/>
      </a:defRPr>
    </a:lvl5pPr>
    <a:lvl6pPr marL="2162134" algn="l" defTabSz="864854" rtl="0" eaLnBrk="1" latinLnBrk="0" hangingPunct="1">
      <a:defRPr sz="1135" kern="1200">
        <a:solidFill>
          <a:schemeClr val="tx1"/>
        </a:solidFill>
        <a:latin typeface="+mn-lt"/>
        <a:ea typeface="+mn-ea"/>
        <a:cs typeface="+mn-cs"/>
      </a:defRPr>
    </a:lvl6pPr>
    <a:lvl7pPr marL="2594562" algn="l" defTabSz="864854" rtl="0" eaLnBrk="1" latinLnBrk="0" hangingPunct="1">
      <a:defRPr sz="1135" kern="1200">
        <a:solidFill>
          <a:schemeClr val="tx1"/>
        </a:solidFill>
        <a:latin typeface="+mn-lt"/>
        <a:ea typeface="+mn-ea"/>
        <a:cs typeface="+mn-cs"/>
      </a:defRPr>
    </a:lvl7pPr>
    <a:lvl8pPr marL="3026988" algn="l" defTabSz="864854" rtl="0" eaLnBrk="1" latinLnBrk="0" hangingPunct="1">
      <a:defRPr sz="1135" kern="1200">
        <a:solidFill>
          <a:schemeClr val="tx1"/>
        </a:solidFill>
        <a:latin typeface="+mn-lt"/>
        <a:ea typeface="+mn-ea"/>
        <a:cs typeface="+mn-cs"/>
      </a:defRPr>
    </a:lvl8pPr>
    <a:lvl9pPr marL="3459415" algn="l" defTabSz="864854" rtl="0" eaLnBrk="1" latinLnBrk="0" hangingPunct="1">
      <a:defRPr sz="113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3</a:t>
            </a:fld>
            <a:endParaRPr lang="en-US" dirty="0"/>
          </a:p>
        </p:txBody>
      </p:sp>
    </p:spTree>
    <p:extLst>
      <p:ext uri="{BB962C8B-B14F-4D97-AF65-F5344CB8AC3E}">
        <p14:creationId xmlns:p14="http://schemas.microsoft.com/office/powerpoint/2010/main" val="734343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63FC73-1A65-4FF4-9EF3-99750B7C8818}"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0075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6</a:t>
            </a:fld>
            <a:endParaRPr lang="en-US" dirty="0"/>
          </a:p>
        </p:txBody>
      </p:sp>
    </p:spTree>
    <p:extLst>
      <p:ext uri="{BB962C8B-B14F-4D97-AF65-F5344CB8AC3E}">
        <p14:creationId xmlns:p14="http://schemas.microsoft.com/office/powerpoint/2010/main" val="2424758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7</a:t>
            </a:fld>
            <a:endParaRPr lang="en-US" dirty="0"/>
          </a:p>
        </p:txBody>
      </p:sp>
    </p:spTree>
    <p:extLst>
      <p:ext uri="{BB962C8B-B14F-4D97-AF65-F5344CB8AC3E}">
        <p14:creationId xmlns:p14="http://schemas.microsoft.com/office/powerpoint/2010/main" val="1044937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8</a:t>
            </a:fld>
            <a:endParaRPr lang="en-US" dirty="0"/>
          </a:p>
        </p:txBody>
      </p:sp>
    </p:spTree>
    <p:extLst>
      <p:ext uri="{BB962C8B-B14F-4D97-AF65-F5344CB8AC3E}">
        <p14:creationId xmlns:p14="http://schemas.microsoft.com/office/powerpoint/2010/main" val="3642796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13</a:t>
            </a:fld>
            <a:endParaRPr lang="en-US" dirty="0"/>
          </a:p>
        </p:txBody>
      </p:sp>
    </p:spTree>
    <p:extLst>
      <p:ext uri="{BB962C8B-B14F-4D97-AF65-F5344CB8AC3E}">
        <p14:creationId xmlns:p14="http://schemas.microsoft.com/office/powerpoint/2010/main" val="4176039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endParaRPr lang="en-US" dirty="0"/>
          </a:p>
        </p:txBody>
      </p:sp>
      <p:sp>
        <p:nvSpPr>
          <p:cNvPr id="5" name="Footer Placeholder 4"/>
          <p:cNvSpPr>
            <a:spLocks noGrp="1"/>
          </p:cNvSpPr>
          <p:nvPr>
            <p:ph type="ftr" sz="quarter" idx="4"/>
          </p:nvPr>
        </p:nvSpPr>
        <p:spPr/>
        <p:txBody>
          <a:bodyPr/>
          <a:lstStyle/>
          <a:p>
            <a:pPr>
              <a:defRPr/>
            </a:pPr>
            <a:endParaRPr lang="en-US" dirty="0"/>
          </a:p>
        </p:txBody>
      </p:sp>
      <p:sp>
        <p:nvSpPr>
          <p:cNvPr id="6" name="Slide Number Placeholder 5"/>
          <p:cNvSpPr>
            <a:spLocks noGrp="1"/>
          </p:cNvSpPr>
          <p:nvPr>
            <p:ph type="sldNum" sz="quarter" idx="5"/>
          </p:nvPr>
        </p:nvSpPr>
        <p:spPr/>
        <p:txBody>
          <a:bodyPr/>
          <a:lstStyle/>
          <a:p>
            <a:pPr>
              <a:defRPr/>
            </a:pPr>
            <a:fld id="{1E63FC73-1A65-4FF4-9EF3-99750B7C8818}" type="slidenum">
              <a:rPr lang="en-US" smtClean="0"/>
              <a:pPr>
                <a:defRPr/>
              </a:pPr>
              <a:t>14</a:t>
            </a:fld>
            <a:endParaRPr lang="en-US" dirty="0"/>
          </a:p>
        </p:txBody>
      </p:sp>
    </p:spTree>
    <p:extLst>
      <p:ext uri="{BB962C8B-B14F-4D97-AF65-F5344CB8AC3E}">
        <p14:creationId xmlns:p14="http://schemas.microsoft.com/office/powerpoint/2010/main" val="1800972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1E63FC73-1A65-4FF4-9EF3-99750B7C8818}" type="slidenum">
              <a:rPr lang="en-US" smtClean="0"/>
              <a:pPr>
                <a:defRPr/>
              </a:pPr>
              <a:t>18</a:t>
            </a:fld>
            <a:endParaRPr lang="en-US" dirty="0"/>
          </a:p>
        </p:txBody>
      </p:sp>
    </p:spTree>
    <p:extLst>
      <p:ext uri="{BB962C8B-B14F-4D97-AF65-F5344CB8AC3E}">
        <p14:creationId xmlns:p14="http://schemas.microsoft.com/office/powerpoint/2010/main" val="34302662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15" name="Group 14"/>
          <p:cNvGrpSpPr/>
          <p:nvPr userDrawn="1"/>
        </p:nvGrpSpPr>
        <p:grpSpPr>
          <a:xfrm>
            <a:off x="0" y="-14639"/>
            <a:ext cx="7332934" cy="6918960"/>
            <a:chOff x="0" y="-60960"/>
            <a:chExt cx="7332934" cy="6918960"/>
          </a:xfrm>
        </p:grpSpPr>
        <p:sp>
          <p:nvSpPr>
            <p:cNvPr id="16" name="Rectangle 20"/>
            <p:cNvSpPr/>
            <p:nvPr userDrawn="1"/>
          </p:nvSpPr>
          <p:spPr>
            <a:xfrm>
              <a:off x="121874"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rgbClr val="FFFFFF"/>
            </a:solidFill>
            <a:ln w="12700" cap="flat" cmpd="sng" algn="ctr">
              <a:noFill/>
              <a:prstDash val="solid"/>
              <a:miter lim="800000"/>
            </a:ln>
            <a:effectLst/>
          </p:spPr>
          <p:txBody>
            <a:bodyPr rtlCol="0" anchor="ctr"/>
            <a:lstStyle/>
            <a:p>
              <a:pPr algn="ctr" fontAlgn="auto">
                <a:spcBef>
                  <a:spcPts val="0"/>
                </a:spcBef>
                <a:spcAft>
                  <a:spcPts val="0"/>
                </a:spcAft>
                <a:defRPr/>
              </a:pPr>
              <a:endParaRPr lang="en-US" sz="1800" b="0" kern="0" dirty="0">
                <a:solidFill>
                  <a:srgbClr val="FFFFFF"/>
                </a:solidFill>
                <a:latin typeface="Calibri" panose="020F0502020204030204"/>
              </a:endParaRPr>
            </a:p>
          </p:txBody>
        </p:sp>
        <p:sp>
          <p:nvSpPr>
            <p:cNvPr id="27" name="Rectangle 20"/>
            <p:cNvSpPr/>
            <p:nvPr userDrawn="1"/>
          </p:nvSpPr>
          <p:spPr>
            <a:xfrm>
              <a:off x="0"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rgbClr val="00539B"/>
            </a:solidFill>
            <a:ln w="12700" cap="flat" cmpd="sng" algn="ctr">
              <a:noFill/>
              <a:prstDash val="solid"/>
              <a:miter lim="800000"/>
            </a:ln>
            <a:effectLst/>
          </p:spPr>
          <p:txBody>
            <a:bodyPr rtlCol="0" anchor="ctr"/>
            <a:lstStyle/>
            <a:p>
              <a:pPr algn="ctr" fontAlgn="auto">
                <a:spcBef>
                  <a:spcPts val="0"/>
                </a:spcBef>
                <a:spcAft>
                  <a:spcPts val="0"/>
                </a:spcAft>
                <a:defRPr/>
              </a:pPr>
              <a:endParaRPr lang="en-US" sz="1800" b="0" kern="0" dirty="0">
                <a:solidFill>
                  <a:srgbClr val="FFFFFF"/>
                </a:solidFill>
                <a:latin typeface="Calibri" panose="020F0502020204030204"/>
              </a:endParaRPr>
            </a:p>
          </p:txBody>
        </p:sp>
      </p:gr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1" y="5673713"/>
            <a:ext cx="2839719" cy="1336339"/>
          </a:xfrm>
          <a:prstGeom prst="rect">
            <a:avLst/>
          </a:prstGeom>
        </p:spPr>
      </p:pic>
      <p:sp>
        <p:nvSpPr>
          <p:cNvPr id="18" name="Title 1"/>
          <p:cNvSpPr>
            <a:spLocks noGrp="1"/>
          </p:cNvSpPr>
          <p:nvPr>
            <p:ph type="ctrTitle"/>
          </p:nvPr>
        </p:nvSpPr>
        <p:spPr>
          <a:xfrm>
            <a:off x="685800" y="1622425"/>
            <a:ext cx="6180667" cy="1470025"/>
          </a:xfrm>
        </p:spPr>
        <p:txBody>
          <a:bodyPr/>
          <a:lstStyle>
            <a:lvl1pPr>
              <a:defRPr>
                <a:solidFill>
                  <a:schemeClr val="bg1"/>
                </a:solidFill>
              </a:defRPr>
            </a:lvl1pPr>
          </a:lstStyle>
          <a:p>
            <a:r>
              <a:rPr lang="en-US" dirty="0"/>
              <a:t>Click to edit Master title style</a:t>
            </a:r>
          </a:p>
        </p:txBody>
      </p:sp>
      <p:sp>
        <p:nvSpPr>
          <p:cNvPr id="19" name="Subtitle 2"/>
          <p:cNvSpPr>
            <a:spLocks noGrp="1"/>
          </p:cNvSpPr>
          <p:nvPr>
            <p:ph type="subTitle" idx="1"/>
          </p:nvPr>
        </p:nvSpPr>
        <p:spPr>
          <a:xfrm>
            <a:off x="685800" y="3809997"/>
            <a:ext cx="6180667" cy="973667"/>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20" name="Group 19"/>
          <p:cNvGrpSpPr/>
          <p:nvPr userDrawn="1"/>
        </p:nvGrpSpPr>
        <p:grpSpPr>
          <a:xfrm>
            <a:off x="5724477" y="2716306"/>
            <a:ext cx="3419523" cy="1475461"/>
            <a:chOff x="5724477" y="2716306"/>
            <a:chExt cx="3419523" cy="1475461"/>
          </a:xfrm>
        </p:grpSpPr>
        <p:pic>
          <p:nvPicPr>
            <p:cNvPr id="21" name="Picture 20"/>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24477" y="2716306"/>
              <a:ext cx="3419523" cy="1475461"/>
            </a:xfrm>
            <a:prstGeom prst="rect">
              <a:avLst/>
            </a:prstGeom>
          </p:spPr>
        </p:pic>
        <p:pic>
          <p:nvPicPr>
            <p:cNvPr id="22" name="Picture 2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10621" y="3231928"/>
              <a:ext cx="2127688" cy="420660"/>
            </a:xfrm>
            <a:prstGeom prst="rect">
              <a:avLst/>
            </a:prstGeom>
          </p:spPr>
        </p:pic>
      </p:grpSp>
      <p:sp>
        <p:nvSpPr>
          <p:cNvPr id="2" name="Freeform 1"/>
          <p:cNvSpPr/>
          <p:nvPr userDrawn="1"/>
        </p:nvSpPr>
        <p:spPr>
          <a:xfrm>
            <a:off x="7128887" y="5562400"/>
            <a:ext cx="2137558" cy="1520042"/>
          </a:xfrm>
          <a:custGeom>
            <a:avLst/>
            <a:gdLst>
              <a:gd name="connsiteX0" fmla="*/ 0 w 2137558"/>
              <a:gd name="connsiteY0" fmla="*/ 344385 h 1520042"/>
              <a:gd name="connsiteX1" fmla="*/ 178130 w 2137558"/>
              <a:gd name="connsiteY1" fmla="*/ 1520042 h 1520042"/>
              <a:gd name="connsiteX2" fmla="*/ 2113808 w 2137558"/>
              <a:gd name="connsiteY2" fmla="*/ 1520042 h 1520042"/>
              <a:gd name="connsiteX3" fmla="*/ 2137558 w 2137558"/>
              <a:gd name="connsiteY3" fmla="*/ 0 h 1520042"/>
              <a:gd name="connsiteX4" fmla="*/ 0 w 2137558"/>
              <a:gd name="connsiteY4" fmla="*/ 344385 h 152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558" h="1520042">
                <a:moveTo>
                  <a:pt x="0" y="344385"/>
                </a:moveTo>
                <a:lnTo>
                  <a:pt x="178130" y="1520042"/>
                </a:lnTo>
                <a:lnTo>
                  <a:pt x="2113808" y="1520042"/>
                </a:lnTo>
                <a:lnTo>
                  <a:pt x="2137558" y="0"/>
                </a:lnTo>
                <a:lnTo>
                  <a:pt x="0" y="344385"/>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pic>
        <p:nvPicPr>
          <p:cNvPr id="31" name="Picture 2" descr="World Courier - AmerisourceBergen"/>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858000" y="31531"/>
            <a:ext cx="2260508" cy="578069"/>
          </a:xfrm>
          <a:prstGeom prst="rect">
            <a:avLst/>
          </a:prstGeom>
          <a:noFill/>
          <a:extLst>
            <a:ext uri="{909E8E84-426E-40dd-AFC4-6F175D3DCCD1}">
              <a14:hiddenFill xmlns="" xmlns:a14="http://schemas.microsoft.com/office/drawing/2010/main">
                <a:solidFill>
                  <a:srgbClr val="FFFFFF"/>
                </a:solidFill>
              </a14:hiddenFill>
            </a:ext>
          </a:extLst>
        </p:spPr>
      </p:pic>
      <p:sp>
        <p:nvSpPr>
          <p:cNvPr id="32" name="Slide Number Placeholder 5"/>
          <p:cNvSpPr>
            <a:spLocks noGrp="1"/>
          </p:cNvSpPr>
          <p:nvPr>
            <p:ph type="sldNum" sz="quarter" idx="4"/>
          </p:nvPr>
        </p:nvSpPr>
        <p:spPr>
          <a:xfrm>
            <a:off x="47608" y="6521086"/>
            <a:ext cx="457200" cy="266644"/>
          </a:xfrm>
          <a:prstGeom prst="rect">
            <a:avLst/>
          </a:prstGeom>
        </p:spPr>
        <p:txBody>
          <a:bodyPr vert="horz" wrap="square" lIns="91440" tIns="45720" rIns="91440" bIns="45720" rtlCol="0" anchor="ctr">
            <a:noAutofit/>
          </a:bodyPr>
          <a:lstStyle>
            <a:lvl1pPr algn="r">
              <a:defRPr lang="en-US" sz="800" b="0" kern="1200" smtClean="0">
                <a:solidFill>
                  <a:schemeClr val="bg1"/>
                </a:solidFill>
                <a:latin typeface="+mn-lt"/>
                <a:ea typeface="+mn-ea"/>
                <a:cs typeface="+mn-cs"/>
              </a:defRPr>
            </a:lvl1pPr>
          </a:lstStyle>
          <a:p>
            <a:pPr>
              <a:defRPr/>
            </a:pPr>
            <a:fld id="{4F4027BA-9464-4998-8CB6-75858D7C2C66}" type="slidenum">
              <a:rPr>
                <a:solidFill>
                  <a:prstClr val="white"/>
                </a:solidFill>
              </a:rPr>
              <a:pPr>
                <a:defRPr/>
              </a:pPr>
              <a:t>‹#›</a:t>
            </a:fld>
            <a:endParaRPr dirty="0">
              <a:solidFill>
                <a:prstClr val="white"/>
              </a:solidFill>
            </a:endParaRPr>
          </a:p>
        </p:txBody>
      </p:sp>
    </p:spTree>
    <p:extLst>
      <p:ext uri="{BB962C8B-B14F-4D97-AF65-F5344CB8AC3E}">
        <p14:creationId xmlns:p14="http://schemas.microsoft.com/office/powerpoint/2010/main" val="437861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able of Contents">
    <p:spTree>
      <p:nvGrpSpPr>
        <p:cNvPr id="1" name=""/>
        <p:cNvGrpSpPr/>
        <p:nvPr/>
      </p:nvGrpSpPr>
      <p:grpSpPr>
        <a:xfrm>
          <a:off x="0" y="0"/>
          <a:ext cx="0" cy="0"/>
          <a:chOff x="0" y="0"/>
          <a:chExt cx="0" cy="0"/>
        </a:xfrm>
      </p:grpSpPr>
      <p:grpSp>
        <p:nvGrpSpPr>
          <p:cNvPr id="11" name="Group 10"/>
          <p:cNvGrpSpPr/>
          <p:nvPr userDrawn="1"/>
        </p:nvGrpSpPr>
        <p:grpSpPr>
          <a:xfrm>
            <a:off x="0" y="-14639"/>
            <a:ext cx="7332934" cy="6918960"/>
            <a:chOff x="0" y="-60960"/>
            <a:chExt cx="7332934" cy="6918960"/>
          </a:xfrm>
        </p:grpSpPr>
        <p:sp>
          <p:nvSpPr>
            <p:cNvPr id="14" name="Rectangle 20"/>
            <p:cNvSpPr/>
            <p:nvPr userDrawn="1"/>
          </p:nvSpPr>
          <p:spPr>
            <a:xfrm>
              <a:off x="121874"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rgbClr val="FFFFFF"/>
            </a:solidFill>
            <a:ln w="12700" cap="flat" cmpd="sng" algn="ctr">
              <a:noFill/>
              <a:prstDash val="solid"/>
              <a:miter lim="800000"/>
            </a:ln>
            <a:effectLst/>
          </p:spPr>
          <p:txBody>
            <a:bodyPr rtlCol="0" anchor="ctr"/>
            <a:lstStyle/>
            <a:p>
              <a:pPr algn="ctr" fontAlgn="auto">
                <a:spcBef>
                  <a:spcPts val="0"/>
                </a:spcBef>
                <a:spcAft>
                  <a:spcPts val="0"/>
                </a:spcAft>
                <a:defRPr/>
              </a:pPr>
              <a:endParaRPr lang="en-US" sz="1800" b="0" kern="0" dirty="0">
                <a:solidFill>
                  <a:srgbClr val="FFFFFF"/>
                </a:solidFill>
                <a:latin typeface="Calibri" panose="020F0502020204030204"/>
              </a:endParaRPr>
            </a:p>
          </p:txBody>
        </p:sp>
        <p:sp>
          <p:nvSpPr>
            <p:cNvPr id="15" name="Rectangle 20"/>
            <p:cNvSpPr/>
            <p:nvPr userDrawn="1"/>
          </p:nvSpPr>
          <p:spPr>
            <a:xfrm>
              <a:off x="0"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rgbClr val="00539B"/>
            </a:solidFill>
            <a:ln w="12700" cap="flat" cmpd="sng" algn="ctr">
              <a:noFill/>
              <a:prstDash val="solid"/>
              <a:miter lim="800000"/>
            </a:ln>
            <a:effectLst/>
          </p:spPr>
          <p:txBody>
            <a:bodyPr rtlCol="0" anchor="ctr"/>
            <a:lstStyle/>
            <a:p>
              <a:pPr algn="ctr" fontAlgn="auto">
                <a:spcBef>
                  <a:spcPts val="0"/>
                </a:spcBef>
                <a:spcAft>
                  <a:spcPts val="0"/>
                </a:spcAft>
                <a:defRPr/>
              </a:pPr>
              <a:endParaRPr lang="en-US" sz="1800" b="0" kern="0" dirty="0">
                <a:solidFill>
                  <a:srgbClr val="FFFFFF"/>
                </a:solidFill>
                <a:latin typeface="Calibri" panose="020F0502020204030204"/>
              </a:endParaRPr>
            </a:p>
          </p:txBody>
        </p:sp>
      </p:grpSp>
      <p:sp>
        <p:nvSpPr>
          <p:cNvPr id="6" name="Text Placeholder 5"/>
          <p:cNvSpPr>
            <a:spLocks noGrp="1"/>
          </p:cNvSpPr>
          <p:nvPr>
            <p:ph type="body" sz="quarter" idx="10"/>
          </p:nvPr>
        </p:nvSpPr>
        <p:spPr>
          <a:xfrm>
            <a:off x="637058" y="1873718"/>
            <a:ext cx="4938713" cy="3173412"/>
          </a:xfrm>
        </p:spPr>
        <p:txBody>
          <a:bodyPr anchor="ctr">
            <a:noAutofit/>
          </a:bodyPr>
          <a:lstStyle>
            <a:lvl1pPr marL="0" indent="0" algn="l" defTabSz="457200" rtl="0" eaLnBrk="1" latinLnBrk="0" hangingPunct="1">
              <a:lnSpc>
                <a:spcPct val="95000"/>
              </a:lnSpc>
              <a:spcBef>
                <a:spcPts val="300"/>
              </a:spcBef>
              <a:buNone/>
              <a:defRPr lang="en-US" sz="1800" kern="1200" dirty="0" smtClean="0">
                <a:solidFill>
                  <a:schemeClr val="bg1"/>
                </a:solidFill>
                <a:latin typeface="Arial" panose="020B0604020202020204" pitchFamily="34" charset="0"/>
                <a:ea typeface="+mn-ea"/>
                <a:cs typeface="Arial" panose="020B0604020202020204" pitchFamily="34" charset="0"/>
              </a:defRPr>
            </a:lvl1pPr>
            <a:lvl2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2pPr>
            <a:lvl3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3pPr>
            <a:lvl4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4pPr>
            <a:lvl5pPr marL="0" algn="l" defTabSz="457200" rtl="0" eaLnBrk="1" latinLnBrk="0" hangingPunct="1">
              <a:defRPr lang="en-US" sz="2800" kern="1200" dirty="0">
                <a:solidFill>
                  <a:schemeClr val="bg1"/>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grpSp>
        <p:nvGrpSpPr>
          <p:cNvPr id="16" name="Group 15"/>
          <p:cNvGrpSpPr/>
          <p:nvPr/>
        </p:nvGrpSpPr>
        <p:grpSpPr>
          <a:xfrm>
            <a:off x="5724477" y="2716306"/>
            <a:ext cx="3419523" cy="1475461"/>
            <a:chOff x="5724477" y="2716306"/>
            <a:chExt cx="3419523" cy="1475461"/>
          </a:xfrm>
        </p:grpSpPr>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724477" y="2716306"/>
              <a:ext cx="3419523" cy="1475461"/>
            </a:xfrm>
            <a:prstGeom prst="rect">
              <a:avLst/>
            </a:prstGeom>
          </p:spPr>
        </p:pic>
        <p:pic>
          <p:nvPicPr>
            <p:cNvPr id="18" name="Picture 1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10621" y="3231928"/>
              <a:ext cx="2127688" cy="420660"/>
            </a:xfrm>
            <a:prstGeom prst="rect">
              <a:avLst/>
            </a:prstGeom>
          </p:spPr>
        </p:pic>
      </p:gr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5721" y="5673713"/>
            <a:ext cx="2839719" cy="1336339"/>
          </a:xfrm>
          <a:prstGeom prst="rect">
            <a:avLst/>
          </a:prstGeom>
        </p:spPr>
      </p:pic>
      <p:sp>
        <p:nvSpPr>
          <p:cNvPr id="20" name="Freeform 19"/>
          <p:cNvSpPr/>
          <p:nvPr userDrawn="1"/>
        </p:nvSpPr>
        <p:spPr>
          <a:xfrm>
            <a:off x="7160821" y="5640779"/>
            <a:ext cx="2137558" cy="1520042"/>
          </a:xfrm>
          <a:custGeom>
            <a:avLst/>
            <a:gdLst>
              <a:gd name="connsiteX0" fmla="*/ 0 w 2137558"/>
              <a:gd name="connsiteY0" fmla="*/ 344385 h 1520042"/>
              <a:gd name="connsiteX1" fmla="*/ 178130 w 2137558"/>
              <a:gd name="connsiteY1" fmla="*/ 1520042 h 1520042"/>
              <a:gd name="connsiteX2" fmla="*/ 2113808 w 2137558"/>
              <a:gd name="connsiteY2" fmla="*/ 1520042 h 1520042"/>
              <a:gd name="connsiteX3" fmla="*/ 2137558 w 2137558"/>
              <a:gd name="connsiteY3" fmla="*/ 0 h 1520042"/>
              <a:gd name="connsiteX4" fmla="*/ 0 w 2137558"/>
              <a:gd name="connsiteY4" fmla="*/ 344385 h 1520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558" h="1520042">
                <a:moveTo>
                  <a:pt x="0" y="344385"/>
                </a:moveTo>
                <a:lnTo>
                  <a:pt x="178130" y="1520042"/>
                </a:lnTo>
                <a:lnTo>
                  <a:pt x="2113808" y="1520042"/>
                </a:lnTo>
                <a:lnTo>
                  <a:pt x="2137558" y="0"/>
                </a:lnTo>
                <a:lnTo>
                  <a:pt x="0" y="344385"/>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pic>
        <p:nvPicPr>
          <p:cNvPr id="21" name="Picture 2" descr="World Courier - AmerisourceBergen"/>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858000" y="31531"/>
            <a:ext cx="2260508" cy="578069"/>
          </a:xfrm>
          <a:prstGeom prst="rect">
            <a:avLst/>
          </a:prstGeom>
          <a:noFill/>
          <a:extLst>
            <a:ext uri="{909E8E84-426E-40dd-AFC4-6F175D3DCCD1}">
              <a14:hiddenFill xmlns="" xmlns:a14="http://schemas.microsoft.com/office/drawing/2010/main">
                <a:solidFill>
                  <a:srgbClr val="FFFFFF"/>
                </a:solidFill>
              </a14:hiddenFill>
            </a:ext>
          </a:extLst>
        </p:spPr>
      </p:pic>
      <p:sp>
        <p:nvSpPr>
          <p:cNvPr id="22" name="Slide Number Placeholder 5"/>
          <p:cNvSpPr>
            <a:spLocks noGrp="1"/>
          </p:cNvSpPr>
          <p:nvPr>
            <p:ph type="sldNum" sz="quarter" idx="4"/>
          </p:nvPr>
        </p:nvSpPr>
        <p:spPr>
          <a:xfrm>
            <a:off x="47608" y="6521086"/>
            <a:ext cx="457200" cy="266644"/>
          </a:xfrm>
          <a:prstGeom prst="rect">
            <a:avLst/>
          </a:prstGeom>
        </p:spPr>
        <p:txBody>
          <a:bodyPr vert="horz" wrap="square" lIns="91440" tIns="45720" rIns="91440" bIns="45720" rtlCol="0" anchor="ctr">
            <a:noAutofit/>
          </a:bodyPr>
          <a:lstStyle>
            <a:lvl1pPr algn="r">
              <a:defRPr lang="en-US" sz="800" b="0" kern="1200" smtClean="0">
                <a:solidFill>
                  <a:schemeClr val="bg1"/>
                </a:solidFill>
                <a:latin typeface="+mn-lt"/>
                <a:ea typeface="+mn-ea"/>
                <a:cs typeface="+mn-cs"/>
              </a:defRPr>
            </a:lvl1pPr>
          </a:lstStyle>
          <a:p>
            <a:pPr>
              <a:defRPr/>
            </a:pPr>
            <a:fld id="{4F4027BA-9464-4998-8CB6-75858D7C2C66}" type="slidenum">
              <a:rPr>
                <a:solidFill>
                  <a:prstClr val="white"/>
                </a:solidFill>
              </a:rPr>
              <a:pPr>
                <a:defRPr/>
              </a:pPr>
              <a:t>‹#›</a:t>
            </a:fld>
            <a:endParaRPr dirty="0">
              <a:solidFill>
                <a:prstClr val="white"/>
              </a:solidFill>
            </a:endParaRPr>
          </a:p>
        </p:txBody>
      </p:sp>
    </p:spTree>
    <p:extLst>
      <p:ext uri="{BB962C8B-B14F-4D97-AF65-F5344CB8AC3E}">
        <p14:creationId xmlns:p14="http://schemas.microsoft.com/office/powerpoint/2010/main" val="815610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685800" y="1622425"/>
            <a:ext cx="6180667"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685800" y="3809997"/>
            <a:ext cx="6180667" cy="973667"/>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11" name="Group 10"/>
          <p:cNvGrpSpPr/>
          <p:nvPr/>
        </p:nvGrpSpPr>
        <p:grpSpPr>
          <a:xfrm>
            <a:off x="5724477" y="2716306"/>
            <a:ext cx="3419523" cy="1475461"/>
            <a:chOff x="5724477" y="2716306"/>
            <a:chExt cx="3419523" cy="1475461"/>
          </a:xfrm>
        </p:grpSpPr>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24477" y="2716306"/>
              <a:ext cx="3419523" cy="1475461"/>
            </a:xfrm>
            <a:prstGeom prst="rect">
              <a:avLst/>
            </a:prstGeom>
          </p:spPr>
        </p:pic>
        <p:pic>
          <p:nvPicPr>
            <p:cNvPr id="6" name="Picture 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10621" y="3231928"/>
              <a:ext cx="2127688" cy="420660"/>
            </a:xfrm>
            <a:prstGeom prst="rect">
              <a:avLst/>
            </a:prstGeom>
          </p:spPr>
        </p:pic>
      </p:grpSp>
      <p:pic>
        <p:nvPicPr>
          <p:cNvPr id="14" name="Picture 1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chemeClr val="bg1"/>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cxnSp>
        <p:nvCxnSpPr>
          <p:cNvPr id="22" name="Straight Connector 21"/>
          <p:cNvCxnSpPr/>
          <p:nvPr userDrawn="1"/>
        </p:nvCxnSpPr>
        <p:spPr bwMode="auto">
          <a:xfrm>
            <a:off x="504808" y="6603774"/>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userDrawn="1"/>
        </p:nvSpPr>
        <p:spPr>
          <a:xfrm>
            <a:off x="533400" y="6604456"/>
            <a:ext cx="4572000" cy="215444"/>
          </a:xfrm>
          <a:prstGeom prst="rect">
            <a:avLst/>
          </a:prstGeom>
        </p:spPr>
        <p:txBody>
          <a:bodyPr>
            <a:spAutoFit/>
          </a:bodyPr>
          <a:lstStyle/>
          <a:p>
            <a:r>
              <a:rPr lang="en-US" sz="800" b="0" dirty="0">
                <a:solidFill>
                  <a:schemeClr val="bg1"/>
                </a:solidFill>
              </a:rPr>
              <a:t>By EITS Enterprise Architecture Group | © Pariveda Solutions. Confidential &amp; Proprietary.</a:t>
            </a:r>
          </a:p>
        </p:txBody>
      </p:sp>
    </p:spTree>
    <p:extLst>
      <p:ext uri="{BB962C8B-B14F-4D97-AF65-F5344CB8AC3E}">
        <p14:creationId xmlns:p14="http://schemas.microsoft.com/office/powerpoint/2010/main" val="2499656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Booken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grpSp>
        <p:nvGrpSpPr>
          <p:cNvPr id="10" name="Group 9"/>
          <p:cNvGrpSpPr/>
          <p:nvPr/>
        </p:nvGrpSpPr>
        <p:grpSpPr>
          <a:xfrm>
            <a:off x="5724477" y="2716306"/>
            <a:ext cx="3419523" cy="1475461"/>
            <a:chOff x="5724477" y="2716306"/>
            <a:chExt cx="3419523" cy="1475461"/>
          </a:xfrm>
        </p:grpSpPr>
        <p:pic>
          <p:nvPicPr>
            <p:cNvPr id="15" name="Picture 14"/>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24477" y="2716306"/>
              <a:ext cx="3419523" cy="1475461"/>
            </a:xfrm>
            <a:prstGeom prst="rect">
              <a:avLst/>
            </a:prstGeom>
          </p:spPr>
        </p:pic>
        <p:pic>
          <p:nvPicPr>
            <p:cNvPr id="16" name="Picture 1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10621" y="3231928"/>
              <a:ext cx="2127688" cy="420660"/>
            </a:xfrm>
            <a:prstGeom prst="rect">
              <a:avLst/>
            </a:prstGeom>
          </p:spPr>
        </p:pic>
      </p:grpSp>
      <p:sp>
        <p:nvSpPr>
          <p:cNvPr id="9"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chemeClr val="bg1"/>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cxnSp>
        <p:nvCxnSpPr>
          <p:cNvPr id="11" name="Straight Connector 10"/>
          <p:cNvCxnSpPr/>
          <p:nvPr/>
        </p:nvCxnSpPr>
        <p:spPr bwMode="auto">
          <a:xfrm>
            <a:off x="504808" y="6603774"/>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33400" y="6604456"/>
            <a:ext cx="4572000" cy="215444"/>
          </a:xfrm>
          <a:prstGeom prst="rect">
            <a:avLst/>
          </a:prstGeom>
        </p:spPr>
        <p:txBody>
          <a:bodyPr>
            <a:spAutoFit/>
          </a:bodyPr>
          <a:lstStyle/>
          <a:p>
            <a:r>
              <a:rPr lang="en-US" sz="800" b="0" dirty="0">
                <a:solidFill>
                  <a:schemeClr val="bg1"/>
                </a:solidFill>
              </a:rPr>
              <a:t>By EITS Enterprise Architecture Group | © Pariveda Solutions. Confidential &amp; Proprietary.</a:t>
            </a:r>
          </a:p>
        </p:txBody>
      </p:sp>
    </p:spTree>
    <p:extLst>
      <p:ext uri="{BB962C8B-B14F-4D97-AF65-F5344CB8AC3E}">
        <p14:creationId xmlns:p14="http://schemas.microsoft.com/office/powerpoint/2010/main" val="82884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6" name="Text Placeholder 5"/>
          <p:cNvSpPr>
            <a:spLocks noGrp="1"/>
          </p:cNvSpPr>
          <p:nvPr>
            <p:ph type="body" sz="quarter" idx="10"/>
          </p:nvPr>
        </p:nvSpPr>
        <p:spPr>
          <a:xfrm>
            <a:off x="637058" y="1873718"/>
            <a:ext cx="4938713" cy="3173412"/>
          </a:xfrm>
        </p:spPr>
        <p:txBody>
          <a:bodyPr anchor="ctr">
            <a:noAutofit/>
          </a:bodyPr>
          <a:lstStyle>
            <a:lvl1pPr marL="0" indent="0" algn="l" defTabSz="457200" rtl="0" eaLnBrk="1" latinLnBrk="0" hangingPunct="1">
              <a:lnSpc>
                <a:spcPct val="95000"/>
              </a:lnSpc>
              <a:spcBef>
                <a:spcPts val="300"/>
              </a:spcBef>
              <a:buNone/>
              <a:defRPr lang="en-US" sz="1800" kern="1200" dirty="0" smtClean="0">
                <a:solidFill>
                  <a:schemeClr val="bg1"/>
                </a:solidFill>
                <a:latin typeface="Arial" panose="020B0604020202020204" pitchFamily="34" charset="0"/>
                <a:ea typeface="+mn-ea"/>
                <a:cs typeface="Arial" panose="020B0604020202020204" pitchFamily="34" charset="0"/>
              </a:defRPr>
            </a:lvl1pPr>
            <a:lvl2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2pPr>
            <a:lvl3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3pPr>
            <a:lvl4pPr marL="0" algn="l" defTabSz="457200" rtl="0" eaLnBrk="1" latinLnBrk="0" hangingPunct="1">
              <a:defRPr lang="en-US" sz="2800" kern="1200" dirty="0" smtClean="0">
                <a:solidFill>
                  <a:schemeClr val="bg1"/>
                </a:solidFill>
                <a:latin typeface="Arial" panose="020B0604020202020204" pitchFamily="34" charset="0"/>
                <a:ea typeface="+mn-ea"/>
                <a:cs typeface="Arial" panose="020B0604020202020204" pitchFamily="34" charset="0"/>
              </a:defRPr>
            </a:lvl4pPr>
            <a:lvl5pPr marL="0" algn="l" defTabSz="457200" rtl="0" eaLnBrk="1" latinLnBrk="0" hangingPunct="1">
              <a:defRPr lang="en-US" sz="2800" kern="1200" dirty="0">
                <a:solidFill>
                  <a:schemeClr val="bg1"/>
                </a:solidFill>
                <a:latin typeface="Arial" panose="020B0604020202020204" pitchFamily="34" charset="0"/>
                <a:ea typeface="+mn-ea"/>
                <a:cs typeface="Arial" panose="020B0604020202020204" pitchFamily="34" charset="0"/>
              </a:defRPr>
            </a:lvl5pPr>
          </a:lstStyle>
          <a:p>
            <a:pPr lvl="0"/>
            <a:r>
              <a:rPr lang="en-US"/>
              <a:t>Click to edit Master text styles</a:t>
            </a:r>
          </a:p>
        </p:txBody>
      </p:sp>
      <p:grpSp>
        <p:nvGrpSpPr>
          <p:cNvPr id="16" name="Group 15"/>
          <p:cNvGrpSpPr/>
          <p:nvPr/>
        </p:nvGrpSpPr>
        <p:grpSpPr>
          <a:xfrm>
            <a:off x="5724477" y="2716306"/>
            <a:ext cx="3419523" cy="1475461"/>
            <a:chOff x="5724477" y="2716306"/>
            <a:chExt cx="3419523" cy="1475461"/>
          </a:xfrm>
        </p:grpSpPr>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24477" y="2716306"/>
              <a:ext cx="3419523" cy="1475461"/>
            </a:xfrm>
            <a:prstGeom prst="rect">
              <a:avLst/>
            </a:prstGeom>
          </p:spPr>
        </p:pic>
        <p:pic>
          <p:nvPicPr>
            <p:cNvPr id="18" name="Picture 1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310621" y="3231928"/>
              <a:ext cx="2127688" cy="420660"/>
            </a:xfrm>
            <a:prstGeom prst="rect">
              <a:avLst/>
            </a:prstGeom>
          </p:spPr>
        </p:pic>
      </p:grpSp>
      <p:sp>
        <p:nvSpPr>
          <p:cNvPr id="13"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chemeClr val="bg1"/>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cxnSp>
        <p:nvCxnSpPr>
          <p:cNvPr id="10" name="Straight Connector 9"/>
          <p:cNvCxnSpPr/>
          <p:nvPr/>
        </p:nvCxnSpPr>
        <p:spPr bwMode="auto">
          <a:xfrm>
            <a:off x="504808" y="6603774"/>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33400" y="6604456"/>
            <a:ext cx="4572000" cy="215444"/>
          </a:xfrm>
          <a:prstGeom prst="rect">
            <a:avLst/>
          </a:prstGeom>
        </p:spPr>
        <p:txBody>
          <a:bodyPr>
            <a:spAutoFit/>
          </a:bodyPr>
          <a:lstStyle/>
          <a:p>
            <a:r>
              <a:rPr lang="en-US" sz="800" b="0" dirty="0">
                <a:solidFill>
                  <a:schemeClr val="bg1"/>
                </a:solidFill>
              </a:rPr>
              <a:t>By EITS Enterprise Architecture Group | © Pariveda Solutions. Confidential &amp; Proprietary.</a:t>
            </a:r>
          </a:p>
        </p:txBody>
      </p:sp>
    </p:spTree>
    <p:extLst>
      <p:ext uri="{BB962C8B-B14F-4D97-AF65-F5344CB8AC3E}">
        <p14:creationId xmlns:p14="http://schemas.microsoft.com/office/powerpoint/2010/main" val="1480928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7" y="1295401"/>
            <a:ext cx="8382003" cy="4876800"/>
          </a:xfrm>
        </p:spPr>
        <p:txBody>
          <a:bodyPr wrap="square">
            <a:noAutofit/>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wrap="square"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4" name="Text Placeholder 7"/>
          <p:cNvSpPr>
            <a:spLocks noGrp="1"/>
          </p:cNvSpPr>
          <p:nvPr>
            <p:ph type="body" sz="quarter" idx="13"/>
          </p:nvPr>
        </p:nvSpPr>
        <p:spPr>
          <a:xfrm>
            <a:off x="380997" y="0"/>
            <a:ext cx="8355943" cy="190006"/>
          </a:xfrm>
        </p:spPr>
        <p:txBody>
          <a:bodyPr wrap="square"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8" name="Title Placeholder 1"/>
          <p:cNvSpPr>
            <a:spLocks noGrp="1"/>
          </p:cNvSpPr>
          <p:nvPr>
            <p:ph type="title"/>
          </p:nvPr>
        </p:nvSpPr>
        <p:spPr>
          <a:xfrm>
            <a:off x="380998" y="152401"/>
            <a:ext cx="8385268" cy="685800"/>
          </a:xfrm>
          <a:prstGeom prst="rect">
            <a:avLst/>
          </a:prstGeom>
          <a:effectLst/>
        </p:spPr>
        <p:txBody>
          <a:bodyPr vert="horz" wrap="square" lIns="91440" tIns="45720" rIns="91440" bIns="45720" rtlCol="0" anchor="ctr" anchorCtr="0">
            <a:noAutofit/>
          </a:bodyPr>
          <a:lstStyle/>
          <a:p>
            <a:r>
              <a:rPr lang="en-US"/>
              <a:t>Click to edit Master title style</a:t>
            </a:r>
            <a:endParaRPr lang="en-US" dirty="0"/>
          </a:p>
        </p:txBody>
      </p:sp>
      <p:sp>
        <p:nvSpPr>
          <p:cNvPr id="4"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2464217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ight Accent Pane">
    <p:spTree>
      <p:nvGrpSpPr>
        <p:cNvPr id="1" name=""/>
        <p:cNvGrpSpPr/>
        <p:nvPr/>
      </p:nvGrpSpPr>
      <p:grpSpPr>
        <a:xfrm>
          <a:off x="0" y="0"/>
          <a:ext cx="0" cy="0"/>
          <a:chOff x="0" y="0"/>
          <a:chExt cx="0" cy="0"/>
        </a:xfrm>
      </p:grpSpPr>
      <p:sp>
        <p:nvSpPr>
          <p:cNvPr id="7" name="Rectangle 6"/>
          <p:cNvSpPr/>
          <p:nvPr/>
        </p:nvSpPr>
        <p:spPr>
          <a:xfrm>
            <a:off x="6248400" y="12"/>
            <a:ext cx="2525443" cy="5958026"/>
          </a:xfrm>
          <a:prstGeom prst="rect">
            <a:avLst/>
          </a:prstGeom>
          <a:gradFill>
            <a:gsLst>
              <a:gs pos="51000">
                <a:srgbClr val="F0F5FB"/>
              </a:gs>
              <a:gs pos="0">
                <a:schemeClr val="tx2">
                  <a:lumMod val="4000"/>
                  <a:lumOff val="96000"/>
                </a:schemeClr>
              </a:gs>
              <a:gs pos="100000">
                <a:schemeClr val="accent1">
                  <a:tint val="23500"/>
                  <a:satMod val="160000"/>
                  <a:alpha val="0"/>
                </a:schemeClr>
              </a:gs>
            </a:gsLst>
            <a:lin ang="5400000" scaled="0"/>
          </a:gradFill>
          <a:ln>
            <a:noFill/>
          </a:ln>
          <a:effectLst>
            <a:outerShdw blurRad="152400" sx="102000" sy="102000" algn="ctr" rotWithShape="0">
              <a:srgbClr val="002060">
                <a:alpha val="24000"/>
              </a:srgbClr>
            </a:outerShdw>
          </a:effectLst>
        </p:spPr>
        <p:style>
          <a:lnRef idx="1">
            <a:schemeClr val="accent1"/>
          </a:lnRef>
          <a:fillRef idx="3">
            <a:schemeClr val="accent1"/>
          </a:fillRef>
          <a:effectRef idx="2">
            <a:schemeClr val="accent1"/>
          </a:effectRef>
          <a:fontRef idx="minor">
            <a:schemeClr val="lt1"/>
          </a:fontRef>
        </p:style>
        <p:txBody>
          <a:bodyPr wrap="square" lIns="91348" tIns="45674" rIns="91348" bIns="45674" rtlCol="0" anchor="ctr">
            <a:noAutofit/>
          </a:bodyPr>
          <a:lstStyle/>
          <a:p>
            <a:pPr algn="ctr" defTabSz="456751"/>
            <a:endParaRPr lang="en-US" dirty="0">
              <a:solidFill>
                <a:srgbClr val="016370"/>
              </a:solidFill>
              <a:latin typeface="Arial" panose="020B0604020202020204" pitchFamily="34" charset="0"/>
            </a:endParaRPr>
          </a:p>
        </p:txBody>
      </p:sp>
      <p:sp>
        <p:nvSpPr>
          <p:cNvPr id="2" name="Title 1"/>
          <p:cNvSpPr>
            <a:spLocks noGrp="1"/>
          </p:cNvSpPr>
          <p:nvPr>
            <p:ph type="title"/>
          </p:nvPr>
        </p:nvSpPr>
        <p:spPr>
          <a:xfrm>
            <a:off x="380997" y="228629"/>
            <a:ext cx="5715003" cy="609571"/>
          </a:xfrm>
          <a:prstGeom prst="rect">
            <a:avLst/>
          </a:prstGeom>
        </p:spPr>
        <p:txBody>
          <a:bodyPr wrap="square">
            <a:noAutofit/>
          </a:bodyPr>
          <a:lstStyle/>
          <a:p>
            <a:r>
              <a:rPr lang="en-US"/>
              <a:t>Click to edit Master title style</a:t>
            </a:r>
            <a:endParaRPr lang="en-US" dirty="0"/>
          </a:p>
        </p:txBody>
      </p:sp>
      <p:sp>
        <p:nvSpPr>
          <p:cNvPr id="3" name="Content Placeholder 2"/>
          <p:cNvSpPr>
            <a:spLocks noGrp="1"/>
          </p:cNvSpPr>
          <p:nvPr>
            <p:ph idx="1"/>
          </p:nvPr>
        </p:nvSpPr>
        <p:spPr>
          <a:xfrm>
            <a:off x="380997" y="1295401"/>
            <a:ext cx="5715003" cy="4876800"/>
          </a:xfrm>
        </p:spPr>
        <p:txBody>
          <a:bodyPr wrap="square">
            <a:noAutofit/>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wrap="square"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5" name="Text Placeholder 4"/>
          <p:cNvSpPr>
            <a:spLocks noGrp="1"/>
          </p:cNvSpPr>
          <p:nvPr>
            <p:ph type="body" sz="quarter" idx="10"/>
          </p:nvPr>
        </p:nvSpPr>
        <p:spPr>
          <a:xfrm>
            <a:off x="6439934" y="411480"/>
            <a:ext cx="2295144" cy="5807821"/>
          </a:xfrm>
        </p:spPr>
        <p:txBody>
          <a:bodyPr wrap="square">
            <a:noAutofit/>
          </a:bodyPr>
          <a:lstStyle>
            <a:lvl1pPr marL="0" indent="0">
              <a:spcBef>
                <a:spcPts val="0"/>
              </a:spcBef>
              <a:buNone/>
              <a:defRPr sz="1600" b="0">
                <a:solidFill>
                  <a:schemeClr val="tx1"/>
                </a:solidFill>
              </a:defRPr>
            </a:lvl1pPr>
            <a:lvl2pPr marL="228600" indent="0">
              <a:buNone/>
              <a:defRPr/>
            </a:lvl2pPr>
            <a:lvl3pPr marL="457200" indent="0">
              <a:buNone/>
              <a:defRPr/>
            </a:lvl3pPr>
            <a:lvl4pPr marL="627063" indent="0">
              <a:buNone/>
              <a:defRPr/>
            </a:lvl4pPr>
            <a:lvl5pPr marL="855663" indent="0">
              <a:buNone/>
              <a:defRPr/>
            </a:lvl5pPr>
          </a:lstStyle>
          <a:p>
            <a:pPr lvl="0"/>
            <a:r>
              <a:rPr lang="en-US"/>
              <a:t>Click to edit Master text styles</a:t>
            </a:r>
          </a:p>
        </p:txBody>
      </p:sp>
      <p:sp>
        <p:nvSpPr>
          <p:cNvPr id="14" name="Text Placeholder 7"/>
          <p:cNvSpPr>
            <a:spLocks noGrp="1"/>
          </p:cNvSpPr>
          <p:nvPr>
            <p:ph type="body" sz="quarter" idx="13"/>
          </p:nvPr>
        </p:nvSpPr>
        <p:spPr>
          <a:xfrm>
            <a:off x="380998" y="0"/>
            <a:ext cx="8128054" cy="190006"/>
          </a:xfrm>
        </p:spPr>
        <p:txBody>
          <a:bodyPr wrap="square"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9"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19330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ight Pane Blank">
    <p:spTree>
      <p:nvGrpSpPr>
        <p:cNvPr id="1" name=""/>
        <p:cNvGrpSpPr/>
        <p:nvPr/>
      </p:nvGrpSpPr>
      <p:grpSpPr>
        <a:xfrm>
          <a:off x="0" y="0"/>
          <a:ext cx="0" cy="0"/>
          <a:chOff x="0" y="0"/>
          <a:chExt cx="0" cy="0"/>
        </a:xfrm>
      </p:grpSpPr>
      <p:sp>
        <p:nvSpPr>
          <p:cNvPr id="2" name="Title 1"/>
          <p:cNvSpPr>
            <a:spLocks noGrp="1"/>
          </p:cNvSpPr>
          <p:nvPr>
            <p:ph type="title"/>
          </p:nvPr>
        </p:nvSpPr>
        <p:spPr>
          <a:xfrm>
            <a:off x="380997" y="190005"/>
            <a:ext cx="5715003" cy="648195"/>
          </a:xfrm>
          <a:prstGeom prst="rect">
            <a:avLst/>
          </a:prstGeom>
        </p:spPr>
        <p:txBody>
          <a:bodyPr/>
          <a:lstStyle>
            <a:lvl1pPr>
              <a:spcBef>
                <a:spcPts val="0"/>
              </a:spcBef>
              <a:defRPr/>
            </a:lvl1pPr>
          </a:lstStyle>
          <a:p>
            <a:r>
              <a:rPr lang="en-US"/>
              <a:t>Click to edit Master title style</a:t>
            </a:r>
          </a:p>
        </p:txBody>
      </p:sp>
      <p:sp>
        <p:nvSpPr>
          <p:cNvPr id="3" name="Content Placeholder 2"/>
          <p:cNvSpPr>
            <a:spLocks noGrp="1"/>
          </p:cNvSpPr>
          <p:nvPr>
            <p:ph idx="1"/>
          </p:nvPr>
        </p:nvSpPr>
        <p:spPr>
          <a:xfrm>
            <a:off x="380997" y="1295401"/>
            <a:ext cx="5715003" cy="4876799"/>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7"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967722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0997" y="1461403"/>
            <a:ext cx="8385305" cy="4710797"/>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82137" y="1004203"/>
            <a:ext cx="8384129" cy="291197"/>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7"/>
          <p:cNvSpPr>
            <a:spLocks noGrp="1"/>
          </p:cNvSpPr>
          <p:nvPr>
            <p:ph type="body" sz="quarter" idx="13"/>
          </p:nvPr>
        </p:nvSpPr>
        <p:spPr>
          <a:xfrm>
            <a:off x="380998" y="0"/>
            <a:ext cx="8385268" cy="152401"/>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8" name="Text Placeholder 3"/>
          <p:cNvSpPr>
            <a:spLocks noGrp="1"/>
          </p:cNvSpPr>
          <p:nvPr>
            <p:ph type="body" sz="quarter" idx="15"/>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264286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1533097" y="1447803"/>
            <a:ext cx="6086903" cy="4724397"/>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1537560" y="990603"/>
            <a:ext cx="6082440" cy="30479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8" name="Text Placeholder 3"/>
          <p:cNvSpPr>
            <a:spLocks noGrp="1"/>
          </p:cNvSpPr>
          <p:nvPr>
            <p:ph type="body" sz="quarter" idx="15"/>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693002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2136" y="1447803"/>
            <a:ext cx="4113663" cy="4724397"/>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68490" y="990603"/>
            <a:ext cx="8397776" cy="30479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5"/>
          </p:nvPr>
        </p:nvSpPr>
        <p:spPr>
          <a:xfrm>
            <a:off x="4650599" y="1447802"/>
            <a:ext cx="4113663" cy="4724397"/>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9" name="Text Placeholder 3"/>
          <p:cNvSpPr>
            <a:spLocks noGrp="1"/>
          </p:cNvSpPr>
          <p:nvPr>
            <p:ph type="body" sz="quarter" idx="16"/>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276220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1447802"/>
            <a:ext cx="4112400" cy="4724398"/>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4"/>
          </p:nvPr>
        </p:nvSpPr>
        <p:spPr>
          <a:xfrm>
            <a:off x="368490" y="990601"/>
            <a:ext cx="41124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5"/>
          </p:nvPr>
        </p:nvSpPr>
        <p:spPr>
          <a:xfrm>
            <a:off x="4650600" y="1447802"/>
            <a:ext cx="4112400" cy="4724398"/>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4650600" y="990601"/>
            <a:ext cx="41124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5" name="Slide Number Placeholder 4"/>
          <p:cNvSpPr>
            <a:spLocks noGrp="1"/>
          </p:cNvSpPr>
          <p:nvPr>
            <p:ph type="sldNum" sz="quarter" idx="17"/>
          </p:nvPr>
        </p:nvSpPr>
        <p:spPr/>
        <p:txBody>
          <a:bodyPr/>
          <a:lstStyle/>
          <a:p>
            <a:pPr>
              <a:defRPr/>
            </a:pPr>
            <a:fld id="{4F4027BA-9464-4998-8CB6-75858D7C2C66}" type="slidenum">
              <a:rPr lang="en-US" smtClean="0"/>
              <a:pPr>
                <a:defRPr/>
              </a:pPr>
              <a:t>‹#›</a:t>
            </a:fld>
            <a:endParaRPr lang="en-US" dirty="0"/>
          </a:p>
        </p:txBody>
      </p:sp>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9759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7" y="190006"/>
            <a:ext cx="8382003" cy="648194"/>
          </a:xfrm>
          <a:prstGeom prst="rect">
            <a:avLst/>
          </a:prstGeom>
        </p:spPr>
        <p:txBody>
          <a:bodyPr>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2136" y="1447802"/>
            <a:ext cx="5790063" cy="4724398"/>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68489" y="990601"/>
            <a:ext cx="5790063"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5"/>
          </p:nvPr>
        </p:nvSpPr>
        <p:spPr>
          <a:xfrm>
            <a:off x="6349052" y="1447802"/>
            <a:ext cx="2413948" cy="4724398"/>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6349052" y="990601"/>
            <a:ext cx="2413948"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7" y="0"/>
            <a:ext cx="8382003"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652205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90006"/>
            <a:ext cx="8382002" cy="648194"/>
          </a:xfrm>
          <a:prstGeom prst="rect">
            <a:avLst/>
          </a:prstGeom>
        </p:spPr>
        <p:txBody>
          <a:bodyPr wrap="square">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003000" y="1447802"/>
            <a:ext cx="5760000" cy="4724398"/>
          </a:xfrm>
        </p:spPr>
        <p:txBody>
          <a:bodyPr wrap="square">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wrap="square"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003000" y="990601"/>
            <a:ext cx="5760000" cy="304800"/>
          </a:xfrm>
        </p:spPr>
        <p:txBody>
          <a:bodyPr wrap="square"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5"/>
          </p:nvPr>
        </p:nvSpPr>
        <p:spPr>
          <a:xfrm>
            <a:off x="384350" y="1447802"/>
            <a:ext cx="2435061" cy="4724398"/>
          </a:xfrm>
        </p:spPr>
        <p:txBody>
          <a:bodyPr wrap="square">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84338" y="990601"/>
            <a:ext cx="2435061" cy="304800"/>
          </a:xfrm>
        </p:spPr>
        <p:txBody>
          <a:bodyPr wrap="square"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wrap="square"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Text Placeholder 3"/>
          <p:cNvSpPr>
            <a:spLocks noGrp="1"/>
          </p:cNvSpPr>
          <p:nvPr>
            <p:ph type="body" sz="quarter" idx="17"/>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727767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0998" y="1447126"/>
            <a:ext cx="8385268" cy="204850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80998" y="1001090"/>
            <a:ext cx="8385268" cy="29431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5"/>
          </p:nvPr>
        </p:nvSpPr>
        <p:spPr>
          <a:xfrm>
            <a:off x="380998" y="4111752"/>
            <a:ext cx="8385268" cy="2050956"/>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6"/>
          </p:nvPr>
        </p:nvSpPr>
        <p:spPr>
          <a:xfrm>
            <a:off x="380998" y="3654552"/>
            <a:ext cx="8385268" cy="29260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3" name="Text Placeholder 3"/>
          <p:cNvSpPr>
            <a:spLocks noGrp="1"/>
          </p:cNvSpPr>
          <p:nvPr>
            <p:ph type="body" sz="quarter" idx="17"/>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568897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0998" y="1447126"/>
            <a:ext cx="8385268" cy="204850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80998" y="1001090"/>
            <a:ext cx="8385268" cy="29431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5"/>
          </p:nvPr>
        </p:nvSpPr>
        <p:spPr>
          <a:xfrm>
            <a:off x="380998" y="4111752"/>
            <a:ext cx="4114802" cy="2050956"/>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6"/>
          </p:nvPr>
        </p:nvSpPr>
        <p:spPr>
          <a:xfrm>
            <a:off x="380998" y="3654552"/>
            <a:ext cx="4114802" cy="29260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3" name="Content Placeholder 2"/>
          <p:cNvSpPr>
            <a:spLocks noGrp="1"/>
          </p:cNvSpPr>
          <p:nvPr>
            <p:ph idx="17"/>
          </p:nvPr>
        </p:nvSpPr>
        <p:spPr>
          <a:xfrm>
            <a:off x="4651464" y="4111752"/>
            <a:ext cx="4114802" cy="2050956"/>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
          <p:cNvSpPr>
            <a:spLocks noGrp="1"/>
          </p:cNvSpPr>
          <p:nvPr>
            <p:ph type="body" idx="18"/>
          </p:nvPr>
        </p:nvSpPr>
        <p:spPr>
          <a:xfrm>
            <a:off x="4651464" y="3654552"/>
            <a:ext cx="4114802" cy="29260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69756309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Content Placeholder 2"/>
          <p:cNvSpPr>
            <a:spLocks noGrp="1"/>
          </p:cNvSpPr>
          <p:nvPr>
            <p:ph idx="15"/>
          </p:nvPr>
        </p:nvSpPr>
        <p:spPr>
          <a:xfrm>
            <a:off x="384351" y="1447803"/>
            <a:ext cx="2670254" cy="4724397"/>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84339" y="990603"/>
            <a:ext cx="2670254" cy="30479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7"/>
          </p:nvPr>
        </p:nvSpPr>
        <p:spPr>
          <a:xfrm>
            <a:off x="3234280" y="1447803"/>
            <a:ext cx="2670254" cy="4724397"/>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8"/>
          </p:nvPr>
        </p:nvSpPr>
        <p:spPr>
          <a:xfrm>
            <a:off x="3234268" y="990603"/>
            <a:ext cx="2670254" cy="30479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6096012" y="1447803"/>
            <a:ext cx="2670254" cy="4724397"/>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6096000" y="990603"/>
            <a:ext cx="2670254" cy="304798"/>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2"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974441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Content Placeholder 2"/>
          <p:cNvSpPr>
            <a:spLocks noGrp="1"/>
          </p:cNvSpPr>
          <p:nvPr>
            <p:ph idx="15"/>
          </p:nvPr>
        </p:nvSpPr>
        <p:spPr>
          <a:xfrm>
            <a:off x="384338" y="14478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84338" y="1004285"/>
            <a:ext cx="2663661" cy="291116"/>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7"/>
          </p:nvPr>
        </p:nvSpPr>
        <p:spPr>
          <a:xfrm>
            <a:off x="3242735" y="14478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8"/>
          </p:nvPr>
        </p:nvSpPr>
        <p:spPr>
          <a:xfrm>
            <a:off x="3242735" y="1004285"/>
            <a:ext cx="2663661" cy="291116"/>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6099339" y="14478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6099339" y="1004285"/>
            <a:ext cx="2663661" cy="291116"/>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p:cNvSpPr>
            <a:spLocks noGrp="1"/>
          </p:cNvSpPr>
          <p:nvPr>
            <p:ph idx="21"/>
          </p:nvPr>
        </p:nvSpPr>
        <p:spPr>
          <a:xfrm>
            <a:off x="384338" y="38862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2"/>
          <p:cNvSpPr>
            <a:spLocks noGrp="1"/>
          </p:cNvSpPr>
          <p:nvPr>
            <p:ph idx="22"/>
          </p:nvPr>
        </p:nvSpPr>
        <p:spPr>
          <a:xfrm>
            <a:off x="3242735" y="38862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
          <p:cNvSpPr>
            <a:spLocks noGrp="1"/>
          </p:cNvSpPr>
          <p:nvPr>
            <p:ph idx="23"/>
          </p:nvPr>
        </p:nvSpPr>
        <p:spPr>
          <a:xfrm>
            <a:off x="6099339" y="3886200"/>
            <a:ext cx="2663661" cy="22860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22"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451982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1828799" y="1295400"/>
            <a:ext cx="6937467"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80998" y="1295400"/>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5"/>
          </p:nvPr>
        </p:nvSpPr>
        <p:spPr>
          <a:xfrm>
            <a:off x="1828799" y="4653894"/>
            <a:ext cx="6937467"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6"/>
          </p:nvPr>
        </p:nvSpPr>
        <p:spPr>
          <a:xfrm>
            <a:off x="380998" y="4653894"/>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7"/>
          </p:nvPr>
        </p:nvSpPr>
        <p:spPr>
          <a:xfrm>
            <a:off x="1828799" y="2977494"/>
            <a:ext cx="6937467"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8"/>
          </p:nvPr>
        </p:nvSpPr>
        <p:spPr>
          <a:xfrm>
            <a:off x="380998" y="2977494"/>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7" name="Text Placeholder 3"/>
          <p:cNvSpPr>
            <a:spLocks noGrp="1"/>
          </p:cNvSpPr>
          <p:nvPr>
            <p:ph type="body" sz="quarter" idx="19"/>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540051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noAutofit/>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1828798" y="1295400"/>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2" name="Text Placeholder 2"/>
          <p:cNvSpPr>
            <a:spLocks noGrp="1"/>
          </p:cNvSpPr>
          <p:nvPr>
            <p:ph type="body" idx="14"/>
          </p:nvPr>
        </p:nvSpPr>
        <p:spPr>
          <a:xfrm>
            <a:off x="380998" y="1295400"/>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5"/>
          </p:nvPr>
        </p:nvSpPr>
        <p:spPr>
          <a:xfrm>
            <a:off x="1828798" y="4653894"/>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6"/>
          </p:nvPr>
        </p:nvSpPr>
        <p:spPr>
          <a:xfrm>
            <a:off x="380998" y="4653894"/>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2"/>
          <p:cNvSpPr>
            <a:spLocks noGrp="1"/>
          </p:cNvSpPr>
          <p:nvPr>
            <p:ph idx="17"/>
          </p:nvPr>
        </p:nvSpPr>
        <p:spPr>
          <a:xfrm>
            <a:off x="1828798" y="2967273"/>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8"/>
          </p:nvPr>
        </p:nvSpPr>
        <p:spPr>
          <a:xfrm>
            <a:off x="380998" y="2967273"/>
            <a:ext cx="1434154" cy="1594506"/>
          </a:xfrm>
        </p:spPr>
        <p:txBody>
          <a:bodyPr anchor="ctr">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5334000" y="1295400"/>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p:cNvSpPr>
            <a:spLocks noGrp="1"/>
          </p:cNvSpPr>
          <p:nvPr>
            <p:ph idx="20"/>
          </p:nvPr>
        </p:nvSpPr>
        <p:spPr>
          <a:xfrm>
            <a:off x="5334000" y="4653894"/>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p:cNvSpPr>
            <a:spLocks noGrp="1"/>
          </p:cNvSpPr>
          <p:nvPr>
            <p:ph idx="21"/>
          </p:nvPr>
        </p:nvSpPr>
        <p:spPr>
          <a:xfrm>
            <a:off x="5334000" y="2967273"/>
            <a:ext cx="3429000" cy="1583141"/>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7"/>
          <p:cNvSpPr>
            <a:spLocks noGrp="1"/>
          </p:cNvSpPr>
          <p:nvPr>
            <p:ph type="body" sz="quarter" idx="13"/>
          </p:nvPr>
        </p:nvSpPr>
        <p:spPr>
          <a:xfrm>
            <a:off x="380998" y="0"/>
            <a:ext cx="8128054"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20" name="Text Placeholder 3"/>
          <p:cNvSpPr>
            <a:spLocks noGrp="1"/>
          </p:cNvSpPr>
          <p:nvPr>
            <p:ph type="body" sz="quarter" idx="22"/>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513360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Content Placeholder 2"/>
          <p:cNvSpPr>
            <a:spLocks noGrp="1"/>
          </p:cNvSpPr>
          <p:nvPr>
            <p:ph idx="15"/>
          </p:nvPr>
        </p:nvSpPr>
        <p:spPr>
          <a:xfrm>
            <a:off x="384351"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84339"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2"/>
          <p:cNvSpPr>
            <a:spLocks noGrp="1"/>
          </p:cNvSpPr>
          <p:nvPr>
            <p:ph idx="17"/>
          </p:nvPr>
        </p:nvSpPr>
        <p:spPr>
          <a:xfrm>
            <a:off x="3231779"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
          <p:cNvSpPr>
            <a:spLocks noGrp="1"/>
          </p:cNvSpPr>
          <p:nvPr>
            <p:ph type="body" idx="18"/>
          </p:nvPr>
        </p:nvSpPr>
        <p:spPr>
          <a:xfrm>
            <a:off x="3231773"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6079066"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6079066"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2"/>
          <p:cNvSpPr>
            <a:spLocks noGrp="1"/>
          </p:cNvSpPr>
          <p:nvPr>
            <p:ph idx="21"/>
          </p:nvPr>
        </p:nvSpPr>
        <p:spPr>
          <a:xfrm>
            <a:off x="1811875"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
          <p:cNvSpPr>
            <a:spLocks noGrp="1"/>
          </p:cNvSpPr>
          <p:nvPr>
            <p:ph type="body" idx="22"/>
          </p:nvPr>
        </p:nvSpPr>
        <p:spPr>
          <a:xfrm>
            <a:off x="1811866"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23"/>
          </p:nvPr>
        </p:nvSpPr>
        <p:spPr>
          <a:xfrm>
            <a:off x="4655518"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24"/>
          </p:nvPr>
        </p:nvSpPr>
        <p:spPr>
          <a:xfrm>
            <a:off x="4655515"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2"/>
          <p:cNvSpPr>
            <a:spLocks noGrp="1"/>
          </p:cNvSpPr>
          <p:nvPr>
            <p:ph idx="25"/>
          </p:nvPr>
        </p:nvSpPr>
        <p:spPr>
          <a:xfrm>
            <a:off x="7503000" y="1447801"/>
            <a:ext cx="1260000" cy="4724400"/>
          </a:xfrm>
        </p:spPr>
        <p:txBody>
          <a:bodyPr>
            <a:noAutofit/>
          </a:bodyPr>
          <a:lstStyle>
            <a:lvl1pPr>
              <a:lnSpc>
                <a:spcPct val="100000"/>
              </a:lnSpc>
              <a:spcBef>
                <a:spcPts val="0"/>
              </a:spcBef>
              <a:defRPr sz="1000"/>
            </a:lvl1pPr>
            <a:lvl2pPr>
              <a:lnSpc>
                <a:spcPct val="100000"/>
              </a:lnSpc>
              <a:spcBef>
                <a:spcPts val="0"/>
              </a:spcBef>
              <a:defRPr sz="1000"/>
            </a:lvl2pPr>
            <a:lvl3pPr>
              <a:lnSpc>
                <a:spcPct val="100000"/>
              </a:lnSpc>
              <a:spcBef>
                <a:spcPts val="0"/>
              </a:spcBef>
              <a:defRPr sz="1000"/>
            </a:lvl3pPr>
            <a:lvl4pPr>
              <a:lnSpc>
                <a:spcPct val="100000"/>
              </a:lnSpc>
              <a:spcBef>
                <a:spcPts val="0"/>
              </a:spcBef>
              <a:defRPr sz="1000"/>
            </a:lvl4pPr>
            <a:lvl5pPr>
              <a:lnSpc>
                <a:spcPct val="100000"/>
              </a:lnSpc>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
          <p:cNvSpPr>
            <a:spLocks noGrp="1"/>
          </p:cNvSpPr>
          <p:nvPr>
            <p:ph type="body" idx="26"/>
          </p:nvPr>
        </p:nvSpPr>
        <p:spPr>
          <a:xfrm>
            <a:off x="7503000" y="990600"/>
            <a:ext cx="1260000" cy="304800"/>
          </a:xfrm>
        </p:spPr>
        <p:txBody>
          <a:bodyPr anchor="b">
            <a:noAutofit/>
          </a:bodyPr>
          <a:lstStyle>
            <a:lvl1pPr marL="0" indent="0" algn="ctr">
              <a:spcBef>
                <a:spcPts val="0"/>
              </a:spcBef>
              <a:buNone/>
              <a:defRPr sz="10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25"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4008837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Content Placeholder 2"/>
          <p:cNvSpPr>
            <a:spLocks noGrp="1"/>
          </p:cNvSpPr>
          <p:nvPr>
            <p:ph idx="15"/>
          </p:nvPr>
        </p:nvSpPr>
        <p:spPr>
          <a:xfrm>
            <a:off x="384351" y="1447800"/>
            <a:ext cx="5040000" cy="4724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84339" y="990601"/>
            <a:ext cx="50400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5629052" y="1447800"/>
            <a:ext cx="3133948"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5629052" y="990601"/>
            <a:ext cx="3133948"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23"/>
          </p:nvPr>
        </p:nvSpPr>
        <p:spPr>
          <a:xfrm>
            <a:off x="5629052" y="4111635"/>
            <a:ext cx="3133948"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24"/>
          </p:nvPr>
        </p:nvSpPr>
        <p:spPr>
          <a:xfrm>
            <a:off x="5629052" y="3703380"/>
            <a:ext cx="3133948"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2"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4894451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3" name="Content Placeholder 2"/>
          <p:cNvSpPr>
            <a:spLocks noGrp="1"/>
          </p:cNvSpPr>
          <p:nvPr>
            <p:ph idx="15"/>
          </p:nvPr>
        </p:nvSpPr>
        <p:spPr>
          <a:xfrm>
            <a:off x="3723000" y="1447800"/>
            <a:ext cx="5040000" cy="4724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p:cNvSpPr>
            <a:spLocks noGrp="1"/>
          </p:cNvSpPr>
          <p:nvPr>
            <p:ph type="body" idx="16"/>
          </p:nvPr>
        </p:nvSpPr>
        <p:spPr>
          <a:xfrm>
            <a:off x="3722988" y="990601"/>
            <a:ext cx="50400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2"/>
          <p:cNvSpPr>
            <a:spLocks noGrp="1"/>
          </p:cNvSpPr>
          <p:nvPr>
            <p:ph idx="19"/>
          </p:nvPr>
        </p:nvSpPr>
        <p:spPr>
          <a:xfrm>
            <a:off x="381000" y="1447800"/>
            <a:ext cx="3133948"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381000" y="990601"/>
            <a:ext cx="3133948"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23"/>
          </p:nvPr>
        </p:nvSpPr>
        <p:spPr>
          <a:xfrm>
            <a:off x="381000" y="4111635"/>
            <a:ext cx="3133948"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24"/>
          </p:nvPr>
        </p:nvSpPr>
        <p:spPr>
          <a:xfrm>
            <a:off x="381000" y="3703380"/>
            <a:ext cx="3133948"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2"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421282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7" name="Content Placeholder 2"/>
          <p:cNvSpPr>
            <a:spLocks noGrp="1"/>
          </p:cNvSpPr>
          <p:nvPr>
            <p:ph idx="19"/>
          </p:nvPr>
        </p:nvSpPr>
        <p:spPr>
          <a:xfrm>
            <a:off x="381000" y="1447800"/>
            <a:ext cx="403860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381000" y="990601"/>
            <a:ext cx="40386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23"/>
          </p:nvPr>
        </p:nvSpPr>
        <p:spPr>
          <a:xfrm>
            <a:off x="381000" y="4111635"/>
            <a:ext cx="403860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24"/>
          </p:nvPr>
        </p:nvSpPr>
        <p:spPr>
          <a:xfrm>
            <a:off x="381000" y="3703380"/>
            <a:ext cx="403860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Content Placeholder 2"/>
          <p:cNvSpPr>
            <a:spLocks noGrp="1"/>
          </p:cNvSpPr>
          <p:nvPr>
            <p:ph idx="25"/>
          </p:nvPr>
        </p:nvSpPr>
        <p:spPr>
          <a:xfrm>
            <a:off x="4714652" y="1447799"/>
            <a:ext cx="403860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p:cNvSpPr>
            <a:spLocks noGrp="1"/>
          </p:cNvSpPr>
          <p:nvPr>
            <p:ph type="body" idx="26"/>
          </p:nvPr>
        </p:nvSpPr>
        <p:spPr>
          <a:xfrm>
            <a:off x="4714652" y="990600"/>
            <a:ext cx="40386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2"/>
          <p:cNvSpPr>
            <a:spLocks noGrp="1"/>
          </p:cNvSpPr>
          <p:nvPr>
            <p:ph idx="27"/>
          </p:nvPr>
        </p:nvSpPr>
        <p:spPr>
          <a:xfrm>
            <a:off x="4714652" y="4111634"/>
            <a:ext cx="403860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28"/>
          </p:nvPr>
        </p:nvSpPr>
        <p:spPr>
          <a:xfrm>
            <a:off x="4714652" y="3703379"/>
            <a:ext cx="403860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73603760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7" name="Content Placeholder 2"/>
          <p:cNvSpPr>
            <a:spLocks noGrp="1"/>
          </p:cNvSpPr>
          <p:nvPr>
            <p:ph idx="19"/>
          </p:nvPr>
        </p:nvSpPr>
        <p:spPr>
          <a:xfrm>
            <a:off x="381000" y="1447800"/>
            <a:ext cx="533400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type="body" idx="20"/>
          </p:nvPr>
        </p:nvSpPr>
        <p:spPr>
          <a:xfrm>
            <a:off x="381000" y="990601"/>
            <a:ext cx="533400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23"/>
          </p:nvPr>
        </p:nvSpPr>
        <p:spPr>
          <a:xfrm>
            <a:off x="381000" y="4111635"/>
            <a:ext cx="533400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24"/>
          </p:nvPr>
        </p:nvSpPr>
        <p:spPr>
          <a:xfrm>
            <a:off x="381000" y="3703380"/>
            <a:ext cx="533400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Content Placeholder 2"/>
          <p:cNvSpPr>
            <a:spLocks noGrp="1"/>
          </p:cNvSpPr>
          <p:nvPr>
            <p:ph idx="25"/>
          </p:nvPr>
        </p:nvSpPr>
        <p:spPr>
          <a:xfrm>
            <a:off x="5882640" y="1447799"/>
            <a:ext cx="28803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p:cNvSpPr>
            <a:spLocks noGrp="1"/>
          </p:cNvSpPr>
          <p:nvPr>
            <p:ph type="body" idx="26"/>
          </p:nvPr>
        </p:nvSpPr>
        <p:spPr>
          <a:xfrm>
            <a:off x="5882640" y="990600"/>
            <a:ext cx="28803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2"/>
          <p:cNvSpPr>
            <a:spLocks noGrp="1"/>
          </p:cNvSpPr>
          <p:nvPr>
            <p:ph idx="27"/>
          </p:nvPr>
        </p:nvSpPr>
        <p:spPr>
          <a:xfrm>
            <a:off x="5882640" y="4111634"/>
            <a:ext cx="28803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28"/>
          </p:nvPr>
        </p:nvSpPr>
        <p:spPr>
          <a:xfrm>
            <a:off x="5882640" y="3703379"/>
            <a:ext cx="28803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677464184"/>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Content Placeholder 2"/>
          <p:cNvSpPr>
            <a:spLocks noGrp="1"/>
          </p:cNvSpPr>
          <p:nvPr>
            <p:ph idx="25"/>
          </p:nvPr>
        </p:nvSpPr>
        <p:spPr>
          <a:xfrm>
            <a:off x="6035040" y="1447799"/>
            <a:ext cx="27279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p:cNvSpPr>
            <a:spLocks noGrp="1"/>
          </p:cNvSpPr>
          <p:nvPr>
            <p:ph type="body" idx="26"/>
          </p:nvPr>
        </p:nvSpPr>
        <p:spPr>
          <a:xfrm>
            <a:off x="603504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2"/>
          <p:cNvSpPr>
            <a:spLocks noGrp="1"/>
          </p:cNvSpPr>
          <p:nvPr>
            <p:ph idx="27"/>
          </p:nvPr>
        </p:nvSpPr>
        <p:spPr>
          <a:xfrm>
            <a:off x="6035040" y="4111634"/>
            <a:ext cx="27279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28"/>
          </p:nvPr>
        </p:nvSpPr>
        <p:spPr>
          <a:xfrm>
            <a:off x="6035040" y="3703379"/>
            <a:ext cx="27279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p:cNvSpPr>
            <a:spLocks noGrp="1"/>
          </p:cNvSpPr>
          <p:nvPr>
            <p:ph idx="29"/>
          </p:nvPr>
        </p:nvSpPr>
        <p:spPr>
          <a:xfrm>
            <a:off x="3215640" y="1447799"/>
            <a:ext cx="27279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p:cNvSpPr>
            <a:spLocks noGrp="1"/>
          </p:cNvSpPr>
          <p:nvPr>
            <p:ph type="body" idx="30"/>
          </p:nvPr>
        </p:nvSpPr>
        <p:spPr>
          <a:xfrm>
            <a:off x="321564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Content Placeholder 2"/>
          <p:cNvSpPr>
            <a:spLocks noGrp="1"/>
          </p:cNvSpPr>
          <p:nvPr>
            <p:ph idx="31"/>
          </p:nvPr>
        </p:nvSpPr>
        <p:spPr>
          <a:xfrm>
            <a:off x="3215640" y="4111634"/>
            <a:ext cx="27279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2"/>
          <p:cNvSpPr>
            <a:spLocks noGrp="1"/>
          </p:cNvSpPr>
          <p:nvPr>
            <p:ph type="body" idx="32"/>
          </p:nvPr>
        </p:nvSpPr>
        <p:spPr>
          <a:xfrm>
            <a:off x="3215640" y="3703379"/>
            <a:ext cx="27279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2"/>
          <p:cNvSpPr>
            <a:spLocks noGrp="1"/>
          </p:cNvSpPr>
          <p:nvPr>
            <p:ph idx="33"/>
          </p:nvPr>
        </p:nvSpPr>
        <p:spPr>
          <a:xfrm>
            <a:off x="365760" y="1447799"/>
            <a:ext cx="27279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
          <p:cNvSpPr>
            <a:spLocks noGrp="1"/>
          </p:cNvSpPr>
          <p:nvPr>
            <p:ph type="body" idx="34"/>
          </p:nvPr>
        </p:nvSpPr>
        <p:spPr>
          <a:xfrm>
            <a:off x="36576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2"/>
          <p:cNvSpPr>
            <a:spLocks noGrp="1"/>
          </p:cNvSpPr>
          <p:nvPr>
            <p:ph idx="35"/>
          </p:nvPr>
        </p:nvSpPr>
        <p:spPr>
          <a:xfrm>
            <a:off x="365760" y="4111634"/>
            <a:ext cx="27279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2"/>
          <p:cNvSpPr>
            <a:spLocks noGrp="1"/>
          </p:cNvSpPr>
          <p:nvPr>
            <p:ph type="body" idx="36"/>
          </p:nvPr>
        </p:nvSpPr>
        <p:spPr>
          <a:xfrm>
            <a:off x="365760" y="3703379"/>
            <a:ext cx="27279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883609651"/>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Content Placeholder 2"/>
          <p:cNvSpPr>
            <a:spLocks noGrp="1"/>
          </p:cNvSpPr>
          <p:nvPr>
            <p:ph idx="25"/>
          </p:nvPr>
        </p:nvSpPr>
        <p:spPr>
          <a:xfrm>
            <a:off x="6035040" y="1447799"/>
            <a:ext cx="2727960" cy="4724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p:cNvSpPr>
            <a:spLocks noGrp="1"/>
          </p:cNvSpPr>
          <p:nvPr>
            <p:ph type="body" idx="26"/>
          </p:nvPr>
        </p:nvSpPr>
        <p:spPr>
          <a:xfrm>
            <a:off x="603504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p:cNvSpPr>
            <a:spLocks noGrp="1"/>
          </p:cNvSpPr>
          <p:nvPr>
            <p:ph idx="29"/>
          </p:nvPr>
        </p:nvSpPr>
        <p:spPr>
          <a:xfrm>
            <a:off x="3215640" y="1447799"/>
            <a:ext cx="27279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p:cNvSpPr>
            <a:spLocks noGrp="1"/>
          </p:cNvSpPr>
          <p:nvPr>
            <p:ph type="body" idx="30"/>
          </p:nvPr>
        </p:nvSpPr>
        <p:spPr>
          <a:xfrm>
            <a:off x="321564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Content Placeholder 2"/>
          <p:cNvSpPr>
            <a:spLocks noGrp="1"/>
          </p:cNvSpPr>
          <p:nvPr>
            <p:ph idx="31"/>
          </p:nvPr>
        </p:nvSpPr>
        <p:spPr>
          <a:xfrm>
            <a:off x="3215640" y="4111634"/>
            <a:ext cx="27279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2"/>
          <p:cNvSpPr>
            <a:spLocks noGrp="1"/>
          </p:cNvSpPr>
          <p:nvPr>
            <p:ph type="body" idx="32"/>
          </p:nvPr>
        </p:nvSpPr>
        <p:spPr>
          <a:xfrm>
            <a:off x="3215640" y="3703379"/>
            <a:ext cx="27279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2"/>
          <p:cNvSpPr>
            <a:spLocks noGrp="1"/>
          </p:cNvSpPr>
          <p:nvPr>
            <p:ph idx="33"/>
          </p:nvPr>
        </p:nvSpPr>
        <p:spPr>
          <a:xfrm>
            <a:off x="365760" y="1447799"/>
            <a:ext cx="2727960" cy="2057400"/>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
          <p:cNvSpPr>
            <a:spLocks noGrp="1"/>
          </p:cNvSpPr>
          <p:nvPr>
            <p:ph type="body" idx="34"/>
          </p:nvPr>
        </p:nvSpPr>
        <p:spPr>
          <a:xfrm>
            <a:off x="365760" y="990600"/>
            <a:ext cx="2727960" cy="304800"/>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2"/>
          <p:cNvSpPr>
            <a:spLocks noGrp="1"/>
          </p:cNvSpPr>
          <p:nvPr>
            <p:ph idx="35"/>
          </p:nvPr>
        </p:nvSpPr>
        <p:spPr>
          <a:xfrm>
            <a:off x="365760" y="4111634"/>
            <a:ext cx="2727960" cy="2060565"/>
          </a:xfr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2"/>
          <p:cNvSpPr>
            <a:spLocks noGrp="1"/>
          </p:cNvSpPr>
          <p:nvPr>
            <p:ph type="body" idx="36"/>
          </p:nvPr>
        </p:nvSpPr>
        <p:spPr>
          <a:xfrm>
            <a:off x="365760" y="3703379"/>
            <a:ext cx="2727960" cy="301752"/>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2203634911"/>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81501"/>
            <a:ext cx="8382002" cy="656699"/>
          </a:xfrm>
          <a:prstGeom prst="rect">
            <a:avLst/>
          </a:prstGeom>
        </p:spPr>
        <p:txBody>
          <a:bodyPr>
            <a:noAutofit/>
          </a:bodyPr>
          <a:lstStyle>
            <a:lvl1pPr>
              <a:spcBef>
                <a:spcPts val="0"/>
              </a:spcBef>
              <a:defRPr/>
            </a:lvl1p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noAutofit/>
          </a:bodyP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6" name="Text Placeholder 7"/>
          <p:cNvSpPr>
            <a:spLocks noGrp="1"/>
          </p:cNvSpPr>
          <p:nvPr>
            <p:ph type="body" sz="quarter" idx="13"/>
          </p:nvPr>
        </p:nvSpPr>
        <p:spPr>
          <a:xfrm>
            <a:off x="380998" y="0"/>
            <a:ext cx="8382002" cy="190006"/>
          </a:xfrm>
        </p:spPr>
        <p:txBody>
          <a:bodyPr anchor="ctr">
            <a:noAutofit/>
          </a:bodyP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15" name="Content Placeholder 2"/>
          <p:cNvSpPr>
            <a:spLocks noGrp="1"/>
          </p:cNvSpPr>
          <p:nvPr>
            <p:ph idx="25"/>
          </p:nvPr>
        </p:nvSpPr>
        <p:spPr>
          <a:xfrm>
            <a:off x="6035040" y="1371600"/>
            <a:ext cx="2727960" cy="1291878"/>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p:cNvSpPr>
            <a:spLocks noGrp="1"/>
          </p:cNvSpPr>
          <p:nvPr>
            <p:ph type="body" idx="26"/>
          </p:nvPr>
        </p:nvSpPr>
        <p:spPr>
          <a:xfrm>
            <a:off x="6035040" y="990600"/>
            <a:ext cx="2727960" cy="304800"/>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2"/>
          <p:cNvSpPr>
            <a:spLocks noGrp="1"/>
          </p:cNvSpPr>
          <p:nvPr>
            <p:ph idx="27"/>
          </p:nvPr>
        </p:nvSpPr>
        <p:spPr>
          <a:xfrm>
            <a:off x="6035040" y="31242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28"/>
          </p:nvPr>
        </p:nvSpPr>
        <p:spPr>
          <a:xfrm>
            <a:off x="6035040" y="27432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p:cNvSpPr>
            <a:spLocks noGrp="1"/>
          </p:cNvSpPr>
          <p:nvPr>
            <p:ph idx="29"/>
          </p:nvPr>
        </p:nvSpPr>
        <p:spPr>
          <a:xfrm>
            <a:off x="3215640" y="1371600"/>
            <a:ext cx="2727960" cy="1291878"/>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p:cNvSpPr>
            <a:spLocks noGrp="1"/>
          </p:cNvSpPr>
          <p:nvPr>
            <p:ph type="body" idx="30"/>
          </p:nvPr>
        </p:nvSpPr>
        <p:spPr>
          <a:xfrm>
            <a:off x="3215640" y="990600"/>
            <a:ext cx="2727960" cy="304800"/>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Content Placeholder 2"/>
          <p:cNvSpPr>
            <a:spLocks noGrp="1"/>
          </p:cNvSpPr>
          <p:nvPr>
            <p:ph idx="31"/>
          </p:nvPr>
        </p:nvSpPr>
        <p:spPr>
          <a:xfrm>
            <a:off x="3215640" y="31242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2"/>
          <p:cNvSpPr>
            <a:spLocks noGrp="1"/>
          </p:cNvSpPr>
          <p:nvPr>
            <p:ph type="body" idx="32"/>
          </p:nvPr>
        </p:nvSpPr>
        <p:spPr>
          <a:xfrm>
            <a:off x="3215640" y="27432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2"/>
          <p:cNvSpPr>
            <a:spLocks noGrp="1"/>
          </p:cNvSpPr>
          <p:nvPr>
            <p:ph idx="33"/>
          </p:nvPr>
        </p:nvSpPr>
        <p:spPr>
          <a:xfrm>
            <a:off x="365760" y="1371600"/>
            <a:ext cx="2727960" cy="1291878"/>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
          <p:cNvSpPr>
            <a:spLocks noGrp="1"/>
          </p:cNvSpPr>
          <p:nvPr>
            <p:ph type="body" idx="34"/>
          </p:nvPr>
        </p:nvSpPr>
        <p:spPr>
          <a:xfrm>
            <a:off x="365760" y="990600"/>
            <a:ext cx="2727960" cy="304800"/>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2"/>
          <p:cNvSpPr>
            <a:spLocks noGrp="1"/>
          </p:cNvSpPr>
          <p:nvPr>
            <p:ph idx="35"/>
          </p:nvPr>
        </p:nvSpPr>
        <p:spPr>
          <a:xfrm>
            <a:off x="365760" y="31242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2"/>
          <p:cNvSpPr>
            <a:spLocks noGrp="1"/>
          </p:cNvSpPr>
          <p:nvPr>
            <p:ph type="body" idx="36"/>
          </p:nvPr>
        </p:nvSpPr>
        <p:spPr>
          <a:xfrm>
            <a:off x="365760" y="27432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2"/>
          <p:cNvSpPr>
            <a:spLocks noGrp="1"/>
          </p:cNvSpPr>
          <p:nvPr>
            <p:ph idx="37"/>
          </p:nvPr>
        </p:nvSpPr>
        <p:spPr>
          <a:xfrm>
            <a:off x="6050280" y="48768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idx="38"/>
          </p:nvPr>
        </p:nvSpPr>
        <p:spPr>
          <a:xfrm>
            <a:off x="6050280" y="44958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2"/>
          <p:cNvSpPr>
            <a:spLocks noGrp="1"/>
          </p:cNvSpPr>
          <p:nvPr>
            <p:ph idx="39"/>
          </p:nvPr>
        </p:nvSpPr>
        <p:spPr>
          <a:xfrm>
            <a:off x="3230880" y="48768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2"/>
          <p:cNvSpPr>
            <a:spLocks noGrp="1"/>
          </p:cNvSpPr>
          <p:nvPr>
            <p:ph type="body" idx="40"/>
          </p:nvPr>
        </p:nvSpPr>
        <p:spPr>
          <a:xfrm>
            <a:off x="3230880" y="44958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Content Placeholder 2"/>
          <p:cNvSpPr>
            <a:spLocks noGrp="1"/>
          </p:cNvSpPr>
          <p:nvPr>
            <p:ph idx="41"/>
          </p:nvPr>
        </p:nvSpPr>
        <p:spPr>
          <a:xfrm>
            <a:off x="381000" y="4876800"/>
            <a:ext cx="2727960" cy="1293865"/>
          </a:xfrm>
        </p:spPr>
        <p:txBody>
          <a:bodyPr>
            <a:noAutofit/>
          </a:bodyPr>
          <a:lstStyle>
            <a:lvl1pPr>
              <a:lnSpc>
                <a:spcPct val="100000"/>
              </a:lnSpc>
              <a:spcBef>
                <a:spcPts val="0"/>
              </a:spcBef>
              <a:defRPr sz="1200"/>
            </a:lvl1pPr>
            <a:lvl2pPr>
              <a:lnSpc>
                <a:spcPct val="100000"/>
              </a:lnSpc>
              <a:spcBef>
                <a:spcPts val="0"/>
              </a:spcBef>
              <a:defRPr sz="1200"/>
            </a:lvl2pPr>
            <a:lvl3pPr>
              <a:lnSpc>
                <a:spcPct val="100000"/>
              </a:lnSpc>
              <a:spcBef>
                <a:spcPts val="0"/>
              </a:spcBef>
              <a:defRPr sz="1200"/>
            </a:lvl3pPr>
            <a:lvl4pPr>
              <a:lnSpc>
                <a:spcPct val="100000"/>
              </a:lnSpc>
              <a:spcBef>
                <a:spcPts val="0"/>
              </a:spcBef>
              <a:defRPr sz="1200"/>
            </a:lvl4pPr>
            <a:lvl5pPr>
              <a:lnSpc>
                <a:spcPct val="100000"/>
              </a:lnSpc>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2"/>
          <p:cNvSpPr>
            <a:spLocks noGrp="1"/>
          </p:cNvSpPr>
          <p:nvPr>
            <p:ph type="body" idx="42"/>
          </p:nvPr>
        </p:nvSpPr>
        <p:spPr>
          <a:xfrm>
            <a:off x="381000" y="4495800"/>
            <a:ext cx="2727960" cy="301752"/>
          </a:xfrm>
        </p:spPr>
        <p:txBody>
          <a:bodyPr anchor="b">
            <a:noAutofit/>
          </a:bodyPr>
          <a:lstStyle>
            <a:lvl1pPr marL="0" indent="0" algn="ctr">
              <a:spcBef>
                <a:spcPts val="0"/>
              </a:spcBef>
              <a:buNone/>
              <a:defRPr sz="12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1429481688"/>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18" name="Text Placeholder 2"/>
          <p:cNvSpPr>
            <a:spLocks noGrp="1"/>
          </p:cNvSpPr>
          <p:nvPr>
            <p:ph type="body" idx="20"/>
          </p:nvPr>
        </p:nvSpPr>
        <p:spPr>
          <a:xfrm>
            <a:off x="375143" y="990603"/>
            <a:ext cx="8391123" cy="304798"/>
          </a:xfrm>
        </p:spPr>
        <p:txBody>
          <a:bodyPr anchor="b">
            <a:noAutofit/>
          </a:bodyPr>
          <a:lstStyle>
            <a:lvl1pPr marL="0" indent="0" algn="ctr">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7"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8007267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p>
            <a:r>
              <a:rPr lang="en-US"/>
              <a:t>Click to edit Master title style</a:t>
            </a:r>
            <a:endParaRPr lang="en-US" dirty="0"/>
          </a:p>
        </p:txBody>
      </p:sp>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8"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6"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0744275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3_Title and Content">
    <p:spTree>
      <p:nvGrpSpPr>
        <p:cNvPr id="1" name=""/>
        <p:cNvGrpSpPr/>
        <p:nvPr/>
      </p:nvGrpSpPr>
      <p:grpSpPr>
        <a:xfrm>
          <a:off x="0" y="0"/>
          <a:ext cx="0" cy="0"/>
          <a:chOff x="0" y="0"/>
          <a:chExt cx="0" cy="0"/>
        </a:xfrm>
      </p:grpSpPr>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pPr>
              <a:defRPr/>
            </a:pPr>
            <a:fld id="{4F4027BA-9464-4998-8CB6-75858D7C2C66}" type="slidenum">
              <a:rPr lang="en-US" smtClean="0"/>
              <a:pPr>
                <a:defRPr/>
              </a:pPr>
              <a:t>‹#›</a:t>
            </a:fld>
            <a:endParaRPr lang="en-US" dirty="0"/>
          </a:p>
        </p:txBody>
      </p:sp>
      <p:sp>
        <p:nvSpPr>
          <p:cNvPr id="7"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5" name="Text Placeholder 3"/>
          <p:cNvSpPr>
            <a:spLocks noGrp="1"/>
          </p:cNvSpPr>
          <p:nvPr>
            <p:ph type="body" sz="quarter" idx="14"/>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Tree>
    <p:extLst>
      <p:ext uri="{BB962C8B-B14F-4D97-AF65-F5344CB8AC3E}">
        <p14:creationId xmlns:p14="http://schemas.microsoft.com/office/powerpoint/2010/main" val="3040305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3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0998" y="152401"/>
            <a:ext cx="8385268" cy="6858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2pPr marL="450056" indent="-225028">
              <a:spcBef>
                <a:spcPts val="345"/>
              </a:spcBef>
              <a:defRPr lang="en-US" sz="1772" b="0" i="0" kern="1200" dirty="0" smtClean="0">
                <a:solidFill>
                  <a:schemeClr val="tx1"/>
                </a:solidFill>
                <a:latin typeface="Arial" panose="020B0604020202020204" pitchFamily="34" charset="0"/>
                <a:ea typeface="+mn-ea"/>
                <a:cs typeface="Arial" panose="020B0604020202020204" pitchFamily="34" charset="0"/>
              </a:defRPr>
            </a:lvl2pPr>
            <a:lvl3pPr>
              <a:spcBef>
                <a:spcPts val="345"/>
              </a:spcBef>
              <a:defRPr/>
            </a:lvl3pPr>
            <a:lvl4pPr marL="842293" indent="-225028">
              <a:spcBef>
                <a:spcPts val="345"/>
              </a:spcBef>
              <a:defRPr lang="en-US" sz="1575" b="0" i="0" kern="1200" dirty="0" smtClean="0">
                <a:solidFill>
                  <a:schemeClr val="tx1"/>
                </a:solidFill>
                <a:latin typeface="Arial" panose="020B0604020202020204" pitchFamily="34" charset="0"/>
                <a:ea typeface="+mn-ea"/>
                <a:cs typeface="Arial" panose="020B0604020202020204" pitchFamily="34" charset="0"/>
              </a:defRPr>
            </a:lvl4pPr>
            <a:lvl5pPr marL="1067321" indent="-225028">
              <a:spcBef>
                <a:spcPts val="345"/>
              </a:spcBef>
              <a:defRPr lang="en-US" sz="1575" b="0" i="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13"/>
          <p:cNvSpPr>
            <a:spLocks noGrp="1"/>
          </p:cNvSpPr>
          <p:nvPr>
            <p:ph type="ftr" sz="quarter" idx="3"/>
          </p:nvPr>
        </p:nvSpPr>
        <p:spPr>
          <a:xfrm>
            <a:off x="625072" y="6464486"/>
            <a:ext cx="3283035" cy="287387"/>
          </a:xfrm>
          <a:prstGeom prst="rect">
            <a:avLst/>
          </a:prstGeom>
        </p:spPr>
        <p:txBody>
          <a:bodyPr vert="horz" lIns="0" tIns="0" rIns="0" bIns="0" rtlCol="0" anchor="ctr"/>
          <a:lstStyle>
            <a:lvl1pPr marL="0" marR="0" indent="0" algn="l" defTabSz="450056" rtl="0" eaLnBrk="1" fontAlgn="base" latinLnBrk="0" hangingPunct="1">
              <a:lnSpc>
                <a:spcPct val="100000"/>
              </a:lnSpc>
              <a:spcBef>
                <a:spcPct val="0"/>
              </a:spcBef>
              <a:spcAft>
                <a:spcPct val="0"/>
              </a:spcAft>
              <a:buClrTx/>
              <a:buSzTx/>
              <a:buFontTx/>
              <a:buNone/>
              <a:tabLst/>
              <a:defRPr lang="en-US" sz="788" b="0" i="0" kern="1200">
                <a:solidFill>
                  <a:schemeClr val="bg1">
                    <a:lumMod val="65000"/>
                  </a:schemeClr>
                </a:solidFill>
                <a:latin typeface="Open Sans"/>
                <a:cs typeface="Open Sans"/>
              </a:defRPr>
            </a:lvl1pPr>
          </a:lstStyle>
          <a:p>
            <a:pPr>
              <a:defRPr/>
            </a:pPr>
            <a:r>
              <a:rPr lang="en-US" dirty="0">
                <a:solidFill>
                  <a:prstClr val="white">
                    <a:lumMod val="65000"/>
                  </a:prstClr>
                </a:solidFill>
                <a:latin typeface="Arial" panose="020B0604020202020204" pitchFamily="34" charset="0"/>
                <a:cs typeface="Arial" panose="020B0604020202020204" pitchFamily="34" charset="0"/>
              </a:rPr>
              <a:t>© Pariveda Solutions. Confidential &amp; Proprietary.</a:t>
            </a:r>
          </a:p>
        </p:txBody>
      </p:sp>
      <p:cxnSp>
        <p:nvCxnSpPr>
          <p:cNvPr id="10" name="Straight Connector 9"/>
          <p:cNvCxnSpPr/>
          <p:nvPr userDrawn="1"/>
        </p:nvCxnSpPr>
        <p:spPr bwMode="auto">
          <a:xfrm>
            <a:off x="504808" y="6514270"/>
            <a:ext cx="0" cy="189443"/>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475649"/>
            <a:ext cx="457200" cy="266644"/>
          </a:xfrm>
          <a:prstGeom prst="rect">
            <a:avLst/>
          </a:prstGeom>
        </p:spPr>
        <p:txBody>
          <a:bodyPr vert="horz" lIns="91440" tIns="45720" rIns="91440" bIns="45720" rtlCol="0" anchor="ctr"/>
          <a:lstStyle>
            <a:lvl1pPr algn="r">
              <a:defRPr sz="788" b="0" i="0">
                <a:solidFill>
                  <a:srgbClr val="A19E96"/>
                </a:solidFill>
                <a:latin typeface="Arial" panose="020B0604020202020204" pitchFamily="34" charset="0"/>
                <a:cs typeface="Arial" panose="020B0604020202020204" pitchFamily="34" charset="0"/>
              </a:defRPr>
            </a:lvl1pPr>
          </a:lstStyle>
          <a:p>
            <a:fld id="{0DFF66B6-8279-2D4E-9792-37D59DD97FC7}" type="slidenum">
              <a:rPr lang="en-US" smtClean="0"/>
              <a:pPr/>
              <a:t>‹#›</a:t>
            </a:fld>
            <a:endParaRPr lang="en-US" dirty="0"/>
          </a:p>
        </p:txBody>
      </p:sp>
    </p:spTree>
    <p:extLst>
      <p:ext uri="{BB962C8B-B14F-4D97-AF65-F5344CB8AC3E}">
        <p14:creationId xmlns:p14="http://schemas.microsoft.com/office/powerpoint/2010/main" val="13256515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879" y="181502"/>
            <a:ext cx="8229600" cy="9144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182879" y="1188720"/>
            <a:ext cx="8229600" cy="5486400"/>
          </a:xfrm>
        </p:spPr>
        <p:txBody>
          <a:bodyPr/>
          <a:lstStyle>
            <a:lvl2pPr>
              <a:defRPr baseline="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hasCustomPrompt="1"/>
          </p:nvPr>
        </p:nvSpPr>
        <p:spPr>
          <a:xfrm>
            <a:off x="888" y="0"/>
            <a:ext cx="6541535" cy="180975"/>
          </a:xfrm>
        </p:spPr>
        <p:txBody>
          <a:bodyPr/>
          <a:lstStyle>
            <a:lvl1pPr marL="0" indent="0">
              <a:buNone/>
              <a:defRPr sz="800"/>
            </a:lvl1pPr>
            <a:lvl2pPr marL="182880" indent="0">
              <a:buNone/>
              <a:defRPr sz="800"/>
            </a:lvl2pPr>
            <a:lvl3pPr marL="342900" indent="0">
              <a:buNone/>
              <a:defRPr sz="800"/>
            </a:lvl3pPr>
            <a:lvl4pPr marL="470297" indent="0">
              <a:buNone/>
              <a:defRPr sz="800"/>
            </a:lvl4pPr>
            <a:lvl5pPr marL="641747" indent="0">
              <a:buNone/>
              <a:defRPr sz="800"/>
            </a:lvl5pPr>
          </a:lstStyle>
          <a:p>
            <a:pPr lvl="0"/>
            <a:r>
              <a:rPr lang="en-US" dirty="0"/>
              <a:t>Breadcrumb</a:t>
            </a:r>
          </a:p>
        </p:txBody>
      </p:sp>
      <p:sp>
        <p:nvSpPr>
          <p:cNvPr id="9" name="Slide Number Placeholder 5"/>
          <p:cNvSpPr>
            <a:spLocks noGrp="1"/>
          </p:cNvSpPr>
          <p:nvPr>
            <p:ph type="sldNum" sz="quarter" idx="4"/>
          </p:nvPr>
        </p:nvSpPr>
        <p:spPr>
          <a:xfrm>
            <a:off x="33413" y="6631308"/>
            <a:ext cx="331568" cy="226714"/>
          </a:xfrm>
          <a:prstGeom prst="rect">
            <a:avLst/>
          </a:prstGeom>
        </p:spPr>
        <p:txBody>
          <a:bodyPr vert="horz" lIns="91440" tIns="45720" rIns="91440" bIns="45720" rtlCol="0" anchor="b"/>
          <a:lstStyle>
            <a:lvl1pPr algn="r">
              <a:defRPr sz="800">
                <a:solidFill>
                  <a:schemeClr val="tx1">
                    <a:tint val="75000"/>
                  </a:schemeClr>
                </a:solidFill>
                <a:latin typeface="Segoe UI" panose="020B0502040204020203" pitchFamily="34" charset="0"/>
                <a:cs typeface="Segoe UI" panose="020B0502040204020203" pitchFamily="34" charset="0"/>
              </a:defRPr>
            </a:lvl1pPr>
          </a:lstStyle>
          <a:p>
            <a:fld id="{F476A525-DAA7-4B5F-A330-2A750FBB9F6D}" type="slidenum">
              <a:rPr lang="en-US" smtClean="0">
                <a:solidFill>
                  <a:srgbClr val="002060">
                    <a:tint val="75000"/>
                  </a:srgbClr>
                </a:solidFill>
              </a:rPr>
              <a:pPr/>
              <a:t>‹#›</a:t>
            </a:fld>
            <a:endParaRPr lang="en-US" dirty="0">
              <a:solidFill>
                <a:srgbClr val="002060">
                  <a:tint val="75000"/>
                </a:srgbClr>
              </a:solidFill>
            </a:endParaRPr>
          </a:p>
        </p:txBody>
      </p:sp>
    </p:spTree>
    <p:extLst>
      <p:ext uri="{BB962C8B-B14F-4D97-AF65-F5344CB8AC3E}">
        <p14:creationId xmlns:p14="http://schemas.microsoft.com/office/powerpoint/2010/main" val="42939872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spcBef>
                <a:spcPts val="0"/>
              </a:spcBef>
              <a:defRPr/>
            </a:lvl1pPr>
          </a:lstStyle>
          <a:p>
            <a:r>
              <a:rPr lang="en-US"/>
              <a:t>Click to edit Master title style</a:t>
            </a:r>
            <a:endParaRPr lang="en-US" dirty="0"/>
          </a:p>
        </p:txBody>
      </p:sp>
      <p:sp>
        <p:nvSpPr>
          <p:cNvPr id="3" name="Content Placeholder 2"/>
          <p:cNvSpPr>
            <a:spLocks noGrp="1"/>
          </p:cNvSpPr>
          <p:nvPr>
            <p:ph idx="1"/>
          </p:nvPr>
        </p:nvSpPr>
        <p:spPr>
          <a:xfrm>
            <a:off x="380997" y="1461403"/>
            <a:ext cx="8385305" cy="4710797"/>
          </a:xfrm>
        </p:spPr>
        <p:txBody>
          <a:bodyPr/>
          <a:lstStyle>
            <a:lvl1pPr>
              <a:lnSpc>
                <a:spcPct val="100000"/>
              </a:lnSpc>
              <a:spcBef>
                <a:spcPts val="0"/>
              </a:spcBef>
              <a:defRPr/>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
          <p:cNvSpPr>
            <a:spLocks noGrp="1"/>
          </p:cNvSpPr>
          <p:nvPr>
            <p:ph type="body" idx="14"/>
          </p:nvPr>
        </p:nvSpPr>
        <p:spPr>
          <a:xfrm>
            <a:off x="382137" y="1004203"/>
            <a:ext cx="8384129" cy="291197"/>
          </a:xfrm>
        </p:spPr>
        <p:txBody>
          <a:bodyPr anchor="b">
            <a:noAutofit/>
          </a:bodyPr>
          <a:lstStyle>
            <a:lvl1pPr marL="0" indent="0" algn="ctr">
              <a:spcBef>
                <a:spcPts val="0"/>
              </a:spcBef>
              <a:buNone/>
              <a:defRPr sz="1400" b="1">
                <a:solidFill>
                  <a:schemeClr val="accent1"/>
                </a:solidFill>
                <a:latin typeface="Arial" panose="020B0604020202020204" pitchFamily="34" charset="0"/>
                <a:ea typeface="Tahoma"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7"/>
          <p:cNvSpPr>
            <a:spLocks noGrp="1"/>
          </p:cNvSpPr>
          <p:nvPr>
            <p:ph type="body" sz="quarter" idx="13"/>
          </p:nvPr>
        </p:nvSpPr>
        <p:spPr>
          <a:xfrm>
            <a:off x="380998" y="0"/>
            <a:ext cx="8385268" cy="152401"/>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8" name="Text Placeholder 3"/>
          <p:cNvSpPr>
            <a:spLocks noGrp="1"/>
          </p:cNvSpPr>
          <p:nvPr>
            <p:ph type="body" sz="quarter" idx="15"/>
          </p:nvPr>
        </p:nvSpPr>
        <p:spPr>
          <a:xfrm>
            <a:off x="381000" y="6400800"/>
            <a:ext cx="8382000" cy="165100"/>
          </a:xfrm>
        </p:spPr>
        <p:txBody>
          <a:bodyPr anchor="b"/>
          <a:lstStyle>
            <a:lvl1pPr marL="0" indent="0">
              <a:buNone/>
              <a:defRPr sz="800" i="1"/>
            </a:lvl1pPr>
            <a:lvl2pPr marL="228600" indent="0">
              <a:buNone/>
              <a:defRPr sz="800"/>
            </a:lvl2pPr>
            <a:lvl3pPr marL="457200" indent="0">
              <a:buNone/>
              <a:defRPr sz="800"/>
            </a:lvl3pPr>
            <a:lvl4pPr marL="627063" indent="0">
              <a:buNone/>
              <a:defRPr sz="800"/>
            </a:lvl4pPr>
            <a:lvl5pPr marL="855663" indent="0">
              <a:buNone/>
              <a:defRPr sz="800"/>
            </a:lvl5pPr>
          </a:lstStyle>
          <a:p>
            <a:pPr lvl="0"/>
            <a:r>
              <a:rPr lang="en-US"/>
              <a:t>Click to edit Master text styles</a:t>
            </a:r>
          </a:p>
        </p:txBody>
      </p:sp>
      <p:sp>
        <p:nvSpPr>
          <p:cNvPr id="9" name="Slide Number Placeholder 5"/>
          <p:cNvSpPr>
            <a:spLocks noGrp="1"/>
          </p:cNvSpPr>
          <p:nvPr>
            <p:ph type="sldNum" sz="quarter" idx="4"/>
          </p:nvPr>
        </p:nvSpPr>
        <p:spPr>
          <a:xfrm>
            <a:off x="47608" y="6521086"/>
            <a:ext cx="457200" cy="266644"/>
          </a:xfrm>
          <a:prstGeom prst="rect">
            <a:avLst/>
          </a:prstGeom>
        </p:spPr>
        <p:txBody>
          <a:bodyPr vert="horz" wrap="square" lIns="91440" tIns="45720" rIns="91440" bIns="45720" rtlCol="0" anchor="ctr">
            <a:noAutofit/>
          </a:bodyPr>
          <a:lstStyle>
            <a:lvl1pPr algn="r">
              <a:defRPr lang="en-US" sz="800" b="0" kern="1200" smtClean="0">
                <a:solidFill>
                  <a:schemeClr val="tx2"/>
                </a:solidFill>
                <a:latin typeface="+mn-lt"/>
                <a:ea typeface="+mn-ea"/>
                <a:cs typeface="+mn-cs"/>
              </a:defRPr>
            </a:lvl1pPr>
          </a:lstStyle>
          <a:p>
            <a:pPr>
              <a:defRPr/>
            </a:pPr>
            <a:fld id="{4F4027BA-9464-4998-8CB6-75858D7C2C66}" type="slidenum">
              <a:rPr lang="en-US" smtClean="0"/>
              <a:pPr>
                <a:defRPr/>
              </a:pPr>
              <a:t>‹#›</a:t>
            </a:fld>
            <a:endParaRPr lang="en-US" dirty="0"/>
          </a:p>
        </p:txBody>
      </p:sp>
    </p:spTree>
    <p:extLst>
      <p:ext uri="{BB962C8B-B14F-4D97-AF65-F5344CB8AC3E}">
        <p14:creationId xmlns:p14="http://schemas.microsoft.com/office/powerpoint/2010/main" val="20486816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cxnSp>
        <p:nvCxnSpPr>
          <p:cNvPr id="10" name="Straight Connector 9"/>
          <p:cNvCxnSpPr/>
          <p:nvPr/>
        </p:nvCxnSpPr>
        <p:spPr bwMode="auto">
          <a:xfrm>
            <a:off x="504808" y="6604586"/>
            <a:ext cx="0" cy="189442"/>
          </a:xfrm>
          <a:prstGeom prst="line">
            <a:avLst/>
          </a:prstGeom>
          <a:ln w="9525">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Slide Number Placeholder 5"/>
          <p:cNvSpPr>
            <a:spLocks noGrp="1"/>
          </p:cNvSpPr>
          <p:nvPr>
            <p:ph type="sldNum" sz="quarter" idx="4"/>
          </p:nvPr>
        </p:nvSpPr>
        <p:spPr>
          <a:xfrm>
            <a:off x="47608" y="6565963"/>
            <a:ext cx="457200" cy="266644"/>
          </a:xfrm>
          <a:prstGeom prst="rect">
            <a:avLst/>
          </a:prstGeom>
        </p:spPr>
        <p:txBody>
          <a:bodyPr vert="horz" lIns="91440" tIns="45720" rIns="91440" bIns="45720" rtlCol="0" anchor="ctr"/>
          <a:lstStyle>
            <a:lvl1pPr algn="r">
              <a:defRPr sz="800" b="0" i="0">
                <a:solidFill>
                  <a:srgbClr val="A19E96"/>
                </a:solidFill>
                <a:latin typeface="Arial" panose="020B0604020202020204" pitchFamily="34" charset="0"/>
                <a:cs typeface="Arial" panose="020B0604020202020204" pitchFamily="34" charset="0"/>
              </a:defRPr>
            </a:lvl1pPr>
          </a:lstStyle>
          <a:p>
            <a:fld id="{4C19775D-CB30-430B-BEBF-2C1EF3B3D781}" type="slidenum">
              <a:rPr lang="en-US" smtClean="0"/>
              <a:pPr/>
              <a:t>‹#›</a:t>
            </a:fld>
            <a:endParaRPr lang="en-US" dirty="0"/>
          </a:p>
        </p:txBody>
      </p:sp>
      <p:sp>
        <p:nvSpPr>
          <p:cNvPr id="8" name="Text Placeholder 7"/>
          <p:cNvSpPr>
            <a:spLocks noGrp="1"/>
          </p:cNvSpPr>
          <p:nvPr>
            <p:ph type="body" sz="quarter" idx="13"/>
          </p:nvPr>
        </p:nvSpPr>
        <p:spPr>
          <a:xfrm>
            <a:off x="380998" y="0"/>
            <a:ext cx="8128054" cy="190006"/>
          </a:xfrm>
        </p:spPr>
        <p:txBody>
          <a:bodyPr anchor="ctr"/>
          <a:lstStyle>
            <a:lvl1pPr>
              <a:buNone/>
              <a:defRPr sz="1000" i="1">
                <a:solidFill>
                  <a:srgbClr val="777777"/>
                </a:solidFill>
                <a:latin typeface="Arial" panose="020B0604020202020204" pitchFamily="34" charset="0"/>
                <a:ea typeface="Tahoma" pitchFamily="34" charset="0"/>
                <a:cs typeface="Arial" panose="020B0604020202020204" pitchFamily="34" charset="0"/>
              </a:defRPr>
            </a:lvl1pPr>
          </a:lstStyle>
          <a:p>
            <a:pPr lvl="0"/>
            <a:r>
              <a:rPr lang="en-US"/>
              <a:t>Click to edit Master text styles</a:t>
            </a:r>
          </a:p>
        </p:txBody>
      </p:sp>
      <p:sp>
        <p:nvSpPr>
          <p:cNvPr id="7" name="Title Placeholder 1"/>
          <p:cNvSpPr>
            <a:spLocks noGrp="1"/>
          </p:cNvSpPr>
          <p:nvPr>
            <p:ph type="title"/>
          </p:nvPr>
        </p:nvSpPr>
        <p:spPr>
          <a:xfrm>
            <a:off x="182880" y="182880"/>
            <a:ext cx="8229600" cy="914400"/>
          </a:xfrm>
          <a:prstGeom prst="rect">
            <a:avLst/>
          </a:prstGeom>
          <a:effectLst/>
        </p:spPr>
        <p:txBody>
          <a:bodyPr vert="horz" wrap="square" lIns="91440" tIns="45720" rIns="91440" bIns="45720" rtlCol="0" anchor="ctr" anchorCtr="0">
            <a:noAutofit/>
          </a:bodyPr>
          <a:lstStyle/>
          <a:p>
            <a:r>
              <a:rPr lang="en-US"/>
              <a:t>Click to edit Master title style</a:t>
            </a:r>
            <a:endParaRPr lang="en-US" dirty="0"/>
          </a:p>
        </p:txBody>
      </p:sp>
    </p:spTree>
    <p:extLst>
      <p:ext uri="{BB962C8B-B14F-4D97-AF65-F5344CB8AC3E}">
        <p14:creationId xmlns:p14="http://schemas.microsoft.com/office/powerpoint/2010/main" val="24968484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93953"/>
            <a:ext cx="8229600" cy="701802"/>
          </a:xfrm>
        </p:spPr>
        <p:txBody>
          <a:bodyPr>
            <a:normAutofit/>
          </a:bodyPr>
          <a:lstStyle>
            <a:lvl1pPr algn="l">
              <a:defRPr sz="1600"/>
            </a:lvl1pPr>
          </a:lstStyle>
          <a:p>
            <a:r>
              <a:rPr lang="en-US" dirty="0"/>
              <a:t>Click to edit Master title style</a:t>
            </a:r>
          </a:p>
        </p:txBody>
      </p:sp>
      <p:sp>
        <p:nvSpPr>
          <p:cNvPr id="3" name="Content Placeholder 2"/>
          <p:cNvSpPr>
            <a:spLocks noGrp="1"/>
          </p:cNvSpPr>
          <p:nvPr>
            <p:ph idx="1"/>
          </p:nvPr>
        </p:nvSpPr>
        <p:spPr>
          <a:xfrm>
            <a:off x="457200" y="1356527"/>
            <a:ext cx="8229600" cy="4769636"/>
          </a:xfrm>
        </p:spPr>
        <p:txBody>
          <a:bodyPr/>
          <a:lstStyle>
            <a:lvl1pPr>
              <a:defRPr sz="1400"/>
            </a:lvl1pPr>
            <a:lvl2pPr>
              <a:defRPr sz="1200"/>
            </a:lvl2pPr>
            <a:lvl3pPr>
              <a:defRPr sz="1000"/>
            </a:lvl3pPr>
            <a:lvl4pPr>
              <a:defRPr sz="10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F1D9EED-F628-41DD-A302-0E5A9039D292}" type="datetime1">
              <a:rPr lang="en-US" smtClean="0"/>
              <a:pPr/>
              <a:t>01/25/2019</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3602355" y="6413500"/>
            <a:ext cx="2133600" cy="365125"/>
          </a:xfrm>
        </p:spPr>
        <p:txBody>
          <a:bodyPr/>
          <a:lstStyle>
            <a:lvl1pPr>
              <a:defRPr sz="1100"/>
            </a:lvl1pPr>
          </a:lstStyle>
          <a:p>
            <a:fld id="{DED7E7E0-686C-7F4F-B4CD-CE92F64E7E0A}" type="slidenum">
              <a:rPr lang="en-US" smtClean="0"/>
              <a:pPr/>
              <a:t>‹#›</a:t>
            </a:fld>
            <a:endParaRPr lang="en-US" dirty="0"/>
          </a:p>
        </p:txBody>
      </p:sp>
      <p:sp>
        <p:nvSpPr>
          <p:cNvPr id="13" name="Text Placeholder 12"/>
          <p:cNvSpPr>
            <a:spLocks noGrp="1"/>
          </p:cNvSpPr>
          <p:nvPr>
            <p:ph type="body" sz="quarter" idx="13" hasCustomPrompt="1"/>
          </p:nvPr>
        </p:nvSpPr>
        <p:spPr>
          <a:xfrm>
            <a:off x="181168" y="0"/>
            <a:ext cx="4339074" cy="493713"/>
          </a:xfrm>
        </p:spPr>
        <p:txBody>
          <a:bodyPr anchor="ct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b="1">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edit Master title style</a:t>
            </a:r>
          </a:p>
        </p:txBody>
      </p:sp>
    </p:spTree>
    <p:extLst>
      <p:ext uri="{BB962C8B-B14F-4D97-AF65-F5344CB8AC3E}">
        <p14:creationId xmlns:p14="http://schemas.microsoft.com/office/powerpoint/2010/main" val="31615892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93953"/>
            <a:ext cx="8229600" cy="701802"/>
          </a:xfrm>
        </p:spPr>
        <p:txBody>
          <a:bodyPr>
            <a:normAutofit/>
          </a:bodyPr>
          <a:lstStyle>
            <a:lvl1pPr algn="l">
              <a:defRPr sz="1600"/>
            </a:lvl1pPr>
          </a:lstStyle>
          <a:p>
            <a:r>
              <a:rPr lang="en-US" dirty="0"/>
              <a:t>Click to edit Master title style</a:t>
            </a:r>
          </a:p>
        </p:txBody>
      </p:sp>
      <p:sp>
        <p:nvSpPr>
          <p:cNvPr id="3" name="Content Placeholder 2"/>
          <p:cNvSpPr>
            <a:spLocks noGrp="1"/>
          </p:cNvSpPr>
          <p:nvPr>
            <p:ph idx="1"/>
          </p:nvPr>
        </p:nvSpPr>
        <p:spPr>
          <a:xfrm>
            <a:off x="457200" y="1356527"/>
            <a:ext cx="8229600" cy="4769636"/>
          </a:xfrm>
        </p:spPr>
        <p:txBody>
          <a:bodyPr/>
          <a:lstStyle>
            <a:lvl1pPr>
              <a:defRPr sz="1400"/>
            </a:lvl1pPr>
            <a:lvl2pPr>
              <a:defRPr sz="1200"/>
            </a:lvl2pPr>
            <a:lvl3pPr>
              <a:defRPr sz="1000"/>
            </a:lvl3pPr>
            <a:lvl4pPr>
              <a:defRPr sz="10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F1D9EED-F628-41DD-A302-0E5A9039D292}" type="datetime1">
              <a:rPr lang="en-US" smtClean="0"/>
              <a:pPr/>
              <a:t>01/25/2019</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3602355" y="6413500"/>
            <a:ext cx="2133600" cy="365125"/>
          </a:xfrm>
        </p:spPr>
        <p:txBody>
          <a:bodyPr/>
          <a:lstStyle>
            <a:lvl1pPr>
              <a:defRPr sz="1100"/>
            </a:lvl1pPr>
          </a:lstStyle>
          <a:p>
            <a:fld id="{DED7E7E0-686C-7F4F-B4CD-CE92F64E7E0A}" type="slidenum">
              <a:rPr lang="en-US" smtClean="0"/>
              <a:pPr/>
              <a:t>‹#›</a:t>
            </a:fld>
            <a:endParaRPr lang="en-US" dirty="0"/>
          </a:p>
        </p:txBody>
      </p:sp>
      <p:sp>
        <p:nvSpPr>
          <p:cNvPr id="13" name="Text Placeholder 12"/>
          <p:cNvSpPr>
            <a:spLocks noGrp="1"/>
          </p:cNvSpPr>
          <p:nvPr>
            <p:ph type="body" sz="quarter" idx="13" hasCustomPrompt="1"/>
          </p:nvPr>
        </p:nvSpPr>
        <p:spPr>
          <a:xfrm>
            <a:off x="181168" y="0"/>
            <a:ext cx="4339074" cy="493713"/>
          </a:xfrm>
        </p:spPr>
        <p:txBody>
          <a:bodyPr anchor="ctr">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2000" b="1">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a:t>Click to edit Master title style</a:t>
            </a:r>
          </a:p>
        </p:txBody>
      </p:sp>
    </p:spTree>
    <p:extLst>
      <p:ext uri="{BB962C8B-B14F-4D97-AF65-F5344CB8AC3E}">
        <p14:creationId xmlns:p14="http://schemas.microsoft.com/office/powerpoint/2010/main" val="16453430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9572" y="196453"/>
            <a:ext cx="8726714" cy="705446"/>
          </a:xfrm>
        </p:spPr>
        <p:txBody>
          <a:bodyPr anchor="b"/>
          <a:lstStyle>
            <a:lvl1pPr>
              <a:defRPr/>
            </a:lvl1pPr>
          </a:lstStyle>
          <a:p>
            <a:r>
              <a:rPr lang="en-US" dirty="0"/>
              <a:t>Table of Contents</a:t>
            </a:r>
          </a:p>
        </p:txBody>
      </p:sp>
      <p:sp>
        <p:nvSpPr>
          <p:cNvPr id="3" name="Content Placeholder 2"/>
          <p:cNvSpPr>
            <a:spLocks noGrp="1"/>
          </p:cNvSpPr>
          <p:nvPr>
            <p:ph idx="1"/>
          </p:nvPr>
        </p:nvSpPr>
        <p:spPr>
          <a:xfrm>
            <a:off x="199572" y="1000125"/>
            <a:ext cx="8726714" cy="5595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7FE1494A-D6C7-4C48-BB7B-5F0AEE38CE95}" type="slidenum">
              <a:rPr lang="en-US" smtClean="0"/>
              <a:pPr>
                <a:defRPr/>
              </a:pPr>
              <a:t>‹#›</a:t>
            </a:fld>
            <a:endParaRPr lang="en-US" dirty="0"/>
          </a:p>
        </p:txBody>
      </p:sp>
    </p:spTree>
    <p:extLst>
      <p:ext uri="{BB962C8B-B14F-4D97-AF65-F5344CB8AC3E}">
        <p14:creationId xmlns:p14="http://schemas.microsoft.com/office/powerpoint/2010/main" val="6440717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ver Title Slide">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451803" y="298989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Presentation Title 32pt Arial </a:t>
            </a:r>
          </a:p>
        </p:txBody>
      </p:sp>
      <p:sp>
        <p:nvSpPr>
          <p:cNvPr id="4" name="Content Placeholder 10"/>
          <p:cNvSpPr>
            <a:spLocks noGrp="1"/>
          </p:cNvSpPr>
          <p:nvPr>
            <p:ph sz="quarter" idx="14" hasCustomPrompt="1"/>
          </p:nvPr>
        </p:nvSpPr>
        <p:spPr>
          <a:xfrm>
            <a:off x="457200" y="3451225"/>
            <a:ext cx="5823857" cy="879475"/>
          </a:xfrm>
          <a:prstGeom prst="rect">
            <a:avLst/>
          </a:prstGeom>
        </p:spPr>
        <p:txBody>
          <a:bodyPr tIns="45720" bIns="45720"/>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Presentation Subtitle is at 20pt Arial font</a:t>
            </a:r>
          </a:p>
        </p:txBody>
      </p:sp>
      <p:sp>
        <p:nvSpPr>
          <p:cNvPr id="5" name="Date Placeholder 4"/>
          <p:cNvSpPr>
            <a:spLocks noGrp="1"/>
          </p:cNvSpPr>
          <p:nvPr>
            <p:ph type="dt" sz="half" idx="12"/>
          </p:nvPr>
        </p:nvSpPr>
        <p:spPr>
          <a:xfrm>
            <a:off x="498780" y="4344503"/>
            <a:ext cx="5833872" cy="337520"/>
          </a:xfrm>
          <a:prstGeom prst="rect">
            <a:avLst/>
          </a:prstGeom>
        </p:spPr>
        <p:txBody>
          <a:bodyPr lIns="45720" rIns="45720" anchor="t"/>
          <a:lstStyle>
            <a:lvl1pPr>
              <a:defRPr sz="1400" b="0">
                <a:solidFill>
                  <a:srgbClr val="ABCEEF"/>
                </a:solidFill>
                <a:latin typeface="Arial" panose="020B0604020202020204" pitchFamily="34" charset="0"/>
                <a:cs typeface="Arial" panose="020B0604020202020204" pitchFamily="34" charset="0"/>
              </a:defRPr>
            </a:lvl1pPr>
          </a:lstStyle>
          <a:p>
            <a:pPr fontAlgn="auto">
              <a:spcBef>
                <a:spcPts val="0"/>
              </a:spcBef>
              <a:spcAft>
                <a:spcPts val="0"/>
              </a:spcAft>
            </a:pPr>
            <a:r>
              <a:rPr lang="en-US" dirty="0"/>
              <a:t>Date</a:t>
            </a:r>
          </a:p>
        </p:txBody>
      </p:sp>
    </p:spTree>
    <p:extLst>
      <p:ext uri="{BB962C8B-B14F-4D97-AF65-F5344CB8AC3E}">
        <p14:creationId xmlns:p14="http://schemas.microsoft.com/office/powerpoint/2010/main" val="136424654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ansition Slide Primary Navy">
    <p:spTree>
      <p:nvGrpSpPr>
        <p:cNvPr id="1" name=""/>
        <p:cNvGrpSpPr/>
        <p:nvPr/>
      </p:nvGrpSpPr>
      <p:grpSpPr>
        <a:xfrm>
          <a:off x="0" y="0"/>
          <a:ext cx="0" cy="0"/>
          <a:chOff x="0" y="0"/>
          <a:chExt cx="0" cy="0"/>
        </a:xfrm>
      </p:grpSpPr>
      <p:sp>
        <p:nvSpPr>
          <p:cNvPr id="6" name="Rectangle 5"/>
          <p:cNvSpPr/>
          <p:nvPr userDrawn="1"/>
        </p:nvSpPr>
        <p:spPr>
          <a:xfrm>
            <a:off x="6492240" y="-13648"/>
            <a:ext cx="2651760" cy="6941820"/>
          </a:xfrm>
          <a:custGeom>
            <a:avLst/>
            <a:gdLst>
              <a:gd name="connsiteX0" fmla="*/ 0 w 3337560"/>
              <a:gd name="connsiteY0" fmla="*/ 0 h 6965576"/>
              <a:gd name="connsiteX1" fmla="*/ 3337560 w 3337560"/>
              <a:gd name="connsiteY1" fmla="*/ 0 h 6965576"/>
              <a:gd name="connsiteX2" fmla="*/ 3337560 w 3337560"/>
              <a:gd name="connsiteY2" fmla="*/ 6965576 h 6965576"/>
              <a:gd name="connsiteX3" fmla="*/ 0 w 3337560"/>
              <a:gd name="connsiteY3" fmla="*/ 696557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685800 w 3337560"/>
              <a:gd name="connsiteY3" fmla="*/ 695033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533400 w 3337560"/>
              <a:gd name="connsiteY3" fmla="*/ 6965576 h 6965576"/>
              <a:gd name="connsiteX4" fmla="*/ 0 w 3337560"/>
              <a:gd name="connsiteY4" fmla="*/ 0 h 6965576"/>
              <a:gd name="connsiteX0" fmla="*/ 0 w 3581400"/>
              <a:gd name="connsiteY0" fmla="*/ 0 h 6980816"/>
              <a:gd name="connsiteX1" fmla="*/ 3581400 w 3581400"/>
              <a:gd name="connsiteY1" fmla="*/ 15240 h 6980816"/>
              <a:gd name="connsiteX2" fmla="*/ 3581400 w 3581400"/>
              <a:gd name="connsiteY2" fmla="*/ 6980816 h 6980816"/>
              <a:gd name="connsiteX3" fmla="*/ 777240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890445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24233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96272 w 3581400"/>
              <a:gd name="connsiteY3" fmla="*/ 6973196 h 6980816"/>
              <a:gd name="connsiteX4" fmla="*/ 0 w 3581400"/>
              <a:gd name="connsiteY4" fmla="*/ 0 h 698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0" h="6980816">
                <a:moveTo>
                  <a:pt x="0" y="0"/>
                </a:moveTo>
                <a:lnTo>
                  <a:pt x="3581400" y="15240"/>
                </a:lnTo>
                <a:lnTo>
                  <a:pt x="3581400" y="6980816"/>
                </a:lnTo>
                <a:lnTo>
                  <a:pt x="1096272" y="6973196"/>
                </a:lnTo>
                <a:lnTo>
                  <a:pt x="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5" name="Text Placeholder 8"/>
          <p:cNvSpPr>
            <a:spLocks noGrp="1"/>
          </p:cNvSpPr>
          <p:nvPr>
            <p:ph type="body" sz="quarter" idx="13" hasCustomPrompt="1"/>
          </p:nvPr>
        </p:nvSpPr>
        <p:spPr>
          <a:xfrm>
            <a:off x="451803" y="299751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Transition Slide Title 32pt</a:t>
            </a:r>
          </a:p>
        </p:txBody>
      </p:sp>
      <p:sp>
        <p:nvSpPr>
          <p:cNvPr id="26" name="Content Placeholder 10"/>
          <p:cNvSpPr>
            <a:spLocks noGrp="1"/>
          </p:cNvSpPr>
          <p:nvPr>
            <p:ph sz="quarter" idx="14" hasCustomPrompt="1"/>
          </p:nvPr>
        </p:nvSpPr>
        <p:spPr>
          <a:xfrm>
            <a:off x="457200" y="3451225"/>
            <a:ext cx="5823857" cy="892175"/>
          </a:xfrm>
          <a:prstGeom prst="rect">
            <a:avLst/>
          </a:prstGeom>
        </p:spPr>
        <p:txBody>
          <a:bodyPr tIns="45720" bIns="45720">
            <a:normAutofit/>
          </a:bodyPr>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Subtitle for transition is at 20pt Arial font</a:t>
            </a:r>
          </a:p>
        </p:txBody>
      </p:sp>
    </p:spTree>
    <p:extLst>
      <p:ext uri="{BB962C8B-B14F-4D97-AF65-F5344CB8AC3E}">
        <p14:creationId xmlns:p14="http://schemas.microsoft.com/office/powerpoint/2010/main" val="32821565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ansition Slide Primary Turquoise">
    <p:spTree>
      <p:nvGrpSpPr>
        <p:cNvPr id="1" name=""/>
        <p:cNvGrpSpPr/>
        <p:nvPr/>
      </p:nvGrpSpPr>
      <p:grpSpPr>
        <a:xfrm>
          <a:off x="0" y="0"/>
          <a:ext cx="0" cy="0"/>
          <a:chOff x="0" y="0"/>
          <a:chExt cx="0" cy="0"/>
        </a:xfrm>
      </p:grpSpPr>
      <p:sp>
        <p:nvSpPr>
          <p:cNvPr id="3" name="Rectangle 5"/>
          <p:cNvSpPr/>
          <p:nvPr userDrawn="1"/>
        </p:nvSpPr>
        <p:spPr>
          <a:xfrm>
            <a:off x="6505477" y="-29116"/>
            <a:ext cx="2651760" cy="6941820"/>
          </a:xfrm>
          <a:custGeom>
            <a:avLst/>
            <a:gdLst>
              <a:gd name="connsiteX0" fmla="*/ 0 w 3337560"/>
              <a:gd name="connsiteY0" fmla="*/ 0 h 6965576"/>
              <a:gd name="connsiteX1" fmla="*/ 3337560 w 3337560"/>
              <a:gd name="connsiteY1" fmla="*/ 0 h 6965576"/>
              <a:gd name="connsiteX2" fmla="*/ 3337560 w 3337560"/>
              <a:gd name="connsiteY2" fmla="*/ 6965576 h 6965576"/>
              <a:gd name="connsiteX3" fmla="*/ 0 w 3337560"/>
              <a:gd name="connsiteY3" fmla="*/ 696557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685800 w 3337560"/>
              <a:gd name="connsiteY3" fmla="*/ 695033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533400 w 3337560"/>
              <a:gd name="connsiteY3" fmla="*/ 6965576 h 6965576"/>
              <a:gd name="connsiteX4" fmla="*/ 0 w 3337560"/>
              <a:gd name="connsiteY4" fmla="*/ 0 h 6965576"/>
              <a:gd name="connsiteX0" fmla="*/ 0 w 3581400"/>
              <a:gd name="connsiteY0" fmla="*/ 0 h 6980816"/>
              <a:gd name="connsiteX1" fmla="*/ 3581400 w 3581400"/>
              <a:gd name="connsiteY1" fmla="*/ 15240 h 6980816"/>
              <a:gd name="connsiteX2" fmla="*/ 3581400 w 3581400"/>
              <a:gd name="connsiteY2" fmla="*/ 6980816 h 6980816"/>
              <a:gd name="connsiteX3" fmla="*/ 777240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890445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24233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96272 w 3581400"/>
              <a:gd name="connsiteY3" fmla="*/ 6973196 h 6980816"/>
              <a:gd name="connsiteX4" fmla="*/ 0 w 3581400"/>
              <a:gd name="connsiteY4" fmla="*/ 0 h 698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0" h="6980816">
                <a:moveTo>
                  <a:pt x="0" y="0"/>
                </a:moveTo>
                <a:lnTo>
                  <a:pt x="3581400" y="15240"/>
                </a:lnTo>
                <a:lnTo>
                  <a:pt x="3581400" y="6980816"/>
                </a:lnTo>
                <a:lnTo>
                  <a:pt x="1096272" y="6973196"/>
                </a:lnTo>
                <a:lnTo>
                  <a:pt x="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2" name="Text Placeholder 8"/>
          <p:cNvSpPr>
            <a:spLocks noGrp="1"/>
          </p:cNvSpPr>
          <p:nvPr>
            <p:ph type="body" sz="quarter" idx="13" hasCustomPrompt="1"/>
          </p:nvPr>
        </p:nvSpPr>
        <p:spPr>
          <a:xfrm>
            <a:off x="451803" y="299751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Transition Slide Title 32pt</a:t>
            </a:r>
          </a:p>
        </p:txBody>
      </p:sp>
      <p:sp>
        <p:nvSpPr>
          <p:cNvPr id="13" name="Content Placeholder 10"/>
          <p:cNvSpPr>
            <a:spLocks noGrp="1"/>
          </p:cNvSpPr>
          <p:nvPr>
            <p:ph sz="quarter" idx="14" hasCustomPrompt="1"/>
          </p:nvPr>
        </p:nvSpPr>
        <p:spPr>
          <a:xfrm>
            <a:off x="457200" y="3451225"/>
            <a:ext cx="5823857" cy="892175"/>
          </a:xfrm>
          <a:prstGeom prst="rect">
            <a:avLst/>
          </a:prstGeom>
        </p:spPr>
        <p:txBody>
          <a:bodyPr tIns="45720" bIns="45720">
            <a:normAutofit/>
          </a:bodyPr>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Subtitle for transition is at 20pt Arial font</a:t>
            </a:r>
          </a:p>
        </p:txBody>
      </p:sp>
    </p:spTree>
    <p:extLst>
      <p:ext uri="{BB962C8B-B14F-4D97-AF65-F5344CB8AC3E}">
        <p14:creationId xmlns:p14="http://schemas.microsoft.com/office/powerpoint/2010/main" val="19814278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ansition Slide Primary Magenta">
    <p:spTree>
      <p:nvGrpSpPr>
        <p:cNvPr id="1" name=""/>
        <p:cNvGrpSpPr/>
        <p:nvPr/>
      </p:nvGrpSpPr>
      <p:grpSpPr>
        <a:xfrm>
          <a:off x="0" y="0"/>
          <a:ext cx="0" cy="0"/>
          <a:chOff x="0" y="0"/>
          <a:chExt cx="0" cy="0"/>
        </a:xfrm>
      </p:grpSpPr>
      <p:sp>
        <p:nvSpPr>
          <p:cNvPr id="4" name="Rectangle 5"/>
          <p:cNvSpPr/>
          <p:nvPr userDrawn="1"/>
        </p:nvSpPr>
        <p:spPr>
          <a:xfrm>
            <a:off x="6505477" y="-18842"/>
            <a:ext cx="2651760" cy="6941820"/>
          </a:xfrm>
          <a:custGeom>
            <a:avLst/>
            <a:gdLst>
              <a:gd name="connsiteX0" fmla="*/ 0 w 3337560"/>
              <a:gd name="connsiteY0" fmla="*/ 0 h 6965576"/>
              <a:gd name="connsiteX1" fmla="*/ 3337560 w 3337560"/>
              <a:gd name="connsiteY1" fmla="*/ 0 h 6965576"/>
              <a:gd name="connsiteX2" fmla="*/ 3337560 w 3337560"/>
              <a:gd name="connsiteY2" fmla="*/ 6965576 h 6965576"/>
              <a:gd name="connsiteX3" fmla="*/ 0 w 3337560"/>
              <a:gd name="connsiteY3" fmla="*/ 696557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685800 w 3337560"/>
              <a:gd name="connsiteY3" fmla="*/ 695033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533400 w 3337560"/>
              <a:gd name="connsiteY3" fmla="*/ 6965576 h 6965576"/>
              <a:gd name="connsiteX4" fmla="*/ 0 w 3337560"/>
              <a:gd name="connsiteY4" fmla="*/ 0 h 6965576"/>
              <a:gd name="connsiteX0" fmla="*/ 0 w 3581400"/>
              <a:gd name="connsiteY0" fmla="*/ 0 h 6980816"/>
              <a:gd name="connsiteX1" fmla="*/ 3581400 w 3581400"/>
              <a:gd name="connsiteY1" fmla="*/ 15240 h 6980816"/>
              <a:gd name="connsiteX2" fmla="*/ 3581400 w 3581400"/>
              <a:gd name="connsiteY2" fmla="*/ 6980816 h 6980816"/>
              <a:gd name="connsiteX3" fmla="*/ 777240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890445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24233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96272 w 3581400"/>
              <a:gd name="connsiteY3" fmla="*/ 6973196 h 6980816"/>
              <a:gd name="connsiteX4" fmla="*/ 0 w 3581400"/>
              <a:gd name="connsiteY4" fmla="*/ 0 h 698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0" h="6980816">
                <a:moveTo>
                  <a:pt x="0" y="0"/>
                </a:moveTo>
                <a:lnTo>
                  <a:pt x="3581400" y="15240"/>
                </a:lnTo>
                <a:lnTo>
                  <a:pt x="3581400" y="6980816"/>
                </a:lnTo>
                <a:lnTo>
                  <a:pt x="1096272" y="6973196"/>
                </a:lnTo>
                <a:lnTo>
                  <a:pt x="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2" name="Text Placeholder 8"/>
          <p:cNvSpPr>
            <a:spLocks noGrp="1"/>
          </p:cNvSpPr>
          <p:nvPr>
            <p:ph type="body" sz="quarter" idx="13" hasCustomPrompt="1"/>
          </p:nvPr>
        </p:nvSpPr>
        <p:spPr>
          <a:xfrm>
            <a:off x="451803" y="299751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Transition Slide Title 32pt</a:t>
            </a:r>
          </a:p>
        </p:txBody>
      </p:sp>
      <p:sp>
        <p:nvSpPr>
          <p:cNvPr id="13" name="Content Placeholder 10"/>
          <p:cNvSpPr>
            <a:spLocks noGrp="1"/>
          </p:cNvSpPr>
          <p:nvPr>
            <p:ph sz="quarter" idx="14" hasCustomPrompt="1"/>
          </p:nvPr>
        </p:nvSpPr>
        <p:spPr>
          <a:xfrm>
            <a:off x="457200" y="3451225"/>
            <a:ext cx="5823857" cy="892175"/>
          </a:xfrm>
          <a:prstGeom prst="rect">
            <a:avLst/>
          </a:prstGeom>
        </p:spPr>
        <p:txBody>
          <a:bodyPr tIns="45720" bIns="45720">
            <a:normAutofit/>
          </a:bodyPr>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Subtitle for transition is at 20pt Arial font</a:t>
            </a:r>
          </a:p>
        </p:txBody>
      </p:sp>
    </p:spTree>
    <p:extLst>
      <p:ext uri="{BB962C8B-B14F-4D97-AF65-F5344CB8AC3E}">
        <p14:creationId xmlns:p14="http://schemas.microsoft.com/office/powerpoint/2010/main" val="4972397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ansition Slide Primary Teal Green">
    <p:spTree>
      <p:nvGrpSpPr>
        <p:cNvPr id="1" name=""/>
        <p:cNvGrpSpPr/>
        <p:nvPr/>
      </p:nvGrpSpPr>
      <p:grpSpPr>
        <a:xfrm>
          <a:off x="0" y="0"/>
          <a:ext cx="0" cy="0"/>
          <a:chOff x="0" y="0"/>
          <a:chExt cx="0" cy="0"/>
        </a:xfrm>
      </p:grpSpPr>
      <p:sp>
        <p:nvSpPr>
          <p:cNvPr id="3" name="Rectangle 5"/>
          <p:cNvSpPr/>
          <p:nvPr userDrawn="1"/>
        </p:nvSpPr>
        <p:spPr>
          <a:xfrm>
            <a:off x="6505477" y="-17894"/>
            <a:ext cx="2651760" cy="6941820"/>
          </a:xfrm>
          <a:custGeom>
            <a:avLst/>
            <a:gdLst>
              <a:gd name="connsiteX0" fmla="*/ 0 w 3337560"/>
              <a:gd name="connsiteY0" fmla="*/ 0 h 6965576"/>
              <a:gd name="connsiteX1" fmla="*/ 3337560 w 3337560"/>
              <a:gd name="connsiteY1" fmla="*/ 0 h 6965576"/>
              <a:gd name="connsiteX2" fmla="*/ 3337560 w 3337560"/>
              <a:gd name="connsiteY2" fmla="*/ 6965576 h 6965576"/>
              <a:gd name="connsiteX3" fmla="*/ 0 w 3337560"/>
              <a:gd name="connsiteY3" fmla="*/ 696557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685800 w 3337560"/>
              <a:gd name="connsiteY3" fmla="*/ 695033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533400 w 3337560"/>
              <a:gd name="connsiteY3" fmla="*/ 6965576 h 6965576"/>
              <a:gd name="connsiteX4" fmla="*/ 0 w 3337560"/>
              <a:gd name="connsiteY4" fmla="*/ 0 h 6965576"/>
              <a:gd name="connsiteX0" fmla="*/ 0 w 3581400"/>
              <a:gd name="connsiteY0" fmla="*/ 0 h 6980816"/>
              <a:gd name="connsiteX1" fmla="*/ 3581400 w 3581400"/>
              <a:gd name="connsiteY1" fmla="*/ 15240 h 6980816"/>
              <a:gd name="connsiteX2" fmla="*/ 3581400 w 3581400"/>
              <a:gd name="connsiteY2" fmla="*/ 6980816 h 6980816"/>
              <a:gd name="connsiteX3" fmla="*/ 777240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890445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24233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96272 w 3581400"/>
              <a:gd name="connsiteY3" fmla="*/ 6973196 h 6980816"/>
              <a:gd name="connsiteX4" fmla="*/ 0 w 3581400"/>
              <a:gd name="connsiteY4" fmla="*/ 0 h 698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0" h="6980816">
                <a:moveTo>
                  <a:pt x="0" y="0"/>
                </a:moveTo>
                <a:lnTo>
                  <a:pt x="3581400" y="15240"/>
                </a:lnTo>
                <a:lnTo>
                  <a:pt x="3581400" y="6980816"/>
                </a:lnTo>
                <a:lnTo>
                  <a:pt x="1096272" y="6973196"/>
                </a:lnTo>
                <a:lnTo>
                  <a:pt x="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9" name="Text Placeholder 8"/>
          <p:cNvSpPr>
            <a:spLocks noGrp="1"/>
          </p:cNvSpPr>
          <p:nvPr>
            <p:ph type="body" sz="quarter" idx="13" hasCustomPrompt="1"/>
          </p:nvPr>
        </p:nvSpPr>
        <p:spPr>
          <a:xfrm>
            <a:off x="451803" y="299751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Transition Slide Title 32pt</a:t>
            </a:r>
          </a:p>
        </p:txBody>
      </p:sp>
      <p:sp>
        <p:nvSpPr>
          <p:cNvPr id="10" name="Content Placeholder 10"/>
          <p:cNvSpPr>
            <a:spLocks noGrp="1"/>
          </p:cNvSpPr>
          <p:nvPr>
            <p:ph sz="quarter" idx="14" hasCustomPrompt="1"/>
          </p:nvPr>
        </p:nvSpPr>
        <p:spPr>
          <a:xfrm>
            <a:off x="457200" y="3451225"/>
            <a:ext cx="5823857" cy="892175"/>
          </a:xfrm>
          <a:prstGeom prst="rect">
            <a:avLst/>
          </a:prstGeom>
        </p:spPr>
        <p:txBody>
          <a:bodyPr tIns="45720" bIns="45720">
            <a:normAutofit/>
          </a:bodyPr>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Subtitle for transition is at 20pt Arial font</a:t>
            </a:r>
          </a:p>
        </p:txBody>
      </p:sp>
    </p:spTree>
    <p:extLst>
      <p:ext uri="{BB962C8B-B14F-4D97-AF65-F5344CB8AC3E}">
        <p14:creationId xmlns:p14="http://schemas.microsoft.com/office/powerpoint/2010/main" val="20317333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ansition Slide Primary Grey">
    <p:spTree>
      <p:nvGrpSpPr>
        <p:cNvPr id="1" name=""/>
        <p:cNvGrpSpPr/>
        <p:nvPr/>
      </p:nvGrpSpPr>
      <p:grpSpPr>
        <a:xfrm>
          <a:off x="0" y="0"/>
          <a:ext cx="0" cy="0"/>
          <a:chOff x="0" y="0"/>
          <a:chExt cx="0" cy="0"/>
        </a:xfrm>
      </p:grpSpPr>
      <p:sp>
        <p:nvSpPr>
          <p:cNvPr id="5" name="Rectangle 5"/>
          <p:cNvSpPr/>
          <p:nvPr userDrawn="1"/>
        </p:nvSpPr>
        <p:spPr>
          <a:xfrm>
            <a:off x="6505477" y="-17894"/>
            <a:ext cx="2651760" cy="6941820"/>
          </a:xfrm>
          <a:custGeom>
            <a:avLst/>
            <a:gdLst>
              <a:gd name="connsiteX0" fmla="*/ 0 w 3337560"/>
              <a:gd name="connsiteY0" fmla="*/ 0 h 6965576"/>
              <a:gd name="connsiteX1" fmla="*/ 3337560 w 3337560"/>
              <a:gd name="connsiteY1" fmla="*/ 0 h 6965576"/>
              <a:gd name="connsiteX2" fmla="*/ 3337560 w 3337560"/>
              <a:gd name="connsiteY2" fmla="*/ 6965576 h 6965576"/>
              <a:gd name="connsiteX3" fmla="*/ 0 w 3337560"/>
              <a:gd name="connsiteY3" fmla="*/ 696557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685800 w 3337560"/>
              <a:gd name="connsiteY3" fmla="*/ 6950336 h 6965576"/>
              <a:gd name="connsiteX4" fmla="*/ 0 w 3337560"/>
              <a:gd name="connsiteY4" fmla="*/ 0 h 6965576"/>
              <a:gd name="connsiteX0" fmla="*/ 0 w 3337560"/>
              <a:gd name="connsiteY0" fmla="*/ 0 h 6965576"/>
              <a:gd name="connsiteX1" fmla="*/ 3337560 w 3337560"/>
              <a:gd name="connsiteY1" fmla="*/ 0 h 6965576"/>
              <a:gd name="connsiteX2" fmla="*/ 3337560 w 3337560"/>
              <a:gd name="connsiteY2" fmla="*/ 6965576 h 6965576"/>
              <a:gd name="connsiteX3" fmla="*/ 533400 w 3337560"/>
              <a:gd name="connsiteY3" fmla="*/ 6965576 h 6965576"/>
              <a:gd name="connsiteX4" fmla="*/ 0 w 3337560"/>
              <a:gd name="connsiteY4" fmla="*/ 0 h 6965576"/>
              <a:gd name="connsiteX0" fmla="*/ 0 w 3581400"/>
              <a:gd name="connsiteY0" fmla="*/ 0 h 6980816"/>
              <a:gd name="connsiteX1" fmla="*/ 3581400 w 3581400"/>
              <a:gd name="connsiteY1" fmla="*/ 15240 h 6980816"/>
              <a:gd name="connsiteX2" fmla="*/ 3581400 w 3581400"/>
              <a:gd name="connsiteY2" fmla="*/ 6980816 h 6980816"/>
              <a:gd name="connsiteX3" fmla="*/ 777240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890445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24233 w 3581400"/>
              <a:gd name="connsiteY3" fmla="*/ 6980816 h 6980816"/>
              <a:gd name="connsiteX4" fmla="*/ 0 w 3581400"/>
              <a:gd name="connsiteY4" fmla="*/ 0 h 6980816"/>
              <a:gd name="connsiteX0" fmla="*/ 0 w 3581400"/>
              <a:gd name="connsiteY0" fmla="*/ 0 h 6980816"/>
              <a:gd name="connsiteX1" fmla="*/ 3581400 w 3581400"/>
              <a:gd name="connsiteY1" fmla="*/ 15240 h 6980816"/>
              <a:gd name="connsiteX2" fmla="*/ 3581400 w 3581400"/>
              <a:gd name="connsiteY2" fmla="*/ 6980816 h 6980816"/>
              <a:gd name="connsiteX3" fmla="*/ 1096272 w 3581400"/>
              <a:gd name="connsiteY3" fmla="*/ 6973196 h 6980816"/>
              <a:gd name="connsiteX4" fmla="*/ 0 w 3581400"/>
              <a:gd name="connsiteY4" fmla="*/ 0 h 698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400" h="6980816">
                <a:moveTo>
                  <a:pt x="0" y="0"/>
                </a:moveTo>
                <a:lnTo>
                  <a:pt x="3581400" y="15240"/>
                </a:lnTo>
                <a:lnTo>
                  <a:pt x="3581400" y="6980816"/>
                </a:lnTo>
                <a:lnTo>
                  <a:pt x="1096272" y="6973196"/>
                </a:lnTo>
                <a:lnTo>
                  <a:pt x="0" y="0"/>
                </a:lnTo>
                <a:close/>
              </a:path>
            </a:pathLst>
          </a:custGeom>
          <a:solidFill>
            <a:srgbClr val="636466"/>
          </a:solidFill>
          <a:ln w="25400" cap="flat" cmpd="sng" algn="ctr">
            <a:noFill/>
            <a:prstDash val="solid"/>
          </a:ln>
          <a:effectLst/>
        </p:spPr>
        <p:txBody>
          <a:bodyPr rtlCol="0" anchor="ctr"/>
          <a:lstStyle/>
          <a:p>
            <a:pPr algn="ctr" fontAlgn="auto">
              <a:spcBef>
                <a:spcPts val="0"/>
              </a:spcBef>
              <a:spcAft>
                <a:spcPts val="0"/>
              </a:spcAft>
              <a:defRPr/>
            </a:pPr>
            <a:endParaRPr lang="en-US" sz="1800" b="0" kern="0" dirty="0">
              <a:solidFill>
                <a:srgbClr val="FFFFFF"/>
              </a:solidFill>
              <a:latin typeface="Arial"/>
            </a:endParaRPr>
          </a:p>
        </p:txBody>
      </p:sp>
      <p:sp>
        <p:nvSpPr>
          <p:cNvPr id="10" name="Text Placeholder 8"/>
          <p:cNvSpPr>
            <a:spLocks noGrp="1"/>
          </p:cNvSpPr>
          <p:nvPr>
            <p:ph type="body" sz="quarter" idx="13" hasCustomPrompt="1"/>
          </p:nvPr>
        </p:nvSpPr>
        <p:spPr>
          <a:xfrm>
            <a:off x="451803" y="299751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Transition Slide Title 32pt</a:t>
            </a:r>
          </a:p>
        </p:txBody>
      </p:sp>
      <p:sp>
        <p:nvSpPr>
          <p:cNvPr id="11" name="Content Placeholder 10"/>
          <p:cNvSpPr>
            <a:spLocks noGrp="1"/>
          </p:cNvSpPr>
          <p:nvPr>
            <p:ph sz="quarter" idx="14" hasCustomPrompt="1"/>
          </p:nvPr>
        </p:nvSpPr>
        <p:spPr>
          <a:xfrm>
            <a:off x="457200" y="3451225"/>
            <a:ext cx="5823857" cy="892175"/>
          </a:xfrm>
          <a:prstGeom prst="rect">
            <a:avLst/>
          </a:prstGeom>
        </p:spPr>
        <p:txBody>
          <a:bodyPr tIns="45720" bIns="45720">
            <a:normAutofit/>
          </a:bodyPr>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Subtitle for transition is at 20pt Arial font</a:t>
            </a:r>
          </a:p>
        </p:txBody>
      </p:sp>
    </p:spTree>
    <p:extLst>
      <p:ext uri="{BB962C8B-B14F-4D97-AF65-F5344CB8AC3E}">
        <p14:creationId xmlns:p14="http://schemas.microsoft.com/office/powerpoint/2010/main" val="28048111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ver Title Slide with Photo">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530" t="13853" r="20310" b="-13853"/>
          <a:stretch/>
        </p:blipFill>
        <p:spPr>
          <a:xfrm>
            <a:off x="6104039" y="-14596"/>
            <a:ext cx="3080904" cy="7984889"/>
          </a:xfrm>
          <a:prstGeom prst="rect">
            <a:avLst/>
          </a:prstGeom>
        </p:spPr>
      </p:pic>
      <p:sp>
        <p:nvSpPr>
          <p:cNvPr id="21" name="Rectangle 20"/>
          <p:cNvSpPr/>
          <p:nvPr userDrawn="1"/>
        </p:nvSpPr>
        <p:spPr>
          <a:xfrm>
            <a:off x="3016157" y="-170101"/>
            <a:ext cx="4316777" cy="7028101"/>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 name="connsiteX0" fmla="*/ 2931649 w 7376160"/>
              <a:gd name="connsiteY0" fmla="*/ 51890 h 7414260"/>
              <a:gd name="connsiteX1" fmla="*/ 6549390 w 7376160"/>
              <a:gd name="connsiteY1" fmla="*/ 0 h 7414260"/>
              <a:gd name="connsiteX2" fmla="*/ 7376160 w 7376160"/>
              <a:gd name="connsiteY2" fmla="*/ 7414260 h 7414260"/>
              <a:gd name="connsiteX3" fmla="*/ 0 w 7376160"/>
              <a:gd name="connsiteY3" fmla="*/ 7414260 h 7414260"/>
              <a:gd name="connsiteX4" fmla="*/ 2931649 w 7376160"/>
              <a:gd name="connsiteY4" fmla="*/ 51890 h 7414260"/>
              <a:gd name="connsiteX0" fmla="*/ 0 w 4444511"/>
              <a:gd name="connsiteY0" fmla="*/ 51890 h 7414260"/>
              <a:gd name="connsiteX1" fmla="*/ 3617741 w 4444511"/>
              <a:gd name="connsiteY1" fmla="*/ 0 h 7414260"/>
              <a:gd name="connsiteX2" fmla="*/ 4444511 w 4444511"/>
              <a:gd name="connsiteY2" fmla="*/ 7414260 h 7414260"/>
              <a:gd name="connsiteX3" fmla="*/ 195443 w 4444511"/>
              <a:gd name="connsiteY3" fmla="*/ 7384748 h 7414260"/>
              <a:gd name="connsiteX4" fmla="*/ 0 w 4444511"/>
              <a:gd name="connsiteY4" fmla="*/ 51890 h 7414260"/>
              <a:gd name="connsiteX0" fmla="*/ 0 w 4308301"/>
              <a:gd name="connsiteY0" fmla="*/ 51890 h 7414260"/>
              <a:gd name="connsiteX1" fmla="*/ 3481531 w 4308301"/>
              <a:gd name="connsiteY1" fmla="*/ 0 h 7414260"/>
              <a:gd name="connsiteX2" fmla="*/ 4308301 w 4308301"/>
              <a:gd name="connsiteY2" fmla="*/ 7414260 h 7414260"/>
              <a:gd name="connsiteX3" fmla="*/ 59233 w 4308301"/>
              <a:gd name="connsiteY3" fmla="*/ 7384748 h 7414260"/>
              <a:gd name="connsiteX4" fmla="*/ 0 w 4308301"/>
              <a:gd name="connsiteY4" fmla="*/ 5189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8301" h="7414260">
                <a:moveTo>
                  <a:pt x="0" y="51890"/>
                </a:moveTo>
                <a:lnTo>
                  <a:pt x="3481531" y="0"/>
                </a:lnTo>
                <a:lnTo>
                  <a:pt x="4308301" y="7414260"/>
                </a:lnTo>
                <a:lnTo>
                  <a:pt x="59233" y="7384748"/>
                </a:lnTo>
                <a:lnTo>
                  <a:pt x="0" y="5189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2" name="Rectangle 20"/>
          <p:cNvSpPr/>
          <p:nvPr userDrawn="1"/>
        </p:nvSpPr>
        <p:spPr>
          <a:xfrm>
            <a:off x="2866030" y="-28108"/>
            <a:ext cx="4345031" cy="6921497"/>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 name="connsiteX0" fmla="*/ 0 w 7399543"/>
              <a:gd name="connsiteY0" fmla="*/ 0 h 7423117"/>
              <a:gd name="connsiteX1" fmla="*/ 6572773 w 7399543"/>
              <a:gd name="connsiteY1" fmla="*/ 8857 h 7423117"/>
              <a:gd name="connsiteX2" fmla="*/ 7399543 w 7399543"/>
              <a:gd name="connsiteY2" fmla="*/ 7423117 h 7423117"/>
              <a:gd name="connsiteX3" fmla="*/ 23383 w 7399543"/>
              <a:gd name="connsiteY3" fmla="*/ 7423117 h 7423117"/>
              <a:gd name="connsiteX4" fmla="*/ 0 w 7399543"/>
              <a:gd name="connsiteY4" fmla="*/ 0 h 7423117"/>
              <a:gd name="connsiteX0" fmla="*/ 2964123 w 7376176"/>
              <a:gd name="connsiteY0" fmla="*/ 20655 h 7414260"/>
              <a:gd name="connsiteX1" fmla="*/ 6549406 w 7376176"/>
              <a:gd name="connsiteY1" fmla="*/ 0 h 7414260"/>
              <a:gd name="connsiteX2" fmla="*/ 7376176 w 7376176"/>
              <a:gd name="connsiteY2" fmla="*/ 7414260 h 7414260"/>
              <a:gd name="connsiteX3" fmla="*/ 16 w 7376176"/>
              <a:gd name="connsiteY3" fmla="*/ 7414260 h 7414260"/>
              <a:gd name="connsiteX4" fmla="*/ 2964123 w 7376176"/>
              <a:gd name="connsiteY4" fmla="*/ 20655 h 7414260"/>
              <a:gd name="connsiteX0" fmla="*/ 0 w 4412053"/>
              <a:gd name="connsiteY0" fmla="*/ 20655 h 7429017"/>
              <a:gd name="connsiteX1" fmla="*/ 3585283 w 4412053"/>
              <a:gd name="connsiteY1" fmla="*/ 0 h 7429017"/>
              <a:gd name="connsiteX2" fmla="*/ 4412053 w 4412053"/>
              <a:gd name="connsiteY2" fmla="*/ 7414260 h 7429017"/>
              <a:gd name="connsiteX3" fmla="*/ 121104 w 4412053"/>
              <a:gd name="connsiteY3" fmla="*/ 7429017 h 7429017"/>
              <a:gd name="connsiteX4" fmla="*/ 0 w 4412053"/>
              <a:gd name="connsiteY4" fmla="*/ 20655 h 7429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2053" h="7429017">
                <a:moveTo>
                  <a:pt x="0" y="20655"/>
                </a:moveTo>
                <a:lnTo>
                  <a:pt x="3585283" y="0"/>
                </a:lnTo>
                <a:lnTo>
                  <a:pt x="4412053" y="7414260"/>
                </a:lnTo>
                <a:lnTo>
                  <a:pt x="121104" y="7429017"/>
                </a:lnTo>
                <a:cubicBezTo>
                  <a:pt x="113310" y="4954645"/>
                  <a:pt x="7794" y="2495027"/>
                  <a:pt x="0" y="20655"/>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0" name="Text Placeholder 8"/>
          <p:cNvSpPr>
            <a:spLocks noGrp="1"/>
          </p:cNvSpPr>
          <p:nvPr>
            <p:ph type="body" sz="quarter" idx="13" hasCustomPrompt="1"/>
          </p:nvPr>
        </p:nvSpPr>
        <p:spPr>
          <a:xfrm>
            <a:off x="451803" y="2989898"/>
            <a:ext cx="5821362" cy="558482"/>
          </a:xfrm>
          <a:prstGeom prst="rect">
            <a:avLst/>
          </a:prstGeom>
        </p:spPr>
        <p:txBody>
          <a:bodyPr tIns="45720" bIns="45720" anchor="b">
            <a:noAutofit/>
          </a:bodyPr>
          <a:lstStyle>
            <a:lvl1pPr marL="0" indent="0">
              <a:buFontTx/>
              <a:buNone/>
              <a:defRPr sz="3200" b="0" spc="-150" baseline="0">
                <a:solidFill>
                  <a:schemeClr val="bg1"/>
                </a:solidFill>
                <a:latin typeface="Arial" panose="020B0604020202020204" pitchFamily="34" charset="0"/>
                <a:cs typeface="Arial" panose="020B0604020202020204" pitchFamily="34" charset="0"/>
              </a:defRPr>
            </a:lvl1pPr>
          </a:lstStyle>
          <a:p>
            <a:pPr lvl="0"/>
            <a:r>
              <a:rPr lang="en-US" dirty="0"/>
              <a:t>Presentation Title 32pt Arial </a:t>
            </a:r>
          </a:p>
        </p:txBody>
      </p:sp>
      <p:sp>
        <p:nvSpPr>
          <p:cNvPr id="14" name="Content Placeholder 10"/>
          <p:cNvSpPr>
            <a:spLocks noGrp="1"/>
          </p:cNvSpPr>
          <p:nvPr>
            <p:ph sz="quarter" idx="14" hasCustomPrompt="1"/>
          </p:nvPr>
        </p:nvSpPr>
        <p:spPr>
          <a:xfrm>
            <a:off x="457200" y="3451225"/>
            <a:ext cx="5823857" cy="879475"/>
          </a:xfrm>
          <a:prstGeom prst="rect">
            <a:avLst/>
          </a:prstGeom>
        </p:spPr>
        <p:txBody>
          <a:bodyPr tIns="45720" bIns="45720"/>
          <a:lstStyle>
            <a:lvl1pPr marL="0" indent="0">
              <a:buFontTx/>
              <a:buNone/>
              <a:defRPr sz="2000" b="0" spc="0" baseline="0">
                <a:solidFill>
                  <a:srgbClr val="ABCEEF"/>
                </a:solidFill>
                <a:latin typeface="Arial" panose="020B0604020202020204" pitchFamily="34" charset="0"/>
                <a:cs typeface="Arial" panose="020B0604020202020204" pitchFamily="34" charset="0"/>
              </a:defRPr>
            </a:lvl1pPr>
          </a:lstStyle>
          <a:p>
            <a:pPr lvl="0"/>
            <a:r>
              <a:rPr lang="en-US" dirty="0"/>
              <a:t>Presentation Subtitle is at 20pt Arial font</a:t>
            </a:r>
          </a:p>
        </p:txBody>
      </p:sp>
      <p:sp>
        <p:nvSpPr>
          <p:cNvPr id="15" name="Date Placeholder 4"/>
          <p:cNvSpPr>
            <a:spLocks noGrp="1"/>
          </p:cNvSpPr>
          <p:nvPr>
            <p:ph type="dt" sz="half" idx="12"/>
          </p:nvPr>
        </p:nvSpPr>
        <p:spPr>
          <a:xfrm>
            <a:off x="518844" y="4344503"/>
            <a:ext cx="5833872" cy="337520"/>
          </a:xfrm>
          <a:prstGeom prst="rect">
            <a:avLst/>
          </a:prstGeom>
        </p:spPr>
        <p:txBody>
          <a:bodyPr lIns="45720" rIns="45720" anchor="t"/>
          <a:lstStyle>
            <a:lvl1pPr>
              <a:defRPr sz="1400" b="0">
                <a:solidFill>
                  <a:srgbClr val="ABCEEF"/>
                </a:solidFill>
                <a:latin typeface="Arial" panose="020B0604020202020204" pitchFamily="34" charset="0"/>
                <a:cs typeface="Arial" panose="020B0604020202020204" pitchFamily="34" charset="0"/>
              </a:defRPr>
            </a:lvl1pPr>
          </a:lstStyle>
          <a:p>
            <a:pPr fontAlgn="auto">
              <a:spcBef>
                <a:spcPts val="0"/>
              </a:spcBef>
              <a:spcAft>
                <a:spcPts val="0"/>
              </a:spcAft>
            </a:pPr>
            <a:r>
              <a:rPr lang="en-US" dirty="0"/>
              <a:t>Date</a:t>
            </a:r>
          </a:p>
        </p:txBody>
      </p:sp>
    </p:spTree>
    <p:extLst>
      <p:ext uri="{BB962C8B-B14F-4D97-AF65-F5344CB8AC3E}">
        <p14:creationId xmlns:p14="http://schemas.microsoft.com/office/powerpoint/2010/main" val="30712279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10" y="470853"/>
            <a:ext cx="8229600" cy="422592"/>
          </a:xfrm>
          <a:prstGeom prst="rect">
            <a:avLst/>
          </a:prstGeom>
        </p:spPr>
        <p:txBody>
          <a:bodyPr/>
          <a:lstStyle>
            <a:lvl1pPr>
              <a:defRPr baseline="0"/>
            </a:lvl1pPr>
          </a:lstStyle>
          <a:p>
            <a:r>
              <a:rPr lang="en-US" dirty="0"/>
              <a:t>Click to edit title and content text style in Arial 24pt</a:t>
            </a:r>
          </a:p>
        </p:txBody>
      </p:sp>
      <p:sp>
        <p:nvSpPr>
          <p:cNvPr id="3" name="Content Placeholder 2"/>
          <p:cNvSpPr>
            <a:spLocks noGrp="1"/>
          </p:cNvSpPr>
          <p:nvPr>
            <p:ph idx="1" hasCustomPrompt="1"/>
          </p:nvPr>
        </p:nvSpPr>
        <p:spPr>
          <a:xfrm>
            <a:off x="457200" y="1454152"/>
            <a:ext cx="8229600" cy="4443412"/>
          </a:xfrm>
          <a:prstGeom prst="rect">
            <a:avLst/>
          </a:prstGeom>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a:xfrm>
            <a:off x="914400" y="6528308"/>
            <a:ext cx="670560" cy="205740"/>
          </a:xfrm>
          <a:prstGeom prst="rect">
            <a:avLst/>
          </a:prstGeom>
        </p:spPr>
        <p:txBody>
          <a:bodyPr/>
          <a:lstStyle/>
          <a:p>
            <a:pPr fontAlgn="auto">
              <a:spcBef>
                <a:spcPts val="0"/>
              </a:spcBef>
              <a:spcAft>
                <a:spcPts val="0"/>
              </a:spcAft>
            </a:pPr>
            <a:fld id="{03989371-C1CC-4AE5-9EBA-B1B727D1D621}" type="datetime1">
              <a:rPr lang="en-US" sz="1800" b="0" smtClean="0">
                <a:solidFill>
                  <a:srgbClr val="000000"/>
                </a:solidFill>
                <a:latin typeface="Calibri" panose="020F0502020204030204"/>
              </a:rPr>
              <a:pPr fontAlgn="auto">
                <a:spcBef>
                  <a:spcPts val="0"/>
                </a:spcBef>
                <a:spcAft>
                  <a:spcPts val="0"/>
                </a:spcAft>
              </a:pPr>
              <a:t>01/25/2019</a:t>
            </a:fld>
            <a:endParaRPr lang="en-US" sz="1800" b="0" dirty="0">
              <a:solidFill>
                <a:srgbClr val="000000"/>
              </a:solidFill>
              <a:latin typeface="Calibri" panose="020F0502020204030204"/>
            </a:endParaRPr>
          </a:p>
        </p:txBody>
      </p:sp>
      <p:sp>
        <p:nvSpPr>
          <p:cNvPr id="5" name="Footer Placeholder 4"/>
          <p:cNvSpPr>
            <a:spLocks noGrp="1"/>
          </p:cNvSpPr>
          <p:nvPr>
            <p:ph type="ftr" sz="quarter" idx="11"/>
          </p:nvPr>
        </p:nvSpPr>
        <p:spPr>
          <a:xfrm>
            <a:off x="1706880" y="6528308"/>
            <a:ext cx="970280" cy="180975"/>
          </a:xfrm>
          <a:prstGeom prst="rect">
            <a:avLst/>
          </a:prstGeom>
        </p:spPr>
        <p:txBody>
          <a:bodyPr/>
          <a:lstStyle/>
          <a:p>
            <a:pPr fontAlgn="auto">
              <a:spcBef>
                <a:spcPts val="0"/>
              </a:spcBef>
              <a:spcAft>
                <a:spcPts val="0"/>
              </a:spcAft>
            </a:pPr>
            <a:r>
              <a:rPr lang="en-US" sz="1800" b="0" dirty="0">
                <a:solidFill>
                  <a:srgbClr val="000000"/>
                </a:solidFill>
                <a:latin typeface="Calibri" panose="020F0502020204030204"/>
              </a:rPr>
              <a:t>CONFIDENTIAL</a:t>
            </a:r>
          </a:p>
        </p:txBody>
      </p:sp>
      <p:sp>
        <p:nvSpPr>
          <p:cNvPr id="6" name="Slide Number Placeholder 5"/>
          <p:cNvSpPr>
            <a:spLocks noGrp="1"/>
          </p:cNvSpPr>
          <p:nvPr>
            <p:ph type="sldNum" sz="quarter" idx="12"/>
          </p:nvPr>
        </p:nvSpPr>
        <p:spPr>
          <a:xfrm>
            <a:off x="452120" y="6528308"/>
            <a:ext cx="345440" cy="185420"/>
          </a:xfrm>
          <a:prstGeom prst="rect">
            <a:avLst/>
          </a:prstGeom>
        </p:spPr>
        <p:txBody>
          <a:bodyPr/>
          <a:lstStyle/>
          <a:p>
            <a:pPr fontAlgn="auto">
              <a:spcBef>
                <a:spcPts val="0"/>
              </a:spcBef>
              <a:spcAft>
                <a:spcPts val="0"/>
              </a:spcAft>
            </a:pPr>
            <a:fld id="{116D1988-50EC-4BB3-865F-87CF946FA9F8}" type="slidenum">
              <a:rPr lang="en-US" sz="1800" b="0" smtClean="0">
                <a:solidFill>
                  <a:srgbClr val="000000"/>
                </a:solidFill>
                <a:latin typeface="Calibri" panose="020F0502020204030204"/>
              </a:rPr>
              <a:pPr fontAlgn="auto">
                <a:spcBef>
                  <a:spcPts val="0"/>
                </a:spcBef>
                <a:spcAft>
                  <a:spcPts val="0"/>
                </a:spcAft>
              </a:pPr>
              <a:t>‹#›</a:t>
            </a:fld>
            <a:endParaRPr lang="en-US" sz="1800" b="0" dirty="0">
              <a:solidFill>
                <a:srgbClr val="000000"/>
              </a:solidFill>
              <a:latin typeface="Calibri" panose="020F0502020204030204"/>
            </a:endParaRPr>
          </a:p>
        </p:txBody>
      </p:sp>
      <p:sp>
        <p:nvSpPr>
          <p:cNvPr id="7" name="Text Placeholder 3"/>
          <p:cNvSpPr>
            <a:spLocks noGrp="1"/>
          </p:cNvSpPr>
          <p:nvPr>
            <p:ph type="body" sz="quarter" idx="17" hasCustomPrompt="1"/>
          </p:nvPr>
        </p:nvSpPr>
        <p:spPr>
          <a:xfrm>
            <a:off x="461010" y="926593"/>
            <a:ext cx="8232775" cy="386270"/>
          </a:xfrm>
          <a:prstGeom prst="rect">
            <a:avLst/>
          </a:prstGeo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
        <p:nvSpPr>
          <p:cNvPr id="8" name="Text Placeholder 7"/>
          <p:cNvSpPr>
            <a:spLocks noGrp="1"/>
          </p:cNvSpPr>
          <p:nvPr>
            <p:ph type="body" sz="quarter" idx="18"/>
          </p:nvPr>
        </p:nvSpPr>
        <p:spPr>
          <a:xfrm>
            <a:off x="459105" y="6080125"/>
            <a:ext cx="6667119" cy="460375"/>
          </a:xfrm>
          <a:prstGeom prst="rect">
            <a:avLst/>
          </a:prstGeo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Tree>
    <p:extLst>
      <p:ext uri="{BB962C8B-B14F-4D97-AF65-F5344CB8AC3E}">
        <p14:creationId xmlns:p14="http://schemas.microsoft.com/office/powerpoint/2010/main" val="28093075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010" y="470091"/>
            <a:ext cx="8229600" cy="42259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454152"/>
            <a:ext cx="8229600" cy="44434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xfrm>
            <a:off x="452120" y="6528308"/>
            <a:ext cx="345440" cy="185420"/>
          </a:xfrm>
          <a:prstGeom prst="rect">
            <a:avLst/>
          </a:prstGeom>
          <a:ln/>
        </p:spPr>
        <p:txBody>
          <a:bodyPr/>
          <a:lstStyle>
            <a:lvl1pPr>
              <a:defRPr/>
            </a:lvl1pPr>
          </a:lstStyle>
          <a:p>
            <a:pPr fontAlgn="auto">
              <a:spcBef>
                <a:spcPts val="0"/>
              </a:spcBef>
              <a:spcAft>
                <a:spcPts val="0"/>
              </a:spcAft>
              <a:defRPr/>
            </a:pPr>
            <a:fld id="{7D2E011E-CF38-421B-98C7-3AA816CC1F4C}" type="slidenum">
              <a:rPr lang="en-US" altLang="en-US" sz="1800" b="0">
                <a:solidFill>
                  <a:srgbClr val="000000"/>
                </a:solidFill>
                <a:latin typeface="Calibri" panose="020F0502020204030204"/>
              </a:rPr>
              <a:pPr fontAlgn="auto">
                <a:spcBef>
                  <a:spcPts val="0"/>
                </a:spcBef>
                <a:spcAft>
                  <a:spcPts val="0"/>
                </a:spcAft>
                <a:defRPr/>
              </a:pPr>
              <a:t>‹#›</a:t>
            </a:fld>
            <a:endParaRPr lang="en-US" altLang="en-US" sz="1800" b="0" dirty="0">
              <a:solidFill>
                <a:srgbClr val="000000"/>
              </a:solidFill>
              <a:latin typeface="Calibri" panose="020F0502020204030204"/>
            </a:endParaRPr>
          </a:p>
        </p:txBody>
      </p:sp>
    </p:spTree>
    <p:extLst>
      <p:ext uri="{BB962C8B-B14F-4D97-AF65-F5344CB8AC3E}">
        <p14:creationId xmlns:p14="http://schemas.microsoft.com/office/powerpoint/2010/main" val="8044200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hree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a:prstGeom prst="rect">
            <a:avLst/>
          </a:prstGeom>
        </p:spPr>
        <p:txBody>
          <a:bodyPr anchor="b"/>
          <a:lstStyle>
            <a:lvl1pPr>
              <a:defRPr/>
            </a:lvl1pPr>
          </a:lstStyle>
          <a:p>
            <a:r>
              <a:rPr lang="en-US" dirty="0"/>
              <a:t>Click to edit three content title text style in Arial 24pt</a:t>
            </a:r>
          </a:p>
        </p:txBody>
      </p:sp>
      <p:sp>
        <p:nvSpPr>
          <p:cNvPr id="3" name="Content Placeholder 2"/>
          <p:cNvSpPr>
            <a:spLocks noGrp="1"/>
          </p:cNvSpPr>
          <p:nvPr>
            <p:ph idx="1" hasCustomPrompt="1"/>
          </p:nvPr>
        </p:nvSpPr>
        <p:spPr>
          <a:xfrm>
            <a:off x="457200" y="1454150"/>
            <a:ext cx="2654492" cy="4443413"/>
          </a:xfrm>
          <a:prstGeom prst="rect">
            <a:avLst/>
          </a:prstGeo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a:xfrm>
            <a:off x="914400" y="6528308"/>
            <a:ext cx="670560" cy="205740"/>
          </a:xfrm>
          <a:prstGeom prst="rect">
            <a:avLst/>
          </a:prstGeom>
        </p:spPr>
        <p:txBody>
          <a:bodyPr/>
          <a:lstStyle/>
          <a:p>
            <a:pPr fontAlgn="auto">
              <a:spcBef>
                <a:spcPts val="0"/>
              </a:spcBef>
              <a:spcAft>
                <a:spcPts val="0"/>
              </a:spcAft>
            </a:pPr>
            <a:fld id="{03989371-C1CC-4AE5-9EBA-B1B727D1D621}" type="datetime1">
              <a:rPr lang="en-US" sz="1800" b="0" smtClean="0">
                <a:solidFill>
                  <a:srgbClr val="000000"/>
                </a:solidFill>
                <a:latin typeface="Calibri" panose="020F0502020204030204"/>
              </a:rPr>
              <a:pPr fontAlgn="auto">
                <a:spcBef>
                  <a:spcPts val="0"/>
                </a:spcBef>
                <a:spcAft>
                  <a:spcPts val="0"/>
                </a:spcAft>
              </a:pPr>
              <a:t>01/25/2019</a:t>
            </a:fld>
            <a:endParaRPr lang="en-US" sz="1800" b="0" dirty="0">
              <a:solidFill>
                <a:srgbClr val="000000"/>
              </a:solidFill>
              <a:latin typeface="Calibri" panose="020F0502020204030204"/>
            </a:endParaRPr>
          </a:p>
        </p:txBody>
      </p:sp>
      <p:sp>
        <p:nvSpPr>
          <p:cNvPr id="5" name="Footer Placeholder 4"/>
          <p:cNvSpPr>
            <a:spLocks noGrp="1"/>
          </p:cNvSpPr>
          <p:nvPr>
            <p:ph type="ftr" sz="quarter" idx="11"/>
          </p:nvPr>
        </p:nvSpPr>
        <p:spPr>
          <a:xfrm>
            <a:off x="1706880" y="6528308"/>
            <a:ext cx="970280" cy="180975"/>
          </a:xfrm>
          <a:prstGeom prst="rect">
            <a:avLst/>
          </a:prstGeom>
        </p:spPr>
        <p:txBody>
          <a:bodyPr/>
          <a:lstStyle/>
          <a:p>
            <a:pPr fontAlgn="auto">
              <a:spcBef>
                <a:spcPts val="0"/>
              </a:spcBef>
              <a:spcAft>
                <a:spcPts val="0"/>
              </a:spcAft>
            </a:pPr>
            <a:r>
              <a:rPr lang="en-US" sz="1800" b="0" dirty="0">
                <a:solidFill>
                  <a:srgbClr val="000000"/>
                </a:solidFill>
                <a:latin typeface="Calibri" panose="020F0502020204030204"/>
              </a:rPr>
              <a:t>CONFIDENTIAL</a:t>
            </a:r>
          </a:p>
        </p:txBody>
      </p:sp>
      <p:sp>
        <p:nvSpPr>
          <p:cNvPr id="6" name="Slide Number Placeholder 5"/>
          <p:cNvSpPr>
            <a:spLocks noGrp="1"/>
          </p:cNvSpPr>
          <p:nvPr>
            <p:ph type="sldNum" sz="quarter" idx="12"/>
          </p:nvPr>
        </p:nvSpPr>
        <p:spPr>
          <a:xfrm>
            <a:off x="452120" y="6528308"/>
            <a:ext cx="345440" cy="185420"/>
          </a:xfrm>
          <a:prstGeom prst="rect">
            <a:avLst/>
          </a:prstGeom>
        </p:spPr>
        <p:txBody>
          <a:bodyPr/>
          <a:lstStyle/>
          <a:p>
            <a:pPr fontAlgn="auto">
              <a:spcBef>
                <a:spcPts val="0"/>
              </a:spcBef>
              <a:spcAft>
                <a:spcPts val="0"/>
              </a:spcAft>
            </a:pPr>
            <a:fld id="{116D1988-50EC-4BB3-865F-87CF946FA9F8}" type="slidenum">
              <a:rPr lang="en-US" sz="1800" b="0" smtClean="0">
                <a:solidFill>
                  <a:srgbClr val="000000"/>
                </a:solidFill>
                <a:latin typeface="Calibri" panose="020F0502020204030204"/>
              </a:rPr>
              <a:pPr fontAlgn="auto">
                <a:spcBef>
                  <a:spcPts val="0"/>
                </a:spcBef>
                <a:spcAft>
                  <a:spcPts val="0"/>
                </a:spcAft>
              </a:pPr>
              <a:t>‹#›</a:t>
            </a:fld>
            <a:endParaRPr lang="en-US" sz="1800" b="0" dirty="0">
              <a:solidFill>
                <a:srgbClr val="000000"/>
              </a:solidFill>
              <a:latin typeface="Calibri" panose="020F0502020204030204"/>
            </a:endParaRPr>
          </a:p>
        </p:txBody>
      </p:sp>
      <p:sp>
        <p:nvSpPr>
          <p:cNvPr id="8" name="Text Placeholder 7"/>
          <p:cNvSpPr>
            <a:spLocks noGrp="1"/>
          </p:cNvSpPr>
          <p:nvPr>
            <p:ph type="body" sz="quarter" idx="18"/>
          </p:nvPr>
        </p:nvSpPr>
        <p:spPr>
          <a:xfrm>
            <a:off x="459105" y="6080125"/>
            <a:ext cx="6667119" cy="460375"/>
          </a:xfrm>
          <a:prstGeom prst="rect">
            <a:avLst/>
          </a:prstGeo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7" name="Content Placeholder 2"/>
          <p:cNvSpPr>
            <a:spLocks noGrp="1"/>
          </p:cNvSpPr>
          <p:nvPr>
            <p:ph idx="21" hasCustomPrompt="1"/>
          </p:nvPr>
        </p:nvSpPr>
        <p:spPr>
          <a:xfrm>
            <a:off x="3244203" y="1454150"/>
            <a:ext cx="2654492" cy="4443413"/>
          </a:xfrm>
          <a:prstGeom prst="rect">
            <a:avLst/>
          </a:prstGeo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9" name="Content Placeholder 2"/>
          <p:cNvSpPr>
            <a:spLocks noGrp="1"/>
          </p:cNvSpPr>
          <p:nvPr>
            <p:ph idx="23" hasCustomPrompt="1"/>
          </p:nvPr>
        </p:nvSpPr>
        <p:spPr>
          <a:xfrm>
            <a:off x="6031330" y="1454150"/>
            <a:ext cx="2654492" cy="4443413"/>
          </a:xfrm>
          <a:prstGeom prst="rect">
            <a:avLst/>
          </a:prstGeo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Text Placeholder 3"/>
          <p:cNvSpPr>
            <a:spLocks noGrp="1"/>
          </p:cNvSpPr>
          <p:nvPr>
            <p:ph type="body" sz="quarter" idx="17" hasCustomPrompt="1"/>
          </p:nvPr>
        </p:nvSpPr>
        <p:spPr>
          <a:xfrm>
            <a:off x="461010" y="926593"/>
            <a:ext cx="8232775" cy="386270"/>
          </a:xfrm>
          <a:prstGeom prst="rect">
            <a:avLst/>
          </a:prstGeo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28562427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BC Brand Positioning Line Statement End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11258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10" y="470853"/>
            <a:ext cx="8229600" cy="422592"/>
          </a:xfrm>
        </p:spPr>
        <p:txBody>
          <a:bodyPr/>
          <a:lstStyle>
            <a:lvl1pPr>
              <a:defRPr baseline="0"/>
            </a:lvl1pPr>
          </a:lstStyle>
          <a:p>
            <a:r>
              <a:rPr lang="en-US" dirty="0"/>
              <a:t>Click to edit title and content text style in Arial 24pt</a:t>
            </a:r>
          </a:p>
        </p:txBody>
      </p:sp>
      <p:sp>
        <p:nvSpPr>
          <p:cNvPr id="3" name="Content Placeholder 2"/>
          <p:cNvSpPr>
            <a:spLocks noGrp="1"/>
          </p:cNvSpPr>
          <p:nvPr>
            <p:ph idx="1" hasCustomPrompt="1"/>
          </p:nvPr>
        </p:nvSpPr>
        <p:spPr>
          <a:xfrm>
            <a:off x="457200" y="1454152"/>
            <a:ext cx="8229600" cy="4443412"/>
          </a:xfrm>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7"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Tree>
    <p:extLst>
      <p:ext uri="{BB962C8B-B14F-4D97-AF65-F5344CB8AC3E}">
        <p14:creationId xmlns:p14="http://schemas.microsoft.com/office/powerpoint/2010/main" val="41767480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half content title text style in Arial 24pt</a:t>
            </a:r>
          </a:p>
        </p:txBody>
      </p:sp>
      <p:sp>
        <p:nvSpPr>
          <p:cNvPr id="3" name="Content Placeholder 2"/>
          <p:cNvSpPr>
            <a:spLocks noGrp="1"/>
          </p:cNvSpPr>
          <p:nvPr>
            <p:ph idx="1" hasCustomPrompt="1"/>
          </p:nvPr>
        </p:nvSpPr>
        <p:spPr>
          <a:xfrm>
            <a:off x="457200" y="1454152"/>
            <a:ext cx="4025900" cy="4443412"/>
          </a:xfrm>
        </p:spPr>
        <p:txBody>
          <a:bodyPr/>
          <a:lstStyle>
            <a:lvl1pPr marL="173038" indent="-173038">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1245436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10" y="471452"/>
            <a:ext cx="8229600" cy="422592"/>
          </a:xfrm>
        </p:spPr>
        <p:txBody>
          <a:bodyPr/>
          <a:lstStyle>
            <a:lvl1pPr>
              <a:defRPr baseline="0"/>
            </a:lvl1pPr>
          </a:lstStyle>
          <a:p>
            <a:r>
              <a:rPr lang="en-US" dirty="0"/>
              <a:t>Click to edit title only in Arial 24pt</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3"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4369491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two content title text style in Arial 24pt</a:t>
            </a:r>
          </a:p>
        </p:txBody>
      </p:sp>
      <p:sp>
        <p:nvSpPr>
          <p:cNvPr id="3" name="Content Placeholder 2"/>
          <p:cNvSpPr>
            <a:spLocks noGrp="1"/>
          </p:cNvSpPr>
          <p:nvPr>
            <p:ph idx="1" hasCustomPrompt="1"/>
          </p:nvPr>
        </p:nvSpPr>
        <p:spPr>
          <a:xfrm>
            <a:off x="457200" y="1454150"/>
            <a:ext cx="4025900" cy="4428630"/>
          </a:xfrm>
          <a:noFill/>
        </p:spPr>
        <p:txBody>
          <a:bodyPr/>
          <a:lstStyle>
            <a:lvl1pPr>
              <a:defRPr/>
            </a:lvl1pPr>
            <a:lvl2pPr>
              <a:defRPr/>
            </a:lvl2pPr>
            <a:lvl3pPr>
              <a:defRPr baseline="0"/>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1" name="Content Placeholder 10"/>
          <p:cNvSpPr>
            <a:spLocks noGrp="1"/>
          </p:cNvSpPr>
          <p:nvPr>
            <p:ph sz="quarter" idx="19" hasCustomPrompt="1"/>
          </p:nvPr>
        </p:nvSpPr>
        <p:spPr>
          <a:xfrm>
            <a:off x="4635500" y="1447760"/>
            <a:ext cx="4064000" cy="4434880"/>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1014104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ntent with 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two content title text style in Arial 24pt</a:t>
            </a:r>
          </a:p>
        </p:txBody>
      </p:sp>
      <p:sp>
        <p:nvSpPr>
          <p:cNvPr id="3" name="Content Placeholder 2"/>
          <p:cNvSpPr>
            <a:spLocks noGrp="1"/>
          </p:cNvSpPr>
          <p:nvPr>
            <p:ph idx="1" hasCustomPrompt="1"/>
          </p:nvPr>
        </p:nvSpPr>
        <p:spPr>
          <a:xfrm>
            <a:off x="457200" y="2382520"/>
            <a:ext cx="4025900" cy="351504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1" name="Content Placeholder 10"/>
          <p:cNvSpPr>
            <a:spLocks noGrp="1"/>
          </p:cNvSpPr>
          <p:nvPr>
            <p:ph sz="quarter" idx="19" hasCustomPrompt="1"/>
          </p:nvPr>
        </p:nvSpPr>
        <p:spPr>
          <a:xfrm>
            <a:off x="4648200" y="2377440"/>
            <a:ext cx="4051300" cy="3520004"/>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Content Placeholder 14"/>
          <p:cNvSpPr>
            <a:spLocks noGrp="1"/>
          </p:cNvSpPr>
          <p:nvPr>
            <p:ph sz="quarter" idx="20"/>
          </p:nvPr>
        </p:nvSpPr>
        <p:spPr>
          <a:xfrm>
            <a:off x="461963" y="1454151"/>
            <a:ext cx="4021137"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6" name="Content Placeholder 14"/>
          <p:cNvSpPr>
            <a:spLocks noGrp="1"/>
          </p:cNvSpPr>
          <p:nvPr>
            <p:ph sz="quarter" idx="21"/>
          </p:nvPr>
        </p:nvSpPr>
        <p:spPr>
          <a:xfrm>
            <a:off x="4648200" y="1454151"/>
            <a:ext cx="405130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7"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1600750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ree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three content title text style in Arial 24pt</a:t>
            </a:r>
          </a:p>
        </p:txBody>
      </p:sp>
      <p:sp>
        <p:nvSpPr>
          <p:cNvPr id="3" name="Content Placeholder 2"/>
          <p:cNvSpPr>
            <a:spLocks noGrp="1"/>
          </p:cNvSpPr>
          <p:nvPr>
            <p:ph idx="1" hasCustomPrompt="1"/>
          </p:nvPr>
        </p:nvSpPr>
        <p:spPr>
          <a:xfrm>
            <a:off x="457200"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7" name="Content Placeholder 2"/>
          <p:cNvSpPr>
            <a:spLocks noGrp="1"/>
          </p:cNvSpPr>
          <p:nvPr>
            <p:ph idx="21" hasCustomPrompt="1"/>
          </p:nvPr>
        </p:nvSpPr>
        <p:spPr>
          <a:xfrm>
            <a:off x="3244203"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9" name="Content Placeholder 2"/>
          <p:cNvSpPr>
            <a:spLocks noGrp="1"/>
          </p:cNvSpPr>
          <p:nvPr>
            <p:ph idx="23" hasCustomPrompt="1"/>
          </p:nvPr>
        </p:nvSpPr>
        <p:spPr>
          <a:xfrm>
            <a:off x="6031330"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0061985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ntent with 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three content title text style in Arial 24pt</a:t>
            </a:r>
          </a:p>
        </p:txBody>
      </p:sp>
      <p:sp>
        <p:nvSpPr>
          <p:cNvPr id="3" name="Content Placeholder 2"/>
          <p:cNvSpPr>
            <a:spLocks noGrp="1"/>
          </p:cNvSpPr>
          <p:nvPr>
            <p:ph idx="1" hasCustomPrompt="1"/>
          </p:nvPr>
        </p:nvSpPr>
        <p:spPr>
          <a:xfrm>
            <a:off x="457200" y="2382520"/>
            <a:ext cx="2654492" cy="3515043"/>
          </a:xfrm>
          <a:noFill/>
        </p:spPr>
        <p:txBody>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5" name="Content Placeholder 14"/>
          <p:cNvSpPr>
            <a:spLocks noGrp="1"/>
          </p:cNvSpPr>
          <p:nvPr>
            <p:ph sz="quarter" idx="20"/>
          </p:nvPr>
        </p:nvSpPr>
        <p:spPr>
          <a:xfrm>
            <a:off x="461963"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7" name="Content Placeholder 2"/>
          <p:cNvSpPr>
            <a:spLocks noGrp="1"/>
          </p:cNvSpPr>
          <p:nvPr>
            <p:ph idx="21" hasCustomPrompt="1"/>
          </p:nvPr>
        </p:nvSpPr>
        <p:spPr>
          <a:xfrm>
            <a:off x="3244203" y="2382520"/>
            <a:ext cx="2654492" cy="3515043"/>
          </a:xfrm>
          <a:noFill/>
        </p:spPr>
        <p:txBody>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8" name="Content Placeholder 14"/>
          <p:cNvSpPr>
            <a:spLocks noGrp="1"/>
          </p:cNvSpPr>
          <p:nvPr>
            <p:ph sz="quarter" idx="22"/>
          </p:nvPr>
        </p:nvSpPr>
        <p:spPr>
          <a:xfrm>
            <a:off x="3248966"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9" name="Content Placeholder 2"/>
          <p:cNvSpPr>
            <a:spLocks noGrp="1"/>
          </p:cNvSpPr>
          <p:nvPr>
            <p:ph idx="23" hasCustomPrompt="1"/>
          </p:nvPr>
        </p:nvSpPr>
        <p:spPr>
          <a:xfrm>
            <a:off x="6031330" y="2382520"/>
            <a:ext cx="2654492" cy="351504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20" name="Content Placeholder 14"/>
          <p:cNvSpPr>
            <a:spLocks noGrp="1"/>
          </p:cNvSpPr>
          <p:nvPr>
            <p:ph sz="quarter" idx="24"/>
          </p:nvPr>
        </p:nvSpPr>
        <p:spPr>
          <a:xfrm>
            <a:off x="6036093"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21"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5249500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Who is AmerisourceBergen? ">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7DC0ED68-0F75-4F71-9261-CEB3A8952339}" type="datetime1">
              <a:rPr lang="en-US" smtClean="0">
                <a:solidFill>
                  <a:srgbClr val="00539B"/>
                </a:solidFill>
              </a:rPr>
              <a:pPr/>
              <a:t>01/25/2019</a:t>
            </a:fld>
            <a:endParaRPr lang="en-US" dirty="0">
              <a:solidFill>
                <a:srgbClr val="00539B"/>
              </a:solidFill>
            </a:endParaRPr>
          </a:p>
        </p:txBody>
      </p:sp>
      <p:sp>
        <p:nvSpPr>
          <p:cNvPr id="10"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8" name="TextBox 7"/>
          <p:cNvSpPr txBox="1"/>
          <p:nvPr userDrawn="1"/>
        </p:nvSpPr>
        <p:spPr>
          <a:xfrm>
            <a:off x="457200" y="2590780"/>
            <a:ext cx="8242300" cy="1038746"/>
          </a:xfrm>
          <a:prstGeom prst="rect">
            <a:avLst/>
          </a:prstGeom>
          <a:noFill/>
        </p:spPr>
        <p:txBody>
          <a:bodyPr wrap="square" lIns="0" rIns="0" rtlCol="0">
            <a:spAutoFit/>
          </a:bodyPr>
          <a:lstStyle/>
          <a:p>
            <a:pPr marL="0" lvl="1" fontAlgn="auto">
              <a:spcBef>
                <a:spcPts val="300"/>
              </a:spcBef>
              <a:spcAft>
                <a:spcPts val="600"/>
              </a:spcAft>
            </a:pPr>
            <a:r>
              <a:rPr lang="en-US" sz="1800" b="0" dirty="0">
                <a:solidFill>
                  <a:srgbClr val="00539B"/>
                </a:solidFill>
                <a:latin typeface="Arial"/>
              </a:rPr>
              <a:t>What we do:</a:t>
            </a:r>
          </a:p>
          <a:p>
            <a:pPr marL="0" lvl="1" fontAlgn="auto">
              <a:spcBef>
                <a:spcPts val="300"/>
              </a:spcBef>
              <a:spcAft>
                <a:spcPts val="600"/>
              </a:spcAft>
            </a:pPr>
            <a:r>
              <a:rPr lang="en-US" sz="1800" b="0" dirty="0">
                <a:solidFill>
                  <a:srgbClr val="636466"/>
                </a:solidFill>
                <a:latin typeface="Arial"/>
              </a:rPr>
              <a:t>We shape healthcare delivery with solutions that improve product access, increase supply chain efficiency and enhance patient care.</a:t>
            </a:r>
          </a:p>
        </p:txBody>
      </p:sp>
      <p:sp>
        <p:nvSpPr>
          <p:cNvPr id="17" name="TextBox 16"/>
          <p:cNvSpPr txBox="1"/>
          <p:nvPr userDrawn="1"/>
        </p:nvSpPr>
        <p:spPr>
          <a:xfrm>
            <a:off x="457195" y="1469003"/>
            <a:ext cx="8242300" cy="761747"/>
          </a:xfrm>
          <a:prstGeom prst="rect">
            <a:avLst/>
          </a:prstGeom>
          <a:noFill/>
        </p:spPr>
        <p:txBody>
          <a:bodyPr wrap="square" lIns="0" rIns="0" rtlCol="0">
            <a:spAutoFit/>
          </a:bodyPr>
          <a:lstStyle/>
          <a:p>
            <a:pPr marL="0" lvl="1" fontAlgn="auto">
              <a:spcBef>
                <a:spcPts val="300"/>
              </a:spcBef>
              <a:spcAft>
                <a:spcPts val="600"/>
              </a:spcAft>
            </a:pPr>
            <a:r>
              <a:rPr lang="en-US" sz="1800" b="0" dirty="0">
                <a:solidFill>
                  <a:srgbClr val="00539B"/>
                </a:solidFill>
                <a:latin typeface="Arial"/>
              </a:rPr>
              <a:t>Who we are:</a:t>
            </a:r>
          </a:p>
          <a:p>
            <a:pPr marL="0" lvl="1" fontAlgn="auto">
              <a:spcBef>
                <a:spcPts val="300"/>
              </a:spcBef>
              <a:spcAft>
                <a:spcPts val="600"/>
              </a:spcAft>
            </a:pPr>
            <a:r>
              <a:rPr lang="en-US" sz="1800" b="0" dirty="0">
                <a:solidFill>
                  <a:srgbClr val="636466"/>
                </a:solidFill>
                <a:latin typeface="Arial"/>
              </a:rPr>
              <a:t>AmerisourceBergen is a leading global healthcare solutions company.</a:t>
            </a:r>
          </a:p>
        </p:txBody>
      </p:sp>
      <p:sp>
        <p:nvSpPr>
          <p:cNvPr id="7" name="TextBox 6"/>
          <p:cNvSpPr txBox="1"/>
          <p:nvPr userDrawn="1"/>
        </p:nvSpPr>
        <p:spPr>
          <a:xfrm>
            <a:off x="45720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Who is AmerisourceBergen?</a:t>
            </a:r>
          </a:p>
        </p:txBody>
      </p:sp>
      <p:sp>
        <p:nvSpPr>
          <p:cNvPr id="15"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Tree>
    <p:extLst>
      <p:ext uri="{BB962C8B-B14F-4D97-AF65-F5344CB8AC3E}">
        <p14:creationId xmlns:p14="http://schemas.microsoft.com/office/powerpoint/2010/main" val="13519531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rvices and Solutio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6BCDB4CB-C5A1-49CC-9BCE-0ABB5FD48570}"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30"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10" name="Group 9"/>
          <p:cNvGrpSpPr/>
          <p:nvPr userDrawn="1"/>
        </p:nvGrpSpPr>
        <p:grpSpPr>
          <a:xfrm>
            <a:off x="296098" y="1129449"/>
            <a:ext cx="8517248" cy="5195147"/>
            <a:chOff x="296098" y="1129449"/>
            <a:chExt cx="8517248" cy="5195147"/>
          </a:xfrm>
        </p:grpSpPr>
        <p:grpSp>
          <p:nvGrpSpPr>
            <p:cNvPr id="23" name="Group 22"/>
            <p:cNvGrpSpPr/>
            <p:nvPr userDrawn="1"/>
          </p:nvGrpSpPr>
          <p:grpSpPr>
            <a:xfrm>
              <a:off x="2380721" y="1129449"/>
              <a:ext cx="4695908" cy="5195147"/>
              <a:chOff x="2394496" y="1155625"/>
              <a:chExt cx="4221860" cy="4670701"/>
            </a:xfrm>
          </p:grpSpPr>
          <p:sp>
            <p:nvSpPr>
              <p:cNvPr id="33" name="Rectangle 6"/>
              <p:cNvSpPr/>
              <p:nvPr userDrawn="1"/>
            </p:nvSpPr>
            <p:spPr>
              <a:xfrm rot="5400000">
                <a:off x="2168977" y="1381144"/>
                <a:ext cx="4670701" cy="4219664"/>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4" name="TextBox 33"/>
              <p:cNvSpPr txBox="1"/>
              <p:nvPr userDrawn="1"/>
            </p:nvSpPr>
            <p:spPr>
              <a:xfrm>
                <a:off x="2651771" y="1677102"/>
                <a:ext cx="3964585" cy="557657"/>
              </a:xfrm>
              <a:prstGeom prst="rect">
                <a:avLst/>
              </a:prstGeom>
              <a:noFill/>
            </p:spPr>
            <p:txBody>
              <a:bodyPr wrap="square" lIns="0" tIns="0" rIns="0" bIns="0" rtlCol="0">
                <a:noAutofit/>
              </a:bodyPr>
              <a:lstStyle/>
              <a:p>
                <a:pPr fontAlgn="auto">
                  <a:lnSpc>
                    <a:spcPts val="2400"/>
                  </a:lnSpc>
                  <a:spcBef>
                    <a:spcPts val="0"/>
                  </a:spcBef>
                  <a:spcAft>
                    <a:spcPts val="0"/>
                  </a:spcAft>
                </a:pPr>
                <a:r>
                  <a:rPr lang="en-US" sz="2400" b="0" dirty="0">
                    <a:solidFill>
                      <a:srgbClr val="7F7F7F">
                        <a:lumMod val="75000"/>
                      </a:srgbClr>
                    </a:solidFill>
                    <a:latin typeface="Arial"/>
                  </a:rPr>
                  <a:t>Global Sourcing &amp; Distribution Services</a:t>
                </a:r>
              </a:p>
            </p:txBody>
          </p:sp>
        </p:grpSp>
        <p:sp>
          <p:nvSpPr>
            <p:cNvPr id="35" name="Rectangle 6"/>
            <p:cNvSpPr/>
            <p:nvPr userDrawn="1"/>
          </p:nvSpPr>
          <p:spPr>
            <a:xfrm rot="16200000">
              <a:off x="87454" y="284098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6" name="TextBox 35"/>
            <p:cNvSpPr txBox="1"/>
            <p:nvPr userDrawn="1"/>
          </p:nvSpPr>
          <p:spPr>
            <a:xfrm>
              <a:off x="658380" y="2934927"/>
              <a:ext cx="2490847" cy="2648407"/>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Pharmacy Solutions</a:t>
              </a:r>
            </a:p>
          </p:txBody>
        </p:sp>
        <p:sp>
          <p:nvSpPr>
            <p:cNvPr id="37" name="Rectangle 6"/>
            <p:cNvSpPr/>
            <p:nvPr userDrawn="1"/>
          </p:nvSpPr>
          <p:spPr>
            <a:xfrm rot="5400000">
              <a:off x="2925855" y="299858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8" name="Rectangle 6"/>
            <p:cNvSpPr/>
            <p:nvPr userDrawn="1"/>
          </p:nvSpPr>
          <p:spPr>
            <a:xfrm rot="5400000">
              <a:off x="5763937" y="257931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9" name="TextBox 38"/>
            <p:cNvSpPr txBox="1"/>
            <p:nvPr userDrawn="1"/>
          </p:nvSpPr>
          <p:spPr>
            <a:xfrm>
              <a:off x="3479944" y="3128513"/>
              <a:ext cx="2490847" cy="255101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Provider Solutions</a:t>
              </a:r>
            </a:p>
          </p:txBody>
        </p:sp>
        <p:sp>
          <p:nvSpPr>
            <p:cNvPr id="40" name="TextBox 39"/>
            <p:cNvSpPr txBox="1"/>
            <p:nvPr userDrawn="1"/>
          </p:nvSpPr>
          <p:spPr>
            <a:xfrm>
              <a:off x="6310349" y="2739142"/>
              <a:ext cx="2490847" cy="2536461"/>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Manufacturer Solutions</a:t>
              </a:r>
            </a:p>
          </p:txBody>
        </p:sp>
      </p:gr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Tree>
    <p:extLst>
      <p:ext uri="{BB962C8B-B14F-4D97-AF65-F5344CB8AC3E}">
        <p14:creationId xmlns:p14="http://schemas.microsoft.com/office/powerpoint/2010/main" val="11147157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lobal Sourcing &amp; Distribution Service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4A721CD2-06D2-4589-8D0D-94AC6211365C}"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30254"/>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636466"/>
                </a:solidFill>
                <a:latin typeface="Arial"/>
              </a:rPr>
              <a:t>Global Sourcing &amp; Distribution Services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555263"/>
            <a:ext cx="5053475" cy="2246769"/>
          </a:xfrm>
          <a:prstGeom prst="rect">
            <a:avLst/>
          </a:prstGeom>
          <a:noFill/>
        </p:spPr>
        <p:txBody>
          <a:bodyPr wrap="square" lIns="0" rIns="0" rtlCol="0" anchor="ctr">
            <a:spAutoFit/>
          </a:bodyPr>
          <a:lstStyle/>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Branded</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Generic</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Specialty</a:t>
            </a:r>
          </a:p>
          <a:p>
            <a:pPr marL="365760" lvl="1" indent="-173736" fontAlgn="auto">
              <a:spcBef>
                <a:spcPts val="600"/>
              </a:spcBef>
              <a:spcAft>
                <a:spcPts val="600"/>
              </a:spcAft>
              <a:buClr>
                <a:srgbClr val="00539B"/>
              </a:buClr>
              <a:buFont typeface="Arial" panose="020B0604020202020204" pitchFamily="34" charset="0"/>
              <a:buChar char="‒"/>
            </a:pPr>
            <a:r>
              <a:rPr lang="en-US" sz="1800" b="0" dirty="0">
                <a:solidFill>
                  <a:srgbClr val="636466"/>
                </a:solidFill>
                <a:latin typeface="Arial"/>
              </a:rPr>
              <a:t>Biotech and biosimilars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OTC</a:t>
            </a:r>
          </a:p>
        </p:txBody>
      </p:sp>
    </p:spTree>
    <p:extLst>
      <p:ext uri="{BB962C8B-B14F-4D97-AF65-F5344CB8AC3E}">
        <p14:creationId xmlns:p14="http://schemas.microsoft.com/office/powerpoint/2010/main" val="784312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armacy Solutions">
    <p:spTree>
      <p:nvGrpSpPr>
        <p:cNvPr id="1" name=""/>
        <p:cNvGrpSpPr/>
        <p:nvPr/>
      </p:nvGrpSpPr>
      <p:grpSpPr>
        <a:xfrm>
          <a:off x="0" y="0"/>
          <a:ext cx="0" cy="0"/>
          <a:chOff x="0" y="0"/>
          <a:chExt cx="0" cy="0"/>
        </a:xfrm>
      </p:grpSpPr>
      <p:sp>
        <p:nvSpPr>
          <p:cNvPr id="21"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9E299395-44E8-406A-83C7-F5E703A2C417}"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17553"/>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Pharmacy Solutions</a:t>
            </a:r>
          </a:p>
        </p:txBody>
      </p:sp>
      <p:sp>
        <p:nvSpPr>
          <p:cNvPr id="15" name="TextBox 14"/>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16" name="TextBox 15"/>
          <p:cNvSpPr txBox="1"/>
          <p:nvPr userDrawn="1"/>
        </p:nvSpPr>
        <p:spPr>
          <a:xfrm>
            <a:off x="3646023" y="2555263"/>
            <a:ext cx="5053475" cy="2246769"/>
          </a:xfrm>
          <a:prstGeom prst="rect">
            <a:avLst/>
          </a:prstGeom>
          <a:noFill/>
        </p:spPr>
        <p:txBody>
          <a:bodyPr wrap="square" lIns="0" rIns="0" rtlCol="0" anchor="ctr">
            <a:spAutoFit/>
          </a:bodyPr>
          <a:lstStyle/>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Generic purchasing programs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Pharmacy network and programs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Business consulting services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Technology solutions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Packaging solutions</a:t>
            </a:r>
          </a:p>
        </p:txBody>
      </p:sp>
    </p:spTree>
    <p:extLst>
      <p:ext uri="{BB962C8B-B14F-4D97-AF65-F5344CB8AC3E}">
        <p14:creationId xmlns:p14="http://schemas.microsoft.com/office/powerpoint/2010/main" val="12884915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ovider Solution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F0DE3C8B-F39C-4ADF-8094-84B25E1FE43A}"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30254"/>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Provider Solutions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093598"/>
            <a:ext cx="5053475" cy="3170099"/>
          </a:xfrm>
          <a:prstGeom prst="rect">
            <a:avLst/>
          </a:prstGeom>
          <a:noFill/>
        </p:spPr>
        <p:txBody>
          <a:bodyPr wrap="square" lIns="0" rIns="0" rtlCol="0" anchor="ctr">
            <a:spAutoFit/>
          </a:bodyPr>
          <a:lstStyle/>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Specialty physician Group Purchasing Organizations</a:t>
            </a:r>
          </a:p>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National specialty pharmacy and nursing services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Business consulting services</a:t>
            </a:r>
          </a:p>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Clinical, operational and financial improvement solutions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Clinical/operational education programs</a:t>
            </a:r>
          </a:p>
        </p:txBody>
      </p:sp>
    </p:spTree>
    <p:extLst>
      <p:ext uri="{BB962C8B-B14F-4D97-AF65-F5344CB8AC3E}">
        <p14:creationId xmlns:p14="http://schemas.microsoft.com/office/powerpoint/2010/main" val="210027134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anufacturer Solution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37CB27E6-C870-4839-8E8A-ACBEE99C163B}"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7" y="2630254"/>
            <a:ext cx="2581867"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Manufacturer Solutions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401375"/>
            <a:ext cx="5053475" cy="2554545"/>
          </a:xfrm>
          <a:prstGeom prst="rect">
            <a:avLst/>
          </a:prstGeom>
          <a:noFill/>
        </p:spPr>
        <p:txBody>
          <a:bodyPr wrap="square" lIns="0" rIns="0" rtlCol="0" anchor="ctr">
            <a:spAutoFit/>
          </a:bodyPr>
          <a:lstStyle/>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Strategic consulting services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Global specialty logistics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Market-leading specialty physician Group Purchasing Organizations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Patient support services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Product awareness and marketing services</a:t>
            </a:r>
          </a:p>
        </p:txBody>
      </p:sp>
    </p:spTree>
    <p:extLst>
      <p:ext uri="{BB962C8B-B14F-4D97-AF65-F5344CB8AC3E}">
        <p14:creationId xmlns:p14="http://schemas.microsoft.com/office/powerpoint/2010/main" val="5617860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alue We Deliv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03E3779A-05F1-4C3C-AA11-641E9D365A7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4" name="Picture 2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2" name="Group 1"/>
          <p:cNvGrpSpPr/>
          <p:nvPr userDrawn="1"/>
        </p:nvGrpSpPr>
        <p:grpSpPr>
          <a:xfrm>
            <a:off x="307249" y="2035389"/>
            <a:ext cx="8506097" cy="3509687"/>
            <a:chOff x="307249" y="2035389"/>
            <a:chExt cx="8506097" cy="3509687"/>
          </a:xfrm>
        </p:grpSpPr>
        <p:sp>
          <p:nvSpPr>
            <p:cNvPr id="22" name="Rectangle 6"/>
            <p:cNvSpPr/>
            <p:nvPr userDrawn="1"/>
          </p:nvSpPr>
          <p:spPr>
            <a:xfrm rot="5400000">
              <a:off x="98605"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9" name="Rectangle 6"/>
            <p:cNvSpPr/>
            <p:nvPr userDrawn="1"/>
          </p:nvSpPr>
          <p:spPr>
            <a:xfrm rot="5400000">
              <a:off x="5763937" y="224403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5" name="Rectangle 6"/>
            <p:cNvSpPr/>
            <p:nvPr userDrawn="1"/>
          </p:nvSpPr>
          <p:spPr>
            <a:xfrm rot="16200000">
              <a:off x="2925855" y="249566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7" name="Group 6"/>
            <p:cNvGrpSpPr/>
            <p:nvPr userDrawn="1"/>
          </p:nvGrpSpPr>
          <p:grpSpPr>
            <a:xfrm>
              <a:off x="634186" y="2264556"/>
              <a:ext cx="8177285" cy="3019201"/>
              <a:chOff x="634186" y="2124856"/>
              <a:chExt cx="8177285" cy="3019201"/>
            </a:xfrm>
          </p:grpSpPr>
          <p:sp>
            <p:nvSpPr>
              <p:cNvPr id="19" name="TextBox 18"/>
              <p:cNvSpPr txBox="1"/>
              <p:nvPr userDrawn="1"/>
            </p:nvSpPr>
            <p:spPr>
              <a:xfrm>
                <a:off x="634186" y="2124856"/>
                <a:ext cx="2489062" cy="2911161"/>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Improved Product </a:t>
                </a:r>
              </a:p>
              <a:p>
                <a:pPr fontAlgn="auto">
                  <a:spcBef>
                    <a:spcPts val="0"/>
                  </a:spcBef>
                  <a:spcAft>
                    <a:spcPts val="0"/>
                  </a:spcAft>
                </a:pPr>
                <a:r>
                  <a:rPr lang="en-US" sz="2800" b="0" dirty="0">
                    <a:solidFill>
                      <a:srgbClr val="FFFFFF"/>
                    </a:solidFill>
                    <a:latin typeface="Arial"/>
                  </a:rPr>
                  <a:t>Access</a:t>
                </a:r>
              </a:p>
            </p:txBody>
          </p:sp>
          <p:sp>
            <p:nvSpPr>
              <p:cNvPr id="27" name="TextBox 26"/>
              <p:cNvSpPr txBox="1"/>
              <p:nvPr userDrawn="1"/>
            </p:nvSpPr>
            <p:spPr>
              <a:xfrm>
                <a:off x="3499465" y="2339957"/>
                <a:ext cx="2489062" cy="280410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Increased  Supply Chain Efficiency</a:t>
                </a:r>
              </a:p>
            </p:txBody>
          </p:sp>
          <p:sp>
            <p:nvSpPr>
              <p:cNvPr id="28" name="TextBox 27"/>
              <p:cNvSpPr txBox="1"/>
              <p:nvPr userDrawn="1"/>
            </p:nvSpPr>
            <p:spPr>
              <a:xfrm>
                <a:off x="6322409" y="2138008"/>
                <a:ext cx="2489062" cy="2788108"/>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Enhanced     Patient Care</a:t>
                </a:r>
              </a:p>
            </p:txBody>
          </p:sp>
        </p:grpSp>
      </p:gr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Value We Deliver</a:t>
            </a:r>
          </a:p>
        </p:txBody>
      </p:sp>
    </p:spTree>
    <p:extLst>
      <p:ext uri="{BB962C8B-B14F-4D97-AF65-F5344CB8AC3E}">
        <p14:creationId xmlns:p14="http://schemas.microsoft.com/office/powerpoint/2010/main" val="9938357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Points of Difference">
    <p:spTree>
      <p:nvGrpSpPr>
        <p:cNvPr id="1" name=""/>
        <p:cNvGrpSpPr/>
        <p:nvPr/>
      </p:nvGrpSpPr>
      <p:grpSpPr>
        <a:xfrm>
          <a:off x="0" y="0"/>
          <a:ext cx="0" cy="0"/>
          <a:chOff x="0" y="0"/>
          <a:chExt cx="0" cy="0"/>
        </a:xfrm>
      </p:grpSpPr>
      <p:grpSp>
        <p:nvGrpSpPr>
          <p:cNvPr id="2" name="Group 1"/>
          <p:cNvGrpSpPr/>
          <p:nvPr userDrawn="1"/>
        </p:nvGrpSpPr>
        <p:grpSpPr>
          <a:xfrm>
            <a:off x="296098" y="1974429"/>
            <a:ext cx="8517248" cy="3723047"/>
            <a:chOff x="296098" y="1974429"/>
            <a:chExt cx="8517248" cy="3723047"/>
          </a:xfrm>
        </p:grpSpPr>
        <p:sp>
          <p:nvSpPr>
            <p:cNvPr id="28"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9" name="Rectangle 6"/>
            <p:cNvSpPr/>
            <p:nvPr userDrawn="1"/>
          </p:nvSpPr>
          <p:spPr>
            <a:xfrm rot="5400000">
              <a:off x="2925855" y="264806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0" name="Rectangle 6"/>
            <p:cNvSpPr/>
            <p:nvPr userDrawn="1"/>
          </p:nvSpPr>
          <p:spPr>
            <a:xfrm rot="5400000">
              <a:off x="5763937" y="218307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716D69D8-897C-41C8-AEEC-9D4D16F0446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22"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7" name="Group 6"/>
          <p:cNvGrpSpPr/>
          <p:nvPr userDrawn="1"/>
        </p:nvGrpSpPr>
        <p:grpSpPr>
          <a:xfrm>
            <a:off x="306515" y="2324752"/>
            <a:ext cx="8466556" cy="2945023"/>
            <a:chOff x="306515" y="2324752"/>
            <a:chExt cx="8466556" cy="2945023"/>
          </a:xfrm>
        </p:grpSpPr>
        <p:sp>
          <p:nvSpPr>
            <p:cNvPr id="18" name="TextBox 17"/>
            <p:cNvSpPr txBox="1"/>
            <p:nvPr userDrawn="1"/>
          </p:nvSpPr>
          <p:spPr>
            <a:xfrm>
              <a:off x="30651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Knowledge</a:t>
              </a:r>
              <a:endParaRPr lang="en-US" sz="2400" b="0" dirty="0">
                <a:solidFill>
                  <a:srgbClr val="FFFFFF"/>
                </a:solidFill>
                <a:latin typeface="Arial"/>
              </a:endParaRPr>
            </a:p>
          </p:txBody>
        </p:sp>
        <p:sp>
          <p:nvSpPr>
            <p:cNvPr id="24" name="TextBox 23"/>
            <p:cNvSpPr txBox="1"/>
            <p:nvPr userDrawn="1"/>
          </p:nvSpPr>
          <p:spPr>
            <a:xfrm>
              <a:off x="3157937" y="2761851"/>
              <a:ext cx="2788386" cy="2507924"/>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Reach</a:t>
              </a:r>
              <a:endParaRPr lang="en-US" sz="2400" b="0" dirty="0">
                <a:solidFill>
                  <a:srgbClr val="FFFFFF"/>
                </a:solidFill>
                <a:latin typeface="Arial"/>
              </a:endParaRPr>
            </a:p>
          </p:txBody>
        </p:sp>
        <p:sp>
          <p:nvSpPr>
            <p:cNvPr id="25" name="TextBox 24"/>
            <p:cNvSpPr txBox="1"/>
            <p:nvPr userDrawn="1"/>
          </p:nvSpPr>
          <p:spPr>
            <a:xfrm>
              <a:off x="5992232" y="2324752"/>
              <a:ext cx="2780839" cy="2493621"/>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Partnership</a:t>
              </a:r>
              <a:endParaRPr lang="en-US" sz="2400" b="0" dirty="0">
                <a:solidFill>
                  <a:srgbClr val="FFFFFF"/>
                </a:solidFill>
                <a:latin typeface="Arial"/>
              </a:endParaRPr>
            </a:p>
          </p:txBody>
        </p:sp>
      </p:grpSp>
      <p:sp>
        <p:nvSpPr>
          <p:cNvPr id="26" name="TextBox 25"/>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34953540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18"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52A500FB-1DB1-46F8-B5A0-0FC610561B6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9"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0" name="TextBox 19"/>
          <p:cNvSpPr txBox="1"/>
          <p:nvPr userDrawn="1"/>
        </p:nvSpPr>
        <p:spPr>
          <a:xfrm>
            <a:off x="30651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Knowledge</a:t>
            </a:r>
            <a:endParaRPr lang="en-US" sz="2400" b="0" dirty="0">
              <a:solidFill>
                <a:srgbClr val="FFFFFF"/>
              </a:solidFill>
              <a:latin typeface="Arial"/>
            </a:endParaRPr>
          </a:p>
        </p:txBody>
      </p:sp>
      <p:sp>
        <p:nvSpPr>
          <p:cNvPr id="6" name="TextBox 5"/>
          <p:cNvSpPr txBox="1"/>
          <p:nvPr userDrawn="1"/>
        </p:nvSpPr>
        <p:spPr>
          <a:xfrm>
            <a:off x="3634450" y="2863039"/>
            <a:ext cx="5065049" cy="1631216"/>
          </a:xfrm>
          <a:prstGeom prst="rect">
            <a:avLst/>
          </a:prstGeom>
          <a:noFill/>
        </p:spPr>
        <p:txBody>
          <a:bodyPr wrap="square" lIns="0" rIns="0" rtlCol="0" anchor="ctr">
            <a:spAutoFit/>
          </a:bodyPr>
          <a:lstStyle/>
          <a:p>
            <a:pPr marL="0" lvl="1" fontAlgn="auto">
              <a:spcBef>
                <a:spcPts val="0"/>
              </a:spcBef>
              <a:spcAft>
                <a:spcPts val="0"/>
              </a:spcAft>
            </a:pPr>
            <a:r>
              <a:rPr lang="en-US" sz="2000" b="0" dirty="0">
                <a:solidFill>
                  <a:srgbClr val="636466"/>
                </a:solidFill>
                <a:latin typeface="Arial"/>
              </a:rPr>
              <a:t>Unsurpassed expertise in healthcare policy and consulting combined with deep knowledge in brand, specialty, generic and OTC sourcing, distribution and product commercialization.</a:t>
            </a:r>
          </a:p>
        </p:txBody>
      </p:sp>
      <p:sp>
        <p:nvSpPr>
          <p:cNvPr id="22" name="TextBox 21"/>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28947912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Reach">
    <p:spTree>
      <p:nvGrpSpPr>
        <p:cNvPr id="1" name=""/>
        <p:cNvGrpSpPr/>
        <p:nvPr/>
      </p:nvGrpSpPr>
      <p:grpSpPr>
        <a:xfrm>
          <a:off x="0" y="0"/>
          <a:ext cx="0" cy="0"/>
          <a:chOff x="0" y="0"/>
          <a:chExt cx="0" cy="0"/>
        </a:xfrm>
      </p:grpSpPr>
      <p:sp>
        <p:nvSpPr>
          <p:cNvPr id="17"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F37E79E3-7C6E-455A-8745-08F88CC0CDBA}"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3"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32175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Reach</a:t>
            </a:r>
            <a:endParaRPr lang="en-US" sz="2400" b="0" dirty="0">
              <a:solidFill>
                <a:srgbClr val="FFFFFF"/>
              </a:solidFill>
              <a:latin typeface="Arial"/>
            </a:endParaRPr>
          </a:p>
        </p:txBody>
      </p:sp>
      <p:sp>
        <p:nvSpPr>
          <p:cNvPr id="22" name="TextBox 21"/>
          <p:cNvSpPr txBox="1"/>
          <p:nvPr userDrawn="1"/>
        </p:nvSpPr>
        <p:spPr>
          <a:xfrm>
            <a:off x="3634450" y="3016927"/>
            <a:ext cx="5065049" cy="1323439"/>
          </a:xfrm>
          <a:prstGeom prst="rect">
            <a:avLst/>
          </a:prstGeom>
          <a:noFill/>
        </p:spPr>
        <p:txBody>
          <a:bodyPr wrap="square" lIns="0" rIns="0" rtlCol="0" anchor="ctr">
            <a:spAutoFit/>
          </a:bodyPr>
          <a:lstStyle/>
          <a:p>
            <a:pPr marL="0" lvl="1" fontAlgn="auto">
              <a:spcBef>
                <a:spcPts val="0"/>
              </a:spcBef>
              <a:spcAft>
                <a:spcPts val="0"/>
              </a:spcAft>
              <a:defRPr/>
            </a:pPr>
            <a:r>
              <a:rPr lang="en-US" sz="2000" b="0" dirty="0">
                <a:solidFill>
                  <a:srgbClr val="636466"/>
                </a:solidFill>
                <a:latin typeface="Arial"/>
              </a:rPr>
              <a:t>Market leadership positions that drive global supply chain efficiency and improve product access – from pharmacies to providers and patients</a:t>
            </a:r>
            <a:r>
              <a:rPr lang="en-US" sz="1800" b="0" dirty="0">
                <a:solidFill>
                  <a:srgbClr val="636466"/>
                </a:solidFill>
                <a:latin typeface="Arial"/>
              </a:rPr>
              <a:t>.</a:t>
            </a:r>
          </a:p>
        </p:txBody>
      </p:sp>
      <p:sp>
        <p:nvSpPr>
          <p:cNvPr id="23" name="TextBox 22"/>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173972974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artnership">
    <p:spTree>
      <p:nvGrpSpPr>
        <p:cNvPr id="1" name=""/>
        <p:cNvGrpSpPr/>
        <p:nvPr/>
      </p:nvGrpSpPr>
      <p:grpSpPr>
        <a:xfrm>
          <a:off x="0" y="0"/>
          <a:ext cx="0" cy="0"/>
          <a:chOff x="0" y="0"/>
          <a:chExt cx="0" cy="0"/>
        </a:xfrm>
      </p:grpSpPr>
      <p:sp>
        <p:nvSpPr>
          <p:cNvPr id="17"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F1BF73BD-C5B1-4816-9D23-D173E5BCEDD4}"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3"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296099" y="2371770"/>
            <a:ext cx="2840765"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Partnership</a:t>
            </a:r>
            <a:endParaRPr lang="en-US" sz="2400" b="0" dirty="0">
              <a:solidFill>
                <a:srgbClr val="FFFFFF"/>
              </a:solidFill>
              <a:latin typeface="Arial"/>
            </a:endParaRPr>
          </a:p>
        </p:txBody>
      </p:sp>
      <p:sp>
        <p:nvSpPr>
          <p:cNvPr id="22" name="TextBox 21"/>
          <p:cNvSpPr txBox="1"/>
          <p:nvPr userDrawn="1"/>
        </p:nvSpPr>
        <p:spPr>
          <a:xfrm>
            <a:off x="3646024" y="3170815"/>
            <a:ext cx="5053475" cy="1015663"/>
          </a:xfrm>
          <a:prstGeom prst="rect">
            <a:avLst/>
          </a:prstGeom>
          <a:noFill/>
        </p:spPr>
        <p:txBody>
          <a:bodyPr wrap="square" lIns="0" rIns="0" rtlCol="0" anchor="ctr">
            <a:spAutoFit/>
          </a:bodyPr>
          <a:lstStyle/>
          <a:p>
            <a:pPr marL="0" lvl="1" fontAlgn="auto">
              <a:spcBef>
                <a:spcPts val="0"/>
              </a:spcBef>
              <a:spcAft>
                <a:spcPts val="0"/>
              </a:spcAft>
            </a:pPr>
            <a:r>
              <a:rPr lang="en-US" sz="2000" b="0" dirty="0">
                <a:solidFill>
                  <a:srgbClr val="636466"/>
                </a:solidFill>
                <a:latin typeface="Arial"/>
              </a:rPr>
              <a:t>Innovative partnership philosophy driven by a commitment to help you capitalize on the dynamic changes in healthcare delivery.</a:t>
            </a:r>
          </a:p>
        </p:txBody>
      </p:sp>
      <p:sp>
        <p:nvSpPr>
          <p:cNvPr id="23" name="TextBox 22"/>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153821743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endParaRPr lang="de-DE" dirty="0"/>
          </a:p>
        </p:txBody>
      </p:sp>
      <p:sp>
        <p:nvSpPr>
          <p:cNvPr id="5" name="Inhaltsplatzhalter 2"/>
          <p:cNvSpPr>
            <a:spLocks noGrp="1"/>
          </p:cNvSpPr>
          <p:nvPr>
            <p:ph idx="1" hasCustomPrompt="1"/>
          </p:nvPr>
        </p:nvSpPr>
        <p:spPr>
          <a:xfrm>
            <a:off x="468314" y="1102301"/>
            <a:ext cx="8207375" cy="5279450"/>
          </a:xfrm>
          <a:prstGeom prst="rect">
            <a:avLst/>
          </a:prstGeom>
          <a:noFill/>
          <a:ln w="12700">
            <a:noFill/>
            <a:miter lim="800000"/>
            <a:headEnd/>
            <a:tailEnd/>
          </a:ln>
        </p:spPr>
        <p:txBody>
          <a:bodyPr vert="horz" wrap="square" lIns="0" tIns="72000" rIns="0" bIns="0" numCol="1" anchor="t" anchorCtr="0" compatLnSpc="1">
            <a:prstTxWarp prst="textNoShape">
              <a:avLst/>
            </a:prstTxWarp>
          </a:bodyPr>
          <a:lstStyle>
            <a:lvl1pPr marL="180000" indent="-180000" algn="l" rtl="0" eaLnBrk="1" fontAlgn="base" hangingPunct="1">
              <a:spcBef>
                <a:spcPts val="300"/>
              </a:spcBef>
              <a:spcAft>
                <a:spcPts val="300"/>
              </a:spcAft>
              <a:buClr>
                <a:schemeClr val="tx1"/>
              </a:buClr>
              <a:buFont typeface="Arial" pitchFamily="34" charset="0"/>
              <a:defRPr lang="de-DE" sz="1800" dirty="0" smtClean="0">
                <a:solidFill>
                  <a:schemeClr val="tx1"/>
                </a:solidFill>
                <a:latin typeface="+mn-lt"/>
                <a:ea typeface="+mn-ea"/>
                <a:cs typeface="+mn-cs"/>
              </a:defRPr>
            </a:lvl1pPr>
            <a:lvl2pPr marL="360000" indent="-180000" algn="l" rtl="0" eaLnBrk="1" fontAlgn="base" hangingPunct="1">
              <a:spcBef>
                <a:spcPts val="300"/>
              </a:spcBef>
              <a:spcAft>
                <a:spcPts val="300"/>
              </a:spcAft>
              <a:buClr>
                <a:schemeClr val="tx1"/>
              </a:buClr>
              <a:buFont typeface="Arial" pitchFamily="34" charset="0"/>
              <a:defRPr lang="de-DE" sz="1600" dirty="0" smtClean="0">
                <a:solidFill>
                  <a:schemeClr val="tx1"/>
                </a:solidFill>
                <a:latin typeface="+mn-lt"/>
                <a:ea typeface="+mn-ea"/>
                <a:cs typeface="+mn-cs"/>
              </a:defRPr>
            </a:lvl2pPr>
            <a:lvl3pPr marL="540000" indent="-144000" algn="l" rtl="0" eaLnBrk="1" fontAlgn="base" hangingPunct="1">
              <a:spcBef>
                <a:spcPts val="300"/>
              </a:spcBef>
              <a:spcAft>
                <a:spcPts val="300"/>
              </a:spcAft>
              <a:buClr>
                <a:schemeClr val="tx1"/>
              </a:buClr>
              <a:buFont typeface="Arial" pitchFamily="34" charset="0"/>
              <a:defRPr lang="de-DE" sz="1400" dirty="0" smtClean="0">
                <a:solidFill>
                  <a:schemeClr val="tx1"/>
                </a:solidFill>
                <a:latin typeface="+mn-lt"/>
                <a:ea typeface="+mn-ea"/>
                <a:cs typeface="+mn-cs"/>
              </a:defRPr>
            </a:lvl3pPr>
            <a:lvl4pPr marL="684000" indent="-144000" algn="l" rtl="0" eaLnBrk="1" fontAlgn="base" hangingPunct="1">
              <a:spcBef>
                <a:spcPts val="300"/>
              </a:spcBef>
              <a:spcAft>
                <a:spcPts val="300"/>
              </a:spcAft>
              <a:buClr>
                <a:schemeClr val="tx1"/>
              </a:buClr>
              <a:buFont typeface="Arial" pitchFamily="34" charset="0"/>
              <a:defRPr lang="de-DE" sz="1200" dirty="0" smtClean="0">
                <a:solidFill>
                  <a:schemeClr val="tx1"/>
                </a:solidFill>
                <a:latin typeface="+mn-lt"/>
                <a:ea typeface="+mn-ea"/>
                <a:cs typeface="+mn-cs"/>
              </a:defRPr>
            </a:lvl4pPr>
            <a:lvl5pPr marL="828000" indent="-108000" algn="l" rtl="0" eaLnBrk="1" fontAlgn="base" hangingPunct="1">
              <a:spcBef>
                <a:spcPts val="300"/>
              </a:spcBef>
              <a:spcAft>
                <a:spcPts val="300"/>
              </a:spcAft>
              <a:buClr>
                <a:schemeClr val="tx1"/>
              </a:buClr>
              <a:buFont typeface="Arial" pitchFamily="34" charset="0"/>
              <a:defRPr lang="de-DE" sz="1100" dirty="0">
                <a:solidFill>
                  <a:schemeClr val="tx1"/>
                </a:solidFill>
                <a:latin typeface="+mn-lt"/>
                <a:ea typeface="+mn-ea"/>
                <a:cs typeface="+mn-cs"/>
              </a:defRPr>
            </a:lvl5pPr>
          </a:lstStyle>
          <a:p>
            <a:pPr lvl="0"/>
            <a:r>
              <a:rPr lang="en-US" noProof="0" dirty="0"/>
              <a:t>Bullet 1</a:t>
            </a:r>
          </a:p>
          <a:p>
            <a:pPr lvl="1"/>
            <a:r>
              <a:rPr lang="en-US" noProof="0" dirty="0"/>
              <a:t>Bullet 2</a:t>
            </a:r>
          </a:p>
          <a:p>
            <a:pPr lvl="2"/>
            <a:r>
              <a:rPr lang="en-US" noProof="0" dirty="0"/>
              <a:t>Bullet 3</a:t>
            </a:r>
          </a:p>
          <a:p>
            <a:pPr lvl="3"/>
            <a:r>
              <a:rPr lang="en-US" noProof="0" dirty="0"/>
              <a:t>Bullet 4</a:t>
            </a:r>
          </a:p>
          <a:p>
            <a:pPr lvl="4"/>
            <a:r>
              <a:rPr lang="en-US" noProof="0" dirty="0"/>
              <a:t>Bullet 5</a:t>
            </a:r>
          </a:p>
        </p:txBody>
      </p:sp>
      <p:sp>
        <p:nvSpPr>
          <p:cNvPr id="4" name="Date Placeholder 3"/>
          <p:cNvSpPr>
            <a:spLocks noGrp="1"/>
          </p:cNvSpPr>
          <p:nvPr>
            <p:ph type="dt" sz="half" idx="11"/>
          </p:nvPr>
        </p:nvSpPr>
        <p:spPr>
          <a:xfrm>
            <a:off x="914400" y="6528308"/>
            <a:ext cx="670560" cy="205740"/>
          </a:xfrm>
        </p:spPr>
        <p:txBody>
          <a:bodyPr/>
          <a:lstStyle/>
          <a:p>
            <a:fld id="{B737E33C-D94D-4103-B647-9D4AC5C59B83}" type="datetime1">
              <a:rPr lang="en-US" smtClean="0"/>
              <a:t>01/25/2019</a:t>
            </a:fld>
            <a:endParaRPr lang="en-US" dirty="0"/>
          </a:p>
        </p:txBody>
      </p:sp>
      <p:sp>
        <p:nvSpPr>
          <p:cNvPr id="7" name="Slide Number Placeholder 5"/>
          <p:cNvSpPr>
            <a:spLocks noGrp="1"/>
          </p:cNvSpPr>
          <p:nvPr>
            <p:ph type="sldNum" sz="quarter" idx="12"/>
          </p:nvPr>
        </p:nvSpPr>
        <p:spPr>
          <a:xfrm>
            <a:off x="452121" y="6528308"/>
            <a:ext cx="345440" cy="185420"/>
          </a:xfrm>
        </p:spPr>
        <p:txBody>
          <a:bodyPr/>
          <a:lstStyle/>
          <a:p>
            <a:fld id="{116D1988-50EC-4BB3-865F-87CF946FA9F8}" type="slidenum">
              <a:rPr lang="en-US" smtClean="0"/>
              <a:t>‹#›</a:t>
            </a:fld>
            <a:endParaRPr lang="en-US" dirty="0"/>
          </a:p>
        </p:txBody>
      </p:sp>
    </p:spTree>
    <p:extLst>
      <p:ext uri="{BB962C8B-B14F-4D97-AF65-F5344CB8AC3E}">
        <p14:creationId xmlns:p14="http://schemas.microsoft.com/office/powerpoint/2010/main" val="19852458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10" y="470853"/>
            <a:ext cx="8229600" cy="422592"/>
          </a:xfrm>
        </p:spPr>
        <p:txBody>
          <a:bodyPr/>
          <a:lstStyle>
            <a:lvl1pPr>
              <a:defRPr baseline="0"/>
            </a:lvl1pPr>
          </a:lstStyle>
          <a:p>
            <a:r>
              <a:rPr lang="en-US" dirty="0"/>
              <a:t>Click to edit title and content text style in Arial 24pt</a:t>
            </a:r>
          </a:p>
        </p:txBody>
      </p:sp>
      <p:sp>
        <p:nvSpPr>
          <p:cNvPr id="3" name="Content Placeholder 2"/>
          <p:cNvSpPr>
            <a:spLocks noGrp="1"/>
          </p:cNvSpPr>
          <p:nvPr>
            <p:ph idx="1" hasCustomPrompt="1"/>
          </p:nvPr>
        </p:nvSpPr>
        <p:spPr>
          <a:xfrm>
            <a:off x="457200" y="1454152"/>
            <a:ext cx="8229600" cy="4443412"/>
          </a:xfrm>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7"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Tree>
    <p:extLst>
      <p:ext uri="{BB962C8B-B14F-4D97-AF65-F5344CB8AC3E}">
        <p14:creationId xmlns:p14="http://schemas.microsoft.com/office/powerpoint/2010/main" val="23136305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2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half content title text style in Arial 24pt</a:t>
            </a:r>
          </a:p>
        </p:txBody>
      </p:sp>
      <p:sp>
        <p:nvSpPr>
          <p:cNvPr id="3" name="Content Placeholder 2"/>
          <p:cNvSpPr>
            <a:spLocks noGrp="1"/>
          </p:cNvSpPr>
          <p:nvPr>
            <p:ph idx="1" hasCustomPrompt="1"/>
          </p:nvPr>
        </p:nvSpPr>
        <p:spPr>
          <a:xfrm>
            <a:off x="457200" y="1454152"/>
            <a:ext cx="4025900" cy="4443412"/>
          </a:xfrm>
        </p:spPr>
        <p:txBody>
          <a:bodyPr/>
          <a:lstStyle>
            <a:lvl1pPr marL="173038" indent="-173038">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7507760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10" y="471452"/>
            <a:ext cx="8229600" cy="422592"/>
          </a:xfrm>
        </p:spPr>
        <p:txBody>
          <a:bodyPr/>
          <a:lstStyle>
            <a:lvl1pPr>
              <a:defRPr baseline="0"/>
            </a:lvl1pPr>
          </a:lstStyle>
          <a:p>
            <a:r>
              <a:rPr lang="en-US" dirty="0"/>
              <a:t>Click to edit title only in Arial 24pt</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3"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2760595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two content title text style in Arial 24pt</a:t>
            </a:r>
          </a:p>
        </p:txBody>
      </p:sp>
      <p:sp>
        <p:nvSpPr>
          <p:cNvPr id="3" name="Content Placeholder 2"/>
          <p:cNvSpPr>
            <a:spLocks noGrp="1"/>
          </p:cNvSpPr>
          <p:nvPr>
            <p:ph idx="1" hasCustomPrompt="1"/>
          </p:nvPr>
        </p:nvSpPr>
        <p:spPr>
          <a:xfrm>
            <a:off x="457200" y="1454150"/>
            <a:ext cx="4025900" cy="4428630"/>
          </a:xfrm>
          <a:noFill/>
        </p:spPr>
        <p:txBody>
          <a:bodyPr/>
          <a:lstStyle>
            <a:lvl1pPr>
              <a:defRPr/>
            </a:lvl1pPr>
            <a:lvl2pPr>
              <a:defRPr/>
            </a:lvl2pPr>
            <a:lvl3pPr>
              <a:defRPr baseline="0"/>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1" name="Content Placeholder 10"/>
          <p:cNvSpPr>
            <a:spLocks noGrp="1"/>
          </p:cNvSpPr>
          <p:nvPr>
            <p:ph sz="quarter" idx="19" hasCustomPrompt="1"/>
          </p:nvPr>
        </p:nvSpPr>
        <p:spPr>
          <a:xfrm>
            <a:off x="4635500" y="1447760"/>
            <a:ext cx="4064000" cy="4434880"/>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92513104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ntent with 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two content title text style in Arial 24pt</a:t>
            </a:r>
          </a:p>
        </p:txBody>
      </p:sp>
      <p:sp>
        <p:nvSpPr>
          <p:cNvPr id="3" name="Content Placeholder 2"/>
          <p:cNvSpPr>
            <a:spLocks noGrp="1"/>
          </p:cNvSpPr>
          <p:nvPr>
            <p:ph idx="1" hasCustomPrompt="1"/>
          </p:nvPr>
        </p:nvSpPr>
        <p:spPr>
          <a:xfrm>
            <a:off x="457200" y="2382520"/>
            <a:ext cx="4025900" cy="351504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1" name="Content Placeholder 10"/>
          <p:cNvSpPr>
            <a:spLocks noGrp="1"/>
          </p:cNvSpPr>
          <p:nvPr>
            <p:ph sz="quarter" idx="19" hasCustomPrompt="1"/>
          </p:nvPr>
        </p:nvSpPr>
        <p:spPr>
          <a:xfrm>
            <a:off x="4648200" y="2377440"/>
            <a:ext cx="4051300" cy="3520004"/>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Content Placeholder 14"/>
          <p:cNvSpPr>
            <a:spLocks noGrp="1"/>
          </p:cNvSpPr>
          <p:nvPr>
            <p:ph sz="quarter" idx="20"/>
          </p:nvPr>
        </p:nvSpPr>
        <p:spPr>
          <a:xfrm>
            <a:off x="461963" y="1454151"/>
            <a:ext cx="4021137"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6" name="Content Placeholder 14"/>
          <p:cNvSpPr>
            <a:spLocks noGrp="1"/>
          </p:cNvSpPr>
          <p:nvPr>
            <p:ph sz="quarter" idx="21"/>
          </p:nvPr>
        </p:nvSpPr>
        <p:spPr>
          <a:xfrm>
            <a:off x="4648200" y="1454151"/>
            <a:ext cx="405130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7"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317769251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three content title text style in Arial 24pt</a:t>
            </a:r>
          </a:p>
        </p:txBody>
      </p:sp>
      <p:sp>
        <p:nvSpPr>
          <p:cNvPr id="3" name="Content Placeholder 2"/>
          <p:cNvSpPr>
            <a:spLocks noGrp="1"/>
          </p:cNvSpPr>
          <p:nvPr>
            <p:ph idx="1" hasCustomPrompt="1"/>
          </p:nvPr>
        </p:nvSpPr>
        <p:spPr>
          <a:xfrm>
            <a:off x="457200"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7" name="Content Placeholder 2"/>
          <p:cNvSpPr>
            <a:spLocks noGrp="1"/>
          </p:cNvSpPr>
          <p:nvPr>
            <p:ph idx="21" hasCustomPrompt="1"/>
          </p:nvPr>
        </p:nvSpPr>
        <p:spPr>
          <a:xfrm>
            <a:off x="3244203"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9" name="Content Placeholder 2"/>
          <p:cNvSpPr>
            <a:spLocks noGrp="1"/>
          </p:cNvSpPr>
          <p:nvPr>
            <p:ph idx="23" hasCustomPrompt="1"/>
          </p:nvPr>
        </p:nvSpPr>
        <p:spPr>
          <a:xfrm>
            <a:off x="6031330" y="1454150"/>
            <a:ext cx="2654492" cy="444341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5"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78741522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ree Content with 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096" y="470884"/>
            <a:ext cx="8229600" cy="422592"/>
          </a:xfrm>
        </p:spPr>
        <p:txBody>
          <a:bodyPr anchor="b"/>
          <a:lstStyle>
            <a:lvl1pPr>
              <a:defRPr/>
            </a:lvl1pPr>
          </a:lstStyle>
          <a:p>
            <a:r>
              <a:rPr lang="en-US" dirty="0"/>
              <a:t>Click to edit three content title text style in Arial 24pt</a:t>
            </a:r>
          </a:p>
        </p:txBody>
      </p:sp>
      <p:sp>
        <p:nvSpPr>
          <p:cNvPr id="3" name="Content Placeholder 2"/>
          <p:cNvSpPr>
            <a:spLocks noGrp="1"/>
          </p:cNvSpPr>
          <p:nvPr>
            <p:ph idx="1" hasCustomPrompt="1"/>
          </p:nvPr>
        </p:nvSpPr>
        <p:spPr>
          <a:xfrm>
            <a:off x="457200" y="2382520"/>
            <a:ext cx="2654492" cy="3515043"/>
          </a:xfrm>
          <a:noFill/>
        </p:spPr>
        <p:txBody>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a:t>
            </a:fld>
            <a:endParaRPr lang="en-US" dirty="0">
              <a:solidFill>
                <a:srgbClr val="00539B"/>
              </a:solidFill>
            </a:endParaRPr>
          </a:p>
        </p:txBody>
      </p:sp>
      <p:sp>
        <p:nvSpPr>
          <p:cNvPr id="8" name="Text Placeholder 7"/>
          <p:cNvSpPr>
            <a:spLocks noGrp="1"/>
          </p:cNvSpPr>
          <p:nvPr>
            <p:ph type="body" sz="quarter" idx="18"/>
          </p:nvPr>
        </p:nvSpPr>
        <p:spPr>
          <a:xfrm>
            <a:off x="459105" y="6080125"/>
            <a:ext cx="6667119" cy="460375"/>
          </a:xfrm>
        </p:spPr>
        <p:txBody>
          <a:bodyPr rIns="0" bIns="45720" anchor="b">
            <a:noAutofit/>
          </a:bodyPr>
          <a:lstStyle>
            <a:lvl1pPr>
              <a:buFontTx/>
              <a:buNone/>
              <a:defRPr sz="900" i="0" baseline="0">
                <a:solidFill>
                  <a:schemeClr val="bg2"/>
                </a:solidFill>
              </a:defRPr>
            </a:lvl1pPr>
            <a:lvl2pPr marL="0" marR="0" indent="0" algn="l" defTabSz="914400" rtl="0" eaLnBrk="1" fontAlgn="auto" latinLnBrk="0" hangingPunct="1">
              <a:lnSpc>
                <a:spcPct val="100000"/>
              </a:lnSpc>
              <a:spcBef>
                <a:spcPts val="0"/>
              </a:spcBef>
              <a:spcAft>
                <a:spcPts val="0"/>
              </a:spcAft>
              <a:buClr>
                <a:schemeClr val="tx2"/>
              </a:buClr>
              <a:buSzTx/>
              <a:buFontTx/>
              <a:buNone/>
              <a:tabLst/>
              <a:defRPr sz="900" i="0" baseline="0">
                <a:solidFill>
                  <a:schemeClr val="bg2"/>
                </a:solidFill>
              </a:defRPr>
            </a:lvl2pPr>
          </a:lstStyle>
          <a:p>
            <a:pPr lvl="0">
              <a:spcAft>
                <a:spcPts val="0"/>
              </a:spcAft>
            </a:pPr>
            <a:r>
              <a:rPr lang="en-US"/>
              <a:t>Click to edit Master text styles</a:t>
            </a:r>
          </a:p>
          <a:p>
            <a:pPr lvl="1">
              <a:spcAft>
                <a:spcPts val="0"/>
              </a:spcAft>
            </a:pPr>
            <a:r>
              <a:rPr lang="en-US"/>
              <a:t>Second level</a:t>
            </a:r>
          </a:p>
          <a:p>
            <a:pPr lvl="2">
              <a:spcAft>
                <a:spcPts val="0"/>
              </a:spcAft>
            </a:pPr>
            <a:r>
              <a:rPr lang="en-US"/>
              <a:t>Third level</a:t>
            </a:r>
          </a:p>
        </p:txBody>
      </p:sp>
      <p:sp>
        <p:nvSpPr>
          <p:cNvPr id="15" name="Content Placeholder 14"/>
          <p:cNvSpPr>
            <a:spLocks noGrp="1"/>
          </p:cNvSpPr>
          <p:nvPr>
            <p:ph sz="quarter" idx="20"/>
          </p:nvPr>
        </p:nvSpPr>
        <p:spPr>
          <a:xfrm>
            <a:off x="461963"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7" name="Content Placeholder 2"/>
          <p:cNvSpPr>
            <a:spLocks noGrp="1"/>
          </p:cNvSpPr>
          <p:nvPr>
            <p:ph idx="21" hasCustomPrompt="1"/>
          </p:nvPr>
        </p:nvSpPr>
        <p:spPr>
          <a:xfrm>
            <a:off x="3244203" y="2382520"/>
            <a:ext cx="2654492" cy="3515043"/>
          </a:xfrm>
          <a:noFill/>
        </p:spPr>
        <p:txBody>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18" name="Content Placeholder 14"/>
          <p:cNvSpPr>
            <a:spLocks noGrp="1"/>
          </p:cNvSpPr>
          <p:nvPr>
            <p:ph sz="quarter" idx="22"/>
          </p:nvPr>
        </p:nvSpPr>
        <p:spPr>
          <a:xfrm>
            <a:off x="3248966"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19" name="Content Placeholder 2"/>
          <p:cNvSpPr>
            <a:spLocks noGrp="1"/>
          </p:cNvSpPr>
          <p:nvPr>
            <p:ph idx="23" hasCustomPrompt="1"/>
          </p:nvPr>
        </p:nvSpPr>
        <p:spPr>
          <a:xfrm>
            <a:off x="6031330" y="2382520"/>
            <a:ext cx="2654492" cy="3515043"/>
          </a:xfrm>
          <a:noFill/>
        </p:spPr>
        <p:txBody>
          <a:bodyPr/>
          <a:lstStyle>
            <a:lvl1pPr>
              <a:defRPr/>
            </a:lvl1pPr>
            <a:lvl2pPr>
              <a:defRPr/>
            </a:lvl2pPr>
            <a:lvl3pPr>
              <a:defRPr/>
            </a:lvl3p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20" name="Content Placeholder 14"/>
          <p:cNvSpPr>
            <a:spLocks noGrp="1"/>
          </p:cNvSpPr>
          <p:nvPr>
            <p:ph sz="quarter" idx="24"/>
          </p:nvPr>
        </p:nvSpPr>
        <p:spPr>
          <a:xfrm>
            <a:off x="6036093" y="1454151"/>
            <a:ext cx="2651351" cy="812800"/>
          </a:xfrm>
          <a:noFill/>
        </p:spPr>
        <p:txBody>
          <a:bodyPr anchor="ctr"/>
          <a:lstStyle>
            <a:lvl1pPr marL="0" indent="0" algn="ctr">
              <a:buFontTx/>
              <a:buNone/>
              <a:defRPr b="1"/>
            </a:lvl1pPr>
            <a:lvl2pPr marL="192722" indent="0" algn="ctr">
              <a:buFontTx/>
              <a:buNone/>
              <a:defRPr/>
            </a:lvl2pPr>
            <a:lvl3pPr marL="375602" indent="0" algn="ctr">
              <a:buFontTx/>
              <a:buNone/>
              <a:defRPr/>
            </a:lvl3pPr>
          </a:lstStyle>
          <a:p>
            <a:pPr lvl="0"/>
            <a:r>
              <a:rPr lang="en-US"/>
              <a:t>Click to edit Master text styles</a:t>
            </a:r>
          </a:p>
        </p:txBody>
      </p:sp>
      <p:sp>
        <p:nvSpPr>
          <p:cNvPr id="21" name="Text Placeholder 3"/>
          <p:cNvSpPr>
            <a:spLocks noGrp="1"/>
          </p:cNvSpPr>
          <p:nvPr>
            <p:ph type="body" sz="quarter" idx="17" hasCustomPrompt="1"/>
          </p:nvPr>
        </p:nvSpPr>
        <p:spPr>
          <a:xfrm>
            <a:off x="461010" y="926593"/>
            <a:ext cx="8232775" cy="386270"/>
          </a:xfrm>
        </p:spPr>
        <p:txBody>
          <a:bodyPr lIns="0" tIns="0" rIns="0" bIns="0">
            <a:normAutofit/>
          </a:bodyPr>
          <a:lstStyle>
            <a:lvl1pPr marL="0" indent="0">
              <a:buFontTx/>
              <a:buNone/>
              <a:defRPr sz="1600">
                <a:solidFill>
                  <a:schemeClr val="bg2"/>
                </a:solidFill>
              </a:defRPr>
            </a:lvl1pPr>
          </a:lstStyle>
          <a:p>
            <a:pPr lvl="0"/>
            <a:r>
              <a:rPr lang="en-US" dirty="0"/>
              <a:t>Subtitle text style in Arial 16pt, sentence case</a:t>
            </a:r>
          </a:p>
        </p:txBody>
      </p:sp>
    </p:spTree>
    <p:extLst>
      <p:ext uri="{BB962C8B-B14F-4D97-AF65-F5344CB8AC3E}">
        <p14:creationId xmlns:p14="http://schemas.microsoft.com/office/powerpoint/2010/main" val="29500546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Who is AmerisourceBergen? ">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7DC0ED68-0F75-4F71-9261-CEB3A8952339}" type="datetime1">
              <a:rPr lang="en-US" smtClean="0">
                <a:solidFill>
                  <a:srgbClr val="00539B"/>
                </a:solidFill>
              </a:rPr>
              <a:pPr/>
              <a:t>01/25/2019</a:t>
            </a:fld>
            <a:endParaRPr lang="en-US" dirty="0">
              <a:solidFill>
                <a:srgbClr val="00539B"/>
              </a:solidFill>
            </a:endParaRPr>
          </a:p>
        </p:txBody>
      </p:sp>
      <p:sp>
        <p:nvSpPr>
          <p:cNvPr id="10"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8" name="TextBox 7"/>
          <p:cNvSpPr txBox="1"/>
          <p:nvPr userDrawn="1"/>
        </p:nvSpPr>
        <p:spPr>
          <a:xfrm>
            <a:off x="457200" y="2590780"/>
            <a:ext cx="8242300" cy="1038746"/>
          </a:xfrm>
          <a:prstGeom prst="rect">
            <a:avLst/>
          </a:prstGeom>
          <a:noFill/>
        </p:spPr>
        <p:txBody>
          <a:bodyPr wrap="square" lIns="0" rIns="0" rtlCol="0">
            <a:spAutoFit/>
          </a:bodyPr>
          <a:lstStyle/>
          <a:p>
            <a:pPr marL="0" lvl="1" fontAlgn="auto">
              <a:spcBef>
                <a:spcPts val="300"/>
              </a:spcBef>
              <a:spcAft>
                <a:spcPts val="600"/>
              </a:spcAft>
            </a:pPr>
            <a:r>
              <a:rPr lang="en-US" sz="1800" b="0" dirty="0">
                <a:solidFill>
                  <a:srgbClr val="00539B"/>
                </a:solidFill>
                <a:latin typeface="Arial"/>
              </a:rPr>
              <a:t>What we do:</a:t>
            </a:r>
          </a:p>
          <a:p>
            <a:pPr marL="0" lvl="1" fontAlgn="auto">
              <a:spcBef>
                <a:spcPts val="300"/>
              </a:spcBef>
              <a:spcAft>
                <a:spcPts val="600"/>
              </a:spcAft>
            </a:pPr>
            <a:r>
              <a:rPr lang="en-US" sz="1800" b="0" dirty="0">
                <a:solidFill>
                  <a:srgbClr val="636466"/>
                </a:solidFill>
                <a:latin typeface="Arial"/>
              </a:rPr>
              <a:t>We shape healthcare delivery with solutions that improve product access, increase supply chain efficiency and enhance patient care.</a:t>
            </a:r>
          </a:p>
        </p:txBody>
      </p:sp>
      <p:sp>
        <p:nvSpPr>
          <p:cNvPr id="17" name="TextBox 16"/>
          <p:cNvSpPr txBox="1"/>
          <p:nvPr userDrawn="1"/>
        </p:nvSpPr>
        <p:spPr>
          <a:xfrm>
            <a:off x="457195" y="1469003"/>
            <a:ext cx="8242300" cy="761747"/>
          </a:xfrm>
          <a:prstGeom prst="rect">
            <a:avLst/>
          </a:prstGeom>
          <a:noFill/>
        </p:spPr>
        <p:txBody>
          <a:bodyPr wrap="square" lIns="0" rIns="0" rtlCol="0">
            <a:spAutoFit/>
          </a:bodyPr>
          <a:lstStyle/>
          <a:p>
            <a:pPr marL="0" lvl="1" fontAlgn="auto">
              <a:spcBef>
                <a:spcPts val="300"/>
              </a:spcBef>
              <a:spcAft>
                <a:spcPts val="600"/>
              </a:spcAft>
            </a:pPr>
            <a:r>
              <a:rPr lang="en-US" sz="1800" b="0" dirty="0">
                <a:solidFill>
                  <a:srgbClr val="00539B"/>
                </a:solidFill>
                <a:latin typeface="Arial"/>
              </a:rPr>
              <a:t>Who we are:</a:t>
            </a:r>
          </a:p>
          <a:p>
            <a:pPr marL="0" lvl="1" fontAlgn="auto">
              <a:spcBef>
                <a:spcPts val="300"/>
              </a:spcBef>
              <a:spcAft>
                <a:spcPts val="600"/>
              </a:spcAft>
            </a:pPr>
            <a:r>
              <a:rPr lang="en-US" sz="1800" b="0" dirty="0">
                <a:solidFill>
                  <a:srgbClr val="636466"/>
                </a:solidFill>
                <a:latin typeface="Arial"/>
              </a:rPr>
              <a:t>AmerisourceBergen is a leading global healthcare solutions company.</a:t>
            </a:r>
          </a:p>
        </p:txBody>
      </p:sp>
      <p:sp>
        <p:nvSpPr>
          <p:cNvPr id="7" name="TextBox 6"/>
          <p:cNvSpPr txBox="1"/>
          <p:nvPr userDrawn="1"/>
        </p:nvSpPr>
        <p:spPr>
          <a:xfrm>
            <a:off x="45720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Who is AmerisourceBergen?</a:t>
            </a:r>
          </a:p>
        </p:txBody>
      </p:sp>
      <p:sp>
        <p:nvSpPr>
          <p:cNvPr id="15"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Tree>
    <p:extLst>
      <p:ext uri="{BB962C8B-B14F-4D97-AF65-F5344CB8AC3E}">
        <p14:creationId xmlns:p14="http://schemas.microsoft.com/office/powerpoint/2010/main" val="293062587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rvices and Solutions">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6BCDB4CB-C5A1-49CC-9BCE-0ABB5FD48570}"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30"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10" name="Group 9"/>
          <p:cNvGrpSpPr/>
          <p:nvPr userDrawn="1"/>
        </p:nvGrpSpPr>
        <p:grpSpPr>
          <a:xfrm>
            <a:off x="296098" y="1129449"/>
            <a:ext cx="8517248" cy="5195147"/>
            <a:chOff x="296098" y="1129449"/>
            <a:chExt cx="8517248" cy="5195147"/>
          </a:xfrm>
        </p:grpSpPr>
        <p:grpSp>
          <p:nvGrpSpPr>
            <p:cNvPr id="23" name="Group 22"/>
            <p:cNvGrpSpPr/>
            <p:nvPr userDrawn="1"/>
          </p:nvGrpSpPr>
          <p:grpSpPr>
            <a:xfrm>
              <a:off x="2380721" y="1129449"/>
              <a:ext cx="4695908" cy="5195147"/>
              <a:chOff x="2394496" y="1155625"/>
              <a:chExt cx="4221860" cy="4670701"/>
            </a:xfrm>
          </p:grpSpPr>
          <p:sp>
            <p:nvSpPr>
              <p:cNvPr id="33" name="Rectangle 6"/>
              <p:cNvSpPr/>
              <p:nvPr userDrawn="1"/>
            </p:nvSpPr>
            <p:spPr>
              <a:xfrm rot="5400000">
                <a:off x="2168977" y="1381144"/>
                <a:ext cx="4670701" cy="4219664"/>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4" name="TextBox 33"/>
              <p:cNvSpPr txBox="1"/>
              <p:nvPr userDrawn="1"/>
            </p:nvSpPr>
            <p:spPr>
              <a:xfrm>
                <a:off x="2651771" y="1677102"/>
                <a:ext cx="3964585" cy="557657"/>
              </a:xfrm>
              <a:prstGeom prst="rect">
                <a:avLst/>
              </a:prstGeom>
              <a:noFill/>
            </p:spPr>
            <p:txBody>
              <a:bodyPr wrap="square" lIns="0" tIns="0" rIns="0" bIns="0" rtlCol="0">
                <a:noAutofit/>
              </a:bodyPr>
              <a:lstStyle/>
              <a:p>
                <a:pPr fontAlgn="auto">
                  <a:lnSpc>
                    <a:spcPts val="2400"/>
                  </a:lnSpc>
                  <a:spcBef>
                    <a:spcPts val="0"/>
                  </a:spcBef>
                  <a:spcAft>
                    <a:spcPts val="0"/>
                  </a:spcAft>
                </a:pPr>
                <a:r>
                  <a:rPr lang="en-US" sz="2400" b="0" dirty="0">
                    <a:solidFill>
                      <a:srgbClr val="7F7F7F">
                        <a:lumMod val="75000"/>
                      </a:srgbClr>
                    </a:solidFill>
                    <a:latin typeface="Arial"/>
                  </a:rPr>
                  <a:t>Global Sourcing &amp; Distribution Services</a:t>
                </a:r>
              </a:p>
            </p:txBody>
          </p:sp>
        </p:grpSp>
        <p:sp>
          <p:nvSpPr>
            <p:cNvPr id="35" name="Rectangle 6"/>
            <p:cNvSpPr/>
            <p:nvPr userDrawn="1"/>
          </p:nvSpPr>
          <p:spPr>
            <a:xfrm rot="16200000">
              <a:off x="87454" y="284098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6" name="TextBox 35"/>
            <p:cNvSpPr txBox="1"/>
            <p:nvPr userDrawn="1"/>
          </p:nvSpPr>
          <p:spPr>
            <a:xfrm>
              <a:off x="658380" y="2934927"/>
              <a:ext cx="2490847" cy="2648407"/>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Pharmacy Solutions</a:t>
              </a:r>
            </a:p>
          </p:txBody>
        </p:sp>
        <p:sp>
          <p:nvSpPr>
            <p:cNvPr id="37" name="Rectangle 6"/>
            <p:cNvSpPr/>
            <p:nvPr userDrawn="1"/>
          </p:nvSpPr>
          <p:spPr>
            <a:xfrm rot="5400000">
              <a:off x="2925855" y="299858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8" name="Rectangle 6"/>
            <p:cNvSpPr/>
            <p:nvPr userDrawn="1"/>
          </p:nvSpPr>
          <p:spPr>
            <a:xfrm rot="5400000">
              <a:off x="5763937" y="257931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9" name="TextBox 38"/>
            <p:cNvSpPr txBox="1"/>
            <p:nvPr userDrawn="1"/>
          </p:nvSpPr>
          <p:spPr>
            <a:xfrm>
              <a:off x="3479944" y="3128513"/>
              <a:ext cx="2490847" cy="255101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Provider Solutions</a:t>
              </a:r>
            </a:p>
          </p:txBody>
        </p:sp>
        <p:sp>
          <p:nvSpPr>
            <p:cNvPr id="40" name="TextBox 39"/>
            <p:cNvSpPr txBox="1"/>
            <p:nvPr userDrawn="1"/>
          </p:nvSpPr>
          <p:spPr>
            <a:xfrm>
              <a:off x="6310349" y="2739142"/>
              <a:ext cx="2490847" cy="2536461"/>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Manufacturer Solutions</a:t>
              </a:r>
            </a:p>
          </p:txBody>
        </p:sp>
      </p:gr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Tree>
    <p:extLst>
      <p:ext uri="{BB962C8B-B14F-4D97-AF65-F5344CB8AC3E}">
        <p14:creationId xmlns:p14="http://schemas.microsoft.com/office/powerpoint/2010/main" val="375766831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lobal Sourcing &amp; Distribution Service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4A721CD2-06D2-4589-8D0D-94AC6211365C}"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30254"/>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636466"/>
                </a:solidFill>
                <a:latin typeface="Arial"/>
              </a:rPr>
              <a:t>Global Sourcing &amp; Distribution Services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555263"/>
            <a:ext cx="5053475" cy="2246769"/>
          </a:xfrm>
          <a:prstGeom prst="rect">
            <a:avLst/>
          </a:prstGeom>
          <a:noFill/>
        </p:spPr>
        <p:txBody>
          <a:bodyPr wrap="square" lIns="0" rIns="0" rtlCol="0" anchor="ctr">
            <a:spAutoFit/>
          </a:bodyPr>
          <a:lstStyle/>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Branded</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Generic</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Specialty</a:t>
            </a:r>
          </a:p>
          <a:p>
            <a:pPr marL="365760" lvl="1" indent="-173736" fontAlgn="auto">
              <a:spcBef>
                <a:spcPts val="600"/>
              </a:spcBef>
              <a:spcAft>
                <a:spcPts val="600"/>
              </a:spcAft>
              <a:buClr>
                <a:srgbClr val="00539B"/>
              </a:buClr>
              <a:buFont typeface="Arial" panose="020B0604020202020204" pitchFamily="34" charset="0"/>
              <a:buChar char="‒"/>
            </a:pPr>
            <a:r>
              <a:rPr lang="en-US" sz="1800" b="0" dirty="0">
                <a:solidFill>
                  <a:srgbClr val="636466"/>
                </a:solidFill>
                <a:latin typeface="Arial"/>
              </a:rPr>
              <a:t>Biotech and biosimilars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OTC</a:t>
            </a:r>
          </a:p>
        </p:txBody>
      </p:sp>
    </p:spTree>
    <p:extLst>
      <p:ext uri="{BB962C8B-B14F-4D97-AF65-F5344CB8AC3E}">
        <p14:creationId xmlns:p14="http://schemas.microsoft.com/office/powerpoint/2010/main" val="26127485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armacy Solutions">
    <p:spTree>
      <p:nvGrpSpPr>
        <p:cNvPr id="1" name=""/>
        <p:cNvGrpSpPr/>
        <p:nvPr/>
      </p:nvGrpSpPr>
      <p:grpSpPr>
        <a:xfrm>
          <a:off x="0" y="0"/>
          <a:ext cx="0" cy="0"/>
          <a:chOff x="0" y="0"/>
          <a:chExt cx="0" cy="0"/>
        </a:xfrm>
      </p:grpSpPr>
      <p:sp>
        <p:nvSpPr>
          <p:cNvPr id="21"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9E299395-44E8-406A-83C7-F5E703A2C417}"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17553"/>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Pharmacy Solutions</a:t>
            </a:r>
          </a:p>
        </p:txBody>
      </p:sp>
      <p:sp>
        <p:nvSpPr>
          <p:cNvPr id="15" name="TextBox 14"/>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16" name="TextBox 15"/>
          <p:cNvSpPr txBox="1"/>
          <p:nvPr userDrawn="1"/>
        </p:nvSpPr>
        <p:spPr>
          <a:xfrm>
            <a:off x="3646023" y="2555263"/>
            <a:ext cx="5053475" cy="2246769"/>
          </a:xfrm>
          <a:prstGeom prst="rect">
            <a:avLst/>
          </a:prstGeom>
          <a:noFill/>
        </p:spPr>
        <p:txBody>
          <a:bodyPr wrap="square" lIns="0" rIns="0" rtlCol="0" anchor="ctr">
            <a:spAutoFit/>
          </a:bodyPr>
          <a:lstStyle/>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Generic purchasing programs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Pharmacy network and programs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Business consulting services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Technology solutions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Packaging solutions</a:t>
            </a:r>
          </a:p>
        </p:txBody>
      </p:sp>
    </p:spTree>
    <p:extLst>
      <p:ext uri="{BB962C8B-B14F-4D97-AF65-F5344CB8AC3E}">
        <p14:creationId xmlns:p14="http://schemas.microsoft.com/office/powerpoint/2010/main" val="1092979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vider Solution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F0DE3C8B-F39C-4ADF-8094-84B25E1FE43A}"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8" y="2630254"/>
            <a:ext cx="1978000"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Provider Solutions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093598"/>
            <a:ext cx="5053475" cy="3170099"/>
          </a:xfrm>
          <a:prstGeom prst="rect">
            <a:avLst/>
          </a:prstGeom>
          <a:noFill/>
        </p:spPr>
        <p:txBody>
          <a:bodyPr wrap="square" lIns="0" rIns="0" rtlCol="0" anchor="ctr">
            <a:spAutoFit/>
          </a:bodyPr>
          <a:lstStyle/>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Specialty physician Group Purchasing Organizations</a:t>
            </a:r>
          </a:p>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National specialty pharmacy and nursing services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Business consulting services</a:t>
            </a:r>
          </a:p>
          <a:p>
            <a:pPr marL="173038" indent="-173038"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Clinical, operational and financial improvement solutions</a:t>
            </a:r>
          </a:p>
          <a:p>
            <a:pPr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Clinical/operational education programs</a:t>
            </a:r>
          </a:p>
        </p:txBody>
      </p:sp>
    </p:spTree>
    <p:extLst>
      <p:ext uri="{BB962C8B-B14F-4D97-AF65-F5344CB8AC3E}">
        <p14:creationId xmlns:p14="http://schemas.microsoft.com/office/powerpoint/2010/main" val="14734230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anufacturer Solutions">
    <p:spTree>
      <p:nvGrpSpPr>
        <p:cNvPr id="1" name=""/>
        <p:cNvGrpSpPr/>
        <p:nvPr/>
      </p:nvGrpSpPr>
      <p:grpSpPr>
        <a:xfrm>
          <a:off x="0" y="0"/>
          <a:ext cx="0" cy="0"/>
          <a:chOff x="0" y="0"/>
          <a:chExt cx="0" cy="0"/>
        </a:xfrm>
      </p:grpSpPr>
      <p:sp>
        <p:nvSpPr>
          <p:cNvPr id="16"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37CB27E6-C870-4839-8E8A-ACBEE99C163B}" type="datetime1">
              <a:rPr lang="en-US" smtClean="0">
                <a:solidFill>
                  <a:srgbClr val="00539B"/>
                </a:solidFill>
              </a:rPr>
              <a:pPr/>
              <a:t>01/25/2019</a:t>
            </a:fld>
            <a:endParaRPr lang="en-US" dirty="0">
              <a:solidFill>
                <a:srgbClr val="00539B"/>
              </a:solidFill>
            </a:endParaRPr>
          </a:p>
        </p:txBody>
      </p:sp>
      <p:sp>
        <p:nvSpPr>
          <p:cNvPr id="17"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8" name="Picture 2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628057" y="2630254"/>
            <a:ext cx="2581867" cy="210312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Manufacturer Solutions</a:t>
            </a:r>
          </a:p>
        </p:txBody>
      </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Services and Solutions</a:t>
            </a:r>
          </a:p>
        </p:txBody>
      </p:sp>
      <p:sp>
        <p:nvSpPr>
          <p:cNvPr id="21" name="TextBox 20"/>
          <p:cNvSpPr txBox="1"/>
          <p:nvPr userDrawn="1"/>
        </p:nvSpPr>
        <p:spPr>
          <a:xfrm>
            <a:off x="3646024" y="2401375"/>
            <a:ext cx="5053475" cy="2554545"/>
          </a:xfrm>
          <a:prstGeom prst="rect">
            <a:avLst/>
          </a:prstGeom>
          <a:noFill/>
        </p:spPr>
        <p:txBody>
          <a:bodyPr wrap="square" lIns="0" rIns="0" rtlCol="0" anchor="ctr">
            <a:spAutoFit/>
          </a:bodyPr>
          <a:lstStyle/>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Strategic consulting services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Global specialty logistics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Market-leading specialty physician Group Purchasing Organizations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Patient support services</a:t>
            </a:r>
          </a:p>
          <a:p>
            <a:pPr marL="173736" indent="-173736" fontAlgn="auto">
              <a:spcBef>
                <a:spcPts val="600"/>
              </a:spcBef>
              <a:spcAft>
                <a:spcPts val="600"/>
              </a:spcAft>
              <a:buClr>
                <a:srgbClr val="00539B"/>
              </a:buClr>
              <a:buFont typeface="Wingdings" panose="05000000000000000000" pitchFamily="2" charset="2"/>
              <a:buChar char="§"/>
            </a:pPr>
            <a:r>
              <a:rPr lang="en-US" sz="2000" b="0" dirty="0">
                <a:solidFill>
                  <a:srgbClr val="636466"/>
                </a:solidFill>
                <a:latin typeface="Arial"/>
              </a:rPr>
              <a:t>Product awareness and marketing services</a:t>
            </a:r>
          </a:p>
        </p:txBody>
      </p:sp>
    </p:spTree>
    <p:extLst>
      <p:ext uri="{BB962C8B-B14F-4D97-AF65-F5344CB8AC3E}">
        <p14:creationId xmlns:p14="http://schemas.microsoft.com/office/powerpoint/2010/main" val="301104269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Value We Deliv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03E3779A-05F1-4C3C-AA11-641E9D365A7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4" name="Picture 2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8"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2" name="Group 1"/>
          <p:cNvGrpSpPr/>
          <p:nvPr userDrawn="1"/>
        </p:nvGrpSpPr>
        <p:grpSpPr>
          <a:xfrm>
            <a:off x="307249" y="2035389"/>
            <a:ext cx="8506097" cy="3509687"/>
            <a:chOff x="307249" y="2035389"/>
            <a:chExt cx="8506097" cy="3509687"/>
          </a:xfrm>
        </p:grpSpPr>
        <p:sp>
          <p:nvSpPr>
            <p:cNvPr id="22" name="Rectangle 6"/>
            <p:cNvSpPr/>
            <p:nvPr userDrawn="1"/>
          </p:nvSpPr>
          <p:spPr>
            <a:xfrm rot="5400000">
              <a:off x="98605"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8B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9" name="Rectangle 6"/>
            <p:cNvSpPr/>
            <p:nvPr userDrawn="1"/>
          </p:nvSpPr>
          <p:spPr>
            <a:xfrm rot="5400000">
              <a:off x="5763937" y="224403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2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5" name="Rectangle 6"/>
            <p:cNvSpPr/>
            <p:nvPr userDrawn="1"/>
          </p:nvSpPr>
          <p:spPr>
            <a:xfrm rot="16200000">
              <a:off x="2925855" y="249566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7" name="Group 6"/>
            <p:cNvGrpSpPr/>
            <p:nvPr userDrawn="1"/>
          </p:nvGrpSpPr>
          <p:grpSpPr>
            <a:xfrm>
              <a:off x="634186" y="2264556"/>
              <a:ext cx="8177285" cy="3019201"/>
              <a:chOff x="634186" y="2124856"/>
              <a:chExt cx="8177285" cy="3019201"/>
            </a:xfrm>
          </p:grpSpPr>
          <p:sp>
            <p:nvSpPr>
              <p:cNvPr id="19" name="TextBox 18"/>
              <p:cNvSpPr txBox="1"/>
              <p:nvPr userDrawn="1"/>
            </p:nvSpPr>
            <p:spPr>
              <a:xfrm>
                <a:off x="634186" y="2124856"/>
                <a:ext cx="2489062" cy="2911161"/>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Improved Product </a:t>
                </a:r>
              </a:p>
              <a:p>
                <a:pPr fontAlgn="auto">
                  <a:spcBef>
                    <a:spcPts val="0"/>
                  </a:spcBef>
                  <a:spcAft>
                    <a:spcPts val="0"/>
                  </a:spcAft>
                </a:pPr>
                <a:r>
                  <a:rPr lang="en-US" sz="2800" b="0" dirty="0">
                    <a:solidFill>
                      <a:srgbClr val="FFFFFF"/>
                    </a:solidFill>
                    <a:latin typeface="Arial"/>
                  </a:rPr>
                  <a:t>Access</a:t>
                </a:r>
              </a:p>
            </p:txBody>
          </p:sp>
          <p:sp>
            <p:nvSpPr>
              <p:cNvPr id="27" name="TextBox 26"/>
              <p:cNvSpPr txBox="1"/>
              <p:nvPr userDrawn="1"/>
            </p:nvSpPr>
            <p:spPr>
              <a:xfrm>
                <a:off x="3499465" y="2339957"/>
                <a:ext cx="2489062" cy="2804100"/>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Increased  Supply Chain Efficiency</a:t>
                </a:r>
              </a:p>
            </p:txBody>
          </p:sp>
          <p:sp>
            <p:nvSpPr>
              <p:cNvPr id="28" name="TextBox 27"/>
              <p:cNvSpPr txBox="1"/>
              <p:nvPr userDrawn="1"/>
            </p:nvSpPr>
            <p:spPr>
              <a:xfrm>
                <a:off x="6322409" y="2138008"/>
                <a:ext cx="2489062" cy="2788108"/>
              </a:xfrm>
              <a:prstGeom prst="rect">
                <a:avLst/>
              </a:prstGeom>
              <a:noFill/>
            </p:spPr>
            <p:txBody>
              <a:bodyPr wrap="square" lIns="0" tIns="0" rIns="0" bIns="0" rtlCol="0" anchor="ctr">
                <a:noAutofit/>
              </a:bodyPr>
              <a:lstStyle/>
              <a:p>
                <a:pPr fontAlgn="auto">
                  <a:spcBef>
                    <a:spcPts val="0"/>
                  </a:spcBef>
                  <a:spcAft>
                    <a:spcPts val="0"/>
                  </a:spcAft>
                </a:pPr>
                <a:r>
                  <a:rPr lang="en-US" sz="2800" b="0" dirty="0">
                    <a:solidFill>
                      <a:srgbClr val="FFFFFF"/>
                    </a:solidFill>
                    <a:latin typeface="Arial"/>
                  </a:rPr>
                  <a:t>Enhanced     Patient Care</a:t>
                </a:r>
              </a:p>
            </p:txBody>
          </p:sp>
        </p:grpSp>
      </p:grpSp>
      <p:sp>
        <p:nvSpPr>
          <p:cNvPr id="20" name="TextBox 19"/>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Value We Deliver</a:t>
            </a:r>
          </a:p>
        </p:txBody>
      </p:sp>
    </p:spTree>
    <p:extLst>
      <p:ext uri="{BB962C8B-B14F-4D97-AF65-F5344CB8AC3E}">
        <p14:creationId xmlns:p14="http://schemas.microsoft.com/office/powerpoint/2010/main" val="196909664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Points of Difference">
    <p:spTree>
      <p:nvGrpSpPr>
        <p:cNvPr id="1" name=""/>
        <p:cNvGrpSpPr/>
        <p:nvPr/>
      </p:nvGrpSpPr>
      <p:grpSpPr>
        <a:xfrm>
          <a:off x="0" y="0"/>
          <a:ext cx="0" cy="0"/>
          <a:chOff x="0" y="0"/>
          <a:chExt cx="0" cy="0"/>
        </a:xfrm>
      </p:grpSpPr>
      <p:grpSp>
        <p:nvGrpSpPr>
          <p:cNvPr id="2" name="Group 1"/>
          <p:cNvGrpSpPr/>
          <p:nvPr userDrawn="1"/>
        </p:nvGrpSpPr>
        <p:grpSpPr>
          <a:xfrm>
            <a:off x="296098" y="1974429"/>
            <a:ext cx="8517248" cy="3723047"/>
            <a:chOff x="296098" y="1974429"/>
            <a:chExt cx="8517248" cy="3723047"/>
          </a:xfrm>
        </p:grpSpPr>
        <p:sp>
          <p:nvSpPr>
            <p:cNvPr id="28"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9" name="Rectangle 6"/>
            <p:cNvSpPr/>
            <p:nvPr userDrawn="1"/>
          </p:nvSpPr>
          <p:spPr>
            <a:xfrm rot="5400000">
              <a:off x="2925855" y="2648066"/>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0" name="Rectangle 6"/>
            <p:cNvSpPr/>
            <p:nvPr userDrawn="1"/>
          </p:nvSpPr>
          <p:spPr>
            <a:xfrm rot="5400000">
              <a:off x="5763937" y="2183073"/>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716D69D8-897C-41C8-AEEC-9D4D16F0446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22"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nvGrpSpPr>
          <p:cNvPr id="7" name="Group 6"/>
          <p:cNvGrpSpPr/>
          <p:nvPr userDrawn="1"/>
        </p:nvGrpSpPr>
        <p:grpSpPr>
          <a:xfrm>
            <a:off x="306515" y="2324752"/>
            <a:ext cx="8466556" cy="2945023"/>
            <a:chOff x="306515" y="2324752"/>
            <a:chExt cx="8466556" cy="2945023"/>
          </a:xfrm>
        </p:grpSpPr>
        <p:sp>
          <p:nvSpPr>
            <p:cNvPr id="18" name="TextBox 17"/>
            <p:cNvSpPr txBox="1"/>
            <p:nvPr userDrawn="1"/>
          </p:nvSpPr>
          <p:spPr>
            <a:xfrm>
              <a:off x="30651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Knowledge</a:t>
              </a:r>
              <a:endParaRPr lang="en-US" sz="2400" b="0" dirty="0">
                <a:solidFill>
                  <a:srgbClr val="FFFFFF"/>
                </a:solidFill>
                <a:latin typeface="Arial"/>
              </a:endParaRPr>
            </a:p>
          </p:txBody>
        </p:sp>
        <p:sp>
          <p:nvSpPr>
            <p:cNvPr id="24" name="TextBox 23"/>
            <p:cNvSpPr txBox="1"/>
            <p:nvPr userDrawn="1"/>
          </p:nvSpPr>
          <p:spPr>
            <a:xfrm>
              <a:off x="3157937" y="2761851"/>
              <a:ext cx="2788386" cy="2507924"/>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Reach</a:t>
              </a:r>
              <a:endParaRPr lang="en-US" sz="2400" b="0" dirty="0">
                <a:solidFill>
                  <a:srgbClr val="FFFFFF"/>
                </a:solidFill>
                <a:latin typeface="Arial"/>
              </a:endParaRPr>
            </a:p>
          </p:txBody>
        </p:sp>
        <p:sp>
          <p:nvSpPr>
            <p:cNvPr id="25" name="TextBox 24"/>
            <p:cNvSpPr txBox="1"/>
            <p:nvPr userDrawn="1"/>
          </p:nvSpPr>
          <p:spPr>
            <a:xfrm>
              <a:off x="5992232" y="2324752"/>
              <a:ext cx="2780839" cy="2493621"/>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Partnership</a:t>
              </a:r>
              <a:endParaRPr lang="en-US" sz="2400" b="0" dirty="0">
                <a:solidFill>
                  <a:srgbClr val="FFFFFF"/>
                </a:solidFill>
                <a:latin typeface="Arial"/>
              </a:endParaRPr>
            </a:p>
          </p:txBody>
        </p:sp>
      </p:grpSp>
      <p:sp>
        <p:nvSpPr>
          <p:cNvPr id="26" name="TextBox 25"/>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84881255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18" name="Rectangle 6"/>
          <p:cNvSpPr/>
          <p:nvPr userDrawn="1"/>
        </p:nvSpPr>
        <p:spPr>
          <a:xfrm rot="162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52A500FB-1DB1-46F8-B5A0-0FC610561B69}"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9"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20" name="TextBox 19"/>
          <p:cNvSpPr txBox="1"/>
          <p:nvPr userDrawn="1"/>
        </p:nvSpPr>
        <p:spPr>
          <a:xfrm>
            <a:off x="30651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Knowledge</a:t>
            </a:r>
            <a:endParaRPr lang="en-US" sz="2400" b="0" dirty="0">
              <a:solidFill>
                <a:srgbClr val="FFFFFF"/>
              </a:solidFill>
              <a:latin typeface="Arial"/>
            </a:endParaRPr>
          </a:p>
        </p:txBody>
      </p:sp>
      <p:sp>
        <p:nvSpPr>
          <p:cNvPr id="6" name="TextBox 5"/>
          <p:cNvSpPr txBox="1"/>
          <p:nvPr userDrawn="1"/>
        </p:nvSpPr>
        <p:spPr>
          <a:xfrm>
            <a:off x="3634450" y="2863039"/>
            <a:ext cx="5065049" cy="1631216"/>
          </a:xfrm>
          <a:prstGeom prst="rect">
            <a:avLst/>
          </a:prstGeom>
          <a:noFill/>
        </p:spPr>
        <p:txBody>
          <a:bodyPr wrap="square" lIns="0" rIns="0" rtlCol="0" anchor="ctr">
            <a:spAutoFit/>
          </a:bodyPr>
          <a:lstStyle/>
          <a:p>
            <a:pPr marL="0" lvl="1" fontAlgn="auto">
              <a:spcBef>
                <a:spcPts val="0"/>
              </a:spcBef>
              <a:spcAft>
                <a:spcPts val="0"/>
              </a:spcAft>
            </a:pPr>
            <a:r>
              <a:rPr lang="en-US" sz="2000" b="0" dirty="0">
                <a:solidFill>
                  <a:srgbClr val="636466"/>
                </a:solidFill>
                <a:latin typeface="Arial"/>
              </a:rPr>
              <a:t>Unsurpassed expertise in healthcare policy and consulting combined with deep knowledge in brand, specialty, generic and OTC sourcing, distribution and product commercialization.</a:t>
            </a:r>
          </a:p>
        </p:txBody>
      </p:sp>
      <p:sp>
        <p:nvSpPr>
          <p:cNvPr id="22" name="TextBox 21"/>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376377707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Reach">
    <p:spTree>
      <p:nvGrpSpPr>
        <p:cNvPr id="1" name=""/>
        <p:cNvGrpSpPr/>
        <p:nvPr/>
      </p:nvGrpSpPr>
      <p:grpSpPr>
        <a:xfrm>
          <a:off x="0" y="0"/>
          <a:ext cx="0" cy="0"/>
          <a:chOff x="0" y="0"/>
          <a:chExt cx="0" cy="0"/>
        </a:xfrm>
      </p:grpSpPr>
      <p:sp>
        <p:nvSpPr>
          <p:cNvPr id="17"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820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3"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321755" y="2371770"/>
            <a:ext cx="2792787"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Reach</a:t>
            </a:r>
            <a:endParaRPr lang="en-US" sz="2400" b="0" dirty="0">
              <a:solidFill>
                <a:srgbClr val="FFFFFF"/>
              </a:solidFill>
              <a:latin typeface="Arial"/>
            </a:endParaRPr>
          </a:p>
        </p:txBody>
      </p:sp>
      <p:sp>
        <p:nvSpPr>
          <p:cNvPr id="22" name="TextBox 21"/>
          <p:cNvSpPr txBox="1"/>
          <p:nvPr userDrawn="1"/>
        </p:nvSpPr>
        <p:spPr>
          <a:xfrm>
            <a:off x="3634450" y="3016927"/>
            <a:ext cx="5065049" cy="1323439"/>
          </a:xfrm>
          <a:prstGeom prst="rect">
            <a:avLst/>
          </a:prstGeom>
          <a:noFill/>
        </p:spPr>
        <p:txBody>
          <a:bodyPr wrap="square" lIns="0" rIns="0" rtlCol="0" anchor="ctr">
            <a:spAutoFit/>
          </a:bodyPr>
          <a:lstStyle/>
          <a:p>
            <a:pPr marL="0" lvl="1" fontAlgn="auto">
              <a:spcBef>
                <a:spcPts val="0"/>
              </a:spcBef>
              <a:spcAft>
                <a:spcPts val="0"/>
              </a:spcAft>
              <a:defRPr/>
            </a:pPr>
            <a:r>
              <a:rPr lang="en-US" sz="2000" b="0" dirty="0">
                <a:solidFill>
                  <a:srgbClr val="636466"/>
                </a:solidFill>
                <a:latin typeface="Arial"/>
              </a:rPr>
              <a:t>Market leadership positions that drive global supply chain efficiency and improve product access – from pharmacies to providers and patients</a:t>
            </a:r>
            <a:r>
              <a:rPr lang="en-US" sz="1800" b="0" dirty="0">
                <a:solidFill>
                  <a:srgbClr val="636466"/>
                </a:solidFill>
                <a:latin typeface="Arial"/>
              </a:rPr>
              <a:t>.</a:t>
            </a:r>
          </a:p>
        </p:txBody>
      </p:sp>
      <p:sp>
        <p:nvSpPr>
          <p:cNvPr id="23" name="TextBox 22"/>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
        <p:nvSpPr>
          <p:cNvPr id="2" name="Date Placeholder 1"/>
          <p:cNvSpPr>
            <a:spLocks noGrp="1"/>
          </p:cNvSpPr>
          <p:nvPr>
            <p:ph type="dt" sz="half" idx="10"/>
          </p:nvPr>
        </p:nvSpPr>
        <p:spPr/>
        <p:txBody>
          <a:bodyPr/>
          <a:lstStyle/>
          <a:p>
            <a:pPr fontAlgn="auto">
              <a:spcBef>
                <a:spcPts val="0"/>
              </a:spcBef>
              <a:spcAft>
                <a:spcPts val="0"/>
              </a:spcAft>
            </a:pPr>
            <a:fld id="{ABEEE1E0-468D-4955-ADAC-13FA3E5EB12F}" type="datetime1">
              <a:rPr lang="en-US" b="0" smtClean="0">
                <a:solidFill>
                  <a:srgbClr val="00539B"/>
                </a:solidFill>
                <a:latin typeface="Arial"/>
              </a:rPr>
              <a:pPr fontAlgn="auto">
                <a:spcBef>
                  <a:spcPts val="0"/>
                </a:spcBef>
                <a:spcAft>
                  <a:spcPts val="0"/>
                </a:spcAft>
              </a:pPr>
              <a:t>01/25/2019</a:t>
            </a:fld>
            <a:endParaRPr lang="en-US" b="0" dirty="0">
              <a:solidFill>
                <a:srgbClr val="00539B"/>
              </a:solidFill>
              <a:latin typeface="Arial"/>
            </a:endParaRPr>
          </a:p>
        </p:txBody>
      </p:sp>
      <p:sp>
        <p:nvSpPr>
          <p:cNvPr id="6" name="Footer Placeholder 5"/>
          <p:cNvSpPr>
            <a:spLocks noGrp="1"/>
          </p:cNvSpPr>
          <p:nvPr>
            <p:ph type="ftr" sz="quarter" idx="11"/>
          </p:nvPr>
        </p:nvSpPr>
        <p:spPr/>
        <p:txBody>
          <a:bodyPr/>
          <a:lstStyle/>
          <a:p>
            <a:pPr fontAlgn="auto">
              <a:spcBef>
                <a:spcPts val="0"/>
              </a:spcBef>
              <a:spcAft>
                <a:spcPts val="0"/>
              </a:spcAft>
            </a:pPr>
            <a:r>
              <a:rPr lang="en-US" b="0" dirty="0">
                <a:solidFill>
                  <a:srgbClr val="00539B"/>
                </a:solidFill>
                <a:latin typeface="Arial"/>
              </a:rPr>
              <a:t>CONFIDENTIAL</a:t>
            </a:r>
          </a:p>
        </p:txBody>
      </p:sp>
      <p:sp>
        <p:nvSpPr>
          <p:cNvPr id="7" name="Slide Number Placeholder 6"/>
          <p:cNvSpPr>
            <a:spLocks noGrp="1"/>
          </p:cNvSpPr>
          <p:nvPr>
            <p:ph type="sldNum" sz="quarter" idx="12"/>
          </p:nvPr>
        </p:nvSpPr>
        <p:spPr/>
        <p:txBody>
          <a:bodyPr/>
          <a:lstStyle/>
          <a:p>
            <a:pPr fontAlgn="auto">
              <a:spcBef>
                <a:spcPts val="0"/>
              </a:spcBef>
              <a:spcAft>
                <a:spcPts val="0"/>
              </a:spcAft>
            </a:pPr>
            <a:fld id="{116D1988-50EC-4BB3-865F-87CF946FA9F8}" type="slidenum">
              <a:rPr lang="en-US" b="0" smtClean="0">
                <a:solidFill>
                  <a:srgbClr val="00539B"/>
                </a:solidFill>
                <a:latin typeface="Arial"/>
              </a:rPr>
              <a:pPr fontAlgn="auto">
                <a:spcBef>
                  <a:spcPts val="0"/>
                </a:spcBef>
                <a:spcAft>
                  <a:spcPts val="0"/>
                </a:spcAft>
              </a:pPr>
              <a:t>‹#›</a:t>
            </a:fld>
            <a:endParaRPr lang="en-US" b="0" dirty="0">
              <a:solidFill>
                <a:srgbClr val="00539B"/>
              </a:solidFill>
              <a:latin typeface="Arial"/>
            </a:endParaRPr>
          </a:p>
        </p:txBody>
      </p:sp>
    </p:spTree>
    <p:extLst>
      <p:ext uri="{BB962C8B-B14F-4D97-AF65-F5344CB8AC3E}">
        <p14:creationId xmlns:p14="http://schemas.microsoft.com/office/powerpoint/2010/main" val="236746691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artnership">
    <p:spTree>
      <p:nvGrpSpPr>
        <p:cNvPr id="1" name=""/>
        <p:cNvGrpSpPr/>
        <p:nvPr/>
      </p:nvGrpSpPr>
      <p:grpSpPr>
        <a:xfrm>
          <a:off x="0" y="0"/>
          <a:ext cx="0" cy="0"/>
          <a:chOff x="0" y="0"/>
          <a:chExt cx="0" cy="0"/>
        </a:xfrm>
      </p:grpSpPr>
      <p:sp>
        <p:nvSpPr>
          <p:cNvPr id="17" name="Rectangle 6"/>
          <p:cNvSpPr/>
          <p:nvPr userDrawn="1"/>
        </p:nvSpPr>
        <p:spPr>
          <a:xfrm rot="5400000">
            <a:off x="87454" y="2292345"/>
            <a:ext cx="3258054" cy="2840765"/>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0520" h="2518028">
                <a:moveTo>
                  <a:pt x="304800" y="0"/>
                </a:moveTo>
                <a:lnTo>
                  <a:pt x="2591816" y="3048"/>
                </a:lnTo>
                <a:lnTo>
                  <a:pt x="2890520" y="2518028"/>
                </a:lnTo>
                <a:lnTo>
                  <a:pt x="0" y="2518028"/>
                </a:lnTo>
                <a:lnTo>
                  <a:pt x="304800" y="0"/>
                </a:lnTo>
                <a:close/>
              </a:path>
            </a:pathLst>
          </a:custGeom>
          <a:solidFill>
            <a:srgbClr val="00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3" name="Footer Placeholder 2"/>
          <p:cNvSpPr>
            <a:spLocks noGrp="1"/>
          </p:cNvSpPr>
          <p:nvPr>
            <p:ph type="ftr" sz="quarter" idx="10"/>
          </p:nvPr>
        </p:nvSpPr>
        <p:spPr/>
        <p:txBody>
          <a:bodyPr/>
          <a:lstStyle/>
          <a:p>
            <a:r>
              <a:rPr lang="en-US" dirty="0">
                <a:solidFill>
                  <a:srgbClr val="00539B"/>
                </a:solidFill>
              </a:rPr>
              <a:t>CONFIDENTIAL</a:t>
            </a:r>
          </a:p>
        </p:txBody>
      </p:sp>
      <p:sp>
        <p:nvSpPr>
          <p:cNvPr id="4" name="Slide Number Placeholder 3"/>
          <p:cNvSpPr>
            <a:spLocks noGrp="1"/>
          </p:cNvSpPr>
          <p:nvPr>
            <p:ph type="sldNum" sz="quarter" idx="11"/>
          </p:nvPr>
        </p:nvSpPr>
        <p:spPr/>
        <p:txBody>
          <a:bodyPr/>
          <a:lstStyle/>
          <a:p>
            <a:fld id="{17F32975-EC93-4774-AC74-6AE00E0553D4}" type="slidenum">
              <a:rPr lang="en-US" smtClean="0">
                <a:solidFill>
                  <a:srgbClr val="00539B"/>
                </a:solidFill>
              </a:rPr>
              <a:pPr/>
              <a:t>‹#›</a:t>
            </a:fld>
            <a:endParaRPr lang="en-US" dirty="0">
              <a:solidFill>
                <a:srgbClr val="00539B"/>
              </a:solidFill>
            </a:endParaRPr>
          </a:p>
        </p:txBody>
      </p:sp>
      <p:sp>
        <p:nvSpPr>
          <p:cNvPr id="5" name="Date Placeholder 4"/>
          <p:cNvSpPr>
            <a:spLocks noGrp="1"/>
          </p:cNvSpPr>
          <p:nvPr>
            <p:ph type="dt" sz="half" idx="12"/>
          </p:nvPr>
        </p:nvSpPr>
        <p:spPr/>
        <p:txBody>
          <a:bodyPr/>
          <a:lstStyle/>
          <a:p>
            <a:fld id="{F1BF73BD-C5B1-4816-9D23-D173E5BCEDD4}" type="datetime1">
              <a:rPr lang="en-US" smtClean="0">
                <a:solidFill>
                  <a:srgbClr val="00539B"/>
                </a:solidFill>
              </a:rPr>
              <a:pPr/>
              <a:t>01/25/2019</a:t>
            </a:fld>
            <a:endParaRPr lang="en-US" dirty="0">
              <a:solidFill>
                <a:srgbClr val="00539B"/>
              </a:solidFill>
            </a:endParaRPr>
          </a:p>
        </p:txBody>
      </p:sp>
      <p:sp>
        <p:nvSpPr>
          <p:cNvPr id="15" name="Rectangle 9"/>
          <p:cNvSpPr/>
          <p:nvPr userDrawn="1"/>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3" name="Rectangle 6"/>
          <p:cNvSpPr/>
          <p:nvPr userDrawn="1"/>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19" name="TextBox 18"/>
          <p:cNvSpPr txBox="1"/>
          <p:nvPr userDrawn="1"/>
        </p:nvSpPr>
        <p:spPr>
          <a:xfrm>
            <a:off x="296099" y="2371770"/>
            <a:ext cx="2840765" cy="2603676"/>
          </a:xfrm>
          <a:prstGeom prst="rect">
            <a:avLst/>
          </a:prstGeom>
          <a:noFill/>
        </p:spPr>
        <p:txBody>
          <a:bodyPr wrap="square" lIns="0" tIns="0" rIns="0" bIns="0" rtlCol="0" anchor="ctr" anchorCtr="1">
            <a:noAutofit/>
          </a:bodyPr>
          <a:lstStyle/>
          <a:p>
            <a:pPr fontAlgn="auto">
              <a:lnSpc>
                <a:spcPts val="2400"/>
              </a:lnSpc>
              <a:spcBef>
                <a:spcPts val="0"/>
              </a:spcBef>
              <a:spcAft>
                <a:spcPts val="0"/>
              </a:spcAft>
            </a:pPr>
            <a:r>
              <a:rPr lang="en-US" sz="2800" b="0" dirty="0">
                <a:solidFill>
                  <a:srgbClr val="FFFFFF"/>
                </a:solidFill>
                <a:latin typeface="Arial"/>
              </a:rPr>
              <a:t>Partnership</a:t>
            </a:r>
            <a:endParaRPr lang="en-US" sz="2400" b="0" dirty="0">
              <a:solidFill>
                <a:srgbClr val="FFFFFF"/>
              </a:solidFill>
              <a:latin typeface="Arial"/>
            </a:endParaRPr>
          </a:p>
        </p:txBody>
      </p:sp>
      <p:sp>
        <p:nvSpPr>
          <p:cNvPr id="22" name="TextBox 21"/>
          <p:cNvSpPr txBox="1"/>
          <p:nvPr userDrawn="1"/>
        </p:nvSpPr>
        <p:spPr>
          <a:xfrm>
            <a:off x="3646024" y="3170815"/>
            <a:ext cx="5053475" cy="1015663"/>
          </a:xfrm>
          <a:prstGeom prst="rect">
            <a:avLst/>
          </a:prstGeom>
          <a:noFill/>
        </p:spPr>
        <p:txBody>
          <a:bodyPr wrap="square" lIns="0" rIns="0" rtlCol="0" anchor="ctr">
            <a:spAutoFit/>
          </a:bodyPr>
          <a:lstStyle/>
          <a:p>
            <a:pPr marL="0" lvl="1" fontAlgn="auto">
              <a:spcBef>
                <a:spcPts val="0"/>
              </a:spcBef>
              <a:spcAft>
                <a:spcPts val="0"/>
              </a:spcAft>
            </a:pPr>
            <a:r>
              <a:rPr lang="en-US" sz="2000" b="0" dirty="0">
                <a:solidFill>
                  <a:srgbClr val="636466"/>
                </a:solidFill>
                <a:latin typeface="Arial"/>
              </a:rPr>
              <a:t>Innovative partnership philosophy driven by a commitment to help you capitalize on the dynamic changes in healthcare delivery.</a:t>
            </a:r>
          </a:p>
        </p:txBody>
      </p:sp>
      <p:sp>
        <p:nvSpPr>
          <p:cNvPr id="23" name="TextBox 22"/>
          <p:cNvSpPr txBox="1"/>
          <p:nvPr userDrawn="1"/>
        </p:nvSpPr>
        <p:spPr>
          <a:xfrm>
            <a:off x="462280" y="465773"/>
            <a:ext cx="8242300" cy="461665"/>
          </a:xfrm>
          <a:prstGeom prst="rect">
            <a:avLst/>
          </a:prstGeom>
          <a:noFill/>
        </p:spPr>
        <p:txBody>
          <a:bodyPr wrap="square" lIns="0" rIns="0" rtlCol="0" anchor="b">
            <a:spAutoFit/>
          </a:bodyPr>
          <a:lstStyle/>
          <a:p>
            <a:pPr fontAlgn="auto">
              <a:spcBef>
                <a:spcPts val="0"/>
              </a:spcBef>
              <a:spcAft>
                <a:spcPts val="0"/>
              </a:spcAft>
            </a:pPr>
            <a:r>
              <a:rPr lang="en-US" sz="2400" b="0" dirty="0">
                <a:solidFill>
                  <a:srgbClr val="00539B"/>
                </a:solidFill>
                <a:latin typeface="Arial"/>
              </a:rPr>
              <a:t>Key Points of Difference</a:t>
            </a:r>
          </a:p>
        </p:txBody>
      </p:sp>
    </p:spTree>
    <p:extLst>
      <p:ext uri="{BB962C8B-B14F-4D97-AF65-F5344CB8AC3E}">
        <p14:creationId xmlns:p14="http://schemas.microsoft.com/office/powerpoint/2010/main" val="357914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image" Target="../media/image3.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theme" Target="../theme/theme2.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3.xml"/><Relationship Id="rId1"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image" Target="../media/image1.png"/><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4.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image" Target="../media/image1.png"/><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19" Type="http://schemas.openxmlformats.org/officeDocument/2006/relationships/theme" Target="../theme/theme5.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0998" y="1295401"/>
            <a:ext cx="8382002" cy="4876800"/>
          </a:xfrm>
          <a:prstGeom prst="rect">
            <a:avLst/>
          </a:prstGeom>
        </p:spPr>
        <p:txBody>
          <a:bodyPr vert="horz" wrap="square"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p:cNvSpPr>
            <a:spLocks noGrp="1"/>
          </p:cNvSpPr>
          <p:nvPr>
            <p:ph type="sldNum" sz="quarter" idx="4"/>
          </p:nvPr>
        </p:nvSpPr>
        <p:spPr>
          <a:xfrm>
            <a:off x="47608" y="6521086"/>
            <a:ext cx="457200" cy="266644"/>
          </a:xfrm>
          <a:prstGeom prst="rect">
            <a:avLst/>
          </a:prstGeom>
        </p:spPr>
        <p:txBody>
          <a:bodyPr vert="horz" wrap="square" lIns="91440" tIns="45720" rIns="91440" bIns="45720" rtlCol="0" anchor="ctr">
            <a:noAutofit/>
          </a:bodyPr>
          <a:lstStyle>
            <a:lvl1pPr algn="r">
              <a:defRPr lang="en-US" sz="800" b="0" kern="1200" smtClean="0">
                <a:solidFill>
                  <a:schemeClr val="tx2"/>
                </a:solidFill>
                <a:latin typeface="+mn-lt"/>
                <a:ea typeface="+mn-ea"/>
                <a:cs typeface="+mn-cs"/>
              </a:defRPr>
            </a:lvl1pPr>
          </a:lstStyle>
          <a:p>
            <a:pPr>
              <a:defRPr/>
            </a:pPr>
            <a:fld id="{4F4027BA-9464-4998-8CB6-75858D7C2C66}" type="slidenum">
              <a:rPr lang="en-US" smtClean="0"/>
              <a:pPr>
                <a:defRPr/>
              </a:pPr>
              <a:t>‹#›</a:t>
            </a:fld>
            <a:endParaRPr lang="en-US" dirty="0"/>
          </a:p>
        </p:txBody>
      </p:sp>
      <p:sp>
        <p:nvSpPr>
          <p:cNvPr id="11" name="Rectangle 10"/>
          <p:cNvSpPr/>
          <p:nvPr userDrawn="1"/>
        </p:nvSpPr>
        <p:spPr>
          <a:xfrm>
            <a:off x="533400" y="6485131"/>
            <a:ext cx="3581400" cy="338554"/>
          </a:xfrm>
          <a:prstGeom prst="rect">
            <a:avLst/>
          </a:prstGeom>
        </p:spPr>
        <p:txBody>
          <a:bodyPr wrap="square" anchor="ctr">
            <a:spAutoFit/>
          </a:bodyPr>
          <a:lstStyle/>
          <a:p>
            <a:r>
              <a:rPr lang="en-US" sz="800" b="0" kern="1200" dirty="0">
                <a:solidFill>
                  <a:schemeClr val="tx2"/>
                </a:solidFill>
                <a:latin typeface="+mn-lt"/>
                <a:ea typeface="+mn-ea"/>
                <a:cs typeface="+mn-cs"/>
              </a:rPr>
              <a:t>By EIT Enterprise Architecture Group</a:t>
            </a:r>
            <a:r>
              <a:rPr lang="en-US" sz="800" b="0" kern="1200" baseline="0" dirty="0">
                <a:solidFill>
                  <a:schemeClr val="tx2"/>
                </a:solidFill>
                <a:latin typeface="+mn-lt"/>
                <a:ea typeface="+mn-ea"/>
                <a:cs typeface="+mn-cs"/>
              </a:rPr>
              <a:t> &amp; </a:t>
            </a:r>
            <a:r>
              <a:rPr lang="en-US" sz="800" b="0" kern="1200" dirty="0">
                <a:solidFill>
                  <a:schemeClr val="tx2"/>
                </a:solidFill>
                <a:latin typeface="+mn-lt"/>
                <a:ea typeface="+mn-ea"/>
                <a:cs typeface="+mn-cs"/>
              </a:rPr>
              <a:t>Pariveda Solutions. </a:t>
            </a:r>
          </a:p>
          <a:p>
            <a:r>
              <a:rPr lang="en-US" sz="800" b="0" kern="1200" dirty="0">
                <a:solidFill>
                  <a:schemeClr val="tx2"/>
                </a:solidFill>
                <a:latin typeface="+mn-lt"/>
                <a:ea typeface="+mn-ea"/>
                <a:cs typeface="+mn-cs"/>
              </a:rPr>
              <a:t>Confidential &amp; Proprietary.</a:t>
            </a:r>
          </a:p>
        </p:txBody>
      </p:sp>
      <p:sp>
        <p:nvSpPr>
          <p:cNvPr id="12" name="Rectangle 9"/>
          <p:cNvSpPr/>
          <p:nvPr userDrawn="1"/>
        </p:nvSpPr>
        <p:spPr>
          <a:xfrm>
            <a:off x="7251383" y="6106795"/>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rgbClr val="00539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mn-cs"/>
            </a:endParaRPr>
          </a:p>
        </p:txBody>
      </p:sp>
      <p:pic>
        <p:nvPicPr>
          <p:cNvPr id="13" name="Picture 12"/>
          <p:cNvPicPr>
            <a:picLocks noChangeAspect="1"/>
          </p:cNvPicPr>
          <p:nvPr userDrawn="1"/>
        </p:nvPicPr>
        <p:blipFill>
          <a:blip r:embed="rId40" cstate="print">
            <a:extLst>
              <a:ext uri="{28A0092B-C50C-407E-A947-70E740481C1C}">
                <a14:useLocalDpi xmlns:a14="http://schemas.microsoft.com/office/drawing/2010/main" val="0"/>
              </a:ext>
            </a:extLst>
          </a:blip>
          <a:stretch>
            <a:fillRect/>
          </a:stretch>
        </p:blipFill>
        <p:spPr>
          <a:xfrm>
            <a:off x="7184392" y="6168913"/>
            <a:ext cx="2112008" cy="993887"/>
          </a:xfrm>
          <a:prstGeom prst="rect">
            <a:avLst/>
          </a:prstGeom>
        </p:spPr>
      </p:pic>
      <p:pic>
        <p:nvPicPr>
          <p:cNvPr id="14" name="Picture 2" descr="World Courier - AmerisourceBergen"/>
          <p:cNvPicPr>
            <a:picLocks noChangeAspect="1" noChangeArrowheads="1"/>
          </p:cNvPicPr>
          <p:nvPr userDrawn="1"/>
        </p:nvPicPr>
        <p:blipFill>
          <a:blip r:embed="rId41" cstate="print">
            <a:extLst>
              <a:ext uri="{28A0092B-C50C-407E-A947-70E740481C1C}">
                <a14:useLocalDpi xmlns:a14="http://schemas.microsoft.com/office/drawing/2010/main" val="0"/>
              </a:ext>
            </a:extLst>
          </a:blip>
          <a:srcRect/>
          <a:stretch>
            <a:fillRect/>
          </a:stretch>
        </p:blipFill>
        <p:spPr bwMode="auto">
          <a:xfrm>
            <a:off x="5677182" y="6477000"/>
            <a:ext cx="1489880" cy="381000"/>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Title Placeholder 1"/>
          <p:cNvSpPr>
            <a:spLocks noGrp="1"/>
          </p:cNvSpPr>
          <p:nvPr>
            <p:ph type="title"/>
          </p:nvPr>
        </p:nvSpPr>
        <p:spPr>
          <a:xfrm>
            <a:off x="380998" y="152401"/>
            <a:ext cx="8385268" cy="685800"/>
          </a:xfrm>
          <a:prstGeom prst="rect">
            <a:avLst/>
          </a:prstGeom>
          <a:effectLst/>
        </p:spPr>
        <p:txBody>
          <a:bodyPr vert="horz" wrap="square" lIns="91440" tIns="45720" rIns="91440" bIns="45720" rtlCol="0" anchor="ctr" anchorCtr="0">
            <a:noAutofit/>
          </a:bodyPr>
          <a:lstStyle/>
          <a:p>
            <a:pPr lvl="0" defTabSz="914400">
              <a:spcBef>
                <a:spcPct val="0"/>
              </a:spcBef>
            </a:pPr>
            <a:r>
              <a:rPr lang="en-US" dirty="0"/>
              <a:t>Click to edit Master title style</a:t>
            </a:r>
          </a:p>
        </p:txBody>
      </p:sp>
      <p:sp>
        <p:nvSpPr>
          <p:cNvPr id="19" name="Rectangle 6"/>
          <p:cNvSpPr/>
          <p:nvPr userDrawn="1"/>
        </p:nvSpPr>
        <p:spPr>
          <a:xfrm rot="10800000">
            <a:off x="0" y="152401"/>
            <a:ext cx="188680" cy="685800"/>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rgbClr val="00539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685498044"/>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 id="2147483867" r:id="rId21"/>
    <p:sldLayoutId id="2147483868" r:id="rId22"/>
    <p:sldLayoutId id="2147483869" r:id="rId23"/>
    <p:sldLayoutId id="2147483870" r:id="rId24"/>
    <p:sldLayoutId id="2147483871" r:id="rId25"/>
    <p:sldLayoutId id="2147483872" r:id="rId26"/>
    <p:sldLayoutId id="2147483873" r:id="rId27"/>
    <p:sldLayoutId id="2147483874" r:id="rId28"/>
    <p:sldLayoutId id="2147483875" r:id="rId29"/>
    <p:sldLayoutId id="2147483876" r:id="rId30"/>
    <p:sldLayoutId id="2147483877" r:id="rId31"/>
    <p:sldLayoutId id="2147483878" r:id="rId32"/>
    <p:sldLayoutId id="2147483879" r:id="rId33"/>
    <p:sldLayoutId id="2147483883" r:id="rId34"/>
    <p:sldLayoutId id="2147483885" r:id="rId35"/>
    <p:sldLayoutId id="2147483891" r:id="rId36"/>
    <p:sldLayoutId id="2147483892" r:id="rId37"/>
    <p:sldLayoutId id="2147483893" r:id="rId38"/>
  </p:sldLayoutIdLst>
  <p:hf hdr="0" dt="0"/>
  <p:txStyles>
    <p:titleStyle>
      <a:lvl1pPr algn="l" defTabSz="457200" rtl="0" eaLnBrk="1" latinLnBrk="0" hangingPunct="1">
        <a:spcBef>
          <a:spcPts val="0"/>
        </a:spcBef>
        <a:buNone/>
        <a:defRPr lang="en-US" sz="1800" b="1" i="0" kern="1200" dirty="0">
          <a:solidFill>
            <a:schemeClr val="tx2"/>
          </a:solidFill>
          <a:latin typeface="Arial" panose="020B0604020202020204" pitchFamily="34" charset="0"/>
          <a:ea typeface="+mj-ea"/>
          <a:cs typeface="Arial" panose="020B0604020202020204" pitchFamily="34" charset="0"/>
        </a:defRPr>
      </a:lvl1pPr>
    </p:titleStyle>
    <p:bodyStyle>
      <a:lvl1pPr marL="228600" indent="-228600" algn="l" defTabSz="457200" rtl="0" eaLnBrk="1" latinLnBrk="0" hangingPunct="1">
        <a:lnSpc>
          <a:spcPct val="100000"/>
        </a:lnSpc>
        <a:spcBef>
          <a:spcPts val="0"/>
        </a:spcBef>
        <a:buClr>
          <a:schemeClr val="accent1"/>
        </a:buClr>
        <a:buFont typeface="Wingdings" charset="2"/>
        <a:buChar char="§"/>
        <a:defRPr sz="1400" b="0" i="0" kern="1200">
          <a:solidFill>
            <a:schemeClr val="tx1"/>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lnSpc>
          <a:spcPct val="100000"/>
        </a:lnSpc>
        <a:spcBef>
          <a:spcPts val="0"/>
        </a:spcBef>
        <a:buFont typeface="Arial"/>
        <a:buChar char="–"/>
        <a:defRPr sz="1400" b="0" i="0" kern="1200">
          <a:solidFill>
            <a:schemeClr val="tx1"/>
          </a:solidFill>
          <a:latin typeface="Arial" panose="020B0604020202020204" pitchFamily="34" charset="0"/>
          <a:ea typeface="+mn-ea"/>
          <a:cs typeface="Arial" panose="020B0604020202020204" pitchFamily="34" charset="0"/>
        </a:defRPr>
      </a:lvl2pPr>
      <a:lvl3pPr marL="627063" indent="-169863" algn="l" defTabSz="457200" rtl="0" eaLnBrk="1" latinLnBrk="0" hangingPunct="1">
        <a:lnSpc>
          <a:spcPct val="100000"/>
        </a:lnSpc>
        <a:spcBef>
          <a:spcPts val="0"/>
        </a:spcBef>
        <a:buFont typeface="Arial"/>
        <a:buChar char="•"/>
        <a:defRPr sz="1400" b="0" i="0" kern="1200">
          <a:solidFill>
            <a:schemeClr val="tx1"/>
          </a:solidFill>
          <a:latin typeface="Arial" panose="020B0604020202020204" pitchFamily="34" charset="0"/>
          <a:ea typeface="+mn-ea"/>
          <a:cs typeface="Arial" panose="020B0604020202020204" pitchFamily="34" charset="0"/>
        </a:defRPr>
      </a:lvl3pPr>
      <a:lvl4pPr marL="855663" indent="-228600" algn="l" defTabSz="457200" rtl="0" eaLnBrk="1" latinLnBrk="0" hangingPunct="1">
        <a:lnSpc>
          <a:spcPct val="100000"/>
        </a:lnSpc>
        <a:spcBef>
          <a:spcPts val="0"/>
        </a:spcBef>
        <a:buFont typeface="Arial"/>
        <a:buChar char="–"/>
        <a:defRPr sz="1400" b="0" i="0" kern="1200">
          <a:solidFill>
            <a:schemeClr val="tx1"/>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lnSpc>
          <a:spcPct val="100000"/>
        </a:lnSpc>
        <a:spcBef>
          <a:spcPts val="0"/>
        </a:spcBef>
        <a:buFont typeface="Arial"/>
        <a:buChar char="»"/>
        <a:defRPr sz="1400" b="0" i="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2880">
          <p15:clr>
            <a:srgbClr val="F26B43"/>
          </p15:clr>
        </p15:guide>
        <p15:guide id="3" orient="horz" pos="528">
          <p15:clr>
            <a:srgbClr val="F26B43"/>
          </p15:clr>
        </p15:guide>
        <p15:guide id="4" orient="horz" pos="624">
          <p15:clr>
            <a:srgbClr val="F26B43"/>
          </p15:clr>
        </p15:guide>
        <p15:guide id="5" orient="horz" pos="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4639"/>
            <a:ext cx="7332934" cy="6918960"/>
            <a:chOff x="0" y="-60960"/>
            <a:chExt cx="7332934" cy="6918960"/>
          </a:xfrm>
        </p:grpSpPr>
        <p:sp>
          <p:nvSpPr>
            <p:cNvPr id="8" name="Rectangle 20"/>
            <p:cNvSpPr/>
            <p:nvPr userDrawn="1"/>
          </p:nvSpPr>
          <p:spPr>
            <a:xfrm>
              <a:off x="121874"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
          <p:nvSpPr>
            <p:cNvPr id="9" name="Rectangle 20"/>
            <p:cNvSpPr/>
            <p:nvPr userDrawn="1"/>
          </p:nvSpPr>
          <p:spPr>
            <a:xfrm>
              <a:off x="0" y="-60960"/>
              <a:ext cx="7211060" cy="6918960"/>
            </a:xfrm>
            <a:custGeom>
              <a:avLst/>
              <a:gdLst>
                <a:gd name="connsiteX0" fmla="*/ 0 w 7376160"/>
                <a:gd name="connsiteY0" fmla="*/ 0 h 7406640"/>
                <a:gd name="connsiteX1" fmla="*/ 737616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62940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309360 w 7376160"/>
                <a:gd name="connsiteY1" fmla="*/ 1524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0 h 7406640"/>
                <a:gd name="connsiteX1" fmla="*/ 6568440 w 7376160"/>
                <a:gd name="connsiteY1" fmla="*/ 0 h 7406640"/>
                <a:gd name="connsiteX2" fmla="*/ 7376160 w 7376160"/>
                <a:gd name="connsiteY2" fmla="*/ 7406640 h 7406640"/>
                <a:gd name="connsiteX3" fmla="*/ 0 w 7376160"/>
                <a:gd name="connsiteY3" fmla="*/ 7406640 h 7406640"/>
                <a:gd name="connsiteX4" fmla="*/ 0 w 7376160"/>
                <a:gd name="connsiteY4" fmla="*/ 0 h 7406640"/>
                <a:gd name="connsiteX0" fmla="*/ 0 w 7376160"/>
                <a:gd name="connsiteY0" fmla="*/ 7620 h 7414260"/>
                <a:gd name="connsiteX1" fmla="*/ 6549390 w 7376160"/>
                <a:gd name="connsiteY1" fmla="*/ 0 h 7414260"/>
                <a:gd name="connsiteX2" fmla="*/ 7376160 w 7376160"/>
                <a:gd name="connsiteY2" fmla="*/ 7414260 h 7414260"/>
                <a:gd name="connsiteX3" fmla="*/ 0 w 7376160"/>
                <a:gd name="connsiteY3" fmla="*/ 7414260 h 7414260"/>
                <a:gd name="connsiteX4" fmla="*/ 0 w 7376160"/>
                <a:gd name="connsiteY4" fmla="*/ 7620 h 741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160" h="7414260">
                  <a:moveTo>
                    <a:pt x="0" y="7620"/>
                  </a:moveTo>
                  <a:lnTo>
                    <a:pt x="6549390" y="0"/>
                  </a:lnTo>
                  <a:lnTo>
                    <a:pt x="7376160" y="7414260"/>
                  </a:lnTo>
                  <a:lnTo>
                    <a:pt x="0" y="7414260"/>
                  </a:lnTo>
                  <a:lnTo>
                    <a:pt x="0" y="76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grpSp>
      <p:pic>
        <p:nvPicPr>
          <p:cNvPr id="15" name="Picture 1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5721" y="5673713"/>
            <a:ext cx="2839719" cy="1336339"/>
          </a:xfrm>
          <a:prstGeom prst="rect">
            <a:avLst/>
          </a:prstGeom>
        </p:spPr>
      </p:pic>
    </p:spTree>
    <p:extLst>
      <p:ext uri="{BB962C8B-B14F-4D97-AF65-F5344CB8AC3E}">
        <p14:creationId xmlns:p14="http://schemas.microsoft.com/office/powerpoint/2010/main" val="3564116396"/>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370" y="3748668"/>
            <a:ext cx="3905184" cy="2475278"/>
          </a:xfrm>
          <a:prstGeom prst="rect">
            <a:avLst/>
          </a:prstGeom>
        </p:spPr>
      </p:pic>
    </p:spTree>
    <p:extLst>
      <p:ext uri="{BB962C8B-B14F-4D97-AF65-F5344CB8AC3E}">
        <p14:creationId xmlns:p14="http://schemas.microsoft.com/office/powerpoint/2010/main" val="138162038"/>
      </p:ext>
    </p:extLst>
  </p:cSld>
  <p:clrMap bg1="lt1" tx1="dk1" bg2="lt2" tx2="dk2" accent1="accent1" accent2="accent2" accent3="accent3" accent4="accent4" accent5="accent5" accent6="accent6" hlink="hlink" folHlink="folHlink"/>
  <p:sldLayoutIdLst>
    <p:sldLayoutId id="214748392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1010" y="470091"/>
            <a:ext cx="8229600" cy="422592"/>
          </a:xfrm>
          <a:prstGeom prst="rect">
            <a:avLst/>
          </a:prstGeom>
        </p:spPr>
        <p:txBody>
          <a:bodyPr vert="horz" lIns="0" tIns="0" rIns="0" bIns="0" rtlCol="0" anchor="b">
            <a:normAutofit/>
          </a:bodyPr>
          <a:lstStyle/>
          <a:p>
            <a:r>
              <a:rPr lang="en-US" dirty="0"/>
              <a:t>Master title text style in Arial 24pt, sentence case</a:t>
            </a:r>
          </a:p>
        </p:txBody>
      </p:sp>
      <p:sp>
        <p:nvSpPr>
          <p:cNvPr id="3" name="Text Placeholder 2"/>
          <p:cNvSpPr>
            <a:spLocks noGrp="1"/>
          </p:cNvSpPr>
          <p:nvPr>
            <p:ph type="body" idx="1"/>
          </p:nvPr>
        </p:nvSpPr>
        <p:spPr>
          <a:xfrm>
            <a:off x="457200" y="1454152"/>
            <a:ext cx="8229600" cy="4443412"/>
          </a:xfrm>
          <a:prstGeom prst="rect">
            <a:avLst/>
          </a:prstGeom>
        </p:spPr>
        <p:txBody>
          <a:bodyPr vert="horz" lIns="45720" tIns="45720" rIns="45720" bIns="45720" rtlCol="0">
            <a:normAutofit/>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2"/>
          </p:nvPr>
        </p:nvSpPr>
        <p:spPr>
          <a:xfrm>
            <a:off x="914400" y="6528308"/>
            <a:ext cx="670560" cy="205740"/>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fld id="{ABEEE1E0-468D-4955-ADAC-13FA3E5EB12F}" type="datetime1">
              <a:rPr lang="en-US" b="0" smtClean="0">
                <a:solidFill>
                  <a:srgbClr val="00539B"/>
                </a:solidFill>
                <a:latin typeface="Arial"/>
              </a:rPr>
              <a:pPr fontAlgn="auto">
                <a:spcBef>
                  <a:spcPts val="0"/>
                </a:spcBef>
                <a:spcAft>
                  <a:spcPts val="0"/>
                </a:spcAft>
              </a:pPr>
              <a:t>01/25/2019</a:t>
            </a:fld>
            <a:endParaRPr lang="en-US" b="0" dirty="0">
              <a:solidFill>
                <a:srgbClr val="00539B"/>
              </a:solidFill>
              <a:latin typeface="Arial"/>
            </a:endParaRPr>
          </a:p>
        </p:txBody>
      </p:sp>
      <p:sp>
        <p:nvSpPr>
          <p:cNvPr id="5" name="Footer Placeholder 4"/>
          <p:cNvSpPr>
            <a:spLocks noGrp="1"/>
          </p:cNvSpPr>
          <p:nvPr>
            <p:ph type="ftr" sz="quarter" idx="3"/>
          </p:nvPr>
        </p:nvSpPr>
        <p:spPr>
          <a:xfrm>
            <a:off x="1706880" y="6528308"/>
            <a:ext cx="970280" cy="180975"/>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r>
              <a:rPr lang="en-US" b="0" dirty="0">
                <a:solidFill>
                  <a:srgbClr val="00539B"/>
                </a:solidFill>
                <a:latin typeface="Arial"/>
              </a:rPr>
              <a:t>CONFIDENTIAL</a:t>
            </a:r>
          </a:p>
        </p:txBody>
      </p:sp>
      <p:sp>
        <p:nvSpPr>
          <p:cNvPr id="6" name="Slide Number Placeholder 5"/>
          <p:cNvSpPr>
            <a:spLocks noGrp="1"/>
          </p:cNvSpPr>
          <p:nvPr>
            <p:ph type="sldNum" sz="quarter" idx="4"/>
          </p:nvPr>
        </p:nvSpPr>
        <p:spPr>
          <a:xfrm>
            <a:off x="452120" y="6528308"/>
            <a:ext cx="345440" cy="185420"/>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fld id="{116D1988-50EC-4BB3-865F-87CF946FA9F8}" type="slidenum">
              <a:rPr lang="en-US" b="0" smtClean="0">
                <a:solidFill>
                  <a:srgbClr val="00539B"/>
                </a:solidFill>
                <a:latin typeface="Arial"/>
              </a:rPr>
              <a:pPr fontAlgn="auto">
                <a:spcBef>
                  <a:spcPts val="0"/>
                </a:spcBef>
                <a:spcAft>
                  <a:spcPts val="0"/>
                </a:spcAft>
              </a:pPr>
              <a:t>‹#›</a:t>
            </a:fld>
            <a:endParaRPr lang="en-US" b="0" dirty="0">
              <a:solidFill>
                <a:srgbClr val="00539B"/>
              </a:solidFill>
              <a:latin typeface="Arial"/>
            </a:endParaRPr>
          </a:p>
        </p:txBody>
      </p:sp>
      <p:sp>
        <p:nvSpPr>
          <p:cNvPr id="10" name="Rectangle 9"/>
          <p:cNvSpPr/>
          <p:nvPr/>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11" name="Picture 10"/>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2" name="Rectangle 6"/>
          <p:cNvSpPr/>
          <p:nvPr/>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Tree>
    <p:extLst>
      <p:ext uri="{BB962C8B-B14F-4D97-AF65-F5344CB8AC3E}">
        <p14:creationId xmlns:p14="http://schemas.microsoft.com/office/powerpoint/2010/main" val="121929690"/>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 id="2147483941" r:id="rId18"/>
    <p:sldLayoutId id="2147483961" r:id="rId19"/>
  </p:sldLayoutIdLst>
  <p:hf hdr="0"/>
  <p:txStyles>
    <p:titleStyle>
      <a:lvl1pPr algn="l" defTabSz="914400" rtl="0" eaLnBrk="1" latinLnBrk="0" hangingPunct="1">
        <a:spcBef>
          <a:spcPct val="0"/>
        </a:spcBef>
        <a:buNone/>
        <a:defRPr sz="2400" kern="1200">
          <a:solidFill>
            <a:schemeClr val="tx2"/>
          </a:solidFill>
          <a:latin typeface="Arial" panose="020B0604020202020204" pitchFamily="34" charset="0"/>
          <a:ea typeface="+mj-ea"/>
          <a:cs typeface="Arial" panose="020B0604020202020204" pitchFamily="34" charset="0"/>
        </a:defRPr>
      </a:lvl1pPr>
    </p:titleStyle>
    <p:bodyStyle>
      <a:lvl1pPr marL="173736" indent="-173038" algn="l" defTabSz="914400" rtl="0" eaLnBrk="1" latinLnBrk="0" hangingPunct="1">
        <a:spcBef>
          <a:spcPts val="600"/>
        </a:spcBef>
        <a:spcAft>
          <a:spcPts val="600"/>
        </a:spcAft>
        <a:buClr>
          <a:schemeClr val="tx2"/>
        </a:buClr>
        <a:buFont typeface="Wingdings" panose="05000000000000000000" pitchFamily="2" charset="2"/>
        <a:buChar char="§"/>
        <a:defRPr sz="2000" kern="1200" baseline="0">
          <a:solidFill>
            <a:schemeClr val="tx1">
              <a:lumMod val="75000"/>
            </a:schemeClr>
          </a:solidFill>
          <a:latin typeface="Arial" panose="020B0604020202020204" pitchFamily="34" charset="0"/>
          <a:ea typeface="+mn-ea"/>
          <a:cs typeface="Arial" panose="020B0604020202020204" pitchFamily="34" charset="0"/>
        </a:defRPr>
      </a:lvl1pPr>
      <a:lvl2pPr marL="365760" indent="-173038" algn="l" defTabSz="914400" rtl="0" eaLnBrk="1" latinLnBrk="0" hangingPunct="1">
        <a:spcBef>
          <a:spcPts val="600"/>
        </a:spcBef>
        <a:spcAft>
          <a:spcPts val="600"/>
        </a:spcAft>
        <a:buClr>
          <a:schemeClr val="tx2"/>
        </a:buClr>
        <a:buSzPct val="150000"/>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2pPr>
      <a:lvl3pPr marL="548640" indent="-173038" algn="l" defTabSz="914400" rtl="0" eaLnBrk="1" latinLnBrk="0" hangingPunct="1">
        <a:spcBef>
          <a:spcPts val="600"/>
        </a:spcBef>
        <a:spcAft>
          <a:spcPts val="600"/>
        </a:spcAft>
        <a:buClr>
          <a:schemeClr val="tx2"/>
        </a:buClr>
        <a:buSzPct val="125000"/>
        <a:buFont typeface="Arial" panose="020B0604020202020204" pitchFamily="34" charset="0"/>
        <a:buChar char="&gt;"/>
        <a:defRPr sz="1600" kern="1200">
          <a:solidFill>
            <a:schemeClr val="bg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1010" y="470091"/>
            <a:ext cx="8229600" cy="422592"/>
          </a:xfrm>
          <a:prstGeom prst="rect">
            <a:avLst/>
          </a:prstGeom>
        </p:spPr>
        <p:txBody>
          <a:bodyPr vert="horz" lIns="0" tIns="0" rIns="0" bIns="0" rtlCol="0" anchor="b">
            <a:normAutofit/>
          </a:bodyPr>
          <a:lstStyle/>
          <a:p>
            <a:r>
              <a:rPr lang="en-US" dirty="0"/>
              <a:t>Master title text style in Arial 24pt, sentence case</a:t>
            </a:r>
          </a:p>
        </p:txBody>
      </p:sp>
      <p:sp>
        <p:nvSpPr>
          <p:cNvPr id="3" name="Text Placeholder 2"/>
          <p:cNvSpPr>
            <a:spLocks noGrp="1"/>
          </p:cNvSpPr>
          <p:nvPr>
            <p:ph type="body" idx="1"/>
          </p:nvPr>
        </p:nvSpPr>
        <p:spPr>
          <a:xfrm>
            <a:off x="457200" y="1454152"/>
            <a:ext cx="8229600" cy="4443412"/>
          </a:xfrm>
          <a:prstGeom prst="rect">
            <a:avLst/>
          </a:prstGeom>
        </p:spPr>
        <p:txBody>
          <a:bodyPr vert="horz" lIns="45720" tIns="45720" rIns="45720" bIns="45720" rtlCol="0">
            <a:normAutofit/>
          </a:bodyPr>
          <a:lstStyle/>
          <a:p>
            <a:pPr lvl="0"/>
            <a:r>
              <a:rPr lang="en-US" dirty="0"/>
              <a:t>First bullet (square bullet) is at 20pt Arial Font</a:t>
            </a:r>
          </a:p>
          <a:p>
            <a:pPr lvl="1"/>
            <a:r>
              <a:rPr lang="en-US" dirty="0"/>
              <a:t>Secondary bullet (dash bullet) is at 18pt Arial Font</a:t>
            </a:r>
          </a:p>
          <a:p>
            <a:pPr lvl="2"/>
            <a:r>
              <a:rPr lang="en-US" dirty="0"/>
              <a:t>Tertiary bullet (carrot bullet) is at 16pt Arial Font </a:t>
            </a:r>
          </a:p>
        </p:txBody>
      </p:sp>
      <p:sp>
        <p:nvSpPr>
          <p:cNvPr id="4" name="Date Placeholder 3"/>
          <p:cNvSpPr>
            <a:spLocks noGrp="1"/>
          </p:cNvSpPr>
          <p:nvPr>
            <p:ph type="dt" sz="half" idx="2"/>
          </p:nvPr>
        </p:nvSpPr>
        <p:spPr>
          <a:xfrm>
            <a:off x="914400" y="6528308"/>
            <a:ext cx="670560" cy="205740"/>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fld id="{ABEEE1E0-468D-4955-ADAC-13FA3E5EB12F}" type="datetime1">
              <a:rPr lang="en-US" b="0" smtClean="0">
                <a:solidFill>
                  <a:srgbClr val="00539B"/>
                </a:solidFill>
                <a:latin typeface="Arial"/>
              </a:rPr>
              <a:pPr fontAlgn="auto">
                <a:spcBef>
                  <a:spcPts val="0"/>
                </a:spcBef>
                <a:spcAft>
                  <a:spcPts val="0"/>
                </a:spcAft>
              </a:pPr>
              <a:t>01/25/2019</a:t>
            </a:fld>
            <a:endParaRPr lang="en-US" b="0" dirty="0">
              <a:solidFill>
                <a:srgbClr val="00539B"/>
              </a:solidFill>
              <a:latin typeface="Arial"/>
            </a:endParaRPr>
          </a:p>
        </p:txBody>
      </p:sp>
      <p:sp>
        <p:nvSpPr>
          <p:cNvPr id="5" name="Footer Placeholder 4"/>
          <p:cNvSpPr>
            <a:spLocks noGrp="1"/>
          </p:cNvSpPr>
          <p:nvPr>
            <p:ph type="ftr" sz="quarter" idx="3"/>
          </p:nvPr>
        </p:nvSpPr>
        <p:spPr>
          <a:xfrm>
            <a:off x="1706880" y="6528308"/>
            <a:ext cx="970280" cy="180975"/>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r>
              <a:rPr lang="en-US" b="0" dirty="0">
                <a:solidFill>
                  <a:srgbClr val="00539B"/>
                </a:solidFill>
                <a:latin typeface="Arial"/>
              </a:rPr>
              <a:t>CONFIDENTIAL</a:t>
            </a:r>
          </a:p>
        </p:txBody>
      </p:sp>
      <p:sp>
        <p:nvSpPr>
          <p:cNvPr id="6" name="Slide Number Placeholder 5"/>
          <p:cNvSpPr>
            <a:spLocks noGrp="1"/>
          </p:cNvSpPr>
          <p:nvPr>
            <p:ph type="sldNum" sz="quarter" idx="4"/>
          </p:nvPr>
        </p:nvSpPr>
        <p:spPr>
          <a:xfrm>
            <a:off x="452120" y="6528308"/>
            <a:ext cx="345440" cy="185420"/>
          </a:xfrm>
          <a:prstGeom prst="rect">
            <a:avLst/>
          </a:prstGeom>
        </p:spPr>
        <p:txBody>
          <a:bodyPr vert="horz" lIns="0" tIns="0" rIns="0" bIns="0" rtlCol="0" anchor="t"/>
          <a:lstStyle>
            <a:lvl1pPr algn="l">
              <a:defRPr sz="900">
                <a:solidFill>
                  <a:schemeClr val="tx2"/>
                </a:solidFill>
              </a:defRPr>
            </a:lvl1pPr>
          </a:lstStyle>
          <a:p>
            <a:pPr fontAlgn="auto">
              <a:spcBef>
                <a:spcPts val="0"/>
              </a:spcBef>
              <a:spcAft>
                <a:spcPts val="0"/>
              </a:spcAft>
            </a:pPr>
            <a:fld id="{116D1988-50EC-4BB3-865F-87CF946FA9F8}" type="slidenum">
              <a:rPr lang="en-US" b="0" smtClean="0">
                <a:solidFill>
                  <a:srgbClr val="00539B"/>
                </a:solidFill>
                <a:latin typeface="Arial"/>
              </a:rPr>
              <a:pPr fontAlgn="auto">
                <a:spcBef>
                  <a:spcPts val="0"/>
                </a:spcBef>
                <a:spcAft>
                  <a:spcPts val="0"/>
                </a:spcAft>
              </a:pPr>
              <a:t>‹#›</a:t>
            </a:fld>
            <a:endParaRPr lang="en-US" b="0" dirty="0">
              <a:solidFill>
                <a:srgbClr val="00539B"/>
              </a:solidFill>
              <a:latin typeface="Arial"/>
            </a:endParaRPr>
          </a:p>
        </p:txBody>
      </p:sp>
      <p:sp>
        <p:nvSpPr>
          <p:cNvPr id="10" name="Rectangle 9"/>
          <p:cNvSpPr/>
          <p:nvPr/>
        </p:nvSpPr>
        <p:spPr>
          <a:xfrm>
            <a:off x="7199311" y="5942130"/>
            <a:ext cx="1944689" cy="915869"/>
          </a:xfrm>
          <a:custGeom>
            <a:avLst/>
            <a:gdLst>
              <a:gd name="connsiteX0" fmla="*/ 0 w 2499360"/>
              <a:gd name="connsiteY0" fmla="*/ 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0 h 1198880"/>
              <a:gd name="connsiteX0" fmla="*/ 0 w 2499360"/>
              <a:gd name="connsiteY0" fmla="*/ 487680 h 1198880"/>
              <a:gd name="connsiteX1" fmla="*/ 2499360 w 2499360"/>
              <a:gd name="connsiteY1" fmla="*/ 0 h 1198880"/>
              <a:gd name="connsiteX2" fmla="*/ 2499360 w 2499360"/>
              <a:gd name="connsiteY2" fmla="*/ 1198880 h 1198880"/>
              <a:gd name="connsiteX3" fmla="*/ 0 w 2499360"/>
              <a:gd name="connsiteY3" fmla="*/ 1198880 h 1198880"/>
              <a:gd name="connsiteX4" fmla="*/ 0 w 2499360"/>
              <a:gd name="connsiteY4" fmla="*/ 487680 h 1198880"/>
              <a:gd name="connsiteX0" fmla="*/ 5080 w 2499360"/>
              <a:gd name="connsiteY0" fmla="*/ 254000 h 1198880"/>
              <a:gd name="connsiteX1" fmla="*/ 2499360 w 2499360"/>
              <a:gd name="connsiteY1" fmla="*/ 0 h 1198880"/>
              <a:gd name="connsiteX2" fmla="*/ 2499360 w 2499360"/>
              <a:gd name="connsiteY2" fmla="*/ 1198880 h 1198880"/>
              <a:gd name="connsiteX3" fmla="*/ 0 w 2499360"/>
              <a:gd name="connsiteY3" fmla="*/ 1198880 h 1198880"/>
              <a:gd name="connsiteX4" fmla="*/ 5080 w 2499360"/>
              <a:gd name="connsiteY4" fmla="*/ 254000 h 119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9360" h="1198880">
                <a:moveTo>
                  <a:pt x="5080" y="254000"/>
                </a:moveTo>
                <a:lnTo>
                  <a:pt x="2499360" y="0"/>
                </a:lnTo>
                <a:lnTo>
                  <a:pt x="2499360" y="1198880"/>
                </a:lnTo>
                <a:lnTo>
                  <a:pt x="0" y="1198880"/>
                </a:lnTo>
                <a:cubicBezTo>
                  <a:pt x="1693" y="883920"/>
                  <a:pt x="3387" y="568960"/>
                  <a:pt x="5080" y="25400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pic>
        <p:nvPicPr>
          <p:cNvPr id="11" name="Picture 10"/>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132320" y="6004248"/>
            <a:ext cx="2112008" cy="993887"/>
          </a:xfrm>
          <a:prstGeom prst="rect">
            <a:avLst/>
          </a:prstGeom>
        </p:spPr>
      </p:pic>
      <p:sp>
        <p:nvSpPr>
          <p:cNvPr id="12" name="Rectangle 6"/>
          <p:cNvSpPr/>
          <p:nvPr/>
        </p:nvSpPr>
        <p:spPr>
          <a:xfrm rot="10800000">
            <a:off x="-3344" y="524509"/>
            <a:ext cx="192024" cy="369952"/>
          </a:xfrm>
          <a:custGeom>
            <a:avLst/>
            <a:gdLst>
              <a:gd name="connsiteX0" fmla="*/ 0 w 2890520"/>
              <a:gd name="connsiteY0" fmla="*/ 0 h 2508884"/>
              <a:gd name="connsiteX1" fmla="*/ 2890520 w 2890520"/>
              <a:gd name="connsiteY1" fmla="*/ 0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0 h 2508884"/>
              <a:gd name="connsiteX1" fmla="*/ 2533904 w 2890520"/>
              <a:gd name="connsiteY1" fmla="*/ 6096 h 2508884"/>
              <a:gd name="connsiteX2" fmla="*/ 2890520 w 2890520"/>
              <a:gd name="connsiteY2" fmla="*/ 2508884 h 2508884"/>
              <a:gd name="connsiteX3" fmla="*/ 0 w 2890520"/>
              <a:gd name="connsiteY3" fmla="*/ 2508884 h 2508884"/>
              <a:gd name="connsiteX4" fmla="*/ 0 w 2890520"/>
              <a:gd name="connsiteY4" fmla="*/ 0 h 2508884"/>
              <a:gd name="connsiteX0" fmla="*/ 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0 w 2890520"/>
              <a:gd name="connsiteY4" fmla="*/ 6096 h 2514980"/>
              <a:gd name="connsiteX0" fmla="*/ 289560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289560 w 2890520"/>
              <a:gd name="connsiteY4" fmla="*/ 6096 h 2514980"/>
              <a:gd name="connsiteX0" fmla="*/ 374904 w 2890520"/>
              <a:gd name="connsiteY0" fmla="*/ 6096 h 2514980"/>
              <a:gd name="connsiteX1" fmla="*/ 2591816 w 2890520"/>
              <a:gd name="connsiteY1" fmla="*/ 0 h 2514980"/>
              <a:gd name="connsiteX2" fmla="*/ 2890520 w 2890520"/>
              <a:gd name="connsiteY2" fmla="*/ 2514980 h 2514980"/>
              <a:gd name="connsiteX3" fmla="*/ 0 w 2890520"/>
              <a:gd name="connsiteY3" fmla="*/ 2514980 h 2514980"/>
              <a:gd name="connsiteX4" fmla="*/ 374904 w 2890520"/>
              <a:gd name="connsiteY4" fmla="*/ 6096 h 2514980"/>
              <a:gd name="connsiteX0" fmla="*/ 304800 w 2890520"/>
              <a:gd name="connsiteY0" fmla="*/ 0 h 2518028"/>
              <a:gd name="connsiteX1" fmla="*/ 2591816 w 2890520"/>
              <a:gd name="connsiteY1" fmla="*/ 3048 h 2518028"/>
              <a:gd name="connsiteX2" fmla="*/ 2890520 w 2890520"/>
              <a:gd name="connsiteY2" fmla="*/ 2518028 h 2518028"/>
              <a:gd name="connsiteX3" fmla="*/ 0 w 2890520"/>
              <a:gd name="connsiteY3" fmla="*/ 2518028 h 2518028"/>
              <a:gd name="connsiteX4" fmla="*/ 304800 w 2890520"/>
              <a:gd name="connsiteY4" fmla="*/ 0 h 2518028"/>
              <a:gd name="connsiteX0" fmla="*/ 304800 w 2600766"/>
              <a:gd name="connsiteY0" fmla="*/ 0 h 2535436"/>
              <a:gd name="connsiteX1" fmla="*/ 2591816 w 2600766"/>
              <a:gd name="connsiteY1" fmla="*/ 3048 h 2535436"/>
              <a:gd name="connsiteX2" fmla="*/ 2600766 w 2600766"/>
              <a:gd name="connsiteY2" fmla="*/ 2535436 h 2535436"/>
              <a:gd name="connsiteX3" fmla="*/ 0 w 2600766"/>
              <a:gd name="connsiteY3" fmla="*/ 2518028 h 2535436"/>
              <a:gd name="connsiteX4" fmla="*/ 304800 w 2600766"/>
              <a:gd name="connsiteY4" fmla="*/ 0 h 2535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766" h="2535436">
                <a:moveTo>
                  <a:pt x="304800" y="0"/>
                </a:moveTo>
                <a:lnTo>
                  <a:pt x="2591816" y="3048"/>
                </a:lnTo>
                <a:cubicBezTo>
                  <a:pt x="2594799" y="847177"/>
                  <a:pt x="2597783" y="1691307"/>
                  <a:pt x="2600766" y="2535436"/>
                </a:cubicBezTo>
                <a:lnTo>
                  <a:pt x="0" y="2518028"/>
                </a:lnTo>
                <a:lnTo>
                  <a:pt x="3048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b="0" dirty="0">
              <a:solidFill>
                <a:srgbClr val="FFFFFF"/>
              </a:solidFill>
            </a:endParaRPr>
          </a:p>
        </p:txBody>
      </p:sp>
    </p:spTree>
    <p:extLst>
      <p:ext uri="{BB962C8B-B14F-4D97-AF65-F5344CB8AC3E}">
        <p14:creationId xmlns:p14="http://schemas.microsoft.com/office/powerpoint/2010/main" val="639788933"/>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 id="2147483960" r:id="rId18"/>
  </p:sldLayoutIdLst>
  <p:hf hdr="0"/>
  <p:txStyles>
    <p:titleStyle>
      <a:lvl1pPr algn="l" defTabSz="914400" rtl="0" eaLnBrk="1" latinLnBrk="0" hangingPunct="1">
        <a:spcBef>
          <a:spcPct val="0"/>
        </a:spcBef>
        <a:buNone/>
        <a:defRPr sz="2400" kern="1200">
          <a:solidFill>
            <a:schemeClr val="tx2"/>
          </a:solidFill>
          <a:latin typeface="Arial" panose="020B0604020202020204" pitchFamily="34" charset="0"/>
          <a:ea typeface="+mj-ea"/>
          <a:cs typeface="Arial" panose="020B0604020202020204" pitchFamily="34" charset="0"/>
        </a:defRPr>
      </a:lvl1pPr>
    </p:titleStyle>
    <p:bodyStyle>
      <a:lvl1pPr marL="173736" indent="-173038" algn="l" defTabSz="914400" rtl="0" eaLnBrk="1" latinLnBrk="0" hangingPunct="1">
        <a:spcBef>
          <a:spcPts val="600"/>
        </a:spcBef>
        <a:spcAft>
          <a:spcPts val="600"/>
        </a:spcAft>
        <a:buClr>
          <a:schemeClr val="tx2"/>
        </a:buClr>
        <a:buFont typeface="Wingdings" panose="05000000000000000000" pitchFamily="2" charset="2"/>
        <a:buChar char="§"/>
        <a:defRPr sz="2000" kern="1200" baseline="0">
          <a:solidFill>
            <a:schemeClr val="tx1">
              <a:lumMod val="75000"/>
            </a:schemeClr>
          </a:solidFill>
          <a:latin typeface="Arial" panose="020B0604020202020204" pitchFamily="34" charset="0"/>
          <a:ea typeface="+mn-ea"/>
          <a:cs typeface="Arial" panose="020B0604020202020204" pitchFamily="34" charset="0"/>
        </a:defRPr>
      </a:lvl1pPr>
      <a:lvl2pPr marL="365760" indent="-173038" algn="l" defTabSz="914400" rtl="0" eaLnBrk="1" latinLnBrk="0" hangingPunct="1">
        <a:spcBef>
          <a:spcPts val="600"/>
        </a:spcBef>
        <a:spcAft>
          <a:spcPts val="600"/>
        </a:spcAft>
        <a:buClr>
          <a:schemeClr val="tx2"/>
        </a:buClr>
        <a:buSzPct val="150000"/>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2pPr>
      <a:lvl3pPr marL="548640" indent="-173038" algn="l" defTabSz="914400" rtl="0" eaLnBrk="1" latinLnBrk="0" hangingPunct="1">
        <a:spcBef>
          <a:spcPts val="600"/>
        </a:spcBef>
        <a:spcAft>
          <a:spcPts val="600"/>
        </a:spcAft>
        <a:buClr>
          <a:schemeClr val="tx2"/>
        </a:buClr>
        <a:buSzPct val="125000"/>
        <a:buFont typeface="Arial" panose="020B0604020202020204" pitchFamily="34" charset="0"/>
        <a:buChar char="&gt;"/>
        <a:defRPr sz="1600" kern="1200">
          <a:solidFill>
            <a:schemeClr val="bg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1.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4"/>
          </p:nvPr>
        </p:nvSpPr>
        <p:spPr>
          <a:xfrm>
            <a:off x="317224" y="2819400"/>
            <a:ext cx="5823857" cy="1396267"/>
          </a:xfrm>
        </p:spPr>
        <p:txBody>
          <a:bodyPr/>
          <a:lstStyle/>
          <a:p>
            <a:pPr algn="ctr"/>
            <a:r>
              <a:rPr lang="en-US" sz="1600" dirty="0"/>
              <a:t>By:</a:t>
            </a:r>
          </a:p>
          <a:p>
            <a:pPr algn="ctr"/>
            <a:r>
              <a:rPr lang="en-US" sz="1600" dirty="0"/>
              <a:t>Rajeevareddy Mudeli(Solution Architect)</a:t>
            </a:r>
          </a:p>
          <a:p>
            <a:pPr algn="ctr"/>
            <a:r>
              <a:rPr lang="en-US" sz="1600" dirty="0"/>
              <a:t>Papri Barua(Solution Analyst)</a:t>
            </a:r>
          </a:p>
        </p:txBody>
      </p:sp>
      <p:sp>
        <p:nvSpPr>
          <p:cNvPr id="2" name="Title 1"/>
          <p:cNvSpPr>
            <a:spLocks noGrp="1"/>
          </p:cNvSpPr>
          <p:nvPr>
            <p:ph type="title" idx="4294967295"/>
          </p:nvPr>
        </p:nvSpPr>
        <p:spPr>
          <a:xfrm>
            <a:off x="0" y="1696403"/>
            <a:ext cx="6699885" cy="532447"/>
          </a:xfrm>
          <a:prstGeom prst="rect">
            <a:avLst/>
          </a:prstGeom>
          <a:effectLst>
            <a:outerShdw blurRad="50800" dist="38100" dir="5400000" algn="t" rotWithShape="0">
              <a:prstClr val="black">
                <a:alpha val="40000"/>
              </a:prstClr>
            </a:outerShdw>
          </a:effectLst>
        </p:spPr>
        <p:txBody>
          <a:bodyPr>
            <a:noAutofit/>
          </a:bodyPr>
          <a:lstStyle/>
          <a:p>
            <a:pPr algn="ctr"/>
            <a:r>
              <a:rPr lang="en-US" sz="2800" dirty="0">
                <a:solidFill>
                  <a:schemeClr val="bg1"/>
                </a:solidFill>
              </a:rPr>
              <a:t>World Courier Clinical Trial Management </a:t>
            </a:r>
            <a:br>
              <a:rPr lang="en-US" sz="2800" dirty="0">
                <a:solidFill>
                  <a:schemeClr val="bg1"/>
                </a:solidFill>
              </a:rPr>
            </a:br>
            <a:r>
              <a:rPr lang="en-US" sz="2800" dirty="0">
                <a:solidFill>
                  <a:schemeClr val="bg1"/>
                </a:solidFill>
              </a:rPr>
              <a:t>Discovery</a:t>
            </a:r>
            <a:endParaRPr lang="en-US" sz="2600" b="1" dirty="0">
              <a:solidFill>
                <a:schemeClr val="bg1"/>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294967295"/>
          </p:nvPr>
        </p:nvSpPr>
        <p:spPr>
          <a:xfrm>
            <a:off x="0" y="6527800"/>
            <a:ext cx="344488" cy="185738"/>
          </a:xfrm>
          <a:prstGeom prst="rect">
            <a:avLst/>
          </a:prstGeom>
        </p:spPr>
        <p:txBody>
          <a:bodyPr/>
          <a:lstStyle/>
          <a:p>
            <a:pPr fontAlgn="auto">
              <a:spcBef>
                <a:spcPts val="0"/>
              </a:spcBef>
              <a:spcAft>
                <a:spcPts val="0"/>
              </a:spcAft>
            </a:pPr>
            <a:fld id="{116D1988-50EC-4BB3-865F-87CF946FA9F8}" type="slidenum">
              <a:rPr lang="en-US" sz="1800" b="0" smtClean="0">
                <a:solidFill>
                  <a:srgbClr val="000000"/>
                </a:solidFill>
                <a:latin typeface="Calibri" panose="020F0502020204030204"/>
              </a:rPr>
              <a:pPr fontAlgn="auto">
                <a:spcBef>
                  <a:spcPts val="0"/>
                </a:spcBef>
                <a:spcAft>
                  <a:spcPts val="0"/>
                </a:spcAft>
              </a:pPr>
              <a:t>1</a:t>
            </a:fld>
            <a:endParaRPr lang="en-US" sz="1800" b="0" dirty="0">
              <a:solidFill>
                <a:srgbClr val="000000"/>
              </a:solidFill>
              <a:latin typeface="Calibri" panose="020F0502020204030204"/>
            </a:endParaRPr>
          </a:p>
        </p:txBody>
      </p:sp>
      <p:sp>
        <p:nvSpPr>
          <p:cNvPr id="5" name="Footer Placeholder 4"/>
          <p:cNvSpPr>
            <a:spLocks noGrp="1"/>
          </p:cNvSpPr>
          <p:nvPr>
            <p:ph type="ftr" sz="quarter" idx="4294967295"/>
          </p:nvPr>
        </p:nvSpPr>
        <p:spPr>
          <a:xfrm>
            <a:off x="4462585" y="6527800"/>
            <a:ext cx="2250830" cy="330200"/>
          </a:xfrm>
          <a:prstGeom prst="rect">
            <a:avLst/>
          </a:prstGeom>
        </p:spPr>
        <p:txBody>
          <a:bodyPr/>
          <a:lstStyle/>
          <a:p>
            <a:pPr fontAlgn="auto">
              <a:spcBef>
                <a:spcPts val="0"/>
              </a:spcBef>
              <a:spcAft>
                <a:spcPts val="0"/>
              </a:spcAft>
            </a:pPr>
            <a:r>
              <a:rPr lang="en-US" sz="1800" b="0" dirty="0">
                <a:solidFill>
                  <a:srgbClr val="000000"/>
                </a:solidFill>
                <a:latin typeface="Calibri" panose="020F0502020204030204"/>
              </a:rPr>
              <a:t>CONFIDENTIAL</a:t>
            </a:r>
          </a:p>
        </p:txBody>
      </p:sp>
    </p:spTree>
    <p:extLst>
      <p:ext uri="{BB962C8B-B14F-4D97-AF65-F5344CB8AC3E}">
        <p14:creationId xmlns:p14="http://schemas.microsoft.com/office/powerpoint/2010/main" val="577631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763" y="510774"/>
            <a:ext cx="8229600" cy="422592"/>
          </a:xfrm>
        </p:spPr>
        <p:txBody>
          <a:bodyPr/>
          <a:lstStyle/>
          <a:p>
            <a:r>
              <a:rPr lang="en-US" dirty="0"/>
              <a:t>Contents</a:t>
            </a:r>
          </a:p>
        </p:txBody>
      </p:sp>
      <p:sp>
        <p:nvSpPr>
          <p:cNvPr id="3" name="Content Placeholder 2"/>
          <p:cNvSpPr>
            <a:spLocks noGrp="1"/>
          </p:cNvSpPr>
          <p:nvPr>
            <p:ph idx="1"/>
          </p:nvPr>
        </p:nvSpPr>
        <p:spPr>
          <a:xfrm>
            <a:off x="533400" y="1219200"/>
            <a:ext cx="8100060" cy="4137344"/>
          </a:xfrm>
        </p:spPr>
        <p:txBody>
          <a:bodyPr>
            <a:normAutofit fontScale="92500" lnSpcReduction="20000"/>
          </a:bodyPr>
          <a:lstStyle/>
          <a:p>
            <a:r>
              <a:rPr lang="en-US" sz="1800" dirty="0"/>
              <a:t>Current State Understanding</a:t>
            </a:r>
          </a:p>
          <a:p>
            <a:r>
              <a:rPr lang="en-US" sz="1800" dirty="0"/>
              <a:t>Bio-Star Dependencies</a:t>
            </a:r>
          </a:p>
          <a:p>
            <a:r>
              <a:rPr lang="en-US" sz="1800" dirty="0"/>
              <a:t>Next Gen Bio-Star Goals</a:t>
            </a:r>
          </a:p>
          <a:p>
            <a:r>
              <a:rPr lang="en-US" sz="1800" dirty="0"/>
              <a:t>Candidate Technology Comparison</a:t>
            </a:r>
          </a:p>
          <a:p>
            <a:r>
              <a:rPr lang="en-US" sz="1800" dirty="0"/>
              <a:t>Comparison Score Card</a:t>
            </a:r>
          </a:p>
          <a:p>
            <a:r>
              <a:rPr lang="en-US" sz="1800" dirty="0"/>
              <a:t>Licensing Cost</a:t>
            </a:r>
          </a:p>
          <a:p>
            <a:r>
              <a:rPr lang="en-US" sz="1800" dirty="0"/>
              <a:t>Recommendation </a:t>
            </a:r>
          </a:p>
          <a:p>
            <a:r>
              <a:rPr lang="en-US" sz="1800" dirty="0"/>
              <a:t>Assumptions</a:t>
            </a:r>
          </a:p>
          <a:p>
            <a:r>
              <a:rPr lang="en-US" sz="1800" dirty="0"/>
              <a:t>Discovery </a:t>
            </a:r>
          </a:p>
          <a:p>
            <a:r>
              <a:rPr lang="en-US" sz="1800" dirty="0"/>
              <a:t>Next Gen Bio-Star Integration Architecture</a:t>
            </a:r>
          </a:p>
          <a:p>
            <a:r>
              <a:rPr lang="en-US" sz="1800" dirty="0"/>
              <a:t>Appendix</a:t>
            </a:r>
          </a:p>
          <a:p>
            <a:endParaRPr lang="en-US" sz="1800" dirty="0"/>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2</a:t>
            </a:fld>
            <a:endParaRPr lang="en-US" dirty="0">
              <a:solidFill>
                <a:srgbClr val="00539B"/>
              </a:solidFill>
            </a:endParaRPr>
          </a:p>
        </p:txBody>
      </p:sp>
    </p:spTree>
    <p:extLst>
      <p:ext uri="{BB962C8B-B14F-4D97-AF65-F5344CB8AC3E}">
        <p14:creationId xmlns:p14="http://schemas.microsoft.com/office/powerpoint/2010/main" val="882131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200" dirty="0"/>
              <a:t>Next Gen Bio-Star solution depends on achieving stated business and system goals</a:t>
            </a:r>
          </a:p>
        </p:txBody>
      </p:sp>
      <p:sp>
        <p:nvSpPr>
          <p:cNvPr id="3" name="Content Placeholder 2"/>
          <p:cNvSpPr>
            <a:spLocks noGrp="1"/>
          </p:cNvSpPr>
          <p:nvPr>
            <p:ph idx="1"/>
          </p:nvPr>
        </p:nvSpPr>
        <p:spPr/>
        <p:txBody>
          <a:bodyPr>
            <a:normAutofit/>
          </a:bodyPr>
          <a:lstStyle/>
          <a:p>
            <a:r>
              <a:rPr lang="en-US" sz="1400" b="1" dirty="0"/>
              <a:t>Minimize risks </a:t>
            </a:r>
            <a:r>
              <a:rPr lang="en-US" sz="1400" dirty="0"/>
              <a:t>to clinical trial management activities related to system and process integration given that World-STAR will be replaced as part of Project Nova</a:t>
            </a:r>
          </a:p>
          <a:p>
            <a:r>
              <a:rPr lang="en-US" sz="1400" b="1" dirty="0"/>
              <a:t>Create a Next Gen Bio-Star platform </a:t>
            </a:r>
            <a:r>
              <a:rPr lang="en-US" sz="1400" dirty="0"/>
              <a:t>to ensure single instance of clinical trial application and data to support existing WC Clinical trial business and future service offerings</a:t>
            </a:r>
          </a:p>
          <a:p>
            <a:r>
              <a:rPr lang="en-US" sz="1400" dirty="0"/>
              <a:t>Improve </a:t>
            </a:r>
            <a:r>
              <a:rPr lang="en-US" sz="1400" b="1" dirty="0"/>
              <a:t>process efficiencies </a:t>
            </a:r>
            <a:r>
              <a:rPr lang="en-US" sz="1400" dirty="0"/>
              <a:t>by automating manual processes wherever possible</a:t>
            </a:r>
          </a:p>
        </p:txBody>
      </p:sp>
      <p:sp>
        <p:nvSpPr>
          <p:cNvPr id="4" name="Slide Number Placeholder 3"/>
          <p:cNvSpPr>
            <a:spLocks noGrp="1"/>
          </p:cNvSpPr>
          <p:nvPr>
            <p:ph type="sldNum" sz="quarter" idx="12"/>
          </p:nvPr>
        </p:nvSpPr>
        <p:spPr/>
        <p:txBody>
          <a:bodyPr/>
          <a:lstStyle/>
          <a:p>
            <a:pPr>
              <a:defRPr/>
            </a:pPr>
            <a:fld id="{4F4027BA-9464-4998-8CB6-75858D7C2C66}" type="slidenum">
              <a:rPr lang="en-US" smtClean="0"/>
              <a:pPr>
                <a:defRPr/>
              </a:pPr>
              <a:t>3</a:t>
            </a:fld>
            <a:endParaRPr lang="en-US" dirty="0"/>
          </a:p>
        </p:txBody>
      </p:sp>
      <p:sp>
        <p:nvSpPr>
          <p:cNvPr id="17" name="Text Placeholder 16"/>
          <p:cNvSpPr>
            <a:spLocks noGrp="1"/>
          </p:cNvSpPr>
          <p:nvPr>
            <p:ph type="body" sz="quarter" idx="17"/>
          </p:nvPr>
        </p:nvSpPr>
        <p:spPr>
          <a:xfrm>
            <a:off x="461010" y="1119728"/>
            <a:ext cx="8232775" cy="386270"/>
          </a:xfrm>
        </p:spPr>
        <p:txBody>
          <a:bodyPr/>
          <a:lstStyle/>
          <a:p>
            <a:r>
              <a:rPr lang="en-US" b="1" dirty="0">
                <a:solidFill>
                  <a:schemeClr val="tx2"/>
                </a:solidFill>
              </a:rPr>
              <a:t>Business / System Goals</a:t>
            </a:r>
          </a:p>
        </p:txBody>
      </p:sp>
    </p:spTree>
    <p:extLst>
      <p:ext uri="{BB962C8B-B14F-4D97-AF65-F5344CB8AC3E}">
        <p14:creationId xmlns:p14="http://schemas.microsoft.com/office/powerpoint/2010/main" val="184858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a:t>Candidate Technology Comparison Score Card</a:t>
            </a:r>
            <a:endParaRPr lang="en-US" b="1" dirty="0">
              <a:solidFill>
                <a:srgbClr val="FF0000"/>
              </a:solidFill>
            </a:endParaRPr>
          </a:p>
        </p:txBody>
      </p:sp>
      <p:sp>
        <p:nvSpPr>
          <p:cNvPr id="4" name="Date Placeholder 3"/>
          <p:cNvSpPr>
            <a:spLocks noGrp="1"/>
          </p:cNvSpPr>
          <p:nvPr>
            <p:ph type="dt" sz="half" idx="10"/>
          </p:nvPr>
        </p:nvSpPr>
        <p:spPr>
          <a:prstGeom prst="rect">
            <a:avLst/>
          </a:prstGeom>
        </p:spPr>
        <p:txBody>
          <a:bodyPr/>
          <a:lstStyle/>
          <a:p>
            <a:fld id="{03989371-C1CC-4AE5-9EBA-B1B727D1D621}" type="datetime1">
              <a:rPr lang="en-US" smtClean="0"/>
              <a:pPr/>
              <a:t>01/25/2019</a:t>
            </a:fld>
            <a:endParaRPr lang="en-US" dirty="0"/>
          </a:p>
        </p:txBody>
      </p:sp>
      <p:sp>
        <p:nvSpPr>
          <p:cNvPr id="5" name="Footer Placeholder 4"/>
          <p:cNvSpPr>
            <a:spLocks noGrp="1"/>
          </p:cNvSpPr>
          <p:nvPr>
            <p:ph type="ftr" sz="quarter" idx="11"/>
          </p:nvPr>
        </p:nvSpPr>
        <p:spPr>
          <a:prstGeom prst="rect">
            <a:avLst/>
          </a:prstGeom>
        </p:spPr>
        <p:txBody>
          <a:bodyPr/>
          <a:lstStyle/>
          <a:p>
            <a:r>
              <a:rPr lang="en-US" dirty="0"/>
              <a:t>CONFIDENTIAL</a:t>
            </a:r>
          </a:p>
        </p:txBody>
      </p:sp>
      <p:sp>
        <p:nvSpPr>
          <p:cNvPr id="6" name="Slide Number Placeholder 5"/>
          <p:cNvSpPr>
            <a:spLocks noGrp="1"/>
          </p:cNvSpPr>
          <p:nvPr>
            <p:ph type="sldNum" sz="quarter" idx="12"/>
          </p:nvPr>
        </p:nvSpPr>
        <p:spPr>
          <a:prstGeom prst="rect">
            <a:avLst/>
          </a:prstGeom>
        </p:spPr>
        <p:txBody>
          <a:bodyPr/>
          <a:lstStyle/>
          <a:p>
            <a:fld id="{116D1988-50EC-4BB3-865F-87CF946FA9F8}" type="slidenum">
              <a:rPr lang="en-US" smtClean="0"/>
              <a:pPr/>
              <a:t>4</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503119042"/>
              </p:ext>
            </p:extLst>
          </p:nvPr>
        </p:nvGraphicFramePr>
        <p:xfrm>
          <a:off x="457200" y="1143001"/>
          <a:ext cx="7543799" cy="2215514"/>
        </p:xfrm>
        <a:graphic>
          <a:graphicData uri="http://schemas.openxmlformats.org/drawingml/2006/table">
            <a:tbl>
              <a:tblPr>
                <a:tableStyleId>{5C22544A-7EE6-4342-B048-85BDC9FD1C3A}</a:tableStyleId>
              </a:tblPr>
              <a:tblGrid>
                <a:gridCol w="1484457">
                  <a:extLst>
                    <a:ext uri="{9D8B030D-6E8A-4147-A177-3AD203B41FA5}">
                      <a16:colId xmlns:a16="http://schemas.microsoft.com/office/drawing/2014/main" val="20000"/>
                    </a:ext>
                  </a:extLst>
                </a:gridCol>
                <a:gridCol w="1458781">
                  <a:extLst>
                    <a:ext uri="{9D8B030D-6E8A-4147-A177-3AD203B41FA5}">
                      <a16:colId xmlns:a16="http://schemas.microsoft.com/office/drawing/2014/main" val="20001"/>
                    </a:ext>
                  </a:extLst>
                </a:gridCol>
                <a:gridCol w="1429573">
                  <a:extLst>
                    <a:ext uri="{9D8B030D-6E8A-4147-A177-3AD203B41FA5}">
                      <a16:colId xmlns:a16="http://schemas.microsoft.com/office/drawing/2014/main" val="20002"/>
                    </a:ext>
                  </a:extLst>
                </a:gridCol>
                <a:gridCol w="1489138">
                  <a:extLst>
                    <a:ext uri="{9D8B030D-6E8A-4147-A177-3AD203B41FA5}">
                      <a16:colId xmlns:a16="http://schemas.microsoft.com/office/drawing/2014/main" val="20003"/>
                    </a:ext>
                  </a:extLst>
                </a:gridCol>
                <a:gridCol w="1681850">
                  <a:extLst>
                    <a:ext uri="{9D8B030D-6E8A-4147-A177-3AD203B41FA5}">
                      <a16:colId xmlns:a16="http://schemas.microsoft.com/office/drawing/2014/main" val="20004"/>
                    </a:ext>
                  </a:extLst>
                </a:gridCol>
              </a:tblGrid>
              <a:tr h="152399">
                <a:tc>
                  <a:txBody>
                    <a:bodyPr/>
                    <a:lstStyle/>
                    <a:p>
                      <a:pPr algn="l" fontAlgn="t"/>
                      <a:r>
                        <a:rPr lang="en-US" sz="1100" b="1" u="none" strike="noStrike" dirty="0">
                          <a:effectLst/>
                        </a:rPr>
                        <a:t>Category</a:t>
                      </a:r>
                      <a:endParaRPr lang="en-US" sz="1100" b="1" i="0" u="none" strike="noStrike" dirty="0">
                        <a:solidFill>
                          <a:srgbClr val="FFFFFF"/>
                        </a:solidFill>
                        <a:effectLst/>
                        <a:latin typeface="Segoe UI" panose="020B0502040204020203" pitchFamily="34" charset="0"/>
                      </a:endParaRPr>
                    </a:p>
                  </a:txBody>
                  <a:tcPr marL="9525" marR="9525" marT="9525" marB="0"/>
                </a:tc>
                <a:tc>
                  <a:txBody>
                    <a:bodyPr/>
                    <a:lstStyle/>
                    <a:p>
                      <a:pPr algn="l" fontAlgn="t"/>
                      <a:r>
                        <a:rPr lang="en-US" sz="1100" b="1" u="none" strike="noStrike" dirty="0">
                          <a:effectLst/>
                        </a:rPr>
                        <a:t>Criteria</a:t>
                      </a:r>
                      <a:endParaRPr lang="en-US" sz="1100" b="1" i="0" u="none" strike="noStrike" dirty="0">
                        <a:solidFill>
                          <a:srgbClr val="FFFFFF"/>
                        </a:solidFill>
                        <a:effectLst/>
                        <a:latin typeface="Segoe UI" panose="020B0502040204020203" pitchFamily="34" charset="0"/>
                      </a:endParaRPr>
                    </a:p>
                  </a:txBody>
                  <a:tcPr marL="9525" marR="9525" marT="9525" marB="0"/>
                </a:tc>
                <a:tc>
                  <a:txBody>
                    <a:bodyPr/>
                    <a:lstStyle/>
                    <a:p>
                      <a:pPr algn="ctr" fontAlgn="t"/>
                      <a:r>
                        <a:rPr lang="en-US" sz="1100" b="1" u="none" strike="noStrike" dirty="0">
                          <a:effectLst/>
                        </a:rPr>
                        <a:t>Weight</a:t>
                      </a:r>
                      <a:endParaRPr lang="en-US" sz="1100" b="1" i="0" u="none" strike="noStrike" dirty="0">
                        <a:solidFill>
                          <a:srgbClr val="FFFFFF"/>
                        </a:solidFill>
                        <a:effectLst/>
                        <a:latin typeface="Segoe UI" panose="020B0502040204020203" pitchFamily="34" charset="0"/>
                      </a:endParaRPr>
                    </a:p>
                  </a:txBody>
                  <a:tcPr marL="9525" marR="9525" marT="9525" marB="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100" b="1" u="none" strike="noStrike" dirty="0">
                          <a:effectLst/>
                        </a:rPr>
                        <a:t>Custom with SiteCore</a:t>
                      </a:r>
                      <a:endParaRPr lang="en-US" sz="1100" b="1" i="0" u="none" strike="noStrike" dirty="0">
                        <a:solidFill>
                          <a:srgbClr val="000000"/>
                        </a:solidFill>
                        <a:effectLst/>
                        <a:latin typeface="Segoe UI" panose="020B0502040204020203" pitchFamily="34" charset="0"/>
                      </a:endParaRPr>
                    </a:p>
                  </a:txBody>
                  <a:tcPr marL="9525" marR="9525" marT="9525" marB="0"/>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100" b="1" u="none" strike="noStrike" dirty="0">
                          <a:effectLst/>
                        </a:rPr>
                        <a:t>Salesforce</a:t>
                      </a:r>
                      <a:endParaRPr lang="en-US" sz="11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0"/>
                  </a:ext>
                </a:extLst>
              </a:tr>
              <a:tr h="235699">
                <a:tc gridSpan="3">
                  <a:txBody>
                    <a:bodyPr/>
                    <a:lstStyle/>
                    <a:p>
                      <a:pPr algn="l" fontAlgn="t"/>
                      <a:r>
                        <a:rPr lang="en-US" sz="1000" b="1" u="none" strike="noStrike" dirty="0">
                          <a:solidFill>
                            <a:schemeClr val="bg1"/>
                          </a:solidFill>
                          <a:effectLst/>
                        </a:rPr>
                        <a:t>Business(60%)</a:t>
                      </a:r>
                    </a:p>
                  </a:txBody>
                  <a:tcPr marL="9525" marR="9525" marT="9525" marB="0">
                    <a:solidFill>
                      <a:schemeClr val="accent1">
                        <a:lumMod val="75000"/>
                        <a:lumOff val="25000"/>
                      </a:schemeClr>
                    </a:solidFill>
                  </a:tcPr>
                </a:tc>
                <a:tc hMerge="1">
                  <a:txBody>
                    <a:bodyPr/>
                    <a:lstStyle/>
                    <a:p>
                      <a:pPr algn="l" fontAlgn="t"/>
                      <a:endParaRPr lang="en-US" sz="1000" b="1" u="none" strike="noStrike" dirty="0">
                        <a:solidFill>
                          <a:schemeClr val="bg1"/>
                        </a:solidFill>
                        <a:effectLst/>
                      </a:endParaRPr>
                    </a:p>
                  </a:txBody>
                  <a:tcPr marL="9525" marR="9525" marT="9525" marB="0">
                    <a:solidFill>
                      <a:schemeClr val="accent1">
                        <a:lumMod val="75000"/>
                        <a:lumOff val="25000"/>
                      </a:schemeClr>
                    </a:solidFill>
                  </a:tcPr>
                </a:tc>
                <a:tc hMerge="1">
                  <a:txBody>
                    <a:bodyPr/>
                    <a:lstStyle/>
                    <a:p>
                      <a:endParaRPr lang="en-US"/>
                    </a:p>
                  </a:txBody>
                  <a:tcPr/>
                </a:tc>
                <a:tc>
                  <a:txBody>
                    <a:bodyPr/>
                    <a:lstStyle/>
                    <a:p>
                      <a:pPr algn="r" fontAlgn="t"/>
                      <a:r>
                        <a:rPr lang="en-US" sz="1000" b="1" u="none" strike="noStrike" dirty="0">
                          <a:solidFill>
                            <a:schemeClr val="bg1"/>
                          </a:solidFill>
                          <a:effectLst/>
                        </a:rPr>
                        <a:t>2.08</a:t>
                      </a:r>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tc>
                  <a:txBody>
                    <a:bodyPr/>
                    <a:lstStyle/>
                    <a:p>
                      <a:pPr algn="r" fontAlgn="t"/>
                      <a:r>
                        <a:rPr lang="en-US" sz="1000" b="1" u="none" strike="noStrike" dirty="0">
                          <a:solidFill>
                            <a:schemeClr val="bg1"/>
                          </a:solidFill>
                          <a:effectLst/>
                        </a:rPr>
                        <a:t>2.33</a:t>
                      </a:r>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extLst>
                  <a:ext uri="{0D108BD9-81ED-4DB2-BD59-A6C34878D82A}">
                    <a16:rowId xmlns:a16="http://schemas.microsoft.com/office/drawing/2014/main" val="10001"/>
                  </a:ext>
                </a:extLst>
              </a:tr>
              <a:tr h="158599">
                <a:tc>
                  <a:txBody>
                    <a:bodyPr/>
                    <a:lstStyle/>
                    <a:p>
                      <a:pPr algn="l" fontAlgn="t"/>
                      <a:r>
                        <a:rPr lang="en-US" sz="1000" u="none" strike="noStrike" dirty="0">
                          <a:effectLst/>
                        </a:rPr>
                        <a:t> </a:t>
                      </a:r>
                      <a:endParaRPr lang="en-US" sz="1000" b="0"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Functionality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60%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1.87</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2.06</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2"/>
                  </a:ext>
                </a:extLst>
              </a:tr>
              <a:tr h="158599">
                <a:tc>
                  <a:txBody>
                    <a:bodyPr/>
                    <a:lstStyle/>
                    <a:p>
                      <a:pPr algn="l" fontAlgn="t"/>
                      <a:r>
                        <a:rPr lang="en-US" sz="1000" u="none" strike="noStrike" dirty="0">
                          <a:effectLst/>
                        </a:rPr>
                        <a:t> </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Usability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25%</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1.00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1.18</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3"/>
                  </a:ext>
                </a:extLst>
              </a:tr>
              <a:tr h="158599">
                <a:tc>
                  <a:txBody>
                    <a:bodyPr/>
                    <a:lstStyle/>
                    <a:p>
                      <a:pPr algn="l" fontAlgn="t"/>
                      <a:r>
                        <a:rPr lang="en-US" sz="1000" u="none" strike="noStrike" dirty="0">
                          <a:effectLst/>
                        </a:rPr>
                        <a:t> </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Affordability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15%</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0.60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0.64</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4"/>
                  </a:ext>
                </a:extLst>
              </a:tr>
              <a:tr h="183400">
                <a:tc gridSpan="3">
                  <a:txBody>
                    <a:bodyPr/>
                    <a:lstStyle/>
                    <a:p>
                      <a:pPr algn="l" fontAlgn="t"/>
                      <a:r>
                        <a:rPr lang="en-US" sz="1000" b="1" u="none" strike="noStrike" dirty="0">
                          <a:solidFill>
                            <a:schemeClr val="bg1"/>
                          </a:solidFill>
                          <a:effectLst/>
                        </a:rPr>
                        <a:t>Technology(40%) </a:t>
                      </a:r>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tc hMerge="1">
                  <a:txBody>
                    <a:bodyPr/>
                    <a:lstStyle/>
                    <a:p>
                      <a:pPr algn="l" fontAlgn="t"/>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tc hMerge="1">
                  <a:txBody>
                    <a:bodyPr/>
                    <a:lstStyle/>
                    <a:p>
                      <a:endParaRPr lang="en-US"/>
                    </a:p>
                  </a:txBody>
                  <a:tcPr/>
                </a:tc>
                <a:tc>
                  <a:txBody>
                    <a:bodyPr/>
                    <a:lstStyle/>
                    <a:p>
                      <a:pPr algn="r" fontAlgn="t"/>
                      <a:r>
                        <a:rPr lang="en-US" sz="1000" b="1" u="none" strike="noStrike" dirty="0">
                          <a:solidFill>
                            <a:schemeClr val="bg1"/>
                          </a:solidFill>
                          <a:effectLst/>
                        </a:rPr>
                        <a:t>1.72</a:t>
                      </a:r>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tc>
                  <a:txBody>
                    <a:bodyPr/>
                    <a:lstStyle/>
                    <a:p>
                      <a:pPr algn="r" fontAlgn="t"/>
                      <a:r>
                        <a:rPr lang="en-US" sz="1000" b="1" u="none" strike="noStrike" dirty="0">
                          <a:solidFill>
                            <a:schemeClr val="bg1"/>
                          </a:solidFill>
                          <a:effectLst/>
                        </a:rPr>
                        <a:t>1.95</a:t>
                      </a:r>
                      <a:endParaRPr lang="en-US" sz="1000" b="1" i="0" u="none" strike="noStrike" dirty="0">
                        <a:solidFill>
                          <a:schemeClr val="bg1"/>
                        </a:solidFill>
                        <a:effectLst/>
                        <a:latin typeface="Segoe UI" panose="020B0502040204020203" pitchFamily="34" charset="0"/>
                      </a:endParaRPr>
                    </a:p>
                  </a:txBody>
                  <a:tcPr marL="9525" marR="9525" marT="9525" marB="0">
                    <a:solidFill>
                      <a:schemeClr val="accent1">
                        <a:lumMod val="75000"/>
                        <a:lumOff val="25000"/>
                      </a:schemeClr>
                    </a:solidFill>
                  </a:tcPr>
                </a:tc>
                <a:extLst>
                  <a:ext uri="{0D108BD9-81ED-4DB2-BD59-A6C34878D82A}">
                    <a16:rowId xmlns:a16="http://schemas.microsoft.com/office/drawing/2014/main" val="10005"/>
                  </a:ext>
                </a:extLst>
              </a:tr>
              <a:tr h="158599">
                <a:tc>
                  <a:txBody>
                    <a:bodyPr/>
                    <a:lstStyle/>
                    <a:p>
                      <a:pPr algn="l" fontAlgn="t"/>
                      <a:r>
                        <a:rPr lang="en-US" sz="1000" u="none" strike="noStrike" dirty="0">
                          <a:effectLst/>
                        </a:rPr>
                        <a:t> </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Maintainability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20%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1.00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1.00</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6"/>
                  </a:ext>
                </a:extLst>
              </a:tr>
              <a:tr h="158599">
                <a:tc>
                  <a:txBody>
                    <a:bodyPr/>
                    <a:lstStyle/>
                    <a:p>
                      <a:pPr algn="l" fontAlgn="t"/>
                      <a:r>
                        <a:rPr lang="en-US" sz="1000" u="none" strike="noStrike" dirty="0">
                          <a:effectLst/>
                        </a:rPr>
                        <a:t> </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Flexibility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20%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0.82</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1.00</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7"/>
                  </a:ext>
                </a:extLst>
              </a:tr>
              <a:tr h="158599">
                <a:tc>
                  <a:txBody>
                    <a:bodyPr/>
                    <a:lstStyle/>
                    <a:p>
                      <a:pPr algn="l" fontAlgn="t"/>
                      <a:r>
                        <a:rPr lang="en-US" sz="1000" u="none" strike="noStrike" dirty="0">
                          <a:effectLst/>
                        </a:rPr>
                        <a:t> </a:t>
                      </a:r>
                      <a:endParaRPr lang="en-US" sz="1000" b="0"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Scalability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15%</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0.60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0.75</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8"/>
                  </a:ext>
                </a:extLst>
              </a:tr>
              <a:tr h="158599">
                <a:tc>
                  <a:txBody>
                    <a:bodyPr/>
                    <a:lstStyle/>
                    <a:p>
                      <a:pPr algn="l" fontAlgn="t"/>
                      <a:r>
                        <a:rPr lang="en-US" sz="1000" u="none" strike="noStrike" dirty="0">
                          <a:effectLst/>
                        </a:rPr>
                        <a:t> </a:t>
                      </a:r>
                      <a:endParaRPr lang="en-US" sz="1000" b="0"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Interoperability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15%</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0.63</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0.67</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09"/>
                  </a:ext>
                </a:extLst>
              </a:tr>
              <a:tr h="158599">
                <a:tc>
                  <a:txBody>
                    <a:bodyPr/>
                    <a:lstStyle/>
                    <a:p>
                      <a:pPr algn="l" fontAlgn="t"/>
                      <a:r>
                        <a:rPr lang="en-US" sz="1000" u="none" strike="noStrike" dirty="0">
                          <a:effectLst/>
                        </a:rPr>
                        <a:t> </a:t>
                      </a:r>
                      <a:endParaRPr lang="en-US" sz="1000" b="0"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Security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20%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0.85</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0.95</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10"/>
                  </a:ext>
                </a:extLst>
              </a:tr>
              <a:tr h="158599">
                <a:tc>
                  <a:txBody>
                    <a:bodyPr/>
                    <a:lstStyle/>
                    <a:p>
                      <a:pPr algn="l" fontAlgn="t"/>
                      <a:r>
                        <a:rPr lang="en-US" sz="1000" u="none" strike="noStrike" dirty="0">
                          <a:effectLst/>
                        </a:rPr>
                        <a:t> </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l" fontAlgn="t"/>
                      <a:r>
                        <a:rPr lang="en-US" sz="1000" b="1" u="none" strike="noStrike" dirty="0">
                          <a:effectLst/>
                        </a:rPr>
                        <a:t>Compatibility</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ctr" fontAlgn="t"/>
                      <a:r>
                        <a:rPr lang="en-US" sz="1000" b="1" u="none" strike="noStrike" dirty="0">
                          <a:effectLst/>
                        </a:rPr>
                        <a:t>10%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0.40</a:t>
                      </a:r>
                      <a:endParaRPr lang="en-US" sz="1000" b="1" i="0" u="none" strike="noStrike" dirty="0">
                        <a:solidFill>
                          <a:srgbClr val="000000"/>
                        </a:solidFill>
                        <a:effectLst/>
                        <a:latin typeface="Segoe UI" panose="020B0502040204020203" pitchFamily="34" charset="0"/>
                      </a:endParaRPr>
                    </a:p>
                  </a:txBody>
                  <a:tcPr marL="9525" marR="9525" marT="9525" marB="0"/>
                </a:tc>
                <a:tc>
                  <a:txBody>
                    <a:bodyPr/>
                    <a:lstStyle/>
                    <a:p>
                      <a:pPr algn="r" fontAlgn="t"/>
                      <a:r>
                        <a:rPr lang="en-US" sz="1000" b="1" u="none" strike="noStrike" dirty="0">
                          <a:effectLst/>
                        </a:rPr>
                        <a:t>0.50</a:t>
                      </a:r>
                      <a:endParaRPr lang="en-US" sz="1000" b="1" i="0" u="none" strike="noStrike" dirty="0">
                        <a:solidFill>
                          <a:srgbClr val="000000"/>
                        </a:solidFill>
                        <a:effectLst/>
                        <a:latin typeface="Segoe UI" panose="020B0502040204020203" pitchFamily="34" charset="0"/>
                      </a:endParaRPr>
                    </a:p>
                  </a:txBody>
                  <a:tcPr marL="9525" marR="9525" marT="9525" marB="0"/>
                </a:tc>
                <a:extLst>
                  <a:ext uri="{0D108BD9-81ED-4DB2-BD59-A6C34878D82A}">
                    <a16:rowId xmlns:a16="http://schemas.microsoft.com/office/drawing/2014/main" val="10011"/>
                  </a:ext>
                </a:extLst>
              </a:tr>
              <a:tr h="158599">
                <a:tc gridSpan="3">
                  <a:txBody>
                    <a:bodyPr/>
                    <a:lstStyle/>
                    <a:p>
                      <a:pPr algn="r" fontAlgn="t"/>
                      <a:r>
                        <a:rPr lang="en-US" sz="1000" b="1" i="0" u="none" strike="noStrike" dirty="0">
                          <a:solidFill>
                            <a:schemeClr val="bg1"/>
                          </a:solidFill>
                          <a:effectLst/>
                          <a:latin typeface="Segoe UI" panose="020B0502040204020203" pitchFamily="34" charset="0"/>
                        </a:rPr>
                        <a:t>Total</a:t>
                      </a:r>
                    </a:p>
                  </a:txBody>
                  <a:tcPr marL="9525" marR="9525" marT="9525" marB="0">
                    <a:solidFill>
                      <a:schemeClr val="accent1">
                        <a:lumMod val="75000"/>
                        <a:lumOff val="25000"/>
                      </a:schemeClr>
                    </a:solidFill>
                  </a:tcPr>
                </a:tc>
                <a:tc hMerge="1">
                  <a:txBody>
                    <a:bodyPr/>
                    <a:lstStyle/>
                    <a:p>
                      <a:pPr algn="l" fontAlgn="t"/>
                      <a:endParaRPr lang="en-US" sz="1000" b="1" i="0" u="none" strike="noStrike" dirty="0">
                        <a:solidFill>
                          <a:srgbClr val="000000"/>
                        </a:solidFill>
                        <a:effectLst/>
                        <a:latin typeface="Segoe UI" panose="020B0502040204020203" pitchFamily="34" charset="0"/>
                      </a:endParaRPr>
                    </a:p>
                  </a:txBody>
                  <a:tcPr marL="9525" marR="9525" marT="9525" marB="0"/>
                </a:tc>
                <a:tc hMerge="1">
                  <a:txBody>
                    <a:bodyPr/>
                    <a:lstStyle/>
                    <a:p>
                      <a:endParaRPr lang="en-US"/>
                    </a:p>
                  </a:txBody>
                  <a:tcPr/>
                </a:tc>
                <a:tc>
                  <a:txBody>
                    <a:bodyPr/>
                    <a:lstStyle/>
                    <a:p>
                      <a:pPr algn="r" fontAlgn="t"/>
                      <a:r>
                        <a:rPr lang="en-US" sz="1000" b="1" i="0" u="none" strike="noStrike" dirty="0">
                          <a:solidFill>
                            <a:schemeClr val="bg1"/>
                          </a:solidFill>
                          <a:effectLst/>
                          <a:latin typeface="Segoe UI" panose="020B0502040204020203" pitchFamily="34" charset="0"/>
                        </a:rPr>
                        <a:t>3.81</a:t>
                      </a:r>
                    </a:p>
                  </a:txBody>
                  <a:tcPr marL="9525" marR="9525" marT="9525" marB="0">
                    <a:solidFill>
                      <a:schemeClr val="accent1">
                        <a:lumMod val="75000"/>
                        <a:lumOff val="25000"/>
                      </a:schemeClr>
                    </a:solidFill>
                  </a:tcPr>
                </a:tc>
                <a:tc>
                  <a:txBody>
                    <a:bodyPr/>
                    <a:lstStyle/>
                    <a:p>
                      <a:pPr algn="r" fontAlgn="t"/>
                      <a:r>
                        <a:rPr lang="en-US" sz="1000" b="1" i="0" u="none" strike="noStrike" dirty="0">
                          <a:solidFill>
                            <a:schemeClr val="bg1"/>
                          </a:solidFill>
                          <a:effectLst/>
                          <a:latin typeface="Segoe UI" panose="020B0502040204020203" pitchFamily="34" charset="0"/>
                        </a:rPr>
                        <a:t>4.27</a:t>
                      </a:r>
                    </a:p>
                  </a:txBody>
                  <a:tcPr marL="9525" marR="9525" marT="9525" marB="0">
                    <a:solidFill>
                      <a:schemeClr val="accent1">
                        <a:lumMod val="75000"/>
                        <a:lumOff val="25000"/>
                      </a:schemeClr>
                    </a:solidFill>
                  </a:tcPr>
                </a:tc>
                <a:extLst>
                  <a:ext uri="{0D108BD9-81ED-4DB2-BD59-A6C34878D82A}">
                    <a16:rowId xmlns:a16="http://schemas.microsoft.com/office/drawing/2014/main" val="10012"/>
                  </a:ext>
                </a:extLst>
              </a:tr>
            </a:tbl>
          </a:graphicData>
        </a:graphic>
      </p:graphicFrame>
      <p:graphicFrame>
        <p:nvGraphicFramePr>
          <p:cNvPr id="11" name="Chart 10">
            <a:extLst>
              <a:ext uri="{FF2B5EF4-FFF2-40B4-BE49-F238E27FC236}">
                <a16:creationId xmlns:a16="http://schemas.microsoft.com/office/drawing/2014/main" id="{00000000-0008-0000-0200-000003000000}"/>
              </a:ext>
            </a:extLst>
          </p:cNvPr>
          <p:cNvGraphicFramePr>
            <a:graphicFrameLocks/>
          </p:cNvGraphicFramePr>
          <p:nvPr>
            <p:extLst>
              <p:ext uri="{D42A27DB-BD31-4B8C-83A1-F6EECF244321}">
                <p14:modId xmlns:p14="http://schemas.microsoft.com/office/powerpoint/2010/main" val="3134081419"/>
              </p:ext>
            </p:extLst>
          </p:nvPr>
        </p:nvGraphicFramePr>
        <p:xfrm>
          <a:off x="424856" y="3434265"/>
          <a:ext cx="7576143" cy="28956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13066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cs typeface="Segoe UI Light" panose="020B0502040204020203" pitchFamily="34" charset="0"/>
              </a:rPr>
              <a:t>Bio Star Discovery Phase – Update…</a:t>
            </a:r>
          </a:p>
        </p:txBody>
      </p:sp>
      <p:sp>
        <p:nvSpPr>
          <p:cNvPr id="12" name="Line 7">
            <a:extLst>
              <a:ext uri="{FF2B5EF4-FFF2-40B4-BE49-F238E27FC236}">
                <a16:creationId xmlns:a16="http://schemas.microsoft.com/office/drawing/2014/main" id="{4B42FA48-0CFD-7243-B97D-082AF9AD0AC9}"/>
              </a:ext>
            </a:extLst>
          </p:cNvPr>
          <p:cNvSpPr>
            <a:spLocks noChangeShapeType="1"/>
          </p:cNvSpPr>
          <p:nvPr/>
        </p:nvSpPr>
        <p:spPr bwMode="auto">
          <a:xfrm>
            <a:off x="331985" y="971975"/>
            <a:ext cx="8643910" cy="2711"/>
          </a:xfrm>
          <a:prstGeom prst="line">
            <a:avLst/>
          </a:prstGeom>
          <a:noFill/>
          <a:ln w="28575">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lIns="0" tIns="0" rIns="91432" bIns="45716"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Segoe UI Historic" panose="020B0502040204020203" pitchFamily="34" charset="0"/>
              <a:ea typeface="Segoe UI Historic" panose="020B0502040204020203" pitchFamily="34" charset="0"/>
              <a:cs typeface="Segoe UI Historic" panose="020B0502040204020203" pitchFamily="34" charset="0"/>
            </a:endParaRPr>
          </a:p>
        </p:txBody>
      </p:sp>
      <p:sp>
        <p:nvSpPr>
          <p:cNvPr id="13" name="Text Box 78">
            <a:extLst>
              <a:ext uri="{FF2B5EF4-FFF2-40B4-BE49-F238E27FC236}">
                <a16:creationId xmlns:a16="http://schemas.microsoft.com/office/drawing/2014/main" id="{2F730430-647E-E64D-B378-29CF1D51439E}"/>
              </a:ext>
            </a:extLst>
          </p:cNvPr>
          <p:cNvSpPr txBox="1">
            <a:spLocks noChangeArrowheads="1"/>
          </p:cNvSpPr>
          <p:nvPr/>
        </p:nvSpPr>
        <p:spPr bwMode="auto">
          <a:xfrm>
            <a:off x="331985" y="1129917"/>
            <a:ext cx="8229600" cy="5232202"/>
          </a:xfrm>
          <a:prstGeom prst="rect">
            <a:avLst/>
          </a:prstGeom>
          <a:noFill/>
          <a:ln>
            <a:noFill/>
          </a:ln>
          <a:extLst/>
        </p:spPr>
        <p:txBody>
          <a:bodyPr wrap="square" lIns="0" tIns="0" rIns="0" bIns="0">
            <a:spAutoFit/>
          </a:bodyPr>
          <a:lstStyle>
            <a:lvl1pPr marL="122238" indent="-122238" eaLnBrk="0" hangingPunct="0">
              <a:defRPr sz="1200" b="1">
                <a:solidFill>
                  <a:schemeClr val="tx1"/>
                </a:solidFill>
                <a:latin typeface="Arial" charset="0"/>
              </a:defRPr>
            </a:lvl1pPr>
            <a:lvl2pPr marL="742950" indent="-285750" eaLnBrk="0" hangingPunct="0">
              <a:defRPr sz="1200" b="1">
                <a:solidFill>
                  <a:schemeClr val="tx1"/>
                </a:solidFill>
                <a:latin typeface="Arial" charset="0"/>
              </a:defRPr>
            </a:lvl2pPr>
            <a:lvl3pPr marL="1143000" indent="-228600" eaLnBrk="0" hangingPunct="0">
              <a:defRPr sz="1200" b="1">
                <a:solidFill>
                  <a:schemeClr val="tx1"/>
                </a:solidFill>
                <a:latin typeface="Arial" charset="0"/>
              </a:defRPr>
            </a:lvl3pPr>
            <a:lvl4pPr marL="1600200" indent="-228600" eaLnBrk="0" hangingPunct="0">
              <a:defRPr sz="1200" b="1">
                <a:solidFill>
                  <a:schemeClr val="tx1"/>
                </a:solidFill>
                <a:latin typeface="Arial" charset="0"/>
              </a:defRPr>
            </a:lvl4pPr>
            <a:lvl5pPr marL="2057400" indent="-228600" eaLnBrk="0" hangingPunct="0">
              <a:defRPr sz="1200" b="1">
                <a:solidFill>
                  <a:schemeClr val="tx1"/>
                </a:solidFill>
                <a:latin typeface="Arial" charset="0"/>
              </a:defRPr>
            </a:lvl5pPr>
            <a:lvl6pPr marL="2514600" indent="-228600" algn="ctr" eaLnBrk="0" fontAlgn="base" hangingPunct="0">
              <a:spcBef>
                <a:spcPct val="0"/>
              </a:spcBef>
              <a:spcAft>
                <a:spcPct val="0"/>
              </a:spcAft>
              <a:defRPr sz="1200" b="1">
                <a:solidFill>
                  <a:schemeClr val="tx1"/>
                </a:solidFill>
                <a:latin typeface="Arial" charset="0"/>
              </a:defRPr>
            </a:lvl6pPr>
            <a:lvl7pPr marL="2971800" indent="-228600" algn="ctr" eaLnBrk="0" fontAlgn="base" hangingPunct="0">
              <a:spcBef>
                <a:spcPct val="0"/>
              </a:spcBef>
              <a:spcAft>
                <a:spcPct val="0"/>
              </a:spcAft>
              <a:defRPr sz="1200" b="1">
                <a:solidFill>
                  <a:schemeClr val="tx1"/>
                </a:solidFill>
                <a:latin typeface="Arial" charset="0"/>
              </a:defRPr>
            </a:lvl7pPr>
            <a:lvl8pPr marL="3429000" indent="-228600" algn="ctr" eaLnBrk="0" fontAlgn="base" hangingPunct="0">
              <a:spcBef>
                <a:spcPct val="0"/>
              </a:spcBef>
              <a:spcAft>
                <a:spcPct val="0"/>
              </a:spcAft>
              <a:defRPr sz="1200" b="1">
                <a:solidFill>
                  <a:schemeClr val="tx1"/>
                </a:solidFill>
                <a:latin typeface="Arial" charset="0"/>
              </a:defRPr>
            </a:lvl8pPr>
            <a:lvl9pPr marL="3886200" indent="-228600" algn="ctr" eaLnBrk="0" fontAlgn="base" hangingPunct="0">
              <a:spcBef>
                <a:spcPct val="0"/>
              </a:spcBef>
              <a:spcAft>
                <a:spcPct val="0"/>
              </a:spcAft>
              <a:defRPr sz="1200" b="1">
                <a:solidFill>
                  <a:schemeClr val="tx1"/>
                </a:solidFill>
                <a:latin typeface="Arial" charset="0"/>
              </a:defRPr>
            </a:lvl9pPr>
          </a:lstStyle>
          <a:p>
            <a:pPr marL="0" lvl="0" indent="0" eaLnBrk="1" hangingPunct="1">
              <a:defRPr/>
            </a:pPr>
            <a:endParaRPr lang="en-US" sz="2000" b="0" dirty="0">
              <a:solidFill>
                <a:srgbClr val="000000"/>
              </a:solidFill>
              <a:latin typeface="Arial"/>
              <a:ea typeface="Segoe UI Historic" panose="020B0502040204020203" pitchFamily="34" charset="0"/>
              <a:cs typeface="Segoe UI Historic" panose="020B0502040204020203" pitchFamily="34" charset="0"/>
            </a:endParaRPr>
          </a:p>
          <a:p>
            <a:pPr marL="0" lvl="0" indent="0" eaLnBrk="1" hangingPunct="1">
              <a:defRPr/>
            </a:pPr>
            <a:r>
              <a:rPr lang="en-US" sz="2000" u="sng" dirty="0">
                <a:solidFill>
                  <a:srgbClr val="000000"/>
                </a:solidFill>
                <a:latin typeface="Arial"/>
                <a:ea typeface="Segoe UI Historic" panose="020B0502040204020203" pitchFamily="34" charset="0"/>
                <a:cs typeface="Segoe UI Historic" panose="020B0502040204020203" pitchFamily="34" charset="0"/>
              </a:rPr>
              <a:t>Remaining items of Discovery phase</a:t>
            </a:r>
            <a:r>
              <a:rPr lang="en-US" sz="2000" b="0" dirty="0">
                <a:solidFill>
                  <a:srgbClr val="000000"/>
                </a:solidFill>
                <a:latin typeface="Arial"/>
                <a:ea typeface="Segoe UI Historic" panose="020B0502040204020203" pitchFamily="34" charset="0"/>
                <a:cs typeface="Segoe UI Historic" panose="020B0502040204020203" pitchFamily="34" charset="0"/>
              </a:rPr>
              <a:t>: </a:t>
            </a:r>
            <a:r>
              <a:rPr lang="en-US" sz="1800" b="0" dirty="0">
                <a:solidFill>
                  <a:srgbClr val="000000"/>
                </a:solidFill>
                <a:highlight>
                  <a:srgbClr val="FFFF00"/>
                </a:highlight>
                <a:latin typeface="Arial"/>
                <a:ea typeface="Segoe UI Historic" panose="020B0502040204020203" pitchFamily="34" charset="0"/>
                <a:cs typeface="Segoe UI Historic" panose="020B0502040204020203" pitchFamily="34" charset="0"/>
              </a:rPr>
              <a:t>Targeted to be completed </a:t>
            </a:r>
            <a:r>
              <a:rPr lang="en-US" sz="1600" b="0" dirty="0">
                <a:solidFill>
                  <a:srgbClr val="000000"/>
                </a:solidFill>
                <a:highlight>
                  <a:srgbClr val="FFFF00"/>
                </a:highlight>
                <a:latin typeface="Arial"/>
                <a:ea typeface="Segoe UI Historic" panose="020B0502040204020203" pitchFamily="34" charset="0"/>
                <a:cs typeface="Segoe UI Historic" panose="020B0502040204020203" pitchFamily="34" charset="0"/>
              </a:rPr>
              <a:t>Feb 2018</a:t>
            </a:r>
            <a:endParaRPr lang="en-US" sz="2000" b="0" dirty="0">
              <a:solidFill>
                <a:srgbClr val="000000"/>
              </a:solidFill>
              <a:highlight>
                <a:srgbClr val="FFFF00"/>
              </a:highlight>
              <a:latin typeface="Arial"/>
              <a:ea typeface="Segoe UI Historic" panose="020B0502040204020203" pitchFamily="34" charset="0"/>
              <a:cs typeface="Segoe UI Historic" panose="020B0502040204020203" pitchFamily="34" charset="0"/>
            </a:endParaRPr>
          </a:p>
          <a:p>
            <a:pPr marL="171450" lvl="0" indent="-171450" eaLnBrk="1" hangingPunct="1">
              <a:buFont typeface="Arial" panose="020B0604020202020204" pitchFamily="34" charset="0"/>
              <a:buChar char="•"/>
              <a:defRPr/>
            </a:pPr>
            <a:endParaRPr lang="en-US" sz="2000" b="0" dirty="0">
              <a:solidFill>
                <a:srgbClr val="000000"/>
              </a:solidFill>
              <a:latin typeface="Arial"/>
              <a:ea typeface="Segoe UI Historic" panose="020B0502040204020203" pitchFamily="34" charset="0"/>
              <a:cs typeface="Segoe UI Historic" panose="020B0502040204020203" pitchFamily="34" charset="0"/>
            </a:endParaRP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Final review with leadership on cost estimates including development effort ,Testing, deploying, Hypercare including PM facilitation for both </a:t>
            </a:r>
          </a:p>
          <a:p>
            <a:pPr marL="792162" lvl="1"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Sitecore </a:t>
            </a:r>
          </a:p>
          <a:p>
            <a:pPr marL="792162" lvl="1"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Salesforce</a:t>
            </a: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Final decision from leadership  on Sitecore v/s Salesforce</a:t>
            </a:r>
          </a:p>
          <a:p>
            <a:pPr marL="0" lvl="0" indent="0" eaLnBrk="1" hangingPunct="1">
              <a:defRPr/>
            </a:pPr>
            <a:endParaRPr lang="en-US" sz="2000" u="sng" dirty="0">
              <a:solidFill>
                <a:srgbClr val="000000"/>
              </a:solidFill>
              <a:latin typeface="Arial"/>
              <a:ea typeface="Segoe UI Historic" panose="020B0502040204020203" pitchFamily="34" charset="0"/>
              <a:cs typeface="Segoe UI Historic" panose="020B0502040204020203" pitchFamily="34" charset="0"/>
            </a:endParaRPr>
          </a:p>
          <a:p>
            <a:pPr marL="0" lvl="0" indent="0" eaLnBrk="1" hangingPunct="1">
              <a:defRPr/>
            </a:pPr>
            <a:r>
              <a:rPr lang="en-US" sz="2000" u="sng" dirty="0">
                <a:solidFill>
                  <a:srgbClr val="000000"/>
                </a:solidFill>
                <a:latin typeface="Arial"/>
                <a:ea typeface="Segoe UI Historic" panose="020B0502040204020203" pitchFamily="34" charset="0"/>
                <a:cs typeface="Segoe UI Historic" panose="020B0502040204020203" pitchFamily="34" charset="0"/>
              </a:rPr>
              <a:t>Post tool selection:  Sitecore v/s Salesforce: </a:t>
            </a:r>
          </a:p>
          <a:p>
            <a:pPr marL="171450" lvl="0" indent="-171450" eaLnBrk="1" hangingPunct="1">
              <a:buFont typeface="Arial" panose="020B0604020202020204" pitchFamily="34" charset="0"/>
              <a:buChar char="•"/>
              <a:defRPr/>
            </a:pPr>
            <a:endParaRPr lang="en-US" sz="2000" b="0" dirty="0">
              <a:solidFill>
                <a:srgbClr val="000000"/>
              </a:solidFill>
              <a:latin typeface="Arial"/>
              <a:ea typeface="Segoe UI Historic" panose="020B0502040204020203" pitchFamily="34" charset="0"/>
              <a:cs typeface="Segoe UI Historic" panose="020B0502040204020203" pitchFamily="34" charset="0"/>
            </a:endParaRP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Grooming the user stories in TFS</a:t>
            </a: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Complete project plan with number of dev. iteration, testing, </a:t>
            </a:r>
            <a:r>
              <a:rPr lang="en-US" sz="2000" b="0" dirty="0" err="1">
                <a:solidFill>
                  <a:srgbClr val="000000"/>
                </a:solidFill>
                <a:latin typeface="Arial"/>
                <a:ea typeface="Segoe UI Historic" panose="020B0502040204020203" pitchFamily="34" charset="0"/>
                <a:cs typeface="Segoe UI Historic" panose="020B0502040204020203" pitchFamily="34" charset="0"/>
              </a:rPr>
              <a:t>hypercare</a:t>
            </a:r>
            <a:endParaRPr lang="en-US" sz="2000" b="0" dirty="0">
              <a:solidFill>
                <a:srgbClr val="000000"/>
              </a:solidFill>
              <a:latin typeface="Arial"/>
              <a:ea typeface="Segoe UI Historic" panose="020B0502040204020203" pitchFamily="34" charset="0"/>
              <a:cs typeface="Segoe UI Historic" panose="020B0502040204020203" pitchFamily="34" charset="0"/>
            </a:endParaRP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Resourcing: sourcing for project for the roles</a:t>
            </a:r>
          </a:p>
          <a:p>
            <a:pPr marL="171450" lvl="0" indent="-171450" eaLnBrk="1" hangingPunct="1">
              <a:buFont typeface="Arial" panose="020B0604020202020204" pitchFamily="34" charset="0"/>
              <a:buChar char="•"/>
              <a:defRPr/>
            </a:pPr>
            <a:r>
              <a:rPr lang="en-US" sz="2000" b="0" dirty="0">
                <a:solidFill>
                  <a:srgbClr val="000000"/>
                </a:solidFill>
                <a:latin typeface="Arial"/>
                <a:ea typeface="Segoe UI Historic" panose="020B0502040204020203" pitchFamily="34" charset="0"/>
                <a:cs typeface="Segoe UI Historic" panose="020B0502040204020203" pitchFamily="34" charset="0"/>
              </a:rPr>
              <a:t> High level risk, assumptions, constraints and dependencies</a:t>
            </a:r>
          </a:p>
          <a:p>
            <a:pPr marL="171450" lvl="0" indent="-171450" eaLnBrk="1" hangingPunct="1">
              <a:buFont typeface="Arial" panose="020B0604020202020204" pitchFamily="34" charset="0"/>
              <a:buChar char="•"/>
              <a:defRPr/>
            </a:pPr>
            <a:endParaRPr lang="en-US" sz="2000" b="0" dirty="0">
              <a:solidFill>
                <a:srgbClr val="000000"/>
              </a:solidFill>
              <a:latin typeface="Arial"/>
              <a:ea typeface="Segoe UI Historic" panose="020B0502040204020203" pitchFamily="34" charset="0"/>
              <a:cs typeface="Segoe UI Historic" panose="020B0502040204020203" pitchFamily="34" charset="0"/>
            </a:endParaRPr>
          </a:p>
          <a:p>
            <a:pPr marL="171450" lvl="0" indent="-171450" eaLnBrk="1" hangingPunct="1">
              <a:buFont typeface="Arial" panose="020B0604020202020204" pitchFamily="34" charset="0"/>
              <a:buChar char="•"/>
              <a:defRPr/>
            </a:pPr>
            <a:endParaRPr lang="en-US" sz="2000" b="0" dirty="0">
              <a:solidFill>
                <a:srgbClr val="000000"/>
              </a:solidFill>
              <a:latin typeface="Arial"/>
              <a:ea typeface="Segoe UI Historic" panose="020B0502040204020203" pitchFamily="34" charset="0"/>
              <a:cs typeface="Segoe UI Historic" panose="020B0502040204020203" pitchFamily="34" charset="0"/>
            </a:endParaRPr>
          </a:p>
        </p:txBody>
      </p:sp>
      <p:sp>
        <p:nvSpPr>
          <p:cNvPr id="5" name="Date Placeholder 3">
            <a:extLst>
              <a:ext uri="{FF2B5EF4-FFF2-40B4-BE49-F238E27FC236}">
                <a16:creationId xmlns:a16="http://schemas.microsoft.com/office/drawing/2014/main" id="{DC3E0605-161B-4EF0-AD13-6480E9C66DD0}"/>
              </a:ext>
            </a:extLst>
          </p:cNvPr>
          <p:cNvSpPr txBox="1">
            <a:spLocks/>
          </p:cNvSpPr>
          <p:nvPr/>
        </p:nvSpPr>
        <p:spPr>
          <a:xfrm>
            <a:off x="6320704" y="6456970"/>
            <a:ext cx="740495" cy="20574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3989371-C1CC-4AE5-9EBA-B1B727D1D621}" type="datetime1">
              <a:rPr lang="en-US" sz="800" smtClean="0">
                <a:solidFill>
                  <a:srgbClr val="00539B"/>
                </a:solidFill>
                <a:latin typeface="Arial"/>
              </a:rPr>
              <a:pPr>
                <a:defRPr/>
              </a:pPr>
              <a:t>01/25/2019</a:t>
            </a:fld>
            <a:endParaRPr lang="en-US" sz="800" dirty="0">
              <a:solidFill>
                <a:srgbClr val="00539B"/>
              </a:solidFill>
              <a:latin typeface="Arial"/>
            </a:endParaRPr>
          </a:p>
        </p:txBody>
      </p:sp>
      <p:sp>
        <p:nvSpPr>
          <p:cNvPr id="6" name="Footer Placeholder 4">
            <a:extLst>
              <a:ext uri="{FF2B5EF4-FFF2-40B4-BE49-F238E27FC236}">
                <a16:creationId xmlns:a16="http://schemas.microsoft.com/office/drawing/2014/main" id="{826095A1-784A-4180-9C1B-D6FB04712948}"/>
              </a:ext>
            </a:extLst>
          </p:cNvPr>
          <p:cNvSpPr txBox="1">
            <a:spLocks/>
          </p:cNvSpPr>
          <p:nvPr/>
        </p:nvSpPr>
        <p:spPr>
          <a:xfrm>
            <a:off x="3377472" y="6469353"/>
            <a:ext cx="970280" cy="1809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800">
                <a:solidFill>
                  <a:srgbClr val="00539B"/>
                </a:solidFill>
                <a:latin typeface="Arial"/>
              </a:rPr>
              <a:t>CONFIDENTIAL</a:t>
            </a:r>
            <a:endParaRPr lang="en-US" sz="800" dirty="0">
              <a:solidFill>
                <a:srgbClr val="00539B"/>
              </a:solidFill>
              <a:latin typeface="Arial"/>
            </a:endParaRPr>
          </a:p>
        </p:txBody>
      </p:sp>
      <p:sp>
        <p:nvSpPr>
          <p:cNvPr id="7" name="Slide Number Placeholder 5">
            <a:extLst>
              <a:ext uri="{FF2B5EF4-FFF2-40B4-BE49-F238E27FC236}">
                <a16:creationId xmlns:a16="http://schemas.microsoft.com/office/drawing/2014/main" id="{737D5E4B-E2DC-49B5-B557-2AB825B54EC0}"/>
              </a:ext>
            </a:extLst>
          </p:cNvPr>
          <p:cNvSpPr txBox="1">
            <a:spLocks/>
          </p:cNvSpPr>
          <p:nvPr/>
        </p:nvSpPr>
        <p:spPr>
          <a:xfrm>
            <a:off x="452120" y="6528308"/>
            <a:ext cx="345440" cy="1854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16D1988-50EC-4BB3-865F-87CF946FA9F8}" type="slidenum">
              <a:rPr lang="en-US" sz="800" smtClean="0">
                <a:solidFill>
                  <a:srgbClr val="00539B"/>
                </a:solidFill>
                <a:latin typeface="Arial"/>
              </a:rPr>
              <a:pPr>
                <a:defRPr/>
              </a:pPr>
              <a:t>5</a:t>
            </a:fld>
            <a:endParaRPr lang="en-US" sz="800" dirty="0">
              <a:solidFill>
                <a:srgbClr val="00539B"/>
              </a:solidFill>
              <a:latin typeface="Arial"/>
            </a:endParaRPr>
          </a:p>
        </p:txBody>
      </p:sp>
    </p:spTree>
    <p:extLst>
      <p:ext uri="{BB962C8B-B14F-4D97-AF65-F5344CB8AC3E}">
        <p14:creationId xmlns:p14="http://schemas.microsoft.com/office/powerpoint/2010/main" val="787520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Business Assumptions</a:t>
            </a:r>
          </a:p>
        </p:txBody>
      </p:sp>
      <p:sp>
        <p:nvSpPr>
          <p:cNvPr id="3" name="Content Placeholder 2"/>
          <p:cNvSpPr>
            <a:spLocks noGrp="1"/>
          </p:cNvSpPr>
          <p:nvPr>
            <p:ph idx="1"/>
          </p:nvPr>
        </p:nvSpPr>
        <p:spPr>
          <a:xfrm>
            <a:off x="457200" y="1066800"/>
            <a:ext cx="7924800" cy="4830764"/>
          </a:xfrm>
        </p:spPr>
        <p:txBody>
          <a:bodyPr/>
          <a:lstStyle/>
          <a:p>
            <a:r>
              <a:rPr lang="en-US" sz="1600" dirty="0"/>
              <a:t>Bio-Star pre sales and sales Mgmt. is out of scope for Next Gen Bio-Star core build.</a:t>
            </a:r>
          </a:p>
          <a:p>
            <a:r>
              <a:rPr lang="en-US" sz="1600" dirty="0"/>
              <a:t>CTM-Star integration with Next Gen Bio-Star is out of scope</a:t>
            </a:r>
          </a:p>
          <a:p>
            <a:r>
              <a:rPr lang="en-US" sz="1600" dirty="0"/>
              <a:t>Return Drug to Depot workflow is out of scope</a:t>
            </a:r>
          </a:p>
          <a:p>
            <a:r>
              <a:rPr lang="en-US" sz="1600" dirty="0"/>
              <a:t>Portal for Bio-Star customers is not a MVP for core build</a:t>
            </a:r>
          </a:p>
          <a:p>
            <a:r>
              <a:rPr lang="en-US" sz="1600" dirty="0"/>
              <a:t>WC Salesforce org is possible to extend for Bio-Star requirements.</a:t>
            </a:r>
          </a:p>
          <a:p>
            <a:endParaRPr lang="en-US" sz="1600" dirty="0"/>
          </a:p>
          <a:p>
            <a:pPr marL="0" indent="0">
              <a:buNone/>
            </a:pPr>
            <a:endParaRPr lang="en-US" sz="1600" dirty="0"/>
          </a:p>
          <a:p>
            <a:pPr marL="0" indent="0">
              <a:buNone/>
            </a:pPr>
            <a:endParaRPr lang="en-US" sz="1600" dirty="0"/>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6</a:t>
            </a:fld>
            <a:endParaRPr lang="en-US" dirty="0">
              <a:solidFill>
                <a:srgbClr val="00539B"/>
              </a:solidFill>
            </a:endParaRPr>
          </a:p>
        </p:txBody>
      </p:sp>
    </p:spTree>
    <p:extLst>
      <p:ext uri="{BB962C8B-B14F-4D97-AF65-F5344CB8AC3E}">
        <p14:creationId xmlns:p14="http://schemas.microsoft.com/office/powerpoint/2010/main" val="3737493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Assumptions : Cost Estimation</a:t>
            </a:r>
          </a:p>
        </p:txBody>
      </p:sp>
      <p:sp>
        <p:nvSpPr>
          <p:cNvPr id="3" name="Content Placeholder 2"/>
          <p:cNvSpPr>
            <a:spLocks noGrp="1"/>
          </p:cNvSpPr>
          <p:nvPr>
            <p:ph idx="1"/>
          </p:nvPr>
        </p:nvSpPr>
        <p:spPr>
          <a:xfrm>
            <a:off x="457200" y="893476"/>
            <a:ext cx="7924800" cy="5004088"/>
          </a:xfrm>
        </p:spPr>
        <p:txBody>
          <a:bodyPr/>
          <a:lstStyle/>
          <a:p>
            <a:endParaRPr lang="en-US" sz="1600" dirty="0"/>
          </a:p>
          <a:p>
            <a:r>
              <a:rPr lang="en-US" sz="1600" dirty="0"/>
              <a:t>Estimates: The effort-wise build estimates are high level estimates and rough order of magnitude as its scope and requirements has not been fully defined</a:t>
            </a:r>
          </a:p>
          <a:p>
            <a:r>
              <a:rPr lang="en-US" sz="1600" dirty="0"/>
              <a:t>Integration to legacy: There will be no World star integration testing. This piece is not factored and is beyond the scope of these estimates and also this project</a:t>
            </a:r>
          </a:p>
          <a:p>
            <a:r>
              <a:rPr lang="en-US" sz="1600" dirty="0"/>
              <a:t>Sourcing: The team size for this build will be with 1 onsite and 2 offshore developer resources. We are anticipating a turn- around time for such request as to anywhere </a:t>
            </a:r>
          </a:p>
          <a:p>
            <a:r>
              <a:rPr lang="en-US" sz="1600" dirty="0"/>
              <a:t>Core team:  Rajeev Architect with 50% allocation, Papri Business Analyst 100% allocation, PM with 25% allocation and 3 developers (1 onsite/ 2 offshore)</a:t>
            </a:r>
          </a:p>
          <a:p>
            <a:r>
              <a:rPr lang="en-US" sz="1600" dirty="0"/>
              <a:t>Organization : The estimated hours and allocation for roles such as PM activities, QA testing, Transition management as per the Customer Portal project</a:t>
            </a:r>
          </a:p>
          <a:p>
            <a:r>
              <a:rPr lang="en-US" sz="1600" dirty="0"/>
              <a:t>Project Methodology: We will be following the Agile Scrum SAFE approach for software development with a standard 2 week iteration</a:t>
            </a:r>
          </a:p>
          <a:p>
            <a:r>
              <a:rPr lang="en-US" sz="1600" dirty="0"/>
              <a:t>Integration: There are various integration points MDM, </a:t>
            </a:r>
            <a:r>
              <a:rPr lang="en-US" sz="1600" dirty="0" err="1"/>
              <a:t>Mulesoft</a:t>
            </a:r>
            <a:r>
              <a:rPr lang="en-US" sz="1600" dirty="0"/>
              <a:t>, World Star etc. and discovery was done based on the current state of these integration components</a:t>
            </a:r>
          </a:p>
          <a:p>
            <a:endParaRPr lang="en-US" sz="1600" dirty="0"/>
          </a:p>
          <a:p>
            <a:pPr marL="0" indent="0">
              <a:buNone/>
            </a:pPr>
            <a:endParaRPr lang="en-US" sz="1600" dirty="0"/>
          </a:p>
          <a:p>
            <a:pPr marL="0" indent="0">
              <a:buNone/>
            </a:pPr>
            <a:endParaRPr lang="en-US" sz="1600" dirty="0"/>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7</a:t>
            </a:fld>
            <a:endParaRPr lang="en-US" dirty="0">
              <a:solidFill>
                <a:srgbClr val="00539B"/>
              </a:solidFill>
            </a:endParaRPr>
          </a:p>
        </p:txBody>
      </p:sp>
    </p:spTree>
    <p:extLst>
      <p:ext uri="{BB962C8B-B14F-4D97-AF65-F5344CB8AC3E}">
        <p14:creationId xmlns:p14="http://schemas.microsoft.com/office/powerpoint/2010/main" val="4155115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Estimates effort wise breakdown – Salesforce</a:t>
            </a:r>
          </a:p>
        </p:txBody>
      </p:sp>
      <p:sp>
        <p:nvSpPr>
          <p:cNvPr id="4" name="Date Placeholder 3"/>
          <p:cNvSpPr>
            <a:spLocks noGrp="1"/>
          </p:cNvSpPr>
          <p:nvPr>
            <p:ph type="dt" sz="half" idx="11"/>
          </p:nvPr>
        </p:nvSpPr>
        <p:spPr/>
        <p:txBody>
          <a:bodyPr/>
          <a:lstStyle/>
          <a:p>
            <a:fld id="{B737E33C-D94D-4103-B647-9D4AC5C59B83}" type="datetime1">
              <a:rPr lang="en-US" smtClean="0"/>
              <a:t>01/25/2019</a:t>
            </a:fld>
            <a:endParaRPr lang="en-US" dirty="0"/>
          </a:p>
        </p:txBody>
      </p:sp>
      <p:sp>
        <p:nvSpPr>
          <p:cNvPr id="5" name="Slide Number Placeholder 4"/>
          <p:cNvSpPr>
            <a:spLocks noGrp="1"/>
          </p:cNvSpPr>
          <p:nvPr>
            <p:ph type="sldNum" sz="quarter" idx="12"/>
          </p:nvPr>
        </p:nvSpPr>
        <p:spPr/>
        <p:txBody>
          <a:bodyPr/>
          <a:lstStyle/>
          <a:p>
            <a:fld id="{116D1988-50EC-4BB3-865F-87CF946FA9F8}" type="slidenum">
              <a:rPr lang="en-US" smtClean="0"/>
              <a:t>8</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973525060"/>
              </p:ext>
            </p:extLst>
          </p:nvPr>
        </p:nvGraphicFramePr>
        <p:xfrm>
          <a:off x="624841" y="1371600"/>
          <a:ext cx="7223759" cy="4029365"/>
        </p:xfrm>
        <a:graphic>
          <a:graphicData uri="http://schemas.openxmlformats.org/drawingml/2006/table">
            <a:tbl>
              <a:tblPr>
                <a:tableStyleId>{5C22544A-7EE6-4342-B048-85BDC9FD1C3A}</a:tableStyleId>
              </a:tblPr>
              <a:tblGrid>
                <a:gridCol w="3261359">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457200">
                <a:tc>
                  <a:txBody>
                    <a:bodyPr/>
                    <a:lstStyle/>
                    <a:p>
                      <a:pPr algn="ctr" fontAlgn="t"/>
                      <a:r>
                        <a:rPr lang="en-US" sz="2000" b="1" u="none" strike="noStrike" dirty="0">
                          <a:solidFill>
                            <a:schemeClr val="bg1"/>
                          </a:solidFill>
                          <a:effectLst/>
                          <a:latin typeface="+mn-lt"/>
                        </a:rPr>
                        <a:t>Task</a:t>
                      </a:r>
                      <a:endParaRPr lang="en-US" sz="2000" b="1" i="0" u="none" strike="noStrike" dirty="0">
                        <a:solidFill>
                          <a:schemeClr val="bg1"/>
                        </a:solidFill>
                        <a:effectLst/>
                        <a:latin typeface="+mn-lt"/>
                      </a:endParaRPr>
                    </a:p>
                  </a:txBody>
                  <a:tcPr marL="0" marR="0" marT="0" marB="0" anchor="ctr">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fontAlgn="t"/>
                      <a:r>
                        <a:rPr lang="en-US" sz="2000" b="1" u="none" strike="noStrike" dirty="0">
                          <a:solidFill>
                            <a:schemeClr val="bg1"/>
                          </a:solidFill>
                          <a:effectLst/>
                        </a:rPr>
                        <a:t>Hours</a:t>
                      </a:r>
                      <a:endParaRPr lang="en-US" sz="2000" b="1" i="0" u="none" strike="noStrike" dirty="0">
                        <a:solidFill>
                          <a:schemeClr val="bg1"/>
                        </a:solidFill>
                        <a:effectLst/>
                        <a:latin typeface="Calibri" panose="020F0502020204030204" pitchFamily="34" charset="0"/>
                      </a:endParaRPr>
                    </a:p>
                  </a:txBody>
                  <a:tcPr marL="0" marR="0" marT="0" marB="0" anchor="ctr">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fontAlgn="t"/>
                      <a:r>
                        <a:rPr lang="en-US" sz="2000" b="1" u="none" strike="noStrike" dirty="0">
                          <a:solidFill>
                            <a:schemeClr val="bg1"/>
                          </a:solidFill>
                          <a:effectLst/>
                        </a:rPr>
                        <a:t>Total Cost</a:t>
                      </a:r>
                      <a:endParaRPr lang="en-US" sz="2000" b="1" i="0" u="none" strike="noStrike" dirty="0">
                        <a:solidFill>
                          <a:schemeClr val="bg1"/>
                        </a:solidFill>
                        <a:effectLst/>
                        <a:latin typeface="Calibri" panose="020F0502020204030204" pitchFamily="34" charset="0"/>
                      </a:endParaRPr>
                    </a:p>
                  </a:txBody>
                  <a:tcPr marL="0" marR="0" marT="0" marB="0" anchor="ctr">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322296">
                <a:tc>
                  <a:txBody>
                    <a:bodyPr/>
                    <a:lstStyle/>
                    <a:p>
                      <a:pPr lvl="1" algn="l" fontAlgn="t"/>
                      <a:r>
                        <a:rPr lang="en-US" sz="1800" b="1" u="none" strike="noStrike" dirty="0">
                          <a:effectLst/>
                        </a:rPr>
                        <a:t>Salesforce User License </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600" u="none" strike="noStrike" dirty="0">
                          <a:effectLst/>
                        </a:rPr>
                        <a:t>$84,800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2296">
                <a:tc>
                  <a:txBody>
                    <a:bodyPr/>
                    <a:lstStyle/>
                    <a:p>
                      <a:pPr lvl="1" algn="l" fontAlgn="t"/>
                      <a:r>
                        <a:rPr lang="en-US" sz="1800" b="1" u="none" strike="noStrike" dirty="0">
                          <a:effectLst/>
                        </a:rPr>
                        <a:t>Salesforce Shield </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t"/>
                      <a:r>
                        <a:rPr lang="en-US" sz="1600" u="none" strike="noStrike" dirty="0">
                          <a:effectLst/>
                        </a:rPr>
                        <a:t>$34,590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2296">
                <a:tc>
                  <a:txBody>
                    <a:bodyPr/>
                    <a:lstStyle/>
                    <a:p>
                      <a:pPr lvl="1" algn="l" fontAlgn="t"/>
                      <a:r>
                        <a:rPr lang="en-US" sz="1800" b="1" u="none" strike="noStrike" dirty="0">
                          <a:effectLst/>
                        </a:rPr>
                        <a:t>Build/Development</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4830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600" u="none" strike="noStrike" dirty="0">
                          <a:effectLst/>
                        </a:rPr>
                        <a:t>$483,000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22296">
                <a:tc>
                  <a:txBody>
                    <a:bodyPr/>
                    <a:lstStyle/>
                    <a:p>
                      <a:pPr lvl="1" algn="l" fontAlgn="t"/>
                      <a:r>
                        <a:rPr lang="en-US" sz="1800" b="1" u="none" strike="noStrike" dirty="0">
                          <a:effectLst/>
                        </a:rPr>
                        <a:t>Business Analyst</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600" u="none" strike="noStrike" dirty="0">
                          <a:effectLst/>
                        </a:rPr>
                        <a:t>1280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t"/>
                      <a:r>
                        <a:rPr lang="en-US" sz="1600" u="none" strike="noStrike" dirty="0">
                          <a:effectLst/>
                        </a:rPr>
                        <a:t>$96,000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2296">
                <a:tc>
                  <a:txBody>
                    <a:bodyPr/>
                    <a:lstStyle/>
                    <a:p>
                      <a:pPr lvl="1" algn="l" fontAlgn="t"/>
                      <a:r>
                        <a:rPr lang="en-US" sz="1800" b="1" u="none" strike="noStrike" dirty="0">
                          <a:effectLst/>
                        </a:rPr>
                        <a:t>Solution Architect</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640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600" u="none" strike="noStrike" dirty="0">
                          <a:effectLst/>
                        </a:rPr>
                        <a:t>$91,520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22296">
                <a:tc>
                  <a:txBody>
                    <a:bodyPr/>
                    <a:lstStyle/>
                    <a:p>
                      <a:pPr lvl="1" algn="l" fontAlgn="t"/>
                      <a:r>
                        <a:rPr lang="en-US" sz="1800" b="1" u="none" strike="noStrike" dirty="0">
                          <a:effectLst/>
                        </a:rPr>
                        <a:t>Testing</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600" u="none" strike="noStrike" dirty="0">
                          <a:effectLst/>
                        </a:rPr>
                        <a:t>1350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t"/>
                      <a:r>
                        <a:rPr lang="en-US" sz="1600" u="none" strike="noStrike" dirty="0">
                          <a:effectLst/>
                        </a:rPr>
                        <a:t>$204,305</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2296">
                <a:tc>
                  <a:txBody>
                    <a:bodyPr/>
                    <a:lstStyle/>
                    <a:p>
                      <a:pPr lvl="1" algn="l" fontAlgn="t"/>
                      <a:r>
                        <a:rPr lang="en-US" sz="1800" b="1" u="none" strike="noStrike" dirty="0">
                          <a:effectLst/>
                        </a:rPr>
                        <a:t>Data warehouse</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400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600" u="none" strike="noStrike" dirty="0">
                          <a:effectLst/>
                        </a:rPr>
                        <a:t>$42,800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22296">
                <a:tc>
                  <a:txBody>
                    <a:bodyPr/>
                    <a:lstStyle/>
                    <a:p>
                      <a:pPr lvl="1" algn="l" fontAlgn="t"/>
                      <a:r>
                        <a:rPr lang="en-US" sz="1800" b="1" u="none" strike="noStrike" dirty="0">
                          <a:effectLst/>
                        </a:rPr>
                        <a:t>Security</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600" u="none" strike="noStrike" dirty="0">
                          <a:effectLst/>
                        </a:rPr>
                        <a:t>400</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t"/>
                      <a:r>
                        <a:rPr lang="en-US" sz="1600" u="none" strike="noStrike" dirty="0">
                          <a:effectLst/>
                        </a:rPr>
                        <a:t>$40,000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10529">
                <a:tc>
                  <a:txBody>
                    <a:bodyPr/>
                    <a:lstStyle/>
                    <a:p>
                      <a:pPr lvl="1" algn="l" fontAlgn="t"/>
                      <a:r>
                        <a:rPr lang="en-US" sz="1800" b="1" u="none" strike="noStrike" dirty="0">
                          <a:effectLst/>
                        </a:rPr>
                        <a:t>Project Management</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600" u="none" strike="noStrike" dirty="0">
                          <a:effectLst/>
                        </a:rPr>
                        <a:t>$35,210</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22296">
                <a:tc>
                  <a:txBody>
                    <a:bodyPr/>
                    <a:lstStyle/>
                    <a:p>
                      <a:pPr lvl="1" algn="l" fontAlgn="t"/>
                      <a:r>
                        <a:rPr lang="en-US" sz="1800" b="1" u="none" strike="noStrike" dirty="0">
                          <a:effectLst/>
                        </a:rPr>
                        <a:t>Hypercare</a:t>
                      </a:r>
                      <a:endParaRPr lang="en-US" sz="18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t"/>
                      <a:r>
                        <a:rPr lang="en-US" sz="1600" u="none" strike="noStrike" dirty="0">
                          <a:effectLst/>
                        </a:rPr>
                        <a:t>272</a:t>
                      </a:r>
                      <a:endParaRPr lang="en-US" sz="16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t"/>
                      <a:r>
                        <a:rPr lang="en-US" sz="1600" u="none" strike="noStrike" dirty="0">
                          <a:effectLst/>
                        </a:rPr>
                        <a:t>$32,826</a:t>
                      </a:r>
                      <a:endParaRPr lang="en-US" sz="1600" b="0" i="0" u="none" strike="noStrike" dirty="0">
                        <a:solidFill>
                          <a:srgbClr val="000000"/>
                        </a:solidFill>
                        <a:effectLst/>
                        <a:latin typeface="Calibri" panose="020F0502020204030204" pitchFamily="34" charset="0"/>
                      </a:endParaRPr>
                    </a:p>
                  </a:txBody>
                  <a:tcPr marL="0" marR="365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60972">
                <a:tc>
                  <a:txBody>
                    <a:bodyPr/>
                    <a:lstStyle/>
                    <a:p>
                      <a:pPr algn="l" fontAlgn="t"/>
                      <a:r>
                        <a:rPr lang="en-US" sz="1600" u="none" strike="noStrike" dirty="0">
                          <a:effectLst/>
                        </a:rPr>
                        <a:t> </a:t>
                      </a:r>
                      <a:endParaRPr lang="en-US" sz="1600" b="1" i="0" u="none" strike="noStrike" dirty="0">
                        <a:solidFill>
                          <a:srgbClr val="000000"/>
                        </a:solidFill>
                        <a:effectLst/>
                        <a:latin typeface="Calibri" panose="020F050202020403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fontAlgn="t"/>
                      <a:endParaRPr lang="en-US" sz="1400" b="0" i="0" u="none" strike="noStrike" dirty="0">
                        <a:solidFill>
                          <a:schemeClr val="bg1"/>
                        </a:solidFill>
                        <a:effectLst/>
                        <a:latin typeface="Calibri" panose="020F050202020403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fontAlgn="t"/>
                      <a:r>
                        <a:rPr lang="en-US" sz="2000" u="none" strike="noStrike" dirty="0">
                          <a:solidFill>
                            <a:schemeClr val="bg1"/>
                          </a:solidFill>
                          <a:effectLst/>
                        </a:rPr>
                        <a:t>$1,048,746</a:t>
                      </a:r>
                      <a:endParaRPr lang="en-US" sz="2000" b="0" i="0" u="none" strike="noStrike" dirty="0">
                        <a:solidFill>
                          <a:schemeClr val="bg1"/>
                        </a:solidFill>
                        <a:effectLst/>
                        <a:latin typeface="Calibri" panose="020F0502020204030204" pitchFamily="34" charset="0"/>
                      </a:endParaRPr>
                    </a:p>
                  </a:txBody>
                  <a:tcPr marL="0" marR="27432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0441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Bio-Star System usage</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9</a:t>
            </a:fld>
            <a:endParaRPr lang="en-US" dirty="0">
              <a:solidFill>
                <a:srgbClr val="00539B"/>
              </a:solidFill>
            </a:endParaRPr>
          </a:p>
        </p:txBody>
      </p:sp>
      <p:sp>
        <p:nvSpPr>
          <p:cNvPr id="7" name="Text Placeholder 6"/>
          <p:cNvSpPr>
            <a:spLocks noGrp="1"/>
          </p:cNvSpPr>
          <p:nvPr>
            <p:ph type="body" sz="quarter" idx="18"/>
          </p:nvPr>
        </p:nvSpPr>
        <p:spPr>
          <a:xfrm>
            <a:off x="461096" y="5303520"/>
            <a:ext cx="8229600" cy="711453"/>
          </a:xfrm>
        </p:spPr>
        <p:txBody>
          <a:bodyPr/>
          <a:lstStyle/>
          <a:p>
            <a:endParaRPr lang="en-US" dirty="0"/>
          </a:p>
        </p:txBody>
      </p:sp>
      <p:sp>
        <p:nvSpPr>
          <p:cNvPr id="8" name="Text Placeholder 7"/>
          <p:cNvSpPr>
            <a:spLocks noGrp="1"/>
          </p:cNvSpPr>
          <p:nvPr>
            <p:ph type="body" sz="quarter" idx="17"/>
          </p:nvPr>
        </p:nvSpPr>
        <p:spPr>
          <a:xfrm>
            <a:off x="461010" y="1044293"/>
            <a:ext cx="8232775" cy="386270"/>
          </a:xfrm>
        </p:spPr>
        <p:txBody>
          <a:bodyPr>
            <a:normAutofit/>
          </a:bodyPr>
          <a:lstStyle/>
          <a:p>
            <a:endParaRPr lang="en-US" dirty="0"/>
          </a:p>
          <a:p>
            <a:endParaRPr lang="en-US" dirty="0"/>
          </a:p>
          <a:p>
            <a:endParaRPr lang="en-US" dirty="0"/>
          </a:p>
          <a:p>
            <a:endParaRPr lang="en-US" dirty="0"/>
          </a:p>
        </p:txBody>
      </p:sp>
      <p:sp>
        <p:nvSpPr>
          <p:cNvPr id="13" name="Content Placeholder 12"/>
          <p:cNvSpPr>
            <a:spLocks noGrp="1"/>
          </p:cNvSpPr>
          <p:nvPr>
            <p:ph idx="1"/>
          </p:nvPr>
        </p:nvSpPr>
        <p:spPr>
          <a:xfrm>
            <a:off x="457200" y="893476"/>
            <a:ext cx="8458200" cy="4288124"/>
          </a:xfrm>
        </p:spPr>
        <p:txBody>
          <a:bodyPr>
            <a:normAutofit fontScale="25000" lnSpcReduction="20000"/>
          </a:bodyPr>
          <a:lstStyle/>
          <a:p>
            <a:endParaRPr lang="en-US" sz="5600" dirty="0"/>
          </a:p>
          <a:p>
            <a:r>
              <a:rPr lang="en-US" sz="6400" b="1" dirty="0"/>
              <a:t>1200 users from across the globe are using current Bio-Star system.</a:t>
            </a:r>
          </a:p>
          <a:p>
            <a:r>
              <a:rPr lang="en-US" sz="6400" b="1" dirty="0"/>
              <a:t>341 Users are only updated the </a:t>
            </a:r>
            <a:r>
              <a:rPr lang="en-US" sz="6400" b="1" dirty="0" err="1"/>
              <a:t>BioStar</a:t>
            </a:r>
            <a:r>
              <a:rPr lang="en-US" sz="6400" b="1" dirty="0"/>
              <a:t> data in last 5 years.</a:t>
            </a:r>
          </a:p>
          <a:p>
            <a:r>
              <a:rPr lang="en-US" sz="6400" b="1" dirty="0"/>
              <a:t>158 users out 341 already are no longer with the company and this is verified.</a:t>
            </a:r>
          </a:p>
          <a:p>
            <a:r>
              <a:rPr lang="en-US" sz="6400" b="1" dirty="0"/>
              <a:t>Net 183 users actually used the </a:t>
            </a:r>
            <a:r>
              <a:rPr lang="en-US" sz="6400" b="1" dirty="0" err="1"/>
              <a:t>BioStar</a:t>
            </a:r>
            <a:r>
              <a:rPr lang="en-US" sz="6400" b="1" dirty="0"/>
              <a:t> system and remaining all other users are access the system for informational purpose.</a:t>
            </a:r>
          </a:p>
          <a:p>
            <a:r>
              <a:rPr lang="en-US" sz="6400" b="1" dirty="0"/>
              <a:t>Out of 183 users, 43 </a:t>
            </a:r>
            <a:r>
              <a:rPr lang="en-US" sz="6400" b="1" dirty="0" err="1"/>
              <a:t>BioStar</a:t>
            </a:r>
            <a:r>
              <a:rPr lang="en-US" sz="6400" b="1" dirty="0"/>
              <a:t> users already have access to WC Salesforce org.</a:t>
            </a:r>
          </a:p>
          <a:p>
            <a:r>
              <a:rPr lang="en-US" sz="6400" b="1" dirty="0"/>
              <a:t>We verified the user data with major </a:t>
            </a:r>
            <a:r>
              <a:rPr lang="en-US" sz="6400" b="1" dirty="0" err="1"/>
              <a:t>BioStar</a:t>
            </a:r>
            <a:r>
              <a:rPr lang="en-US" sz="6400" b="1" dirty="0"/>
              <a:t> usage countries. </a:t>
            </a:r>
          </a:p>
          <a:p>
            <a:r>
              <a:rPr lang="en-US" sz="6400" b="1" dirty="0"/>
              <a:t>Recommendation:</a:t>
            </a:r>
          </a:p>
          <a:p>
            <a:pPr marL="0" indent="0">
              <a:buNone/>
            </a:pPr>
            <a:r>
              <a:rPr lang="en-US" sz="6400" b="1" dirty="0"/>
              <a:t>    Next Gen Bio-Star  user requirement</a:t>
            </a:r>
          </a:p>
          <a:p>
            <a:pPr marL="0" indent="0">
              <a:buNone/>
            </a:pPr>
            <a:r>
              <a:rPr lang="en-US" sz="6400" b="1" dirty="0"/>
              <a:t>     Full access : 200 (Approx.) </a:t>
            </a:r>
          </a:p>
          <a:p>
            <a:pPr marL="0" indent="0">
              <a:buNone/>
            </a:pPr>
            <a:r>
              <a:rPr lang="en-US" sz="6400" b="1" dirty="0"/>
              <a:t>     Limited Access : 800 ( Approx.)</a:t>
            </a:r>
          </a:p>
          <a:p>
            <a:endParaRPr lang="en-US" sz="1800" dirty="0"/>
          </a:p>
          <a:p>
            <a:endParaRPr lang="en-US" sz="1800"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015986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Salesforce Licensing Cost</a:t>
            </a:r>
          </a:p>
        </p:txBody>
      </p:sp>
      <p:sp>
        <p:nvSpPr>
          <p:cNvPr id="4" name="Date Placeholder 3"/>
          <p:cNvSpPr>
            <a:spLocks noGrp="1"/>
          </p:cNvSpPr>
          <p:nvPr>
            <p:ph type="dt" sz="half" idx="11"/>
          </p:nvPr>
        </p:nvSpPr>
        <p:spPr/>
        <p:txBody>
          <a:bodyPr/>
          <a:lstStyle/>
          <a:p>
            <a:fld id="{B737E33C-D94D-4103-B647-9D4AC5C59B83}" type="datetime1">
              <a:rPr lang="en-US" smtClean="0"/>
              <a:t>01/25/2019</a:t>
            </a:fld>
            <a:endParaRPr lang="en-US" dirty="0"/>
          </a:p>
        </p:txBody>
      </p:sp>
      <p:sp>
        <p:nvSpPr>
          <p:cNvPr id="5" name="Slide Number Placeholder 4"/>
          <p:cNvSpPr>
            <a:spLocks noGrp="1"/>
          </p:cNvSpPr>
          <p:nvPr>
            <p:ph type="sldNum" sz="quarter" idx="12"/>
          </p:nvPr>
        </p:nvSpPr>
        <p:spPr/>
        <p:txBody>
          <a:bodyPr/>
          <a:lstStyle/>
          <a:p>
            <a:fld id="{116D1988-50EC-4BB3-865F-87CF946FA9F8}" type="slidenum">
              <a:rPr lang="en-US" smtClean="0"/>
              <a:t>10</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24469346"/>
              </p:ext>
            </p:extLst>
          </p:nvPr>
        </p:nvGraphicFramePr>
        <p:xfrm>
          <a:off x="558800" y="888238"/>
          <a:ext cx="8204201" cy="4064763"/>
        </p:xfrm>
        <a:graphic>
          <a:graphicData uri="http://schemas.openxmlformats.org/drawingml/2006/table">
            <a:tbl>
              <a:tblPr firstRow="1" bandRow="1">
                <a:tableStyleId>{5C22544A-7EE6-4342-B048-85BDC9FD1C3A}</a:tableStyleId>
              </a:tblPr>
              <a:tblGrid>
                <a:gridCol w="863380">
                  <a:extLst>
                    <a:ext uri="{9D8B030D-6E8A-4147-A177-3AD203B41FA5}">
                      <a16:colId xmlns:a16="http://schemas.microsoft.com/office/drawing/2014/main" val="20000"/>
                    </a:ext>
                  </a:extLst>
                </a:gridCol>
                <a:gridCol w="940020">
                  <a:extLst>
                    <a:ext uri="{9D8B030D-6E8A-4147-A177-3AD203B41FA5}">
                      <a16:colId xmlns:a16="http://schemas.microsoft.com/office/drawing/2014/main" val="20001"/>
                    </a:ext>
                  </a:extLst>
                </a:gridCol>
                <a:gridCol w="1967905">
                  <a:extLst>
                    <a:ext uri="{9D8B030D-6E8A-4147-A177-3AD203B41FA5}">
                      <a16:colId xmlns:a16="http://schemas.microsoft.com/office/drawing/2014/main" val="20002"/>
                    </a:ext>
                  </a:extLst>
                </a:gridCol>
                <a:gridCol w="1856164">
                  <a:extLst>
                    <a:ext uri="{9D8B030D-6E8A-4147-A177-3AD203B41FA5}">
                      <a16:colId xmlns:a16="http://schemas.microsoft.com/office/drawing/2014/main" val="20003"/>
                    </a:ext>
                  </a:extLst>
                </a:gridCol>
                <a:gridCol w="1538010">
                  <a:extLst>
                    <a:ext uri="{9D8B030D-6E8A-4147-A177-3AD203B41FA5}">
                      <a16:colId xmlns:a16="http://schemas.microsoft.com/office/drawing/2014/main" val="20004"/>
                    </a:ext>
                  </a:extLst>
                </a:gridCol>
                <a:gridCol w="1038722">
                  <a:extLst>
                    <a:ext uri="{9D8B030D-6E8A-4147-A177-3AD203B41FA5}">
                      <a16:colId xmlns:a16="http://schemas.microsoft.com/office/drawing/2014/main" val="20005"/>
                    </a:ext>
                  </a:extLst>
                </a:gridCol>
              </a:tblGrid>
              <a:tr h="479616">
                <a:tc grid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 Salesforce Platform</a:t>
                      </a:r>
                    </a:p>
                  </a:txBody>
                  <a:tcPr>
                    <a:solidFill>
                      <a:schemeClr val="accent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solidFill>
                          <a:schemeClr val="bg1"/>
                        </a:solidFill>
                      </a:endParaRPr>
                    </a:p>
                  </a:txBody>
                  <a:tcPr anchor="c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534771">
                <a:tc>
                  <a:txBody>
                    <a:bodyPr/>
                    <a:lstStyle/>
                    <a:p>
                      <a:pPr algn="l"/>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Bio-Star</a:t>
                      </a:r>
                      <a:r>
                        <a:rPr lang="en-US" sz="1400" b="1" baseline="0" dirty="0">
                          <a:solidFill>
                            <a:schemeClr val="tx2">
                              <a:lumMod val="50000"/>
                            </a:schemeClr>
                          </a:solidFill>
                        </a:rPr>
                        <a:t> U</a:t>
                      </a:r>
                      <a:r>
                        <a:rPr lang="en-US" sz="1400" b="1" dirty="0">
                          <a:solidFill>
                            <a:schemeClr val="tx2">
                              <a:lumMod val="50000"/>
                            </a:schemeClr>
                          </a:solidFill>
                        </a:rPr>
                        <a:t>sers</a:t>
                      </a:r>
                      <a:r>
                        <a:rPr lang="en-US" sz="1400" b="1" baseline="0" dirty="0">
                          <a:solidFill>
                            <a:schemeClr val="tx2">
                              <a:lumMod val="50000"/>
                            </a:schemeClr>
                          </a:solidFill>
                        </a:rPr>
                        <a:t> with </a:t>
                      </a:r>
                      <a:r>
                        <a:rPr lang="en-US" sz="1400" b="1" dirty="0">
                          <a:solidFill>
                            <a:schemeClr val="tx2">
                              <a:lumMod val="50000"/>
                            </a:schemeClr>
                          </a:solidFill>
                        </a:rPr>
                        <a:t>5% growth</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Salesforce Licensing</a:t>
                      </a:r>
                      <a:r>
                        <a:rPr lang="en-US" sz="1400" b="1" baseline="0" dirty="0">
                          <a:solidFill>
                            <a:schemeClr val="tx2">
                              <a:lumMod val="50000"/>
                            </a:schemeClr>
                          </a:solidFill>
                        </a:rPr>
                        <a:t> fees for Bio-Star user</a:t>
                      </a: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Salesforce Portal users (For Customer Service users)</a:t>
                      </a:r>
                      <a:r>
                        <a:rPr lang="en-US" sz="1400" b="1" baseline="0" dirty="0">
                          <a:solidFill>
                            <a:schemeClr val="tx2">
                              <a:lumMod val="50000"/>
                            </a:schemeClr>
                          </a:solidFill>
                        </a:rPr>
                        <a:t> </a:t>
                      </a: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Salesforce Shield</a:t>
                      </a:r>
                      <a:r>
                        <a:rPr lang="en-US" sz="1400" b="1" baseline="0" dirty="0">
                          <a:solidFill>
                            <a:schemeClr val="tx2">
                              <a:lumMod val="50000"/>
                            </a:schemeClr>
                          </a:solidFill>
                        </a:rPr>
                        <a:t> Cost</a:t>
                      </a:r>
                      <a:endParaRPr lang="en-US" sz="1400" b="1" dirty="0">
                        <a:solidFill>
                          <a:schemeClr val="tx2">
                            <a:lumMod val="50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a:t>
                      </a:r>
                      <a:r>
                        <a:rPr lang="en-US" sz="1200" b="1" dirty="0">
                          <a:solidFill>
                            <a:schemeClr val="tx2">
                              <a:lumMod val="50000"/>
                            </a:schemeClr>
                          </a:solidFill>
                        </a:rPr>
                        <a:t>20% of annual</a:t>
                      </a:r>
                      <a:r>
                        <a:rPr lang="en-US" sz="1200" b="1" baseline="0" dirty="0">
                          <a:solidFill>
                            <a:schemeClr val="tx2">
                              <a:lumMod val="50000"/>
                            </a:schemeClr>
                          </a:solidFill>
                        </a:rPr>
                        <a:t> licensing cost of org. Which including 443 users )</a:t>
                      </a: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Total Cost</a:t>
                      </a:r>
                    </a:p>
                  </a:txBody>
                  <a:tcPr anchor="ctr"/>
                </a:tc>
                <a:extLst>
                  <a:ext uri="{0D108BD9-81ED-4DB2-BD59-A6C34878D82A}">
                    <a16:rowId xmlns:a16="http://schemas.microsoft.com/office/drawing/2014/main" val="10001"/>
                  </a:ext>
                </a:extLst>
              </a:tr>
              <a:tr h="436088">
                <a:tc>
                  <a:txBody>
                    <a:bodyPr/>
                    <a:lstStyle/>
                    <a:p>
                      <a:pPr algn="l"/>
                      <a:r>
                        <a:rPr lang="en-US" sz="1400" b="1" dirty="0">
                          <a:solidFill>
                            <a:schemeClr val="tx2">
                              <a:lumMod val="50000"/>
                            </a:schemeClr>
                          </a:solidFill>
                        </a:rPr>
                        <a:t>Year 1</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200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$264 X 200 =52,800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800 X $40 = $32,000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$34,590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1,20,390</a:t>
                      </a:r>
                    </a:p>
                  </a:txBody>
                  <a:tcPr anchor="ctr"/>
                </a:tc>
                <a:extLst>
                  <a:ext uri="{0D108BD9-81ED-4DB2-BD59-A6C34878D82A}">
                    <a16:rowId xmlns:a16="http://schemas.microsoft.com/office/drawing/2014/main" val="10002"/>
                  </a:ext>
                </a:extLst>
              </a:tr>
              <a:tr h="403572">
                <a:tc>
                  <a:txBody>
                    <a:bodyPr/>
                    <a:lstStyle/>
                    <a:p>
                      <a:pPr algn="l"/>
                      <a:r>
                        <a:rPr lang="en-US" sz="1400" b="1" dirty="0">
                          <a:solidFill>
                            <a:schemeClr val="tx2">
                              <a:lumMod val="50000"/>
                            </a:schemeClr>
                          </a:solidFill>
                        </a:rPr>
                        <a:t>Year 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210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$264 X</a:t>
                      </a:r>
                      <a:r>
                        <a:rPr lang="en-US" sz="1400" b="1" baseline="0" dirty="0">
                          <a:solidFill>
                            <a:schemeClr val="tx2">
                              <a:lumMod val="50000"/>
                            </a:schemeClr>
                          </a:solidFill>
                        </a:rPr>
                        <a:t> 210 = 55,440</a:t>
                      </a:r>
                      <a:endParaRPr lang="en-US" sz="1400" b="1" dirty="0">
                        <a:solidFill>
                          <a:schemeClr val="tx2">
                            <a:lumMod val="50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840 X $40=  $33,600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$36,320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extLst>
                  <a:ext uri="{0D108BD9-81ED-4DB2-BD59-A6C34878D82A}">
                    <a16:rowId xmlns:a16="http://schemas.microsoft.com/office/drawing/2014/main" val="10003"/>
                  </a:ext>
                </a:extLst>
              </a:tr>
              <a:tr h="403572">
                <a:tc>
                  <a:txBody>
                    <a:bodyPr/>
                    <a:lstStyle/>
                    <a:p>
                      <a:pPr algn="l"/>
                      <a:r>
                        <a:rPr lang="en-US" sz="1400" b="1" dirty="0">
                          <a:solidFill>
                            <a:schemeClr val="tx2">
                              <a:lumMod val="50000"/>
                            </a:schemeClr>
                          </a:solidFill>
                        </a:rPr>
                        <a:t>Year 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222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$264 X 222 = 58, 604</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882 X $40 = $35,280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extLst>
                  <a:ext uri="{0D108BD9-81ED-4DB2-BD59-A6C34878D82A}">
                    <a16:rowId xmlns:a16="http://schemas.microsoft.com/office/drawing/2014/main" val="10004"/>
                  </a:ext>
                </a:extLst>
              </a:tr>
              <a:tr h="403572">
                <a:tc>
                  <a:txBody>
                    <a:bodyPr/>
                    <a:lstStyle/>
                    <a:p>
                      <a:pPr algn="l"/>
                      <a:r>
                        <a:rPr lang="en-US" sz="1400" b="1" dirty="0">
                          <a:solidFill>
                            <a:schemeClr val="tx2">
                              <a:lumMod val="50000"/>
                            </a:schemeClr>
                          </a:solidFill>
                        </a:rPr>
                        <a:t>Year 4</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233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$264 X 233 = 61,512</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927 X $40 = $37,080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extLst>
                  <a:ext uri="{0D108BD9-81ED-4DB2-BD59-A6C34878D82A}">
                    <a16:rowId xmlns:a16="http://schemas.microsoft.com/office/drawing/2014/main" val="10005"/>
                  </a:ext>
                </a:extLst>
              </a:tr>
              <a:tr h="4035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Year 5</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245</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$264 X 245 = 64,680</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lumMod val="50000"/>
                            </a:schemeClr>
                          </a:solidFill>
                        </a:rPr>
                        <a:t>974 X</a:t>
                      </a:r>
                      <a:r>
                        <a:rPr lang="en-US" sz="1400" b="1" baseline="0" dirty="0">
                          <a:solidFill>
                            <a:schemeClr val="tx2">
                              <a:lumMod val="50000"/>
                            </a:schemeClr>
                          </a:solidFill>
                        </a:rPr>
                        <a:t> $40 = $38,960</a:t>
                      </a:r>
                      <a:endParaRPr lang="en-US" sz="1400" b="1" dirty="0">
                        <a:solidFill>
                          <a:schemeClr val="tx2">
                            <a:lumMod val="50000"/>
                          </a:schemeClr>
                        </a:solidFill>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tx2">
                            <a:lumMod val="50000"/>
                          </a:schemeClr>
                        </a:solidFill>
                      </a:endParaRPr>
                    </a:p>
                  </a:txBody>
                  <a:tcPr anchor="ctr"/>
                </a:tc>
                <a:extLst>
                  <a:ext uri="{0D108BD9-81ED-4DB2-BD59-A6C34878D82A}">
                    <a16:rowId xmlns:a16="http://schemas.microsoft.com/office/drawing/2014/main" val="10006"/>
                  </a:ext>
                </a:extLst>
              </a:tr>
            </a:tbl>
          </a:graphicData>
        </a:graphic>
      </p:graphicFrame>
      <p:sp>
        <p:nvSpPr>
          <p:cNvPr id="8" name="Text Placeholder 16"/>
          <p:cNvSpPr txBox="1">
            <a:spLocks/>
          </p:cNvSpPr>
          <p:nvPr/>
        </p:nvSpPr>
        <p:spPr>
          <a:xfrm>
            <a:off x="530226" y="927451"/>
            <a:ext cx="8232775" cy="386270"/>
          </a:xfrm>
          <a:prstGeom prst="rect">
            <a:avLst/>
          </a:prstGeom>
        </p:spPr>
        <p:txBody>
          <a:bodyPr/>
          <a:lstStyle>
            <a:lvl1pPr marL="173736" indent="-173038" algn="l" defTabSz="914400" rtl="0" eaLnBrk="1" latinLnBrk="0" hangingPunct="1">
              <a:spcBef>
                <a:spcPts val="600"/>
              </a:spcBef>
              <a:spcAft>
                <a:spcPts val="600"/>
              </a:spcAft>
              <a:buClr>
                <a:schemeClr val="tx2"/>
              </a:buClr>
              <a:buFont typeface="Wingdings" panose="05000000000000000000" pitchFamily="2" charset="2"/>
              <a:buChar char="§"/>
              <a:defRPr sz="2000" kern="1200" baseline="0">
                <a:solidFill>
                  <a:schemeClr val="tx1">
                    <a:lumMod val="75000"/>
                  </a:schemeClr>
                </a:solidFill>
                <a:latin typeface="Arial" panose="020B0604020202020204" pitchFamily="34" charset="0"/>
                <a:ea typeface="+mn-ea"/>
                <a:cs typeface="Arial" panose="020B0604020202020204" pitchFamily="34" charset="0"/>
              </a:defRPr>
            </a:lvl1pPr>
            <a:lvl2pPr marL="365760" indent="-173038" algn="l" defTabSz="914400" rtl="0" eaLnBrk="1" latinLnBrk="0" hangingPunct="1">
              <a:spcBef>
                <a:spcPts val="600"/>
              </a:spcBef>
              <a:spcAft>
                <a:spcPts val="600"/>
              </a:spcAft>
              <a:buClr>
                <a:schemeClr val="tx2"/>
              </a:buClr>
              <a:buSzPct val="150000"/>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2pPr>
            <a:lvl3pPr marL="548640" indent="-173038" algn="l" defTabSz="914400" rtl="0" eaLnBrk="1" latinLnBrk="0" hangingPunct="1">
              <a:spcBef>
                <a:spcPts val="600"/>
              </a:spcBef>
              <a:spcAft>
                <a:spcPts val="600"/>
              </a:spcAft>
              <a:buClr>
                <a:schemeClr val="tx2"/>
              </a:buClr>
              <a:buSzPct val="125000"/>
              <a:buFont typeface="Arial" panose="020B0604020202020204" pitchFamily="34" charset="0"/>
              <a:buChar char="&gt;"/>
              <a:defRPr sz="1600" kern="1200">
                <a:solidFill>
                  <a:schemeClr val="bg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98" indent="0" fontAlgn="auto">
              <a:buNone/>
            </a:pPr>
            <a:endParaRPr lang="en-US" sz="1600" b="1" dirty="0">
              <a:solidFill>
                <a:schemeClr val="tx2"/>
              </a:solidFill>
            </a:endParaRPr>
          </a:p>
        </p:txBody>
      </p:sp>
      <p:sp>
        <p:nvSpPr>
          <p:cNvPr id="10" name="TextBox 9"/>
          <p:cNvSpPr txBox="1"/>
          <p:nvPr/>
        </p:nvSpPr>
        <p:spPr>
          <a:xfrm>
            <a:off x="4812792" y="3454049"/>
            <a:ext cx="3468625" cy="569387"/>
          </a:xfrm>
          <a:prstGeom prst="rect">
            <a:avLst/>
          </a:prstGeom>
          <a:noFill/>
        </p:spPr>
        <p:txBody>
          <a:bodyPr wrap="square" rtlCol="0">
            <a:spAutoFit/>
          </a:bodyPr>
          <a:lstStyle/>
          <a:p>
            <a:endParaRPr lang="en-US" sz="1100" b="0" dirty="0">
              <a:solidFill>
                <a:srgbClr val="002060"/>
              </a:solidFill>
            </a:endParaRPr>
          </a:p>
          <a:p>
            <a:r>
              <a:rPr lang="en-US" sz="1000" b="0" dirty="0">
                <a:solidFill>
                  <a:srgbClr val="002060"/>
                </a:solidFill>
              </a:rPr>
              <a:t>.</a:t>
            </a:r>
          </a:p>
          <a:p>
            <a:r>
              <a:rPr lang="en-US" sz="1000" dirty="0"/>
              <a:t> </a:t>
            </a:r>
          </a:p>
        </p:txBody>
      </p:sp>
    </p:spTree>
    <p:extLst>
      <p:ext uri="{BB962C8B-B14F-4D97-AF65-F5344CB8AC3E}">
        <p14:creationId xmlns:p14="http://schemas.microsoft.com/office/powerpoint/2010/main" val="1316077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Estimates effort wise breakdown – Sitecore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70210630"/>
              </p:ext>
            </p:extLst>
          </p:nvPr>
        </p:nvGraphicFramePr>
        <p:xfrm>
          <a:off x="461010" y="944880"/>
          <a:ext cx="7539990" cy="5019349"/>
        </p:xfrm>
        <a:graphic>
          <a:graphicData uri="http://schemas.openxmlformats.org/drawingml/2006/table">
            <a:tbl>
              <a:tblPr/>
              <a:tblGrid>
                <a:gridCol w="3729165">
                  <a:extLst>
                    <a:ext uri="{9D8B030D-6E8A-4147-A177-3AD203B41FA5}">
                      <a16:colId xmlns:a16="http://schemas.microsoft.com/office/drawing/2014/main" val="20000"/>
                    </a:ext>
                  </a:extLst>
                </a:gridCol>
                <a:gridCol w="1166579">
                  <a:extLst>
                    <a:ext uri="{9D8B030D-6E8A-4147-A177-3AD203B41FA5}">
                      <a16:colId xmlns:a16="http://schemas.microsoft.com/office/drawing/2014/main" val="20001"/>
                    </a:ext>
                  </a:extLst>
                </a:gridCol>
                <a:gridCol w="699948">
                  <a:extLst>
                    <a:ext uri="{9D8B030D-6E8A-4147-A177-3AD203B41FA5}">
                      <a16:colId xmlns:a16="http://schemas.microsoft.com/office/drawing/2014/main" val="20002"/>
                    </a:ext>
                  </a:extLst>
                </a:gridCol>
                <a:gridCol w="1944298">
                  <a:extLst>
                    <a:ext uri="{9D8B030D-6E8A-4147-A177-3AD203B41FA5}">
                      <a16:colId xmlns:a16="http://schemas.microsoft.com/office/drawing/2014/main" val="20003"/>
                    </a:ext>
                  </a:extLst>
                </a:gridCol>
              </a:tblGrid>
              <a:tr h="284165">
                <a:tc>
                  <a:txBody>
                    <a:bodyPr/>
                    <a:lstStyle/>
                    <a:p>
                      <a:pPr algn="ctr" fontAlgn="ctr"/>
                      <a:r>
                        <a:rPr lang="en-US" sz="2000" b="1" i="0" u="none" strike="noStrike" dirty="0">
                          <a:solidFill>
                            <a:srgbClr val="000000"/>
                          </a:solidFill>
                          <a:effectLst/>
                          <a:latin typeface="Calibri" panose="020F0502020204030204" pitchFamily="34" charset="0"/>
                        </a:rPr>
                        <a:t>Cost breakdown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algn="ctr" fontAlgn="ctr"/>
                      <a:r>
                        <a:rPr lang="en-US" sz="2000" b="1" i="0" u="none" strike="noStrike" dirty="0">
                          <a:solidFill>
                            <a:srgbClr val="000000"/>
                          </a:solidFill>
                          <a:effectLst/>
                          <a:latin typeface="Calibri" panose="020F0502020204030204" pitchFamily="34" charset="0"/>
                        </a:rPr>
                        <a:t> Hours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algn="ctr" fontAlgn="ctr"/>
                      <a:r>
                        <a:rPr lang="en-US" sz="2000" b="1" i="0" u="none" strike="noStrike" dirty="0">
                          <a:solidFill>
                            <a:srgbClr val="000000"/>
                          </a:solidFill>
                          <a:effectLst/>
                          <a:latin typeface="Calibri" panose="020F0502020204030204" pitchFamily="34" charset="0"/>
                        </a:rPr>
                        <a:t>Rate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algn="ctr" fontAlgn="ctr"/>
                      <a:r>
                        <a:rPr lang="en-US" sz="2000" b="1" i="0" u="none" strike="noStrike" dirty="0">
                          <a:solidFill>
                            <a:srgbClr val="000000"/>
                          </a:solidFill>
                          <a:effectLst/>
                          <a:latin typeface="Calibri" panose="020F0502020204030204" pitchFamily="34" charset="0"/>
                        </a:rPr>
                        <a:t>Total Cost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74581">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Build/Development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5000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500,000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Business Analyst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1280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75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  72,000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2"/>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Architect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640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143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  91,520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Testing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 204,305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4"/>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Datawarehouse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107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   42,800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Security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100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40,000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6"/>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Project Management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b"/>
                      <a:r>
                        <a:rPr lang="en-US" sz="1600" b="0" i="0" u="none" strike="noStrike" dirty="0">
                          <a:solidFill>
                            <a:srgbClr val="000000"/>
                          </a:solidFill>
                          <a:effectLst/>
                          <a:latin typeface="Arial" panose="020B0604020202020204" pitchFamily="34" charset="0"/>
                          <a:cs typeface="Arial" panose="020B0604020202020204" pitchFamily="34" charset="0"/>
                        </a:rPr>
                        <a:t>35,210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Hypercare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272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32,826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8"/>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Infrastructure cost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Shared Infra.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Database setup cost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107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10,700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10"/>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Sitecore License cost (</a:t>
                      </a:r>
                      <a:r>
                        <a:rPr lang="en-US" sz="1400" b="0" i="0" u="none" strike="noStrike" dirty="0">
                          <a:solidFill>
                            <a:srgbClr val="000000"/>
                          </a:solidFill>
                          <a:effectLst/>
                          <a:latin typeface="Arial" panose="020B0604020202020204" pitchFamily="34" charset="0"/>
                          <a:cs typeface="Arial" panose="020B0604020202020204" pitchFamily="34" charset="0"/>
                        </a:rPr>
                        <a:t>1st year</a:t>
                      </a:r>
                      <a:r>
                        <a:rPr lang="en-US" sz="180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264,000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361664">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Database License cost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0" algn="l" fontAlgn="b"/>
                      <a:r>
                        <a:rPr lang="en-US" sz="1800" b="0"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lvl="1" algn="l" fontAlgn="b"/>
                      <a:r>
                        <a:rPr lang="en-US" sz="1800" b="0" i="0" u="none" strike="noStrike" dirty="0">
                          <a:solidFill>
                            <a:srgbClr val="000000"/>
                          </a:solidFill>
                          <a:effectLst/>
                          <a:latin typeface="Arial" panose="020B0604020202020204" pitchFamily="34" charset="0"/>
                          <a:cs typeface="Arial" panose="020B0604020202020204" pitchFamily="34" charset="0"/>
                        </a:rPr>
                        <a:t>75,000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12"/>
                  </a:ext>
                </a:extLst>
              </a:tr>
              <a:tr h="361664">
                <a:tc>
                  <a:txBody>
                    <a:bodyPr/>
                    <a:lstStyle/>
                    <a:p>
                      <a:pPr lvl="0" algn="l" fontAlgn="b"/>
                      <a:r>
                        <a:rPr lang="en-US" sz="1800" b="1"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lvl="0" algn="l" fontAlgn="b"/>
                      <a:r>
                        <a:rPr lang="en-US" sz="1800" b="1"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lvl="0" algn="l" fontAlgn="b"/>
                      <a:r>
                        <a:rPr lang="en-US" sz="1800" b="1" i="0" u="none" strike="noStrike" dirty="0">
                          <a:solidFill>
                            <a:srgbClr val="000000"/>
                          </a:solidFill>
                          <a:effectLst/>
                          <a:latin typeface="Arial" panose="020B0604020202020204" pitchFamily="34" charset="0"/>
                          <a:cs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tc>
                  <a:txBody>
                    <a:bodyPr/>
                    <a:lstStyle/>
                    <a:p>
                      <a:pPr lvl="1" algn="l" fontAlgn="b"/>
                      <a:r>
                        <a:rPr lang="en-US" sz="2000" b="1" i="0" u="none" strike="noStrike" dirty="0">
                          <a:solidFill>
                            <a:srgbClr val="000000"/>
                          </a:solidFill>
                          <a:effectLst/>
                          <a:latin typeface="Arial" panose="020B0604020202020204" pitchFamily="34" charset="0"/>
                          <a:cs typeface="Arial" panose="020B0604020202020204" pitchFamily="34" charset="0"/>
                        </a:rPr>
                        <a:t>$1,249,176</a:t>
                      </a:r>
                    </a:p>
                  </a:txBody>
                  <a:tcPr marL="0" marR="18288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13"/>
                  </a:ext>
                </a:extLst>
              </a:tr>
            </a:tbl>
          </a:graphicData>
        </a:graphic>
      </p:graphicFrame>
      <p:sp>
        <p:nvSpPr>
          <p:cNvPr id="4" name="Date Placeholder 3"/>
          <p:cNvSpPr>
            <a:spLocks noGrp="1"/>
          </p:cNvSpPr>
          <p:nvPr>
            <p:ph type="dt" sz="half" idx="11"/>
          </p:nvPr>
        </p:nvSpPr>
        <p:spPr/>
        <p:txBody>
          <a:bodyPr/>
          <a:lstStyle/>
          <a:p>
            <a:fld id="{B737E33C-D94D-4103-B647-9D4AC5C59B83}" type="datetime1">
              <a:rPr lang="en-US" smtClean="0"/>
              <a:t>01/25/2019</a:t>
            </a:fld>
            <a:endParaRPr lang="en-US" dirty="0"/>
          </a:p>
        </p:txBody>
      </p:sp>
      <p:sp>
        <p:nvSpPr>
          <p:cNvPr id="5" name="Slide Number Placeholder 4"/>
          <p:cNvSpPr>
            <a:spLocks noGrp="1"/>
          </p:cNvSpPr>
          <p:nvPr>
            <p:ph type="sldNum" sz="quarter" idx="12"/>
          </p:nvPr>
        </p:nvSpPr>
        <p:spPr/>
        <p:txBody>
          <a:bodyPr/>
          <a:lstStyle/>
          <a:p>
            <a:fld id="{116D1988-50EC-4BB3-865F-87CF946FA9F8}" type="slidenum">
              <a:rPr lang="en-US" smtClean="0"/>
              <a:t>11</a:t>
            </a:fld>
            <a:endParaRPr lang="en-US" dirty="0"/>
          </a:p>
        </p:txBody>
      </p:sp>
    </p:spTree>
    <p:extLst>
      <p:ext uri="{BB962C8B-B14F-4D97-AF65-F5344CB8AC3E}">
        <p14:creationId xmlns:p14="http://schemas.microsoft.com/office/powerpoint/2010/main" val="261939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1"/>
          </p:nvPr>
        </p:nvSpPr>
        <p:spPr/>
        <p:txBody>
          <a:bodyPr/>
          <a:lstStyle/>
          <a:p>
            <a:fld id="{B737E33C-D94D-4103-B647-9D4AC5C59B83}" type="datetime1">
              <a:rPr lang="en-US" smtClean="0"/>
              <a:t>01/25/2019</a:t>
            </a:fld>
            <a:endParaRPr lang="en-US" dirty="0"/>
          </a:p>
        </p:txBody>
      </p:sp>
      <p:sp>
        <p:nvSpPr>
          <p:cNvPr id="5" name="Slide Number Placeholder 4"/>
          <p:cNvSpPr>
            <a:spLocks noGrp="1"/>
          </p:cNvSpPr>
          <p:nvPr>
            <p:ph type="sldNum" sz="quarter" idx="12"/>
          </p:nvPr>
        </p:nvSpPr>
        <p:spPr/>
        <p:txBody>
          <a:bodyPr/>
          <a:lstStyle/>
          <a:p>
            <a:fld id="{116D1988-50EC-4BB3-865F-87CF946FA9F8}" type="slidenum">
              <a:rPr lang="en-US" smtClean="0"/>
              <a:t>12</a:t>
            </a:fld>
            <a:endParaRPr lang="en-US" dirty="0"/>
          </a:p>
        </p:txBody>
      </p:sp>
      <p:sp>
        <p:nvSpPr>
          <p:cNvPr id="6" name="Title 1"/>
          <p:cNvSpPr txBox="1">
            <a:spLocks/>
          </p:cNvSpPr>
          <p:nvPr/>
        </p:nvSpPr>
        <p:spPr>
          <a:xfrm>
            <a:off x="446089" y="533152"/>
            <a:ext cx="8229600" cy="422592"/>
          </a:xfrm>
          <a:prstGeom prst="rect">
            <a:avLst/>
          </a:prstGeom>
        </p:spPr>
        <p:txBody>
          <a:bodyPr vert="horz" lIns="0" tIns="0" rIns="0" bIns="0" rtlCol="0" anchor="b">
            <a:normAutofit/>
          </a:bodyPr>
          <a:lstStyle>
            <a:lvl1pPr algn="l" defTabSz="914400" rtl="0" eaLnBrk="1" latinLnBrk="0" hangingPunct="1">
              <a:spcBef>
                <a:spcPct val="0"/>
              </a:spcBef>
              <a:buNone/>
              <a:defRPr sz="2400" kern="1200">
                <a:solidFill>
                  <a:schemeClr val="tx2"/>
                </a:solidFill>
                <a:latin typeface="Arial" panose="020B0604020202020204" pitchFamily="34" charset="0"/>
                <a:ea typeface="+mj-ea"/>
                <a:cs typeface="Arial" panose="020B0604020202020204" pitchFamily="34" charset="0"/>
              </a:defRPr>
            </a:lvl1pPr>
          </a:lstStyle>
          <a:p>
            <a:pPr fontAlgn="auto">
              <a:spcAft>
                <a:spcPts val="0"/>
              </a:spcAft>
            </a:pPr>
            <a:r>
              <a:rPr lang="en-US" b="0" dirty="0"/>
              <a:t>Site core Licensing Cost</a:t>
            </a:r>
          </a:p>
        </p:txBody>
      </p:sp>
      <p:graphicFrame>
        <p:nvGraphicFramePr>
          <p:cNvPr id="7" name="Table 6"/>
          <p:cNvGraphicFramePr>
            <a:graphicFrameLocks noGrp="1"/>
          </p:cNvGraphicFramePr>
          <p:nvPr>
            <p:extLst>
              <p:ext uri="{D42A27DB-BD31-4B8C-83A1-F6EECF244321}">
                <p14:modId xmlns:p14="http://schemas.microsoft.com/office/powerpoint/2010/main" val="3900323067"/>
              </p:ext>
            </p:extLst>
          </p:nvPr>
        </p:nvGraphicFramePr>
        <p:xfrm>
          <a:off x="481650" y="1143000"/>
          <a:ext cx="8131810" cy="3657600"/>
        </p:xfrm>
        <a:graphic>
          <a:graphicData uri="http://schemas.openxmlformats.org/drawingml/2006/table">
            <a:tbl>
              <a:tblPr firstRow="1" bandRow="1">
                <a:tableStyleId>{5C22544A-7EE6-4342-B048-85BDC9FD1C3A}</a:tableStyleId>
              </a:tblPr>
              <a:tblGrid>
                <a:gridCol w="1194006">
                  <a:extLst>
                    <a:ext uri="{9D8B030D-6E8A-4147-A177-3AD203B41FA5}">
                      <a16:colId xmlns:a16="http://schemas.microsoft.com/office/drawing/2014/main" val="20000"/>
                    </a:ext>
                  </a:extLst>
                </a:gridCol>
                <a:gridCol w="1659039">
                  <a:extLst>
                    <a:ext uri="{9D8B030D-6E8A-4147-A177-3AD203B41FA5}">
                      <a16:colId xmlns:a16="http://schemas.microsoft.com/office/drawing/2014/main" val="20001"/>
                    </a:ext>
                  </a:extLst>
                </a:gridCol>
                <a:gridCol w="1608477">
                  <a:extLst>
                    <a:ext uri="{9D8B030D-6E8A-4147-A177-3AD203B41FA5}">
                      <a16:colId xmlns:a16="http://schemas.microsoft.com/office/drawing/2014/main" val="20002"/>
                    </a:ext>
                  </a:extLst>
                </a:gridCol>
                <a:gridCol w="1835144">
                  <a:extLst>
                    <a:ext uri="{9D8B030D-6E8A-4147-A177-3AD203B41FA5}">
                      <a16:colId xmlns:a16="http://schemas.microsoft.com/office/drawing/2014/main" val="20003"/>
                    </a:ext>
                  </a:extLst>
                </a:gridCol>
                <a:gridCol w="1835144">
                  <a:extLst>
                    <a:ext uri="{9D8B030D-6E8A-4147-A177-3AD203B41FA5}">
                      <a16:colId xmlns:a16="http://schemas.microsoft.com/office/drawing/2014/main" val="20004"/>
                    </a:ext>
                  </a:extLst>
                </a:gridCol>
              </a:tblGrid>
              <a:tr h="546250">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SiteCore</a:t>
                      </a:r>
                      <a:r>
                        <a:rPr lang="en-US" sz="1400" b="1" baseline="0" dirty="0">
                          <a:solidFill>
                            <a:schemeClr val="bg1"/>
                          </a:solidFill>
                        </a:rPr>
                        <a:t> </a:t>
                      </a:r>
                      <a:r>
                        <a:rPr lang="en-US" sz="1400" b="1" dirty="0">
                          <a:solidFill>
                            <a:schemeClr val="bg1"/>
                          </a:solidFill>
                        </a:rPr>
                        <a:t>Platform</a:t>
                      </a:r>
                    </a:p>
                  </a:txBody>
                  <a:tcPr>
                    <a:solidFill>
                      <a:schemeClr val="accent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solidFill>
                          <a:schemeClr val="bg1"/>
                        </a:solidFill>
                      </a:endParaRPr>
                    </a:p>
                  </a:txBody>
                  <a:tcPr anchor="ctr">
                    <a:solidFill>
                      <a:schemeClr val="accent1"/>
                    </a:solidFill>
                  </a:tcPr>
                </a:tc>
                <a:tc h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bg1"/>
                        </a:solidFill>
                      </a:endParaRPr>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bg1"/>
                        </a:solidFill>
                      </a:endParaRPr>
                    </a:p>
                  </a:txBody>
                  <a:tcPr>
                    <a:solidFill>
                      <a:schemeClr val="accent1"/>
                    </a:solidFill>
                  </a:tcPr>
                </a:tc>
                <a:extLst>
                  <a:ext uri="{0D108BD9-81ED-4DB2-BD59-A6C34878D82A}">
                    <a16:rowId xmlns:a16="http://schemas.microsoft.com/office/drawing/2014/main" val="10000"/>
                  </a:ext>
                </a:extLst>
              </a:tr>
              <a:tr h="710125">
                <a:tc>
                  <a:txBody>
                    <a:bodyPr/>
                    <a:lstStyle/>
                    <a:p>
                      <a:pPr algn="l"/>
                      <a:endParaRPr lang="en-US" sz="1600" b="1" dirty="0">
                        <a:solidFill>
                          <a:schemeClr val="tx2">
                            <a:lumMod val="50000"/>
                          </a:schemeClr>
                        </a:solidFill>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Users(5% growth)</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Sitecore</a:t>
                      </a:r>
                      <a:r>
                        <a:rPr lang="en-US" sz="1600" b="1" baseline="0" dirty="0">
                          <a:solidFill>
                            <a:schemeClr val="tx2">
                              <a:lumMod val="50000"/>
                            </a:schemeClr>
                          </a:solidFill>
                        </a:rPr>
                        <a:t> </a:t>
                      </a:r>
                      <a:r>
                        <a:rPr lang="en-US" sz="1600" b="1" dirty="0">
                          <a:solidFill>
                            <a:schemeClr val="tx2">
                              <a:lumMod val="50000"/>
                            </a:schemeClr>
                          </a:solidFill>
                        </a:rPr>
                        <a:t>Licensing</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SQL DB License</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Total Cost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1" dirty="0">
                        <a:solidFill>
                          <a:schemeClr val="tx2">
                            <a:lumMod val="50000"/>
                          </a:schemeClr>
                        </a:solidFill>
                      </a:endParaRPr>
                    </a:p>
                  </a:txBody>
                  <a:tcPr anchor="ctr"/>
                </a:tc>
                <a:extLst>
                  <a:ext uri="{0D108BD9-81ED-4DB2-BD59-A6C34878D82A}">
                    <a16:rowId xmlns:a16="http://schemas.microsoft.com/office/drawing/2014/main" val="10001"/>
                  </a:ext>
                </a:extLst>
              </a:tr>
              <a:tr h="480245">
                <a:tc>
                  <a:txBody>
                    <a:bodyPr/>
                    <a:lstStyle/>
                    <a:p>
                      <a:pPr algn="l"/>
                      <a:r>
                        <a:rPr lang="en-US" sz="1600" b="1" dirty="0">
                          <a:solidFill>
                            <a:schemeClr val="tx2">
                              <a:lumMod val="50000"/>
                            </a:schemeClr>
                          </a:solidFill>
                        </a:rPr>
                        <a:t>Year 1</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1000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$264,000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$75,000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$339,000</a:t>
                      </a:r>
                    </a:p>
                  </a:txBody>
                  <a:tcPr anchor="ctr"/>
                </a:tc>
                <a:extLst>
                  <a:ext uri="{0D108BD9-81ED-4DB2-BD59-A6C34878D82A}">
                    <a16:rowId xmlns:a16="http://schemas.microsoft.com/office/drawing/2014/main" val="10002"/>
                  </a:ext>
                </a:extLst>
              </a:tr>
              <a:tr h="480245">
                <a:tc>
                  <a:txBody>
                    <a:bodyPr/>
                    <a:lstStyle/>
                    <a:p>
                      <a:pPr algn="l"/>
                      <a:r>
                        <a:rPr lang="en-US" sz="1600" b="1" dirty="0">
                          <a:solidFill>
                            <a:schemeClr val="tx2">
                              <a:lumMod val="50000"/>
                            </a:schemeClr>
                          </a:solidFill>
                        </a:rPr>
                        <a:t>Year 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1050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$42K</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$42,000</a:t>
                      </a:r>
                    </a:p>
                  </a:txBody>
                  <a:tcPr anchor="ctr"/>
                </a:tc>
                <a:extLst>
                  <a:ext uri="{0D108BD9-81ED-4DB2-BD59-A6C34878D82A}">
                    <a16:rowId xmlns:a16="http://schemas.microsoft.com/office/drawing/2014/main" val="10003"/>
                  </a:ext>
                </a:extLst>
              </a:tr>
              <a:tr h="480245">
                <a:tc>
                  <a:txBody>
                    <a:bodyPr/>
                    <a:lstStyle/>
                    <a:p>
                      <a:pPr algn="l"/>
                      <a:r>
                        <a:rPr lang="en-US" sz="1600" b="1" dirty="0">
                          <a:solidFill>
                            <a:schemeClr val="tx2">
                              <a:lumMod val="50000"/>
                            </a:schemeClr>
                          </a:solidFill>
                        </a:rPr>
                        <a:t>Year 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1103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$42K</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$42,000</a:t>
                      </a:r>
                    </a:p>
                  </a:txBody>
                  <a:tcPr anchor="ctr"/>
                </a:tc>
                <a:extLst>
                  <a:ext uri="{0D108BD9-81ED-4DB2-BD59-A6C34878D82A}">
                    <a16:rowId xmlns:a16="http://schemas.microsoft.com/office/drawing/2014/main" val="10004"/>
                  </a:ext>
                </a:extLst>
              </a:tr>
              <a:tr h="480245">
                <a:tc>
                  <a:txBody>
                    <a:bodyPr/>
                    <a:lstStyle/>
                    <a:p>
                      <a:pPr algn="l"/>
                      <a:r>
                        <a:rPr lang="en-US" sz="1600" b="1" dirty="0">
                          <a:solidFill>
                            <a:schemeClr val="tx2">
                              <a:lumMod val="50000"/>
                            </a:schemeClr>
                          </a:solidFill>
                        </a:rPr>
                        <a:t>Year 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1159</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$42K</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$42,000</a:t>
                      </a:r>
                    </a:p>
                  </a:txBody>
                  <a:tcPr anchor="ctr"/>
                </a:tc>
                <a:extLst>
                  <a:ext uri="{0D108BD9-81ED-4DB2-BD59-A6C34878D82A}">
                    <a16:rowId xmlns:a16="http://schemas.microsoft.com/office/drawing/2014/main" val="10005"/>
                  </a:ext>
                </a:extLst>
              </a:tr>
              <a:tr h="480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Year 5</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1217</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$42K</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$0</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2">
                              <a:lumMod val="50000"/>
                            </a:schemeClr>
                          </a:solidFill>
                        </a:rPr>
                        <a:t>$42,000</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71116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level Risks</a:t>
            </a:r>
          </a:p>
        </p:txBody>
      </p:sp>
      <p:sp>
        <p:nvSpPr>
          <p:cNvPr id="3" name="Content Placeholder 2"/>
          <p:cNvSpPr>
            <a:spLocks noGrp="1"/>
          </p:cNvSpPr>
          <p:nvPr>
            <p:ph idx="1"/>
          </p:nvPr>
        </p:nvSpPr>
        <p:spPr>
          <a:xfrm>
            <a:off x="457200" y="893476"/>
            <a:ext cx="7924800" cy="5004088"/>
          </a:xfrm>
        </p:spPr>
        <p:txBody>
          <a:bodyPr>
            <a:normAutofit lnSpcReduction="10000"/>
          </a:bodyPr>
          <a:lstStyle/>
          <a:p>
            <a:endParaRPr lang="en-US" sz="1600" dirty="0"/>
          </a:p>
          <a:p>
            <a:r>
              <a:rPr lang="en-US" b="1" dirty="0"/>
              <a:t>Risks/ Category</a:t>
            </a:r>
          </a:p>
          <a:p>
            <a:r>
              <a:rPr lang="en-US" sz="1600" dirty="0"/>
              <a:t>Estimates: These are high level estimates and we will deep dive into detailed requirements as we progress thru the project and may uncover more work for scope. The Contingency buffer will help mitigate this	</a:t>
            </a:r>
          </a:p>
          <a:p>
            <a:pPr marL="0" indent="0">
              <a:buNone/>
            </a:pPr>
            <a:r>
              <a:rPr lang="en-US" sz="1600" dirty="0"/>
              <a:t>     Category - Cost /Budget</a:t>
            </a:r>
          </a:p>
          <a:p>
            <a:endParaRPr lang="en-US" sz="1600" dirty="0"/>
          </a:p>
          <a:p>
            <a:r>
              <a:rPr lang="en-US" sz="1600" dirty="0"/>
              <a:t>Sitecore: We currently don’t have any Sitecore developer or expertise inhouse in ABC/WC. Has not been easy to find a suitable resource in the market	</a:t>
            </a:r>
          </a:p>
          <a:p>
            <a:pPr marL="0" indent="0">
              <a:buNone/>
            </a:pPr>
            <a:r>
              <a:rPr lang="en-US" sz="1600" dirty="0"/>
              <a:t>   Category - Resource /Sourcing</a:t>
            </a:r>
          </a:p>
          <a:p>
            <a:endParaRPr lang="en-US" sz="1600" dirty="0"/>
          </a:p>
          <a:p>
            <a:r>
              <a:rPr lang="en-US" sz="1600" dirty="0"/>
              <a:t>Sitecore: The request for infra structure and setup on the environment can have a delays and unknown dependencies. To mitigate this so may need to be scheduled with adequate lead time.	</a:t>
            </a:r>
          </a:p>
          <a:p>
            <a:pPr marL="0" indent="0">
              <a:buNone/>
            </a:pPr>
            <a:r>
              <a:rPr lang="en-US" sz="1600" dirty="0"/>
              <a:t>     Category - Schedule</a:t>
            </a:r>
          </a:p>
          <a:p>
            <a:endParaRPr lang="en-US" sz="1600" dirty="0"/>
          </a:p>
          <a:p>
            <a:pPr marL="0" indent="0">
              <a:buNone/>
            </a:pPr>
            <a:endParaRPr lang="en-US" sz="1600" dirty="0"/>
          </a:p>
          <a:p>
            <a:pPr marL="0" indent="0">
              <a:buNone/>
            </a:pPr>
            <a:endParaRPr lang="en-US" sz="1600" dirty="0"/>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13</a:t>
            </a:fld>
            <a:endParaRPr lang="en-US" dirty="0">
              <a:solidFill>
                <a:srgbClr val="00539B"/>
              </a:solidFill>
            </a:endParaRPr>
          </a:p>
        </p:txBody>
      </p:sp>
    </p:spTree>
    <p:extLst>
      <p:ext uri="{BB962C8B-B14F-4D97-AF65-F5344CB8AC3E}">
        <p14:creationId xmlns:p14="http://schemas.microsoft.com/office/powerpoint/2010/main" val="91725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188B0-2624-46A7-B4B6-6458FA9FF137}"/>
              </a:ext>
            </a:extLst>
          </p:cNvPr>
          <p:cNvSpPr>
            <a:spLocks noGrp="1"/>
          </p:cNvSpPr>
          <p:nvPr>
            <p:ph type="title"/>
          </p:nvPr>
        </p:nvSpPr>
        <p:spPr/>
        <p:txBody>
          <a:bodyPr>
            <a:normAutofit fontScale="90000"/>
          </a:bodyPr>
          <a:lstStyle/>
          <a:p>
            <a:r>
              <a:rPr lang="en-US" dirty="0"/>
              <a:t>Bio Star High level Milestone plan – Total 8 Months ( </a:t>
            </a:r>
            <a:r>
              <a:rPr lang="en-US" sz="2000" dirty="0"/>
              <a:t>6 Months Development + 1 Month Testing + 3 weeks Hypercare</a:t>
            </a:r>
            <a:r>
              <a:rPr lang="en-US" dirty="0"/>
              <a:t>)</a:t>
            </a:r>
          </a:p>
        </p:txBody>
      </p:sp>
      <p:sp>
        <p:nvSpPr>
          <p:cNvPr id="4" name="Date Placeholder 3">
            <a:extLst>
              <a:ext uri="{FF2B5EF4-FFF2-40B4-BE49-F238E27FC236}">
                <a16:creationId xmlns:a16="http://schemas.microsoft.com/office/drawing/2014/main" id="{3CC308F6-38CE-4F95-94CD-35605C1DA8E1}"/>
              </a:ext>
            </a:extLst>
          </p:cNvPr>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a:extLst>
              <a:ext uri="{FF2B5EF4-FFF2-40B4-BE49-F238E27FC236}">
                <a16:creationId xmlns:a16="http://schemas.microsoft.com/office/drawing/2014/main" id="{DFA58205-AF24-425B-AD3A-D8922E09460A}"/>
              </a:ext>
            </a:extLst>
          </p:cNvPr>
          <p:cNvSpPr>
            <a:spLocks noGrp="1"/>
          </p:cNvSpPr>
          <p:nvPr>
            <p:ph type="ftr" sz="quarter" idx="11"/>
          </p:nvPr>
        </p:nvSpPr>
        <p:spPr/>
        <p:txBody>
          <a:bodyPr/>
          <a:lstStyle/>
          <a:p>
            <a:r>
              <a:rPr lang="en-US">
                <a:solidFill>
                  <a:srgbClr val="00539B"/>
                </a:solidFill>
              </a:rPr>
              <a:t>CONFIDENTIAL</a:t>
            </a:r>
            <a:endParaRPr lang="en-US" dirty="0">
              <a:solidFill>
                <a:srgbClr val="00539B"/>
              </a:solidFill>
            </a:endParaRPr>
          </a:p>
        </p:txBody>
      </p:sp>
      <p:sp>
        <p:nvSpPr>
          <p:cNvPr id="6" name="Slide Number Placeholder 5">
            <a:extLst>
              <a:ext uri="{FF2B5EF4-FFF2-40B4-BE49-F238E27FC236}">
                <a16:creationId xmlns:a16="http://schemas.microsoft.com/office/drawing/2014/main" id="{9EC1551D-8637-463B-ADFC-078F6BA2FA39}"/>
              </a:ext>
            </a:extLst>
          </p:cNvPr>
          <p:cNvSpPr>
            <a:spLocks noGrp="1"/>
          </p:cNvSpPr>
          <p:nvPr>
            <p:ph type="sldNum" sz="quarter" idx="12"/>
          </p:nvPr>
        </p:nvSpPr>
        <p:spPr/>
        <p:txBody>
          <a:bodyPr/>
          <a:lstStyle/>
          <a:p>
            <a:fld id="{116D1988-50EC-4BB3-865F-87CF946FA9F8}" type="slidenum">
              <a:rPr lang="en-US" smtClean="0">
                <a:solidFill>
                  <a:srgbClr val="00539B"/>
                </a:solidFill>
              </a:rPr>
              <a:pPr/>
              <a:t>14</a:t>
            </a:fld>
            <a:endParaRPr lang="en-US" dirty="0">
              <a:solidFill>
                <a:srgbClr val="00539B"/>
              </a:solidFill>
            </a:endParaRPr>
          </a:p>
        </p:txBody>
      </p:sp>
      <p:sp>
        <p:nvSpPr>
          <p:cNvPr id="7" name="Text Placeholder 6">
            <a:extLst>
              <a:ext uri="{FF2B5EF4-FFF2-40B4-BE49-F238E27FC236}">
                <a16:creationId xmlns:a16="http://schemas.microsoft.com/office/drawing/2014/main" id="{8821E243-597F-48C2-B17B-EC9773DB2278}"/>
              </a:ext>
            </a:extLst>
          </p:cNvPr>
          <p:cNvSpPr>
            <a:spLocks noGrp="1"/>
          </p:cNvSpPr>
          <p:nvPr>
            <p:ph type="body" sz="quarter" idx="18"/>
          </p:nvPr>
        </p:nvSpPr>
        <p:spPr>
          <a:xfrm>
            <a:off x="459105" y="5660739"/>
            <a:ext cx="6667119" cy="1048544"/>
          </a:xfrm>
        </p:spPr>
        <p:txBody>
          <a:bodyPr/>
          <a:lstStyle/>
          <a:p>
            <a:r>
              <a:rPr lang="en-US" sz="1600" dirty="0"/>
              <a:t> </a:t>
            </a:r>
          </a:p>
        </p:txBody>
      </p:sp>
      <p:pic>
        <p:nvPicPr>
          <p:cNvPr id="20" name="Content Placeholder 19">
            <a:extLst>
              <a:ext uri="{FF2B5EF4-FFF2-40B4-BE49-F238E27FC236}">
                <a16:creationId xmlns:a16="http://schemas.microsoft.com/office/drawing/2014/main" id="{8CBDA21C-FE93-4E25-8F10-0F1DD6891A4A}"/>
              </a:ext>
            </a:extLst>
          </p:cNvPr>
          <p:cNvPicPr>
            <a:picLocks noGrp="1" noChangeAspect="1"/>
          </p:cNvPicPr>
          <p:nvPr>
            <p:ph idx="1"/>
          </p:nvPr>
        </p:nvPicPr>
        <p:blipFill>
          <a:blip r:embed="rId4"/>
          <a:stretch>
            <a:fillRect/>
          </a:stretch>
        </p:blipFill>
        <p:spPr>
          <a:xfrm>
            <a:off x="457200" y="992885"/>
            <a:ext cx="8001000" cy="5023036"/>
          </a:xfrm>
          <a:prstGeom prst="rect">
            <a:avLst/>
          </a:prstGeom>
        </p:spPr>
      </p:pic>
    </p:spTree>
    <p:extLst>
      <p:ext uri="{BB962C8B-B14F-4D97-AF65-F5344CB8AC3E}">
        <p14:creationId xmlns:p14="http://schemas.microsoft.com/office/powerpoint/2010/main" val="1594645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a:t>
            </a:r>
          </a:p>
        </p:txBody>
      </p:sp>
      <p:sp>
        <p:nvSpPr>
          <p:cNvPr id="3" name="Content Placeholder 2"/>
          <p:cNvSpPr>
            <a:spLocks noGrp="1"/>
          </p:cNvSpPr>
          <p:nvPr>
            <p:ph idx="1"/>
          </p:nvPr>
        </p:nvSpPr>
        <p:spPr>
          <a:xfrm>
            <a:off x="457200" y="1454152"/>
            <a:ext cx="8485632" cy="4443412"/>
          </a:xfrm>
        </p:spPr>
        <p:txBody>
          <a:bodyPr>
            <a:normAutofit/>
          </a:bodyPr>
          <a:lstStyle/>
          <a:p>
            <a:r>
              <a:rPr lang="en-US" sz="1600" dirty="0"/>
              <a:t>Salesforce platform </a:t>
            </a:r>
            <a:r>
              <a:rPr lang="en-US" sz="1600" dirty="0">
                <a:solidFill>
                  <a:srgbClr val="000000"/>
                </a:solidFill>
              </a:rPr>
              <a:t>OOTB customer service tools like. </a:t>
            </a:r>
            <a:r>
              <a:rPr lang="en-US" sz="1600" b="1" dirty="0">
                <a:solidFill>
                  <a:srgbClr val="000000"/>
                </a:solidFill>
              </a:rPr>
              <a:t>Case Mgmt.</a:t>
            </a:r>
            <a:r>
              <a:rPr lang="en-US" sz="1600" dirty="0">
                <a:solidFill>
                  <a:srgbClr val="000000"/>
                </a:solidFill>
              </a:rPr>
              <a:t>, </a:t>
            </a:r>
            <a:r>
              <a:rPr lang="en-US" sz="1600" b="1" dirty="0">
                <a:solidFill>
                  <a:srgbClr val="000000"/>
                </a:solidFill>
              </a:rPr>
              <a:t>email</a:t>
            </a:r>
            <a:r>
              <a:rPr lang="en-US" sz="1600" dirty="0">
                <a:solidFill>
                  <a:srgbClr val="000000"/>
                </a:solidFill>
              </a:rPr>
              <a:t>, </a:t>
            </a:r>
            <a:r>
              <a:rPr lang="en-US" sz="1600" b="1" dirty="0">
                <a:solidFill>
                  <a:srgbClr val="000000"/>
                </a:solidFill>
              </a:rPr>
              <a:t>Live Agent</a:t>
            </a:r>
            <a:r>
              <a:rPr lang="en-US" sz="1600" dirty="0">
                <a:solidFill>
                  <a:srgbClr val="000000"/>
                </a:solidFill>
              </a:rPr>
              <a:t>, </a:t>
            </a:r>
            <a:r>
              <a:rPr lang="en-US" sz="1600" b="1" dirty="0">
                <a:solidFill>
                  <a:srgbClr val="000000"/>
                </a:solidFill>
              </a:rPr>
              <a:t>CTI</a:t>
            </a:r>
            <a:r>
              <a:rPr lang="en-US" sz="1600" dirty="0">
                <a:solidFill>
                  <a:srgbClr val="000000"/>
                </a:solidFill>
              </a:rPr>
              <a:t>, </a:t>
            </a:r>
            <a:r>
              <a:rPr lang="en-US" sz="1600" b="1" dirty="0">
                <a:solidFill>
                  <a:srgbClr val="000000"/>
                </a:solidFill>
              </a:rPr>
              <a:t>Knowledge</a:t>
            </a:r>
            <a:r>
              <a:rPr lang="en-US" sz="1600" dirty="0">
                <a:solidFill>
                  <a:srgbClr val="000000"/>
                </a:solidFill>
              </a:rPr>
              <a:t> and  </a:t>
            </a:r>
            <a:r>
              <a:rPr lang="en-US" sz="1600" b="1" dirty="0">
                <a:solidFill>
                  <a:srgbClr val="000000"/>
                </a:solidFill>
              </a:rPr>
              <a:t>Doc Mgmt.</a:t>
            </a:r>
            <a:r>
              <a:rPr lang="en-US" sz="1600" dirty="0">
                <a:solidFill>
                  <a:srgbClr val="000000"/>
                </a:solidFill>
              </a:rPr>
              <a:t> will help Bio-Agents to provide better customer service</a:t>
            </a:r>
          </a:p>
          <a:p>
            <a:r>
              <a:rPr lang="en-US" sz="1600" dirty="0"/>
              <a:t>WC sales is already on Salesforce platform and approx. 400+ current Bio-Star users are already using salesforce. This will reduce the annual licensing and training cost</a:t>
            </a:r>
          </a:p>
          <a:p>
            <a:r>
              <a:rPr lang="en-US" sz="1600" dirty="0"/>
              <a:t>Having Sales and Service on a single platform will provide 360 degree view of clinical trail data</a:t>
            </a:r>
          </a:p>
          <a:p>
            <a:r>
              <a:rPr lang="en-US" sz="1600" dirty="0"/>
              <a:t>Salesforce platform comes with 99% uptime, HA,DR, Better Performance and  Free Upgrades</a:t>
            </a:r>
          </a:p>
          <a:p>
            <a:r>
              <a:rPr lang="en-US" sz="1600" dirty="0"/>
              <a:t>Salesforce supports multi lingual, multiple time zones and currencies and available across the globe</a:t>
            </a:r>
          </a:p>
          <a:p>
            <a:r>
              <a:rPr lang="en-US" sz="1600" dirty="0"/>
              <a:t>Salesforce platform complies with most of the Government regulations (GDPR,HIPAA,PHI,Part11-CFR..etc) across the globe</a:t>
            </a:r>
          </a:p>
          <a:p>
            <a:pPr marL="0" indent="0">
              <a:buNone/>
            </a:pPr>
            <a:r>
              <a:rPr lang="en-US" sz="1600" dirty="0"/>
              <a:t>*</a:t>
            </a:r>
            <a:r>
              <a:rPr lang="en-US" sz="1100" dirty="0">
                <a:solidFill>
                  <a:srgbClr val="002060"/>
                </a:solidFill>
              </a:rPr>
              <a:t>https://trust.salesforce.com/en/compliance/</a:t>
            </a:r>
          </a:p>
          <a:p>
            <a:pPr marL="0" indent="0">
              <a:buNone/>
            </a:pPr>
            <a:endParaRPr lang="en-US" sz="1600" dirty="0"/>
          </a:p>
          <a:p>
            <a:endParaRPr lang="en-US" sz="1600" dirty="0"/>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15</a:t>
            </a:fld>
            <a:endParaRPr lang="en-US" dirty="0">
              <a:solidFill>
                <a:srgbClr val="00539B"/>
              </a:solidFill>
            </a:endParaRPr>
          </a:p>
        </p:txBody>
      </p:sp>
      <p:sp>
        <p:nvSpPr>
          <p:cNvPr id="8" name="Text Placeholder 16"/>
          <p:cNvSpPr>
            <a:spLocks noGrp="1"/>
          </p:cNvSpPr>
          <p:nvPr>
            <p:ph type="body" sz="quarter" idx="17"/>
          </p:nvPr>
        </p:nvSpPr>
        <p:spPr>
          <a:xfrm>
            <a:off x="461010" y="980679"/>
            <a:ext cx="8232775" cy="386270"/>
          </a:xfrm>
        </p:spPr>
        <p:txBody>
          <a:bodyPr/>
          <a:lstStyle/>
          <a:p>
            <a:r>
              <a:rPr lang="en-US" b="1" dirty="0">
                <a:solidFill>
                  <a:schemeClr val="tx2"/>
                </a:solidFill>
              </a:rPr>
              <a:t>Salesforce</a:t>
            </a:r>
          </a:p>
        </p:txBody>
      </p:sp>
    </p:spTree>
    <p:extLst>
      <p:ext uri="{BB962C8B-B14F-4D97-AF65-F5344CB8AC3E}">
        <p14:creationId xmlns:p14="http://schemas.microsoft.com/office/powerpoint/2010/main" val="3805366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0" y="6527800"/>
            <a:ext cx="669925" cy="206375"/>
          </a:xfrm>
          <a:prstGeom prst="rect">
            <a:avLst/>
          </a:prstGeom>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4294967295"/>
          </p:nvPr>
        </p:nvSpPr>
        <p:spPr>
          <a:xfrm>
            <a:off x="0" y="6527800"/>
            <a:ext cx="969963" cy="180975"/>
          </a:xfrm>
          <a:prstGeom prst="rect">
            <a:avLst/>
          </a:prstGeom>
        </p:spPr>
        <p:txBody>
          <a:bodyPr/>
          <a:lstStyle/>
          <a:p>
            <a:r>
              <a:rPr lang="en-US" dirty="0">
                <a:solidFill>
                  <a:srgbClr val="00539B"/>
                </a:solidFill>
              </a:rPr>
              <a:t>CONFIDENTIAL</a:t>
            </a:r>
          </a:p>
        </p:txBody>
      </p:sp>
      <p:sp>
        <p:nvSpPr>
          <p:cNvPr id="6" name="Slide Number Placeholder 5"/>
          <p:cNvSpPr>
            <a:spLocks noGrp="1"/>
          </p:cNvSpPr>
          <p:nvPr>
            <p:ph type="sldNum" sz="quarter" idx="4294967295"/>
          </p:nvPr>
        </p:nvSpPr>
        <p:spPr>
          <a:xfrm>
            <a:off x="0" y="6527800"/>
            <a:ext cx="344488" cy="185738"/>
          </a:xfrm>
          <a:prstGeom prst="rect">
            <a:avLst/>
          </a:prstGeom>
        </p:spPr>
        <p:txBody>
          <a:bodyPr/>
          <a:lstStyle/>
          <a:p>
            <a:fld id="{116D1988-50EC-4BB3-865F-87CF946FA9F8}" type="slidenum">
              <a:rPr lang="en-US" smtClean="0">
                <a:solidFill>
                  <a:srgbClr val="00539B"/>
                </a:solidFill>
              </a:rPr>
              <a:pPr/>
              <a:t>16</a:t>
            </a:fld>
            <a:endParaRPr lang="en-US" dirty="0">
              <a:solidFill>
                <a:srgbClr val="00539B"/>
              </a:solidFill>
            </a:endParaRPr>
          </a:p>
        </p:txBody>
      </p:sp>
      <p:sp>
        <p:nvSpPr>
          <p:cNvPr id="9" name="TextBox 8"/>
          <p:cNvSpPr txBox="1"/>
          <p:nvPr/>
        </p:nvSpPr>
        <p:spPr>
          <a:xfrm>
            <a:off x="2590800" y="2667000"/>
            <a:ext cx="5334000" cy="523220"/>
          </a:xfrm>
          <a:prstGeom prst="rect">
            <a:avLst/>
          </a:prstGeom>
          <a:noFill/>
        </p:spPr>
        <p:txBody>
          <a:bodyPr wrap="square" rtlCol="0">
            <a:spAutoFit/>
          </a:bodyPr>
          <a:lstStyle/>
          <a:p>
            <a:r>
              <a:rPr lang="en-US" sz="2800" dirty="0">
                <a:solidFill>
                  <a:schemeClr val="bg1"/>
                </a:solidFill>
              </a:rPr>
              <a:t>Thank You</a:t>
            </a:r>
          </a:p>
        </p:txBody>
      </p:sp>
    </p:spTree>
    <p:extLst>
      <p:ext uri="{BB962C8B-B14F-4D97-AF65-F5344CB8AC3E}">
        <p14:creationId xmlns:p14="http://schemas.microsoft.com/office/powerpoint/2010/main" val="73504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010" y="618682"/>
            <a:ext cx="8229600" cy="422592"/>
          </a:xfrm>
        </p:spPr>
        <p:txBody>
          <a:bodyPr>
            <a:normAutofit fontScale="90000"/>
          </a:bodyPr>
          <a:lstStyle/>
          <a:p>
            <a:br>
              <a:rPr lang="en-US" dirty="0"/>
            </a:br>
            <a:br>
              <a:rPr lang="en-US" dirty="0"/>
            </a:br>
            <a:r>
              <a:rPr lang="en-US" dirty="0"/>
              <a:t>WC Bio-Star business needs are translated into Epics, Feature's and User Stories.</a:t>
            </a:r>
          </a:p>
        </p:txBody>
      </p:sp>
      <p:sp>
        <p:nvSpPr>
          <p:cNvPr id="4" name="Slide Number Placeholder 3"/>
          <p:cNvSpPr>
            <a:spLocks noGrp="1"/>
          </p:cNvSpPr>
          <p:nvPr>
            <p:ph type="sldNum" sz="quarter" idx="12"/>
          </p:nvPr>
        </p:nvSpPr>
        <p:spPr/>
        <p:txBody>
          <a:bodyPr/>
          <a:lstStyle/>
          <a:p>
            <a:pPr>
              <a:defRPr/>
            </a:pPr>
            <a:fld id="{4F4027BA-9464-4998-8CB6-75858D7C2C66}" type="slidenum">
              <a:rPr lang="en-US" smtClean="0"/>
              <a:pPr>
                <a:defRPr/>
              </a:pPr>
              <a:t>17</a:t>
            </a:fld>
            <a:endParaRPr lang="en-US" dirty="0"/>
          </a:p>
        </p:txBody>
      </p:sp>
      <p:graphicFrame>
        <p:nvGraphicFramePr>
          <p:cNvPr id="8" name="Content Placeholder 20"/>
          <p:cNvGraphicFramePr>
            <a:graphicFrameLocks/>
          </p:cNvGraphicFramePr>
          <p:nvPr>
            <p:extLst>
              <p:ext uri="{D42A27DB-BD31-4B8C-83A1-F6EECF244321}">
                <p14:modId xmlns:p14="http://schemas.microsoft.com/office/powerpoint/2010/main" val="3178202713"/>
              </p:ext>
            </p:extLst>
          </p:nvPr>
        </p:nvGraphicFramePr>
        <p:xfrm>
          <a:off x="533400" y="1143000"/>
          <a:ext cx="2878657" cy="1219200"/>
        </p:xfrm>
        <a:graphic>
          <a:graphicData uri="http://schemas.openxmlformats.org/drawingml/2006/table">
            <a:tbl>
              <a:tblPr firstRow="1" bandRow="1">
                <a:tableStyleId>{69012ECD-51FC-41F1-AA8D-1B2483CD663E}</a:tableStyleId>
              </a:tblPr>
              <a:tblGrid>
                <a:gridCol w="1278255">
                  <a:extLst>
                    <a:ext uri="{9D8B030D-6E8A-4147-A177-3AD203B41FA5}">
                      <a16:colId xmlns:a16="http://schemas.microsoft.com/office/drawing/2014/main" val="20000"/>
                    </a:ext>
                  </a:extLst>
                </a:gridCol>
                <a:gridCol w="1600402">
                  <a:extLst>
                    <a:ext uri="{9D8B030D-6E8A-4147-A177-3AD203B41FA5}">
                      <a16:colId xmlns:a16="http://schemas.microsoft.com/office/drawing/2014/main" val="20003"/>
                    </a:ext>
                  </a:extLst>
                </a:gridCol>
              </a:tblGrid>
              <a:tr h="228600">
                <a:tc>
                  <a:txBody>
                    <a:bodyPr/>
                    <a:lstStyle/>
                    <a:p>
                      <a:pPr algn="l"/>
                      <a:r>
                        <a:rPr lang="en-US" sz="1400" dirty="0"/>
                        <a:t>Label</a:t>
                      </a:r>
                    </a:p>
                  </a:txBody>
                  <a:tcPr anchor="ctr">
                    <a:lnR w="12700" cap="flat" cmpd="sng" algn="ctr">
                      <a:solidFill>
                        <a:schemeClr val="tx1"/>
                      </a:solidFill>
                      <a:prstDash val="solid"/>
                      <a:round/>
                      <a:headEnd type="none" w="med" len="med"/>
                      <a:tailEnd type="none" w="med" len="med"/>
                    </a:lnR>
                  </a:tcPr>
                </a:tc>
                <a:tc>
                  <a:txBody>
                    <a:bodyPr/>
                    <a:lstStyle/>
                    <a:p>
                      <a:pPr algn="l"/>
                      <a:r>
                        <a:rPr lang="en-US" sz="1400" dirty="0"/>
                        <a:t>Count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1015">
                <a:tc>
                  <a:txBody>
                    <a:bodyPr/>
                    <a:lstStyle/>
                    <a:p>
                      <a:pPr marL="0" indent="0">
                        <a:buFont typeface="Arial" panose="020B0604020202020204" pitchFamily="34" charset="0"/>
                        <a:buNone/>
                      </a:pPr>
                      <a:r>
                        <a:rPr lang="en-US" sz="1400" b="1" dirty="0">
                          <a:solidFill>
                            <a:schemeClr val="accent1">
                              <a:lumMod val="90000"/>
                              <a:lumOff val="10000"/>
                            </a:schemeClr>
                          </a:solidFill>
                        </a:rPr>
                        <a:t>Epics</a:t>
                      </a:r>
                    </a:p>
                  </a:txBody>
                  <a:tcPr anchor="ctr">
                    <a:lnR w="12700" cap="flat" cmpd="sng" algn="ctr">
                      <a:solidFill>
                        <a:schemeClr val="tx1"/>
                      </a:solidFill>
                      <a:prstDash val="solid"/>
                      <a:round/>
                      <a:headEnd type="none" w="med" len="med"/>
                      <a:tailEnd type="none" w="med" len="med"/>
                    </a:lnR>
                  </a:tcPr>
                </a:tc>
                <a:tc>
                  <a:txBody>
                    <a:bodyPr/>
                    <a:lstStyle/>
                    <a:p>
                      <a:pPr marL="0" indent="0" algn="l">
                        <a:buFont typeface="Arial" panose="020B0604020202020204" pitchFamily="34" charset="0"/>
                        <a:buNone/>
                      </a:pPr>
                      <a:r>
                        <a:rPr lang="en-US" sz="1400" dirty="0">
                          <a:solidFill>
                            <a:schemeClr val="accent1">
                              <a:lumMod val="90000"/>
                              <a:lumOff val="10000"/>
                            </a:schemeClr>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1015">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dirty="0">
                          <a:solidFill>
                            <a:schemeClr val="accent1">
                              <a:lumMod val="90000"/>
                              <a:lumOff val="10000"/>
                            </a:schemeClr>
                          </a:solidFill>
                        </a:rPr>
                        <a:t>Features</a:t>
                      </a:r>
                    </a:p>
                  </a:txBody>
                  <a:tcPr anchor="ctr">
                    <a:lnR w="12700" cap="flat" cmpd="sng" algn="ctr">
                      <a:solidFill>
                        <a:schemeClr val="tx1"/>
                      </a:solidFill>
                      <a:prstDash val="solid"/>
                      <a:round/>
                      <a:headEnd type="none" w="med" len="med"/>
                      <a:tailEnd type="none" w="med" len="med"/>
                    </a:lnR>
                  </a:tcPr>
                </a:tc>
                <a:tc>
                  <a:txBody>
                    <a:bodyPr/>
                    <a:lstStyle/>
                    <a:p>
                      <a:pPr marL="0" indent="0" algn="l">
                        <a:buFont typeface="Arial" panose="020B0604020202020204" pitchFamily="34" charset="0"/>
                        <a:buNone/>
                      </a:pPr>
                      <a:r>
                        <a:rPr lang="en-US" sz="1400" dirty="0">
                          <a:solidFill>
                            <a:schemeClr val="accent1">
                              <a:lumMod val="90000"/>
                              <a:lumOff val="10000"/>
                            </a:schemeClr>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1015">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dirty="0">
                          <a:solidFill>
                            <a:schemeClr val="accent1">
                              <a:lumMod val="90000"/>
                              <a:lumOff val="10000"/>
                            </a:schemeClr>
                          </a:solidFill>
                        </a:rPr>
                        <a:t>User Stories</a:t>
                      </a:r>
                    </a:p>
                  </a:txBody>
                  <a:tcPr anchor="ctr">
                    <a:lnR w="12700" cap="flat" cmpd="sng" algn="ctr">
                      <a:solidFill>
                        <a:schemeClr val="tx1"/>
                      </a:solidFill>
                      <a:prstDash val="solid"/>
                      <a:round/>
                      <a:headEnd type="none" w="med" len="med"/>
                      <a:tailEnd type="none" w="med" len="med"/>
                    </a:lnR>
                  </a:tcPr>
                </a:tc>
                <a:tc>
                  <a:txBody>
                    <a:bodyPr/>
                    <a:lstStyle/>
                    <a:p>
                      <a:pPr marL="0" indent="0" algn="l">
                        <a:buFont typeface="Arial" panose="020B0604020202020204" pitchFamily="34" charset="0"/>
                        <a:buNone/>
                      </a:pPr>
                      <a:r>
                        <a:rPr lang="en-US" sz="1400" dirty="0">
                          <a:solidFill>
                            <a:schemeClr val="accent1">
                              <a:lumMod val="90000"/>
                              <a:lumOff val="10000"/>
                            </a:schemeClr>
                          </a:solidFill>
                        </a:rPr>
                        <a:t>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pic>
        <p:nvPicPr>
          <p:cNvPr id="9" name="Picture 8"/>
          <p:cNvPicPr>
            <a:picLocks noChangeAspect="1"/>
          </p:cNvPicPr>
          <p:nvPr/>
        </p:nvPicPr>
        <p:blipFill>
          <a:blip r:embed="rId2"/>
          <a:stretch>
            <a:fillRect/>
          </a:stretch>
        </p:blipFill>
        <p:spPr>
          <a:xfrm>
            <a:off x="533400" y="2667000"/>
            <a:ext cx="7972425" cy="838200"/>
          </a:xfrm>
          <a:prstGeom prst="rect">
            <a:avLst/>
          </a:prstGeom>
        </p:spPr>
      </p:pic>
      <p:pic>
        <p:nvPicPr>
          <p:cNvPr id="11" name="Picture 10"/>
          <p:cNvPicPr>
            <a:picLocks noChangeAspect="1"/>
          </p:cNvPicPr>
          <p:nvPr/>
        </p:nvPicPr>
        <p:blipFill>
          <a:blip r:embed="rId3"/>
          <a:stretch>
            <a:fillRect/>
          </a:stretch>
        </p:blipFill>
        <p:spPr>
          <a:xfrm>
            <a:off x="495300" y="3771900"/>
            <a:ext cx="8153400" cy="876300"/>
          </a:xfrm>
          <a:prstGeom prst="rect">
            <a:avLst/>
          </a:prstGeom>
        </p:spPr>
      </p:pic>
      <p:pic>
        <p:nvPicPr>
          <p:cNvPr id="12" name="Picture 11"/>
          <p:cNvPicPr>
            <a:picLocks noChangeAspect="1"/>
          </p:cNvPicPr>
          <p:nvPr/>
        </p:nvPicPr>
        <p:blipFill>
          <a:blip r:embed="rId4"/>
          <a:stretch>
            <a:fillRect/>
          </a:stretch>
        </p:blipFill>
        <p:spPr>
          <a:xfrm>
            <a:off x="452120" y="4942200"/>
            <a:ext cx="8543925" cy="819150"/>
          </a:xfrm>
          <a:prstGeom prst="rect">
            <a:avLst/>
          </a:prstGeom>
        </p:spPr>
      </p:pic>
      <p:sp>
        <p:nvSpPr>
          <p:cNvPr id="13" name="TextBox 12"/>
          <p:cNvSpPr txBox="1"/>
          <p:nvPr/>
        </p:nvSpPr>
        <p:spPr>
          <a:xfrm>
            <a:off x="461010" y="2452139"/>
            <a:ext cx="561372" cy="261610"/>
          </a:xfrm>
          <a:prstGeom prst="rect">
            <a:avLst/>
          </a:prstGeom>
          <a:noFill/>
        </p:spPr>
        <p:txBody>
          <a:bodyPr wrap="none" rtlCol="0">
            <a:spAutoFit/>
          </a:bodyPr>
          <a:lstStyle/>
          <a:p>
            <a:r>
              <a:rPr lang="en-US" sz="1100" dirty="0">
                <a:solidFill>
                  <a:schemeClr val="accent1">
                    <a:lumMod val="75000"/>
                    <a:lumOff val="25000"/>
                  </a:schemeClr>
                </a:solidFill>
              </a:rPr>
              <a:t>Epics</a:t>
            </a:r>
          </a:p>
        </p:txBody>
      </p:sp>
      <p:sp>
        <p:nvSpPr>
          <p:cNvPr id="15" name="TextBox 14"/>
          <p:cNvSpPr txBox="1"/>
          <p:nvPr/>
        </p:nvSpPr>
        <p:spPr>
          <a:xfrm>
            <a:off x="445526" y="3546549"/>
            <a:ext cx="772969" cy="261610"/>
          </a:xfrm>
          <a:prstGeom prst="rect">
            <a:avLst/>
          </a:prstGeom>
          <a:noFill/>
        </p:spPr>
        <p:txBody>
          <a:bodyPr wrap="none" rtlCol="0">
            <a:spAutoFit/>
          </a:bodyPr>
          <a:lstStyle/>
          <a:p>
            <a:r>
              <a:rPr lang="en-US" sz="1100" dirty="0">
                <a:solidFill>
                  <a:schemeClr val="accent1">
                    <a:lumMod val="75000"/>
                    <a:lumOff val="25000"/>
                  </a:schemeClr>
                </a:solidFill>
              </a:rPr>
              <a:t>Features</a:t>
            </a:r>
          </a:p>
        </p:txBody>
      </p:sp>
      <p:sp>
        <p:nvSpPr>
          <p:cNvPr id="16" name="TextBox 15"/>
          <p:cNvSpPr txBox="1"/>
          <p:nvPr/>
        </p:nvSpPr>
        <p:spPr>
          <a:xfrm>
            <a:off x="495300" y="4774088"/>
            <a:ext cx="1015021" cy="261610"/>
          </a:xfrm>
          <a:prstGeom prst="rect">
            <a:avLst/>
          </a:prstGeom>
          <a:noFill/>
        </p:spPr>
        <p:txBody>
          <a:bodyPr wrap="none" rtlCol="0">
            <a:spAutoFit/>
          </a:bodyPr>
          <a:lstStyle/>
          <a:p>
            <a:r>
              <a:rPr lang="en-US" sz="1100" dirty="0">
                <a:solidFill>
                  <a:schemeClr val="accent1">
                    <a:lumMod val="75000"/>
                    <a:lumOff val="25000"/>
                  </a:schemeClr>
                </a:solidFill>
              </a:rPr>
              <a:t>User Stories</a:t>
            </a:r>
          </a:p>
        </p:txBody>
      </p:sp>
    </p:spTree>
    <p:extLst>
      <p:ext uri="{BB962C8B-B14F-4D97-AF65-F5344CB8AC3E}">
        <p14:creationId xmlns:p14="http://schemas.microsoft.com/office/powerpoint/2010/main" val="1327650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Next Gen Bio-Star Integration Architecture</a:t>
            </a:r>
          </a:p>
        </p:txBody>
      </p:sp>
      <p:sp>
        <p:nvSpPr>
          <p:cNvPr id="4" name="Slide Number Placeholder 3"/>
          <p:cNvSpPr>
            <a:spLocks noGrp="1"/>
          </p:cNvSpPr>
          <p:nvPr>
            <p:ph type="sldNum" sz="quarter" idx="12"/>
          </p:nvPr>
        </p:nvSpPr>
        <p:spPr/>
        <p:txBody>
          <a:bodyPr/>
          <a:lstStyle/>
          <a:p>
            <a:pPr>
              <a:defRPr/>
            </a:pPr>
            <a:fld id="{4F4027BA-9464-4998-8CB6-75858D7C2C66}" type="slidenum">
              <a:rPr lang="en-US" smtClean="0"/>
              <a:pPr>
                <a:defRPr/>
              </a:pPr>
              <a:t>18</a:t>
            </a:fld>
            <a:endParaRPr lang="en-US" dirty="0"/>
          </a:p>
        </p:txBody>
      </p:sp>
      <p:pic>
        <p:nvPicPr>
          <p:cNvPr id="7" name="Picture 6"/>
          <p:cNvPicPr>
            <a:picLocks noChangeAspect="1"/>
          </p:cNvPicPr>
          <p:nvPr/>
        </p:nvPicPr>
        <p:blipFill>
          <a:blip r:embed="rId3"/>
          <a:stretch>
            <a:fillRect/>
          </a:stretch>
        </p:blipFill>
        <p:spPr>
          <a:xfrm>
            <a:off x="381000" y="1118941"/>
            <a:ext cx="7315200" cy="5183870"/>
          </a:xfrm>
          <a:prstGeom prst="rect">
            <a:avLst/>
          </a:prstGeom>
        </p:spPr>
      </p:pic>
    </p:spTree>
    <p:extLst>
      <p:ext uri="{BB962C8B-B14F-4D97-AF65-F5344CB8AC3E}">
        <p14:creationId xmlns:p14="http://schemas.microsoft.com/office/powerpoint/2010/main" val="733946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19</a:t>
            </a:fld>
            <a:endParaRPr lang="en-US" dirty="0">
              <a:solidFill>
                <a:srgbClr val="00539B"/>
              </a:solidFill>
            </a:endParaRPr>
          </a:p>
        </p:txBody>
      </p:sp>
      <p:sp>
        <p:nvSpPr>
          <p:cNvPr id="10" name="TextBox 9"/>
          <p:cNvSpPr txBox="1"/>
          <p:nvPr/>
        </p:nvSpPr>
        <p:spPr>
          <a:xfrm>
            <a:off x="228600" y="1219200"/>
            <a:ext cx="6614160" cy="325154"/>
          </a:xfrm>
          <a:prstGeom prst="rect">
            <a:avLst/>
          </a:prstGeom>
          <a:noFill/>
        </p:spPr>
        <p:txBody>
          <a:bodyPr wrap="square" rtlCol="0">
            <a:spAutoFit/>
          </a:bodyPr>
          <a:lstStyle/>
          <a:p>
            <a:r>
              <a:rPr lang="en-US" sz="1000" dirty="0">
                <a:solidFill>
                  <a:schemeClr val="accent1">
                    <a:lumMod val="90000"/>
                    <a:lumOff val="10000"/>
                  </a:schemeClr>
                </a:solidFill>
              </a:rPr>
              <a:t>Epics/Features/User stories </a:t>
            </a:r>
            <a:r>
              <a:rPr lang="en-US" b="0" dirty="0"/>
              <a:t>:</a:t>
            </a:r>
          </a:p>
        </p:txBody>
      </p:sp>
      <p:sp>
        <p:nvSpPr>
          <p:cNvPr id="11" name="Rectangle 10"/>
          <p:cNvSpPr/>
          <p:nvPr/>
        </p:nvSpPr>
        <p:spPr>
          <a:xfrm>
            <a:off x="2030136" y="1219200"/>
            <a:ext cx="6858000" cy="400110"/>
          </a:xfrm>
          <a:prstGeom prst="rect">
            <a:avLst/>
          </a:prstGeom>
        </p:spPr>
        <p:txBody>
          <a:bodyPr wrap="square">
            <a:spAutoFit/>
          </a:bodyPr>
          <a:lstStyle/>
          <a:p>
            <a:r>
              <a:rPr lang="en-US" sz="1000" dirty="0">
                <a:solidFill>
                  <a:schemeClr val="accent1">
                    <a:lumMod val="90000"/>
                    <a:lumOff val="10000"/>
                  </a:schemeClr>
                </a:solidFill>
              </a:rPr>
              <a:t>http://edev.one-abc.com:8080/tfs/EITS/Bio-STAR%20Rewrite/_backlogs?level=Stories&amp;showParents=false&amp;_a=backlog</a:t>
            </a:r>
          </a:p>
        </p:txBody>
      </p:sp>
    </p:spTree>
    <p:extLst>
      <p:ext uri="{BB962C8B-B14F-4D97-AF65-F5344CB8AC3E}">
        <p14:creationId xmlns:p14="http://schemas.microsoft.com/office/powerpoint/2010/main" val="111245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56785-918B-47E5-BA3A-359CD3DD9A8E}"/>
              </a:ext>
            </a:extLst>
          </p:cNvPr>
          <p:cNvSpPr>
            <a:spLocks noGrp="1"/>
          </p:cNvSpPr>
          <p:nvPr>
            <p:ph type="title"/>
          </p:nvPr>
        </p:nvSpPr>
        <p:spPr/>
        <p:txBody>
          <a:bodyPr/>
          <a:lstStyle/>
          <a:p>
            <a:r>
              <a:rPr lang="en-US" dirty="0"/>
              <a:t> Cost Estimates effort wise breakdown – Sitecore</a:t>
            </a:r>
          </a:p>
        </p:txBody>
      </p:sp>
      <p:sp>
        <p:nvSpPr>
          <p:cNvPr id="4" name="Date Placeholder 3">
            <a:extLst>
              <a:ext uri="{FF2B5EF4-FFF2-40B4-BE49-F238E27FC236}">
                <a16:creationId xmlns:a16="http://schemas.microsoft.com/office/drawing/2014/main" id="{386A7101-FAC9-4198-955D-891169E4F055}"/>
              </a:ext>
            </a:extLst>
          </p:cNvPr>
          <p:cNvSpPr>
            <a:spLocks noGrp="1"/>
          </p:cNvSpPr>
          <p:nvPr>
            <p:ph type="dt" sz="half" idx="10"/>
          </p:nvPr>
        </p:nvSpPr>
        <p:spPr/>
        <p:txBody>
          <a:bodyPr/>
          <a:lstStyle/>
          <a:p>
            <a:fld id="{03989371-C1CC-4AE5-9EBA-B1B727D1D621}" type="datetime1">
              <a:rPr lang="en-US" smtClean="0"/>
              <a:t>01/25/2019</a:t>
            </a:fld>
            <a:endParaRPr lang="en-US" dirty="0"/>
          </a:p>
        </p:txBody>
      </p:sp>
      <p:sp>
        <p:nvSpPr>
          <p:cNvPr id="5" name="Footer Placeholder 4">
            <a:extLst>
              <a:ext uri="{FF2B5EF4-FFF2-40B4-BE49-F238E27FC236}">
                <a16:creationId xmlns:a16="http://schemas.microsoft.com/office/drawing/2014/main" id="{57942EEA-BC2E-4007-8F26-C2AF52D68A51}"/>
              </a:ext>
            </a:extLst>
          </p:cNvPr>
          <p:cNvSpPr>
            <a:spLocks noGrp="1"/>
          </p:cNvSpPr>
          <p:nvPr>
            <p:ph type="ftr" sz="quarter" idx="11"/>
          </p:nvPr>
        </p:nvSpPr>
        <p:spPr/>
        <p:txBody>
          <a:bodyPr/>
          <a:lstStyle/>
          <a:p>
            <a:r>
              <a:rPr lang="en-US"/>
              <a:t>CONFIDENTIAL</a:t>
            </a:r>
            <a:endParaRPr lang="en-US" dirty="0"/>
          </a:p>
        </p:txBody>
      </p:sp>
      <p:sp>
        <p:nvSpPr>
          <p:cNvPr id="6" name="Slide Number Placeholder 5">
            <a:extLst>
              <a:ext uri="{FF2B5EF4-FFF2-40B4-BE49-F238E27FC236}">
                <a16:creationId xmlns:a16="http://schemas.microsoft.com/office/drawing/2014/main" id="{46D72095-EB90-4899-8E00-51A24D3CF363}"/>
              </a:ext>
            </a:extLst>
          </p:cNvPr>
          <p:cNvSpPr>
            <a:spLocks noGrp="1"/>
          </p:cNvSpPr>
          <p:nvPr>
            <p:ph type="sldNum" sz="quarter" idx="12"/>
          </p:nvPr>
        </p:nvSpPr>
        <p:spPr/>
        <p:txBody>
          <a:bodyPr/>
          <a:lstStyle/>
          <a:p>
            <a:fld id="{116D1988-50EC-4BB3-865F-87CF946FA9F8}" type="slidenum">
              <a:rPr lang="en-US" smtClean="0"/>
              <a:t>20</a:t>
            </a:fld>
            <a:endParaRPr lang="en-US" dirty="0"/>
          </a:p>
        </p:txBody>
      </p:sp>
      <p:sp>
        <p:nvSpPr>
          <p:cNvPr id="7" name="Text Placeholder 6">
            <a:extLst>
              <a:ext uri="{FF2B5EF4-FFF2-40B4-BE49-F238E27FC236}">
                <a16:creationId xmlns:a16="http://schemas.microsoft.com/office/drawing/2014/main" id="{210F988C-01AE-45C4-934E-725F5515237B}"/>
              </a:ext>
            </a:extLst>
          </p:cNvPr>
          <p:cNvSpPr>
            <a:spLocks noGrp="1"/>
          </p:cNvSpPr>
          <p:nvPr>
            <p:ph type="body" sz="quarter" idx="17"/>
          </p:nvPr>
        </p:nvSpPr>
        <p:spPr/>
        <p:txBody>
          <a:bodyPr/>
          <a:lstStyle/>
          <a:p>
            <a:r>
              <a:rPr lang="en-US" dirty="0"/>
              <a:t>          </a:t>
            </a:r>
            <a:r>
              <a:rPr lang="en-US" sz="2400" b="1" u="sng" dirty="0"/>
              <a:t>Total cost : 860,000 + 100,000= 960,000</a:t>
            </a:r>
          </a:p>
        </p:txBody>
      </p:sp>
      <p:sp>
        <p:nvSpPr>
          <p:cNvPr id="8" name="Text Placeholder 7">
            <a:extLst>
              <a:ext uri="{FF2B5EF4-FFF2-40B4-BE49-F238E27FC236}">
                <a16:creationId xmlns:a16="http://schemas.microsoft.com/office/drawing/2014/main" id="{F603B060-6EAE-4A21-BF30-7F4F534C2D4A}"/>
              </a:ext>
            </a:extLst>
          </p:cNvPr>
          <p:cNvSpPr>
            <a:spLocks noGrp="1"/>
          </p:cNvSpPr>
          <p:nvPr>
            <p:ph type="body" sz="quarter" idx="18"/>
          </p:nvPr>
        </p:nvSpPr>
        <p:spPr/>
        <p:txBody>
          <a:bodyPr/>
          <a:lstStyle/>
          <a:p>
            <a:endParaRPr lang="en-US"/>
          </a:p>
        </p:txBody>
      </p:sp>
      <p:sp>
        <p:nvSpPr>
          <p:cNvPr id="9" name="Content Placeholder 8">
            <a:extLst>
              <a:ext uri="{FF2B5EF4-FFF2-40B4-BE49-F238E27FC236}">
                <a16:creationId xmlns:a16="http://schemas.microsoft.com/office/drawing/2014/main" id="{78C252DD-663D-4147-A54A-89361C8328F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73036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Bio-Star dependencies </a:t>
            </a:r>
          </a:p>
        </p:txBody>
      </p:sp>
      <p:sp>
        <p:nvSpPr>
          <p:cNvPr id="4" name="Date Placeholder 3"/>
          <p:cNvSpPr>
            <a:spLocks noGrp="1"/>
          </p:cNvSpPr>
          <p:nvPr>
            <p:ph type="dt" sz="half" idx="10"/>
          </p:nvPr>
        </p:nvSpPr>
        <p:spPr/>
        <p:txBody>
          <a:bodyPr/>
          <a:lstStyle/>
          <a:p>
            <a:fld id="{03989371-C1CC-4AE5-9EBA-B1B727D1D621}" type="datetime1">
              <a:rPr lang="en-US" smtClean="0">
                <a:solidFill>
                  <a:srgbClr val="00539B"/>
                </a:solidFill>
              </a:rPr>
              <a:pPr/>
              <a:t>01/25/2019</a:t>
            </a:fld>
            <a:endParaRPr lang="en-US" dirty="0">
              <a:solidFill>
                <a:srgbClr val="00539B"/>
              </a:solidFill>
            </a:endParaRPr>
          </a:p>
        </p:txBody>
      </p:sp>
      <p:sp>
        <p:nvSpPr>
          <p:cNvPr id="5" name="Footer Placeholder 4"/>
          <p:cNvSpPr>
            <a:spLocks noGrp="1"/>
          </p:cNvSpPr>
          <p:nvPr>
            <p:ph type="ftr" sz="quarter" idx="11"/>
          </p:nvPr>
        </p:nvSpPr>
        <p:spPr/>
        <p:txBody>
          <a:bodyPr/>
          <a:lstStyle/>
          <a:p>
            <a:r>
              <a:rPr lang="en-US" dirty="0">
                <a:solidFill>
                  <a:srgbClr val="00539B"/>
                </a:solidFill>
              </a:rPr>
              <a:t>CONFIDENTIAL</a:t>
            </a:r>
          </a:p>
        </p:txBody>
      </p:sp>
      <p:sp>
        <p:nvSpPr>
          <p:cNvPr id="6" name="Slide Number Placeholder 5"/>
          <p:cNvSpPr>
            <a:spLocks noGrp="1"/>
          </p:cNvSpPr>
          <p:nvPr>
            <p:ph type="sldNum" sz="quarter" idx="12"/>
          </p:nvPr>
        </p:nvSpPr>
        <p:spPr/>
        <p:txBody>
          <a:bodyPr/>
          <a:lstStyle/>
          <a:p>
            <a:fld id="{116D1988-50EC-4BB3-865F-87CF946FA9F8}" type="slidenum">
              <a:rPr lang="en-US" smtClean="0">
                <a:solidFill>
                  <a:srgbClr val="00539B"/>
                </a:solidFill>
              </a:rPr>
              <a:pPr/>
              <a:t>21</a:t>
            </a:fld>
            <a:endParaRPr lang="en-US" dirty="0">
              <a:solidFill>
                <a:srgbClr val="00539B"/>
              </a:solidFill>
            </a:endParaRPr>
          </a:p>
        </p:txBody>
      </p:sp>
      <p:graphicFrame>
        <p:nvGraphicFramePr>
          <p:cNvPr id="9" name="Content Placeholder 7"/>
          <p:cNvGraphicFramePr>
            <a:graphicFrameLocks/>
          </p:cNvGraphicFramePr>
          <p:nvPr>
            <p:extLst>
              <p:ext uri="{D42A27DB-BD31-4B8C-83A1-F6EECF244321}">
                <p14:modId xmlns:p14="http://schemas.microsoft.com/office/powerpoint/2010/main" val="1529186961"/>
              </p:ext>
            </p:extLst>
          </p:nvPr>
        </p:nvGraphicFramePr>
        <p:xfrm>
          <a:off x="461794" y="1085929"/>
          <a:ext cx="8228901" cy="3383165"/>
        </p:xfrm>
        <a:graphic>
          <a:graphicData uri="http://schemas.openxmlformats.org/drawingml/2006/table">
            <a:tbl>
              <a:tblPr firstRow="1" firstCol="1">
                <a:tableStyleId>{B301B821-A1FF-4177-AEE7-76D212191A09}</a:tableStyleId>
              </a:tblPr>
              <a:tblGrid>
                <a:gridCol w="1589246">
                  <a:extLst>
                    <a:ext uri="{9D8B030D-6E8A-4147-A177-3AD203B41FA5}">
                      <a16:colId xmlns:a16="http://schemas.microsoft.com/office/drawing/2014/main" val="20000"/>
                    </a:ext>
                  </a:extLst>
                </a:gridCol>
                <a:gridCol w="1849698">
                  <a:extLst>
                    <a:ext uri="{9D8B030D-6E8A-4147-A177-3AD203B41FA5}">
                      <a16:colId xmlns:a16="http://schemas.microsoft.com/office/drawing/2014/main" val="20001"/>
                    </a:ext>
                  </a:extLst>
                </a:gridCol>
                <a:gridCol w="4789957">
                  <a:extLst>
                    <a:ext uri="{9D8B030D-6E8A-4147-A177-3AD203B41FA5}">
                      <a16:colId xmlns:a16="http://schemas.microsoft.com/office/drawing/2014/main" val="20002"/>
                    </a:ext>
                  </a:extLst>
                </a:gridCol>
              </a:tblGrid>
              <a:tr h="521442">
                <a:tc>
                  <a:txBody>
                    <a:bodyPr/>
                    <a:lstStyle/>
                    <a:p>
                      <a:r>
                        <a:rPr lang="en-US" sz="1200" dirty="0"/>
                        <a:t>Level</a:t>
                      </a:r>
                    </a:p>
                  </a:txBody>
                  <a:tcPr/>
                </a:tc>
                <a:tc>
                  <a:txBody>
                    <a:bodyPr/>
                    <a:lstStyle/>
                    <a:p>
                      <a:r>
                        <a:rPr lang="en-US" sz="1200" dirty="0"/>
                        <a:t>Component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Current Understanding</a:t>
                      </a:r>
                    </a:p>
                    <a:p>
                      <a:endParaRPr lang="en-US" sz="1200" dirty="0"/>
                    </a:p>
                  </a:txBody>
                  <a:tcPr/>
                </a:tc>
                <a:extLst>
                  <a:ext uri="{0D108BD9-81ED-4DB2-BD59-A6C34878D82A}">
                    <a16:rowId xmlns:a16="http://schemas.microsoft.com/office/drawing/2014/main" val="10000"/>
                  </a:ext>
                </a:extLst>
              </a:tr>
              <a:tr h="422947">
                <a:tc rowSpan="2">
                  <a:txBody>
                    <a:bodyPr/>
                    <a:lstStyle/>
                    <a:p>
                      <a:r>
                        <a:rPr lang="en-US" sz="1000" dirty="0"/>
                        <a:t>Business Application</a:t>
                      </a:r>
                    </a:p>
                  </a:txBody>
                  <a:tcPr anchor="ctr"/>
                </a:tc>
                <a:tc>
                  <a:txBody>
                    <a:bodyPr/>
                    <a:lstStyle/>
                    <a:p>
                      <a:r>
                        <a:rPr lang="en-US" sz="1000" dirty="0"/>
                        <a:t>TMS/World</a:t>
                      </a:r>
                      <a:r>
                        <a:rPr lang="en-US" sz="1000" baseline="0" dirty="0"/>
                        <a:t> Star</a:t>
                      </a:r>
                      <a:endParaRPr lang="en-US" sz="1000" dirty="0"/>
                    </a:p>
                  </a:txBody>
                  <a:tcPr/>
                </a:tc>
                <a:tc>
                  <a:txBody>
                    <a:bodyPr/>
                    <a:lstStyle/>
                    <a:p>
                      <a:pPr marL="171450" indent="-171450">
                        <a:buFont typeface="Arial" panose="020B0604020202020204" pitchFamily="34" charset="0"/>
                        <a:buChar char="•"/>
                      </a:pPr>
                      <a:r>
                        <a:rPr lang="en-US" sz="1000" dirty="0"/>
                        <a:t>Next Gen</a:t>
                      </a:r>
                      <a:r>
                        <a:rPr lang="en-US" sz="1000" baseline="0" dirty="0"/>
                        <a:t> Bio-Star solution must send job details to TMS OR World Star for booking process</a:t>
                      </a:r>
                    </a:p>
                  </a:txBody>
                  <a:tcPr/>
                </a:tc>
                <a:extLst>
                  <a:ext uri="{0D108BD9-81ED-4DB2-BD59-A6C34878D82A}">
                    <a16:rowId xmlns:a16="http://schemas.microsoft.com/office/drawing/2014/main" val="10001"/>
                  </a:ext>
                </a:extLst>
              </a:tr>
              <a:tr h="422947">
                <a:tc vMerge="1">
                  <a:txBody>
                    <a:bodyPr/>
                    <a:lstStyle/>
                    <a:p>
                      <a:endParaRPr lang="en-US" sz="1400" dirty="0"/>
                    </a:p>
                  </a:txBody>
                  <a:tcPr/>
                </a:tc>
                <a:tc>
                  <a:txBody>
                    <a:bodyPr/>
                    <a:lstStyle/>
                    <a:p>
                      <a:r>
                        <a:rPr lang="en-US" sz="1000" dirty="0"/>
                        <a:t>SAP</a:t>
                      </a:r>
                    </a:p>
                  </a:txBody>
                  <a:tcPr/>
                </a:tc>
                <a:tc>
                  <a:txBody>
                    <a:bodyPr/>
                    <a:lstStyle/>
                    <a:p>
                      <a:pPr marL="171450" indent="-171450">
                        <a:buFont typeface="Arial" panose="020B0604020202020204" pitchFamily="34" charset="0"/>
                        <a:buChar char="•"/>
                      </a:pPr>
                      <a:r>
                        <a:rPr lang="en-US" sz="1000" dirty="0"/>
                        <a:t>TMS and WS Star</a:t>
                      </a:r>
                      <a:r>
                        <a:rPr lang="en-US" sz="1000" baseline="0" dirty="0"/>
                        <a:t> systems are integrated with </a:t>
                      </a:r>
                      <a:r>
                        <a:rPr lang="en-US" sz="1000" dirty="0"/>
                        <a:t>SAP. </a:t>
                      </a:r>
                    </a:p>
                    <a:p>
                      <a:pPr marL="171450" indent="-171450">
                        <a:buFont typeface="Arial" panose="020B0604020202020204" pitchFamily="34" charset="0"/>
                        <a:buChar char="•"/>
                      </a:pPr>
                      <a:r>
                        <a:rPr lang="en-US" sz="1000" dirty="0"/>
                        <a:t>Bio-Star</a:t>
                      </a:r>
                      <a:r>
                        <a:rPr lang="en-US" sz="1000" baseline="0" dirty="0"/>
                        <a:t> Orders invoices</a:t>
                      </a:r>
                      <a:r>
                        <a:rPr lang="en-US" sz="1000" dirty="0"/>
                        <a:t> will</a:t>
                      </a:r>
                      <a:r>
                        <a:rPr lang="en-US" sz="1000" baseline="0" dirty="0"/>
                        <a:t> be generated from SAP</a:t>
                      </a:r>
                      <a:endParaRPr lang="en-US" sz="1000" dirty="0"/>
                    </a:p>
                  </a:txBody>
                  <a:tcPr/>
                </a:tc>
                <a:extLst>
                  <a:ext uri="{0D108BD9-81ED-4DB2-BD59-A6C34878D82A}">
                    <a16:rowId xmlns:a16="http://schemas.microsoft.com/office/drawing/2014/main" val="10002"/>
                  </a:ext>
                </a:extLst>
              </a:tr>
              <a:tr h="422947">
                <a:tc rowSpan="3">
                  <a:txBody>
                    <a:bodyPr/>
                    <a:lstStyle/>
                    <a:p>
                      <a:r>
                        <a:rPr lang="en-US" sz="1000" dirty="0"/>
                        <a:t>Information Architecture</a:t>
                      </a:r>
                    </a:p>
                  </a:txBody>
                  <a:tcPr anchor="ctr"/>
                </a:tc>
                <a:tc>
                  <a:txBody>
                    <a:bodyPr/>
                    <a:lstStyle/>
                    <a:p>
                      <a:r>
                        <a:rPr lang="en-US" sz="1000" dirty="0"/>
                        <a:t>Master Data</a:t>
                      </a:r>
                    </a:p>
                  </a:txBody>
                  <a:tcPr/>
                </a:tc>
                <a:tc>
                  <a:txBody>
                    <a:bodyPr/>
                    <a:lstStyle/>
                    <a:p>
                      <a:pPr marL="171450" indent="-171450">
                        <a:buFont typeface="Arial" panose="020B0604020202020204" pitchFamily="34" charset="0"/>
                        <a:buChar char="•"/>
                      </a:pPr>
                      <a:r>
                        <a:rPr lang="en-US" sz="1000" dirty="0"/>
                        <a:t>Trial/Protocol</a:t>
                      </a:r>
                      <a:r>
                        <a:rPr lang="en-US" sz="1000" baseline="0" dirty="0"/>
                        <a:t> must consume and, in some cases, generate what could be considered master data( Shipper, Consignee, Items, Customer, Locations and Package Info)</a:t>
                      </a:r>
                      <a:endParaRPr lang="en-US" sz="1000" dirty="0"/>
                    </a:p>
                  </a:txBody>
                  <a:tcPr/>
                </a:tc>
                <a:extLst>
                  <a:ext uri="{0D108BD9-81ED-4DB2-BD59-A6C34878D82A}">
                    <a16:rowId xmlns:a16="http://schemas.microsoft.com/office/drawing/2014/main" val="10004"/>
                  </a:ext>
                </a:extLst>
              </a:tr>
              <a:tr h="422947">
                <a:tc vMerge="1">
                  <a:txBody>
                    <a:bodyPr/>
                    <a:lstStyle/>
                    <a:p>
                      <a:endParaRPr lang="en-US" sz="1400" dirty="0"/>
                    </a:p>
                  </a:txBody>
                  <a:tcPr/>
                </a:tc>
                <a:tc>
                  <a:txBody>
                    <a:bodyPr/>
                    <a:lstStyle/>
                    <a:p>
                      <a:r>
                        <a:rPr lang="en-US" sz="1000" dirty="0"/>
                        <a:t>Data Migration</a:t>
                      </a:r>
                    </a:p>
                  </a:txBody>
                  <a:tcPr/>
                </a:tc>
                <a:tc>
                  <a:txBody>
                    <a:bodyPr/>
                    <a:lstStyle/>
                    <a:p>
                      <a:pPr marL="171450" indent="-171450">
                        <a:buFont typeface="Arial" panose="020B0604020202020204" pitchFamily="34" charset="0"/>
                        <a:buChar char="•"/>
                      </a:pPr>
                      <a:r>
                        <a:rPr lang="en-US" sz="1000" dirty="0"/>
                        <a:t>Because trials are long-lived,</a:t>
                      </a:r>
                      <a:r>
                        <a:rPr lang="en-US" sz="1000" baseline="0" dirty="0"/>
                        <a:t> data must be migrated from current Bio-STAR to Next Gen Bio-Star solution</a:t>
                      </a:r>
                      <a:endParaRPr lang="en-US" sz="1000" dirty="0"/>
                    </a:p>
                  </a:txBody>
                  <a:tcPr/>
                </a:tc>
                <a:extLst>
                  <a:ext uri="{0D108BD9-81ED-4DB2-BD59-A6C34878D82A}">
                    <a16:rowId xmlns:a16="http://schemas.microsoft.com/office/drawing/2014/main" val="10005"/>
                  </a:ext>
                </a:extLst>
              </a:tr>
              <a:tr h="470656">
                <a:tc vMerge="1">
                  <a:txBody>
                    <a:bodyPr/>
                    <a:lstStyle/>
                    <a:p>
                      <a:endParaRPr lang="en-US" sz="1400" dirty="0"/>
                    </a:p>
                  </a:txBody>
                  <a:tcPr/>
                </a:tc>
                <a:tc>
                  <a:txBody>
                    <a:bodyPr/>
                    <a:lstStyle/>
                    <a:p>
                      <a:r>
                        <a:rPr lang="en-US" sz="1000" dirty="0"/>
                        <a:t>Data Warehouse &amp; Reporting(ORBIS)</a:t>
                      </a:r>
                    </a:p>
                  </a:txBody>
                  <a:tcPr/>
                </a:tc>
                <a:tc>
                  <a:txBody>
                    <a:bodyPr/>
                    <a:lstStyle/>
                    <a:p>
                      <a:pPr marL="171450" indent="-171450">
                        <a:buFont typeface="Arial" panose="020B0604020202020204" pitchFamily="34" charset="0"/>
                        <a:buChar char="•"/>
                      </a:pPr>
                      <a:r>
                        <a:rPr lang="en-US" sz="1000" dirty="0"/>
                        <a:t>Bio-Star jobs</a:t>
                      </a:r>
                      <a:r>
                        <a:rPr lang="en-US" sz="1000" baseline="0" dirty="0"/>
                        <a:t> span systems and need a cohesive view of data to enable reporting</a:t>
                      </a:r>
                      <a:endParaRPr lang="en-US" sz="1000" dirty="0"/>
                    </a:p>
                  </a:txBody>
                  <a:tcPr/>
                </a:tc>
                <a:extLst>
                  <a:ext uri="{0D108BD9-81ED-4DB2-BD59-A6C34878D82A}">
                    <a16:rowId xmlns:a16="http://schemas.microsoft.com/office/drawing/2014/main" val="10006"/>
                  </a:ext>
                </a:extLst>
              </a:tr>
              <a:tr h="573586">
                <a:tc>
                  <a:txBody>
                    <a:bodyPr/>
                    <a:lstStyle/>
                    <a:p>
                      <a:r>
                        <a:rPr lang="en-US" sz="1000" dirty="0"/>
                        <a:t>Middleware, Interfaces,</a:t>
                      </a:r>
                      <a:r>
                        <a:rPr lang="en-US" sz="1000" baseline="0" dirty="0"/>
                        <a:t> Integration</a:t>
                      </a:r>
                      <a:endParaRPr lang="en-US" sz="1000" dirty="0"/>
                    </a:p>
                  </a:txBody>
                  <a:tcPr/>
                </a:tc>
                <a:tc>
                  <a:txBody>
                    <a:bodyPr/>
                    <a:lstStyle/>
                    <a:p>
                      <a:r>
                        <a:rPr lang="en-US" sz="1000" dirty="0"/>
                        <a:t>Integration Architecture</a:t>
                      </a:r>
                    </a:p>
                  </a:txBody>
                  <a:tcPr/>
                </a:tc>
                <a:tc>
                  <a:txBody>
                    <a:bodyPr/>
                    <a:lstStyle/>
                    <a:p>
                      <a:pPr marL="171450" indent="-171450">
                        <a:buFont typeface="Arial" panose="020B0604020202020204" pitchFamily="34" charset="0"/>
                        <a:buChar char="•"/>
                      </a:pPr>
                      <a:r>
                        <a:rPr lang="en-US" sz="1000" dirty="0"/>
                        <a:t>Known</a:t>
                      </a:r>
                      <a:r>
                        <a:rPr lang="en-US" sz="1000" baseline="0" dirty="0"/>
                        <a:t> integration points include TMS,SSO, eMDM, ORBIS and World Star</a:t>
                      </a:r>
                    </a:p>
                    <a:p>
                      <a:pPr marL="171450" indent="-171450">
                        <a:buFont typeface="Arial" panose="020B0604020202020204" pitchFamily="34" charset="0"/>
                        <a:buChar char="•"/>
                      </a:pPr>
                      <a:r>
                        <a:rPr lang="en-US" sz="1000" baseline="0" dirty="0"/>
                        <a:t>Additional integration is expected with customer portal for leveraging the site core platform to enable portals for Sites and Customers.</a:t>
                      </a:r>
                      <a:endParaRPr lang="en-US" sz="10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872354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a54aaebeff68db345ecf8c3550c543ab5d1d77f2"/>
</p:tagLst>
</file>

<file path=ppt/theme/theme1.xml><?xml version="1.0" encoding="utf-8"?>
<a:theme xmlns:a="http://schemas.openxmlformats.org/drawingml/2006/main" name="Pariveda-BaseTemp_Final_1013">
  <a:themeElements>
    <a:clrScheme name="Custom 2">
      <a:dk1>
        <a:sysClr val="windowText" lastClr="000000"/>
      </a:dk1>
      <a:lt1>
        <a:sysClr val="window" lastClr="FFFFFF"/>
      </a:lt1>
      <a:dk2>
        <a:srgbClr val="236B9C"/>
      </a:dk2>
      <a:lt2>
        <a:srgbClr val="BAB7AE"/>
      </a:lt2>
      <a:accent1>
        <a:srgbClr val="0073AE"/>
      </a:accent1>
      <a:accent2>
        <a:srgbClr val="9C9C9D"/>
      </a:accent2>
      <a:accent3>
        <a:srgbClr val="7A983E"/>
      </a:accent3>
      <a:accent4>
        <a:srgbClr val="604A7B"/>
      </a:accent4>
      <a:accent5>
        <a:srgbClr val="017989"/>
      </a:accent5>
      <a:accent6>
        <a:srgbClr val="867C4C"/>
      </a:accent6>
      <a:hlink>
        <a:srgbClr val="0073AE"/>
      </a:hlink>
      <a:folHlink>
        <a:srgbClr val="0073AE"/>
      </a:folHlink>
    </a:clrScheme>
    <a:fontScheme name="Parived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1"/>
          </a:solidFill>
        </a:ln>
        <a:effectLst/>
      </a:spPr>
      <a:bodyPr rtlCol="0" anchor="ctr"/>
      <a:lstStyle>
        <a:defPPr algn="ctr">
          <a:defRPr sz="12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ariveda_Template_DV_NoRibbon.potx" id="{3B0E00DB-66C0-4F7B-8BC3-D521B9DE0A20}" vid="{433D23B0-5FF6-4B6E-800B-5A7FB2141A46}"/>
    </a:ext>
  </a:extLst>
</a:theme>
</file>

<file path=ppt/theme/theme2.xml><?xml version="1.0" encoding="utf-8"?>
<a:theme xmlns:a="http://schemas.openxmlformats.org/drawingml/2006/main" name="Transition and Title Slides with Color">
  <a:themeElements>
    <a:clrScheme name="AmerisourceBergen">
      <a:dk1>
        <a:srgbClr val="000000"/>
      </a:dk1>
      <a:lt1>
        <a:srgbClr val="FFFFFF"/>
      </a:lt1>
      <a:dk2>
        <a:srgbClr val="00539B"/>
      </a:dk2>
      <a:lt2>
        <a:srgbClr val="424344"/>
      </a:lt2>
      <a:accent1>
        <a:srgbClr val="002B5C"/>
      </a:accent1>
      <a:accent2>
        <a:srgbClr val="F7C64C"/>
      </a:accent2>
      <a:accent3>
        <a:srgbClr val="820053"/>
      </a:accent3>
      <a:accent4>
        <a:srgbClr val="569BBE"/>
      </a:accent4>
      <a:accent5>
        <a:srgbClr val="78A13F"/>
      </a:accent5>
      <a:accent6>
        <a:srgbClr val="636466"/>
      </a:accent6>
      <a:hlink>
        <a:srgbClr val="00746D"/>
      </a:hlink>
      <a:folHlink>
        <a:srgbClr val="008BB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erisourceBergen V1.0" id="{94F442DE-6A15-4BED-87C4-F35B814F9CFA}" vid="{609EE012-9308-4790-9E0A-16063989E694}"/>
    </a:ext>
  </a:extLst>
</a:theme>
</file>

<file path=ppt/theme/theme3.xml><?xml version="1.0" encoding="utf-8"?>
<a:theme xmlns:a="http://schemas.openxmlformats.org/drawingml/2006/main" name="1_ABC Brand Positioning Line Statement End Slide">
  <a:themeElements>
    <a:clrScheme name="AmerisourceBergen">
      <a:dk1>
        <a:srgbClr val="000000"/>
      </a:dk1>
      <a:lt1>
        <a:srgbClr val="FFFFFF"/>
      </a:lt1>
      <a:dk2>
        <a:srgbClr val="00539B"/>
      </a:dk2>
      <a:lt2>
        <a:srgbClr val="424344"/>
      </a:lt2>
      <a:accent1>
        <a:srgbClr val="002B5C"/>
      </a:accent1>
      <a:accent2>
        <a:srgbClr val="F7C64C"/>
      </a:accent2>
      <a:accent3>
        <a:srgbClr val="820053"/>
      </a:accent3>
      <a:accent4>
        <a:srgbClr val="569BBE"/>
      </a:accent4>
      <a:accent5>
        <a:srgbClr val="78A13F"/>
      </a:accent5>
      <a:accent6>
        <a:srgbClr val="636466"/>
      </a:accent6>
      <a:hlink>
        <a:srgbClr val="00746D"/>
      </a:hlink>
      <a:folHlink>
        <a:srgbClr val="008BB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erisourceBergen V1.0" id="{94F442DE-6A15-4BED-87C4-F35B814F9CFA}" vid="{D0C99891-23A1-4F48-B285-7DCD71EE7225}"/>
    </a:ext>
  </a:extLst>
</a:theme>
</file>

<file path=ppt/theme/theme4.xml><?xml version="1.0" encoding="utf-8"?>
<a:theme xmlns:a="http://schemas.openxmlformats.org/drawingml/2006/main" name="AmerisourceBergen V1.0">
  <a:themeElements>
    <a:clrScheme name="ABC CUSTOM COLOR PALETTE">
      <a:dk1>
        <a:srgbClr val="636466"/>
      </a:dk1>
      <a:lt1>
        <a:srgbClr val="FFFFFF"/>
      </a:lt1>
      <a:dk2>
        <a:srgbClr val="00539B"/>
      </a:dk2>
      <a:lt2>
        <a:srgbClr val="7F7F7F"/>
      </a:lt2>
      <a:accent1>
        <a:srgbClr val="002551"/>
      </a:accent1>
      <a:accent2>
        <a:srgbClr val="6A8E37"/>
      </a:accent2>
      <a:accent3>
        <a:srgbClr val="720049"/>
      </a:accent3>
      <a:accent4>
        <a:srgbClr val="4B89A8"/>
      </a:accent4>
      <a:accent5>
        <a:srgbClr val="DBAF42"/>
      </a:accent5>
      <a:accent6>
        <a:srgbClr val="575859"/>
      </a:accent6>
      <a:hlink>
        <a:srgbClr val="00746D"/>
      </a:hlink>
      <a:folHlink>
        <a:srgbClr val="008BB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merisourceBergen V1.0" id="{94F442DE-6A15-4BED-87C4-F35B814F9CFA}" vid="{802B3CEE-655D-453D-A8DF-ACE83B3CAC6F}"/>
    </a:ext>
  </a:extLst>
</a:theme>
</file>

<file path=ppt/theme/theme5.xml><?xml version="1.0" encoding="utf-8"?>
<a:theme xmlns:a="http://schemas.openxmlformats.org/drawingml/2006/main" name="1_AmerisourceBergen V1.0">
  <a:themeElements>
    <a:clrScheme name="ABC CUSTOM COLOR PALETTE">
      <a:dk1>
        <a:srgbClr val="636466"/>
      </a:dk1>
      <a:lt1>
        <a:srgbClr val="FFFFFF"/>
      </a:lt1>
      <a:dk2>
        <a:srgbClr val="00539B"/>
      </a:dk2>
      <a:lt2>
        <a:srgbClr val="7F7F7F"/>
      </a:lt2>
      <a:accent1>
        <a:srgbClr val="002551"/>
      </a:accent1>
      <a:accent2>
        <a:srgbClr val="6A8E37"/>
      </a:accent2>
      <a:accent3>
        <a:srgbClr val="720049"/>
      </a:accent3>
      <a:accent4>
        <a:srgbClr val="4B89A8"/>
      </a:accent4>
      <a:accent5>
        <a:srgbClr val="DBAF42"/>
      </a:accent5>
      <a:accent6>
        <a:srgbClr val="575859"/>
      </a:accent6>
      <a:hlink>
        <a:srgbClr val="00746D"/>
      </a:hlink>
      <a:folHlink>
        <a:srgbClr val="008BB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merisourceBergen V1.0" id="{94F442DE-6A15-4BED-87C4-F35B814F9CFA}" vid="{802B3CEE-655D-453D-A8DF-ACE83B3CAC6F}"/>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Pariveda">
      <a:dk1>
        <a:srgbClr val="000000"/>
      </a:dk1>
      <a:lt1>
        <a:srgbClr val="FFFFFF"/>
      </a:lt1>
      <a:dk2>
        <a:srgbClr val="002850"/>
      </a:dk2>
      <a:lt2>
        <a:srgbClr val="808080"/>
      </a:lt2>
      <a:accent1>
        <a:srgbClr val="FFFFCC"/>
      </a:accent1>
      <a:accent2>
        <a:srgbClr val="00669E"/>
      </a:accent2>
      <a:accent3>
        <a:srgbClr val="93C8FF"/>
      </a:accent3>
      <a:accent4>
        <a:srgbClr val="D3E8FF"/>
      </a:accent4>
      <a:accent5>
        <a:srgbClr val="CCCCFF"/>
      </a:accent5>
      <a:accent6>
        <a:srgbClr val="FFC000"/>
      </a:accent6>
      <a:hlink>
        <a:srgbClr val="004C76"/>
      </a:hlink>
      <a:folHlink>
        <a:srgbClr val="B2B2B2"/>
      </a:folHlink>
    </a:clrScheme>
    <a:fontScheme name="Pariveda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pc="http://schemas.microsoft.com/office/infopath/2007/PartnerControls" xmlns:xsi="http://www.w3.org/2001/XMLSchema-instance">
  <documentManagement>
    <TaxCatchAll xmlns="061f3401-5a1b-478a-903c-d6669749c19e"/>
    <k548d78bc66e4c5380384d56a12c038f xmlns="76809bdf-5f1b-42ed-9577-94355aa616b7">
      <Terms xmlns="http://schemas.microsoft.com/office/infopath/2007/PartnerControls"/>
    </k548d78bc66e4c5380384d56a12c038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7656ED8AA281943BBBB53A4B7370981" ma:contentTypeVersion="7" ma:contentTypeDescription="Create a new document." ma:contentTypeScope="" ma:versionID="223b56dacbd68bfdb810df13af33327b">
  <xsd:schema xmlns:xsd="http://www.w3.org/2001/XMLSchema" xmlns:xs="http://www.w3.org/2001/XMLSchema" xmlns:p="http://schemas.microsoft.com/office/2006/metadata/properties" xmlns:ns3="76809bdf-5f1b-42ed-9577-94355aa616b7" xmlns:ns4="061f3401-5a1b-478a-903c-d6669749c19e" targetNamespace="http://schemas.microsoft.com/office/2006/metadata/properties" ma:root="true" ma:fieldsID="366875b896ee76054f18fd72e0201388" ns3:_="" ns4:_="">
    <xsd:import namespace="76809bdf-5f1b-42ed-9577-94355aa616b7"/>
    <xsd:import namespace="061f3401-5a1b-478a-903c-d6669749c19e"/>
    <xsd:element name="properties">
      <xsd:complexType>
        <xsd:sequence>
          <xsd:element name="documentManagement">
            <xsd:complexType>
              <xsd:all>
                <xsd:element ref="ns3:k548d78bc66e4c5380384d56a12c038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809bdf-5f1b-42ed-9577-94355aa616b7" elementFormDefault="qualified">
    <xsd:import namespace="http://schemas.microsoft.com/office/2006/documentManagement/types"/>
    <xsd:import namespace="http://schemas.microsoft.com/office/infopath/2007/PartnerControls"/>
    <xsd:element name="k548d78bc66e4c5380384d56a12c038f" ma:index="9" nillable="true" ma:taxonomy="true" ma:internalName="k548d78bc66e4c5380384d56a12c038f" ma:taxonomyFieldName="TaxKeyword" ma:displayName="Enterprise Keywords" ma:default="" ma:fieldId="{4548d78b-c66e-4c53-8038-4d56a12c038f}" ma:taxonomyMulti="true" ma:sspId="a062964f-dc17-4602-ba43-d47f594392fd" ma:termSetId="00000000-0000-0000-0000-000000000000"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61f3401-5a1b-478a-903c-d6669749c19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ff75215d-eb8a-464c-8b0c-ca581c73a78e}" ma:internalName="TaxCatchAll" ma:showField="CatchAllData" ma:web="3490ed88-f6d2-45b9-8456-f93efe19f5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B54AB4-D772-428B-BF15-E2EFF60FC665}">
  <ds:schemaRefs>
    <ds:schemaRef ds:uri="http://purl.org/dc/elements/1.1/"/>
    <ds:schemaRef ds:uri="http://schemas.microsoft.com/office/infopath/2007/PartnerControls"/>
    <ds:schemaRef ds:uri="http://purl.org/dc/terms/"/>
    <ds:schemaRef ds:uri="http://schemas.microsoft.com/office/2006/metadata/properties"/>
    <ds:schemaRef ds:uri="http://schemas.microsoft.com/office/2006/documentManagement/types"/>
    <ds:schemaRef ds:uri="http://schemas.openxmlformats.org/package/2006/metadata/core-properties"/>
    <ds:schemaRef ds:uri="76809bdf-5f1b-42ed-9577-94355aa616b7"/>
    <ds:schemaRef ds:uri="061f3401-5a1b-478a-903c-d6669749c19e"/>
    <ds:schemaRef ds:uri="http://www.w3.org/XML/1998/namespace"/>
    <ds:schemaRef ds:uri="http://purl.org/dc/dcmitype/"/>
  </ds:schemaRefs>
</ds:datastoreItem>
</file>

<file path=customXml/itemProps2.xml><?xml version="1.0" encoding="utf-8"?>
<ds:datastoreItem xmlns:ds="http://schemas.openxmlformats.org/officeDocument/2006/customXml" ds:itemID="{13A89746-9731-4C84-B5A4-D9A0DA8072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809bdf-5f1b-42ed-9577-94355aa616b7"/>
    <ds:schemaRef ds:uri="061f3401-5a1b-478a-903c-d6669749c1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FCE379-B50A-4793-87FD-030EBCDD97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1531</Words>
  <Application>Microsoft Office PowerPoint</Application>
  <PresentationFormat>Letter Paper (8.5x11 in)</PresentationFormat>
  <Paragraphs>411</Paragraphs>
  <Slides>21</Slides>
  <Notes>8</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21</vt:i4>
      </vt:variant>
    </vt:vector>
  </HeadingPairs>
  <TitlesOfParts>
    <vt:vector size="36" baseType="lpstr">
      <vt:lpstr>Arial</vt:lpstr>
      <vt:lpstr>Calibri</vt:lpstr>
      <vt:lpstr>Calibri Light</vt:lpstr>
      <vt:lpstr>Open Sans</vt:lpstr>
      <vt:lpstr>Segoe UI</vt:lpstr>
      <vt:lpstr>Segoe UI Historic</vt:lpstr>
      <vt:lpstr>Segoe UI Light</vt:lpstr>
      <vt:lpstr>Tahoma</vt:lpstr>
      <vt:lpstr>Times New Roman</vt:lpstr>
      <vt:lpstr>Wingdings</vt:lpstr>
      <vt:lpstr>Pariveda-BaseTemp_Final_1013</vt:lpstr>
      <vt:lpstr>Transition and Title Slides with Color</vt:lpstr>
      <vt:lpstr>1_ABC Brand Positioning Line Statement End Slide</vt:lpstr>
      <vt:lpstr>AmerisourceBergen V1.0</vt:lpstr>
      <vt:lpstr>1_AmerisourceBergen V1.0</vt:lpstr>
      <vt:lpstr>World Courier Clinical Trial Management  Discovery</vt:lpstr>
      <vt:lpstr>Contents</vt:lpstr>
      <vt:lpstr>Next Gen Bio-Star solution depends on achieving stated business and system goals</vt:lpstr>
      <vt:lpstr>Candidate Technology Comparison Score Card</vt:lpstr>
      <vt:lpstr>Bio Star Discovery Phase – Update…</vt:lpstr>
      <vt:lpstr>Key Business Assumptions</vt:lpstr>
      <vt:lpstr>Assumptions : Cost Estimation</vt:lpstr>
      <vt:lpstr>Cost Estimates effort wise breakdown – Salesforce</vt:lpstr>
      <vt:lpstr>Current Bio-Star System usage</vt:lpstr>
      <vt:lpstr>Salesforce Licensing Cost</vt:lpstr>
      <vt:lpstr>Cost Estimates effort wise breakdown – Sitecore</vt:lpstr>
      <vt:lpstr>PowerPoint Presentation</vt:lpstr>
      <vt:lpstr>High level Risks</vt:lpstr>
      <vt:lpstr>Bio Star High level Milestone plan – Total 8 Months ( 6 Months Development + 1 Month Testing + 3 weeks Hypercare)</vt:lpstr>
      <vt:lpstr>Recommendation</vt:lpstr>
      <vt:lpstr>PowerPoint Presentation</vt:lpstr>
      <vt:lpstr>  WC Bio-Star business needs are translated into Epics, Feature's and User Stories.</vt:lpstr>
      <vt:lpstr>Next Gen Bio-Star Integration Architecture</vt:lpstr>
      <vt:lpstr>Appendix</vt:lpstr>
      <vt:lpstr> Cost Estimates effort wise breakdown – Sitecore</vt:lpstr>
      <vt:lpstr>Bio-Star dependencies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2012-01-24T23:21:40Z</dcterms:created>
  <dcterms:modified xsi:type="dcterms:W3CDTF">2019-01-25T18:38:59Z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0x010100C7656ED8AA281943BBBB53A4B7370981</vt:lpwstr>
  </property>
  <property fmtid="{D5CDD505-2E9C-101B-9397-08002B2CF9AE}" pid="3" name="_dlc_DocIdItemGuid">
    <vt:lpwstr>73b20017-9331-4433-8bff-8c4bcae41792</vt:lpwstr>
  </property>
  <property fmtid="{D5CDD505-2E9C-101B-9397-08002B2CF9AE}" pid="4" name="TaxKeyword">
    <vt:lpwstr/>
  </property>
  <property fmtid="{D5CDD505-2E9C-101B-9397-08002B2CF9AE}" pid="5" name="FileLeafRef">
    <vt:lpwstr>01 Proposal - Davita Rx - Pariveda Business Strategy - Pharma 2 0 Plan - 2013-04-22.pptx</vt:lpwstr>
  </property>
</Properties>
</file>