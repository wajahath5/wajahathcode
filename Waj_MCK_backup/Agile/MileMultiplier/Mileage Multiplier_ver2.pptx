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79" r:id="rId2"/>
    <p:sldId id="283" r:id="rId3"/>
    <p:sldId id="257" r:id="rId4"/>
    <p:sldId id="285" r:id="rId5"/>
    <p:sldId id="287" r:id="rId6"/>
    <p:sldId id="289" r:id="rId7"/>
    <p:sldId id="281" r:id="rId8"/>
    <p:sldId id="290" r:id="rId9"/>
    <p:sldId id="288" r:id="rId10"/>
    <p:sldId id="271" r:id="rId11"/>
    <p:sldId id="282" r:id="rId12"/>
    <p:sldId id="284" r:id="rId13"/>
    <p:sldId id="280" r:id="rId14"/>
    <p:sldId id="266" r:id="rId15"/>
    <p:sldId id="276" r:id="rId16"/>
    <p:sldId id="272" r:id="rId17"/>
    <p:sldId id="286" r:id="rId18"/>
    <p:sldId id="264" r:id="rId19"/>
    <p:sldId id="277" r:id="rId20"/>
    <p:sldId id="26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8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27" autoAdjust="0"/>
    <p:restoredTop sz="94660"/>
  </p:normalViewPr>
  <p:slideViewPr>
    <p:cSldViewPr snapToGrid="0">
      <p:cViewPr varScale="1">
        <p:scale>
          <a:sx n="81" d="100"/>
          <a:sy n="81" d="100"/>
        </p:scale>
        <p:origin x="-1026" y="-84"/>
      </p:cViewPr>
      <p:guideLst>
        <p:guide orient="horz" pos="2161"/>
        <p:guide orient="horz" pos="4120"/>
        <p:guide orient="horz" pos="504"/>
        <p:guide orient="horz" pos="385"/>
        <p:guide orient="horz" pos="787"/>
        <p:guide pos="288"/>
        <p:guide pos="5474"/>
        <p:guide pos="1926"/>
        <p:guide pos="384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Chart Title</a:t>
            </a:r>
            <a:endParaRPr lang="en-US" dirty="0"/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Series 1</c:v>
                </c:pt>
                <c:pt idx="1">
                  <c:v>Series 2</c:v>
                </c:pt>
                <c:pt idx="2">
                  <c:v>Series 3</c:v>
                </c:pt>
                <c:pt idx="3">
                  <c:v>Series 4</c:v>
                </c:pt>
                <c:pt idx="4">
                  <c:v>Series 5</c:v>
                </c:pt>
                <c:pt idx="5">
                  <c:v>Series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21</c:v>
                </c:pt>
                <c:pt idx="2">
                  <c:v>17</c:v>
                </c:pt>
                <c:pt idx="3">
                  <c:v>14</c:v>
                </c:pt>
                <c:pt idx="4">
                  <c:v>12</c:v>
                </c:pt>
                <c:pt idx="5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3242752"/>
        <c:axId val="144403840"/>
      </c:barChart>
      <c:catAx>
        <c:axId val="63242752"/>
        <c:scaling>
          <c:orientation val="minMax"/>
        </c:scaling>
        <c:delete val="0"/>
        <c:axPos val="b"/>
        <c:majorTickMark val="out"/>
        <c:minorTickMark val="none"/>
        <c:tickLblPos val="nextTo"/>
        <c:crossAx val="144403840"/>
        <c:crosses val="autoZero"/>
        <c:auto val="1"/>
        <c:lblAlgn val="ctr"/>
        <c:lblOffset val="100"/>
        <c:noMultiLvlLbl val="0"/>
      </c:catAx>
      <c:valAx>
        <c:axId val="1444038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63242752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8B0D54-3DD0-43CD-9087-7072A5B4A392}" type="datetime4">
              <a:rPr lang="en-US" smtClean="0"/>
              <a:pPr/>
              <a:t>April 4, 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4C631C-078A-4987-B0CD-9ADE9B4425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72486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B2772-4E8E-45F5-98E8-217A419B487D}" type="datetime4">
              <a:rPr lang="en-US" smtClean="0"/>
              <a:pPr/>
              <a:t>April 4, 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115AFE-CDDE-4CAB-B321-50B3BF2639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8428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6115AFE-CDDE-4CAB-B321-50B3BF26394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17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a_pc_PPT_rgb_12c_a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027" name="Picture 3" descr="D:\aa_ppt_elements\aa_aa_tm_hrz_1cp_grd_pos.png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5504688" y="495300"/>
            <a:ext cx="3195302" cy="484632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57199" y="2043404"/>
            <a:ext cx="8232775" cy="970384"/>
          </a:xfrm>
        </p:spPr>
        <p:txBody>
          <a:bodyPr anchor="b" anchorCtr="0">
            <a:noAutofit/>
          </a:bodyPr>
          <a:lstStyle>
            <a:lvl1pPr>
              <a:lnSpc>
                <a:spcPts val="3300"/>
              </a:lnSpc>
              <a:spcBef>
                <a:spcPts val="0"/>
              </a:spcBef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cover slide title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457199" y="1801368"/>
            <a:ext cx="2825496" cy="219456"/>
          </a:xfrm>
        </p:spPr>
        <p:txBody>
          <a:bodyPr/>
          <a:lstStyle>
            <a:lvl1pPr algn="l">
              <a:defRPr sz="1600"/>
            </a:lvl1pPr>
          </a:lstStyle>
          <a:p>
            <a:r>
              <a:rPr lang="en-US" smtClean="0"/>
              <a:t>Set Date with Header &amp; Footer</a:t>
            </a:r>
            <a:endParaRPr lang="en-US" dirty="0"/>
          </a:p>
        </p:txBody>
      </p:sp>
      <p:pic>
        <p:nvPicPr>
          <p:cNvPr id="1026" name="Picture 2" descr="D:\aa_ppt_elements\aa_aa_tm_hrz_rgb_grd_pos.png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hidden">
          <a:xfrm>
            <a:off x="5504688" y="493776"/>
            <a:ext cx="3195302" cy="484632"/>
          </a:xfrm>
          <a:prstGeom prst="rect">
            <a:avLst/>
          </a:prstGeom>
          <a:noFill/>
        </p:spPr>
      </p:pic>
      <p:pic>
        <p:nvPicPr>
          <p:cNvPr id="12" name="Picture 3" descr="D:\Oneworld_rgb_Logo.png"/>
          <p:cNvPicPr>
            <a:picLocks noChangeAspect="1" noChangeArrowheads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>
            <a:off x="8245435" y="6040370"/>
            <a:ext cx="420687" cy="420688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Headline 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457200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 smtClean="0"/>
              <a:t>Click to edit text slide title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5613" y="795528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11"/>
          <p:cNvSpPr>
            <a:spLocks noGrp="1"/>
          </p:cNvSpPr>
          <p:nvPr>
            <p:ph sz="quarter" idx="15"/>
          </p:nvPr>
        </p:nvSpPr>
        <p:spPr>
          <a:xfrm>
            <a:off x="457200" y="914400"/>
            <a:ext cx="8232775" cy="5614416"/>
          </a:xfrm>
        </p:spPr>
        <p:txBody>
          <a:bodyPr/>
          <a:lstStyle>
            <a:lvl1pPr marL="457200" indent="-457200">
              <a:buClr>
                <a:schemeClr val="tx2"/>
              </a:buClr>
              <a:buFont typeface="+mj-lt"/>
              <a:buAutoNum type="arabicPeriod"/>
              <a:defRPr/>
            </a:lvl1pPr>
            <a:lvl2pPr marL="688975" indent="-231775">
              <a:buClr>
                <a:schemeClr val="tx2"/>
              </a:buClr>
              <a:defRPr/>
            </a:lvl2pPr>
            <a:lvl3pPr marL="914400" indent="-225425">
              <a:buClr>
                <a:schemeClr val="tx2"/>
              </a:buClr>
              <a:tabLst/>
              <a:defRPr/>
            </a:lvl3pPr>
            <a:lvl4pPr marL="1146175" indent="-231775">
              <a:buClr>
                <a:schemeClr val="tx2"/>
              </a:buClr>
              <a:defRPr/>
            </a:lvl4pPr>
            <a:lvl5pPr marL="1371600" indent="-225425">
              <a:buClr>
                <a:schemeClr val="tx2"/>
              </a:buClr>
              <a:defRPr/>
            </a:lvl5pPr>
            <a:lvl6pPr marL="1371600" indent="-225425">
              <a:buClr>
                <a:schemeClr val="tx2"/>
              </a:buClr>
              <a:defRPr/>
            </a:lvl6pPr>
            <a:lvl7pPr marL="1371600" indent="-225425">
              <a:buClr>
                <a:schemeClr val="tx2"/>
              </a:buClr>
              <a:defRPr/>
            </a:lvl7pPr>
            <a:lvl8pPr marL="1371600" indent="-225425">
              <a:buClr>
                <a:schemeClr val="tx2"/>
              </a:buClr>
              <a:defRPr/>
            </a:lvl8pPr>
            <a:lvl9pPr marL="1371600" indent="-225425"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Headline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457200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 smtClean="0"/>
              <a:t>Click to edit text slide title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3" y="795528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0"/>
          <p:cNvSpPr>
            <a:spLocks noGrp="1"/>
          </p:cNvSpPr>
          <p:nvPr>
            <p:ph sz="quarter" idx="15"/>
          </p:nvPr>
        </p:nvSpPr>
        <p:spPr>
          <a:xfrm>
            <a:off x="457200" y="914400"/>
            <a:ext cx="8232775" cy="561441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Headline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886968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 smtClean="0"/>
              <a:t>Click to edit text slide title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3" y="1243584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0"/>
          <p:cNvSpPr>
            <a:spLocks noGrp="1"/>
          </p:cNvSpPr>
          <p:nvPr>
            <p:ph sz="quarter" idx="15"/>
          </p:nvPr>
        </p:nvSpPr>
        <p:spPr>
          <a:xfrm>
            <a:off x="457200" y="1371600"/>
            <a:ext cx="8232775" cy="515721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 Blue Top Aligned Quotes Divider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740664"/>
            <a:ext cx="8232775" cy="5340096"/>
          </a:xfrm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bg1"/>
                </a:solidFill>
              </a:defRPr>
            </a:lvl1pPr>
            <a:lvl2pPr marL="173038" indent="-173038">
              <a:buFontTx/>
              <a:buNone/>
              <a:defRPr sz="4000">
                <a:solidFill>
                  <a:schemeClr val="bg1"/>
                </a:solidFill>
              </a:defRPr>
            </a:lvl2pPr>
            <a:lvl3pPr marL="173038" indent="-173038">
              <a:buFontTx/>
              <a:buNone/>
              <a:defRPr sz="4000">
                <a:solidFill>
                  <a:schemeClr val="bg1"/>
                </a:solidFill>
              </a:defRPr>
            </a:lvl3pPr>
            <a:lvl4pPr marL="173038" indent="-173038">
              <a:buFontTx/>
              <a:buNone/>
              <a:defRPr sz="4000">
                <a:solidFill>
                  <a:schemeClr val="bg1"/>
                </a:solidFill>
              </a:defRPr>
            </a:lvl4pPr>
            <a:lvl5pPr marL="173038" indent="-173038">
              <a:buFontTx/>
              <a:buNone/>
              <a:defRPr sz="4000">
                <a:solidFill>
                  <a:schemeClr val="bg1"/>
                </a:solidFill>
              </a:defRPr>
            </a:lvl5pPr>
            <a:lvl6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6pPr>
            <a:lvl7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7pPr>
            <a:lvl8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8pPr>
            <a:lvl9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 Dark Blue Top Aligned Quotes Divi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6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740664"/>
            <a:ext cx="8232775" cy="5340096"/>
          </a:xfrm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bg1"/>
                </a:solidFill>
              </a:defRPr>
            </a:lvl1pPr>
            <a:lvl2pPr marL="173038" indent="-173038">
              <a:buFontTx/>
              <a:buNone/>
              <a:defRPr sz="4000">
                <a:solidFill>
                  <a:schemeClr val="bg1"/>
                </a:solidFill>
              </a:defRPr>
            </a:lvl2pPr>
            <a:lvl3pPr marL="173038" indent="-173038">
              <a:buFontTx/>
              <a:buNone/>
              <a:defRPr sz="4000">
                <a:solidFill>
                  <a:schemeClr val="bg1"/>
                </a:solidFill>
              </a:defRPr>
            </a:lvl3pPr>
            <a:lvl4pPr marL="173038" indent="-173038">
              <a:buFontTx/>
              <a:buNone/>
              <a:defRPr sz="4000">
                <a:solidFill>
                  <a:schemeClr val="bg1"/>
                </a:solidFill>
              </a:defRPr>
            </a:lvl4pPr>
            <a:lvl5pPr marL="173038" indent="-173038">
              <a:buFontTx/>
              <a:buNone/>
              <a:defRPr sz="4000">
                <a:solidFill>
                  <a:schemeClr val="bg1"/>
                </a:solidFill>
              </a:defRPr>
            </a:lvl5pPr>
            <a:lvl6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6pPr>
            <a:lvl7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7pPr>
            <a:lvl8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8pPr>
            <a:lvl9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 Medium Gray Top Aligned Quotes Divider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6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740664"/>
            <a:ext cx="8232775" cy="5340096"/>
          </a:xfrm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bg1"/>
                </a:solidFill>
              </a:defRPr>
            </a:lvl1pPr>
            <a:lvl2pPr marL="173038" indent="-173038">
              <a:buFontTx/>
              <a:buNone/>
              <a:defRPr sz="4000">
                <a:solidFill>
                  <a:schemeClr val="bg1"/>
                </a:solidFill>
              </a:defRPr>
            </a:lvl2pPr>
            <a:lvl3pPr marL="173038" indent="-173038">
              <a:buFontTx/>
              <a:buNone/>
              <a:defRPr sz="4000">
                <a:solidFill>
                  <a:schemeClr val="bg1"/>
                </a:solidFill>
              </a:defRPr>
            </a:lvl3pPr>
            <a:lvl4pPr marL="173038" indent="-173038">
              <a:buFontTx/>
              <a:buNone/>
              <a:defRPr sz="4000">
                <a:solidFill>
                  <a:schemeClr val="bg1"/>
                </a:solidFill>
              </a:defRPr>
            </a:lvl4pPr>
            <a:lvl5pPr marL="173038" indent="-173038">
              <a:buFontTx/>
              <a:buNone/>
              <a:defRPr sz="4000">
                <a:solidFill>
                  <a:schemeClr val="bg1"/>
                </a:solidFill>
              </a:defRPr>
            </a:lvl5pPr>
            <a:lvl6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6pPr>
            <a:lvl7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7pPr>
            <a:lvl8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8pPr>
            <a:lvl9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 Dark Red Top Aligned Quotes Divider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6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740664"/>
            <a:ext cx="8232775" cy="5340096"/>
          </a:xfrm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bg1"/>
                </a:solidFill>
              </a:defRPr>
            </a:lvl1pPr>
            <a:lvl2pPr marL="173038" indent="-173038">
              <a:buFontTx/>
              <a:buNone/>
              <a:defRPr sz="4000">
                <a:solidFill>
                  <a:schemeClr val="bg1"/>
                </a:solidFill>
              </a:defRPr>
            </a:lvl2pPr>
            <a:lvl3pPr marL="173038" indent="-173038">
              <a:buFontTx/>
              <a:buNone/>
              <a:defRPr sz="4000">
                <a:solidFill>
                  <a:schemeClr val="bg1"/>
                </a:solidFill>
              </a:defRPr>
            </a:lvl3pPr>
            <a:lvl4pPr marL="173038" indent="-173038">
              <a:buFontTx/>
              <a:buNone/>
              <a:defRPr sz="4000">
                <a:solidFill>
                  <a:schemeClr val="bg1"/>
                </a:solidFill>
              </a:defRPr>
            </a:lvl4pPr>
            <a:lvl5pPr marL="173038" indent="-173038">
              <a:buFontTx/>
              <a:buNone/>
              <a:defRPr sz="4000">
                <a:solidFill>
                  <a:schemeClr val="bg1"/>
                </a:solidFill>
              </a:defRPr>
            </a:lvl5pPr>
            <a:lvl6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6pPr>
            <a:lvl7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7pPr>
            <a:lvl8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8pPr>
            <a:lvl9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 Blue Center Aligned Quotes Divider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2286000"/>
            <a:ext cx="8232775" cy="3794760"/>
          </a:xfrm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4000">
                <a:solidFill>
                  <a:schemeClr val="bg1"/>
                </a:solidFill>
              </a:defRPr>
            </a:lvl2pPr>
            <a:lvl3pPr marL="0" indent="0">
              <a:buFontTx/>
              <a:buNone/>
              <a:defRPr sz="40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 sz="4000">
                <a:solidFill>
                  <a:schemeClr val="bg1"/>
                </a:solidFill>
              </a:defRPr>
            </a:lvl4pPr>
            <a:lvl5pPr marL="0" indent="0">
              <a:buFontTx/>
              <a:buNone/>
              <a:defRPr sz="4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600"/>
              </a:spcAft>
              <a:buNone/>
              <a:tabLst/>
              <a:defRPr sz="400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 Dark Blue Center Aligned Quotes Divi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6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2286000"/>
            <a:ext cx="8232775" cy="3794760"/>
          </a:xfrm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4000">
                <a:solidFill>
                  <a:schemeClr val="bg1"/>
                </a:solidFill>
              </a:defRPr>
            </a:lvl2pPr>
            <a:lvl3pPr marL="0" indent="0">
              <a:buFontTx/>
              <a:buNone/>
              <a:defRPr sz="40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 sz="4000">
                <a:solidFill>
                  <a:schemeClr val="bg1"/>
                </a:solidFill>
              </a:defRPr>
            </a:lvl4pPr>
            <a:lvl5pPr marL="0" indent="0">
              <a:buFontTx/>
              <a:buNone/>
              <a:defRPr sz="4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600"/>
              </a:spcAft>
              <a:buNone/>
              <a:tabLst/>
              <a:defRPr sz="400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 Dark Gray Center Aligned Quotes Divider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6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2286000"/>
            <a:ext cx="8232775" cy="3794760"/>
          </a:xfrm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4000">
                <a:solidFill>
                  <a:schemeClr val="bg1"/>
                </a:solidFill>
              </a:defRPr>
            </a:lvl2pPr>
            <a:lvl3pPr marL="0" indent="0">
              <a:buFontTx/>
              <a:buNone/>
              <a:defRPr sz="40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 sz="4000">
                <a:solidFill>
                  <a:schemeClr val="bg1"/>
                </a:solidFill>
              </a:defRPr>
            </a:lvl4pPr>
            <a:lvl5pPr marL="0" indent="0">
              <a:buFontTx/>
              <a:buNone/>
              <a:defRPr sz="4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600"/>
              </a:spcAft>
              <a:buNone/>
              <a:tabLst/>
              <a:defRPr sz="400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 Dark Red Center Aligned Quotes Divider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6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2286000"/>
            <a:ext cx="8232775" cy="3794760"/>
          </a:xfrm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4000">
                <a:solidFill>
                  <a:schemeClr val="bg1"/>
                </a:solidFill>
              </a:defRPr>
            </a:lvl2pPr>
            <a:lvl3pPr marL="0" indent="0">
              <a:buFontTx/>
              <a:buNone/>
              <a:defRPr sz="40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 sz="4000">
                <a:solidFill>
                  <a:schemeClr val="bg1"/>
                </a:solidFill>
              </a:defRPr>
            </a:lvl4pPr>
            <a:lvl5pPr marL="0" indent="0">
              <a:buFontTx/>
              <a:buNone/>
              <a:defRPr sz="4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600"/>
              </a:spcAft>
              <a:buNone/>
              <a:tabLst/>
              <a:defRPr sz="400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Headline Two-thirds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2 column title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5879592" y="914400"/>
            <a:ext cx="2807208" cy="56144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5"/>
          </p:nvPr>
        </p:nvSpPr>
        <p:spPr>
          <a:xfrm>
            <a:off x="457200" y="914400"/>
            <a:ext cx="5157216" cy="56144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3" y="795528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Headline Two-thirds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88696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2 column title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5879592" y="1371600"/>
            <a:ext cx="2807208" cy="51572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5"/>
          </p:nvPr>
        </p:nvSpPr>
        <p:spPr>
          <a:xfrm>
            <a:off x="457200" y="1371600"/>
            <a:ext cx="5157216" cy="51572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3" y="1243584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Headline One-third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2 column title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3529584" y="914399"/>
            <a:ext cx="5157216" cy="56144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4"/>
          </p:nvPr>
        </p:nvSpPr>
        <p:spPr>
          <a:xfrm>
            <a:off x="457200" y="914399"/>
            <a:ext cx="2807208" cy="56144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3" y="795528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Headline One-third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88696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2 column title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3529584" y="1371600"/>
            <a:ext cx="5157216" cy="51572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4"/>
          </p:nvPr>
        </p:nvSpPr>
        <p:spPr>
          <a:xfrm>
            <a:off x="457200" y="1371600"/>
            <a:ext cx="2807208" cy="51572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3" y="1243584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Headline Half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2 column title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5"/>
          </p:nvPr>
        </p:nvSpPr>
        <p:spPr>
          <a:xfrm>
            <a:off x="4718304" y="914399"/>
            <a:ext cx="3968496" cy="56144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6"/>
          </p:nvPr>
        </p:nvSpPr>
        <p:spPr>
          <a:xfrm>
            <a:off x="457200" y="914399"/>
            <a:ext cx="3968496" cy="56144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3" y="795528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Headline Half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88696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2 column title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5"/>
          </p:nvPr>
        </p:nvSpPr>
        <p:spPr>
          <a:xfrm>
            <a:off x="4718304" y="1371600"/>
            <a:ext cx="3968496" cy="51572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6"/>
          </p:nvPr>
        </p:nvSpPr>
        <p:spPr>
          <a:xfrm>
            <a:off x="457200" y="1371600"/>
            <a:ext cx="3968496" cy="51572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3" y="1243584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Headline Image on Top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text slide title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3" y="795528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0"/>
          <p:cNvSpPr>
            <a:spLocks noGrp="1"/>
          </p:cNvSpPr>
          <p:nvPr>
            <p:ph sz="quarter" idx="15"/>
          </p:nvPr>
        </p:nvSpPr>
        <p:spPr>
          <a:xfrm>
            <a:off x="457200" y="3886200"/>
            <a:ext cx="8232775" cy="264261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6"/>
          </p:nvPr>
        </p:nvSpPr>
        <p:spPr>
          <a:xfrm>
            <a:off x="457200" y="914400"/>
            <a:ext cx="8232775" cy="289864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Headline Image on Top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88696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text slide title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3" y="1243584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0"/>
          <p:cNvSpPr>
            <a:spLocks noGrp="1"/>
          </p:cNvSpPr>
          <p:nvPr>
            <p:ph sz="quarter" idx="15"/>
          </p:nvPr>
        </p:nvSpPr>
        <p:spPr>
          <a:xfrm>
            <a:off x="457200" y="4343400"/>
            <a:ext cx="8232775" cy="218541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6"/>
          </p:nvPr>
        </p:nvSpPr>
        <p:spPr>
          <a:xfrm>
            <a:off x="457200" y="1371600"/>
            <a:ext cx="8232775" cy="28941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Headline Multiple Images with Cap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image with caption 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457199" y="2940999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2575" indent="-1079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n-lt"/>
              </a:defRPr>
            </a:lvl2pPr>
            <a:lvl3pPr marL="282575" indent="-107950">
              <a:defRPr sz="1200">
                <a:solidFill>
                  <a:schemeClr val="bg1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1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1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sz="half" idx="17"/>
          </p:nvPr>
        </p:nvSpPr>
        <p:spPr bwMode="gray">
          <a:xfrm>
            <a:off x="457200" y="914400"/>
            <a:ext cx="2743200" cy="202996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282575" indent="-111125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  <a:latin typeface="+mn-lt"/>
              </a:defRPr>
            </a:lvl2pPr>
            <a:lvl3pPr marL="282575" indent="-98425">
              <a:defRPr sz="1200">
                <a:solidFill>
                  <a:schemeClr val="bg2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2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2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cxnSp>
        <p:nvCxnSpPr>
          <p:cNvPr id="23" name="Straight Connector 22"/>
          <p:cNvCxnSpPr/>
          <p:nvPr userDrawn="1"/>
        </p:nvCxnSpPr>
        <p:spPr>
          <a:xfrm>
            <a:off x="455613" y="795528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/>
          <p:cNvSpPr>
            <a:spLocks noGrp="1"/>
          </p:cNvSpPr>
          <p:nvPr>
            <p:ph sz="half" idx="20"/>
          </p:nvPr>
        </p:nvSpPr>
        <p:spPr bwMode="gray">
          <a:xfrm>
            <a:off x="3200400" y="2940999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2575" indent="-1079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n-lt"/>
              </a:defRPr>
            </a:lvl2pPr>
            <a:lvl3pPr marL="282575" indent="-107950">
              <a:defRPr sz="1200">
                <a:solidFill>
                  <a:schemeClr val="bg1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1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1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sz="half" idx="21"/>
          </p:nvPr>
        </p:nvSpPr>
        <p:spPr bwMode="gray">
          <a:xfrm>
            <a:off x="3200400" y="914400"/>
            <a:ext cx="2743200" cy="202996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282575" indent="-111125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  <a:latin typeface="+mn-lt"/>
              </a:defRPr>
            </a:lvl2pPr>
            <a:lvl3pPr marL="282575" indent="-98425">
              <a:defRPr sz="1200">
                <a:solidFill>
                  <a:schemeClr val="bg2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2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2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sz="half" idx="22"/>
          </p:nvPr>
        </p:nvSpPr>
        <p:spPr bwMode="gray">
          <a:xfrm>
            <a:off x="5943600" y="2940999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2575" indent="-1079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n-lt"/>
              </a:defRPr>
            </a:lvl2pPr>
            <a:lvl3pPr marL="282575" indent="-107950">
              <a:defRPr sz="1200">
                <a:solidFill>
                  <a:schemeClr val="bg1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1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1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6" name="Content Placeholder 2"/>
          <p:cNvSpPr>
            <a:spLocks noGrp="1"/>
          </p:cNvSpPr>
          <p:nvPr>
            <p:ph sz="half" idx="23"/>
          </p:nvPr>
        </p:nvSpPr>
        <p:spPr bwMode="gray">
          <a:xfrm>
            <a:off x="5943600" y="914400"/>
            <a:ext cx="2743200" cy="202996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282575" indent="-111125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  <a:latin typeface="+mn-lt"/>
              </a:defRPr>
            </a:lvl2pPr>
            <a:lvl3pPr marL="282575" indent="-98425">
              <a:defRPr sz="1200">
                <a:solidFill>
                  <a:schemeClr val="bg2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2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2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7" name="Content Placeholder 2"/>
          <p:cNvSpPr>
            <a:spLocks noGrp="1"/>
          </p:cNvSpPr>
          <p:nvPr>
            <p:ph sz="half" idx="24"/>
          </p:nvPr>
        </p:nvSpPr>
        <p:spPr bwMode="gray">
          <a:xfrm>
            <a:off x="457199" y="5751576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2575" indent="-1079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n-lt"/>
              </a:defRPr>
            </a:lvl2pPr>
            <a:lvl3pPr marL="282575" indent="-107950">
              <a:defRPr sz="1200">
                <a:solidFill>
                  <a:schemeClr val="bg1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1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1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8" name="Content Placeholder 2"/>
          <p:cNvSpPr>
            <a:spLocks noGrp="1"/>
          </p:cNvSpPr>
          <p:nvPr>
            <p:ph sz="half" idx="25"/>
          </p:nvPr>
        </p:nvSpPr>
        <p:spPr bwMode="gray">
          <a:xfrm>
            <a:off x="457200" y="3718239"/>
            <a:ext cx="2743200" cy="202996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282575" indent="-111125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  <a:latin typeface="+mn-lt"/>
              </a:defRPr>
            </a:lvl2pPr>
            <a:lvl3pPr marL="282575" indent="-98425">
              <a:defRPr sz="1200">
                <a:solidFill>
                  <a:schemeClr val="bg2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2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2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9" name="Content Placeholder 2"/>
          <p:cNvSpPr>
            <a:spLocks noGrp="1"/>
          </p:cNvSpPr>
          <p:nvPr>
            <p:ph sz="half" idx="26"/>
          </p:nvPr>
        </p:nvSpPr>
        <p:spPr bwMode="gray">
          <a:xfrm>
            <a:off x="3200400" y="5751576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2575" indent="-1079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n-lt"/>
              </a:defRPr>
            </a:lvl2pPr>
            <a:lvl3pPr marL="282575" indent="-107950">
              <a:defRPr sz="1200">
                <a:solidFill>
                  <a:schemeClr val="bg1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1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1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30" name="Content Placeholder 2"/>
          <p:cNvSpPr>
            <a:spLocks noGrp="1"/>
          </p:cNvSpPr>
          <p:nvPr>
            <p:ph sz="half" idx="27"/>
          </p:nvPr>
        </p:nvSpPr>
        <p:spPr bwMode="gray">
          <a:xfrm>
            <a:off x="3200400" y="3718239"/>
            <a:ext cx="2743200" cy="202996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282575" indent="-111125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  <a:latin typeface="+mn-lt"/>
              </a:defRPr>
            </a:lvl2pPr>
            <a:lvl3pPr marL="282575" indent="-98425">
              <a:defRPr sz="1200">
                <a:solidFill>
                  <a:schemeClr val="bg2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2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2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31" name="Content Placeholder 2"/>
          <p:cNvSpPr>
            <a:spLocks noGrp="1"/>
          </p:cNvSpPr>
          <p:nvPr>
            <p:ph sz="half" idx="28"/>
          </p:nvPr>
        </p:nvSpPr>
        <p:spPr bwMode="gray">
          <a:xfrm>
            <a:off x="5943600" y="5751576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2575" indent="-1079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n-lt"/>
              </a:defRPr>
            </a:lvl2pPr>
            <a:lvl3pPr marL="282575" indent="-107950">
              <a:defRPr sz="1200">
                <a:solidFill>
                  <a:schemeClr val="bg1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1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1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32" name="Content Placeholder 2"/>
          <p:cNvSpPr>
            <a:spLocks noGrp="1"/>
          </p:cNvSpPr>
          <p:nvPr>
            <p:ph sz="half" idx="29"/>
          </p:nvPr>
        </p:nvSpPr>
        <p:spPr bwMode="gray">
          <a:xfrm>
            <a:off x="5943600" y="3718239"/>
            <a:ext cx="2743200" cy="202996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282575" indent="-111125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  <a:latin typeface="+mn-lt"/>
              </a:defRPr>
            </a:lvl2pPr>
            <a:lvl3pPr marL="282575" indent="-98425">
              <a:defRPr sz="1200">
                <a:solidFill>
                  <a:schemeClr val="bg2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2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2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Headline Multiple Images with Cap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88696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image with caption 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457199" y="3175375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2575" indent="-1079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n-lt"/>
              </a:defRPr>
            </a:lvl2pPr>
            <a:lvl3pPr marL="282575" indent="-107950">
              <a:defRPr sz="1200">
                <a:solidFill>
                  <a:schemeClr val="bg1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1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1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sz="half" idx="17"/>
          </p:nvPr>
        </p:nvSpPr>
        <p:spPr bwMode="gray">
          <a:xfrm>
            <a:off x="457200" y="1371598"/>
            <a:ext cx="2743200" cy="180136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282575" indent="-111125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  <a:latin typeface="+mn-lt"/>
              </a:defRPr>
            </a:lvl2pPr>
            <a:lvl3pPr marL="282575" indent="-98425">
              <a:defRPr sz="1200">
                <a:solidFill>
                  <a:schemeClr val="bg2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2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2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cxnSp>
        <p:nvCxnSpPr>
          <p:cNvPr id="23" name="Straight Connector 22"/>
          <p:cNvCxnSpPr/>
          <p:nvPr userDrawn="1"/>
        </p:nvCxnSpPr>
        <p:spPr>
          <a:xfrm>
            <a:off x="455613" y="1243584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/>
          <p:cNvSpPr>
            <a:spLocks noGrp="1"/>
          </p:cNvSpPr>
          <p:nvPr>
            <p:ph sz="half" idx="20"/>
          </p:nvPr>
        </p:nvSpPr>
        <p:spPr bwMode="gray">
          <a:xfrm>
            <a:off x="3200400" y="3175375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2575" indent="-1079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n-lt"/>
              </a:defRPr>
            </a:lvl2pPr>
            <a:lvl3pPr marL="282575" indent="-107950">
              <a:defRPr sz="1200">
                <a:solidFill>
                  <a:schemeClr val="bg1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1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1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sz="half" idx="21"/>
          </p:nvPr>
        </p:nvSpPr>
        <p:spPr bwMode="gray">
          <a:xfrm>
            <a:off x="3200400" y="1371598"/>
            <a:ext cx="2743200" cy="180136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282575" indent="-111125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  <a:latin typeface="+mn-lt"/>
              </a:defRPr>
            </a:lvl2pPr>
            <a:lvl3pPr marL="282575" indent="-98425">
              <a:defRPr sz="1200">
                <a:solidFill>
                  <a:schemeClr val="bg2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2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2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sz="half" idx="22"/>
          </p:nvPr>
        </p:nvSpPr>
        <p:spPr bwMode="gray">
          <a:xfrm>
            <a:off x="5943600" y="3175375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2575" indent="-1079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n-lt"/>
              </a:defRPr>
            </a:lvl2pPr>
            <a:lvl3pPr marL="282575" indent="-107950">
              <a:defRPr sz="1200">
                <a:solidFill>
                  <a:schemeClr val="bg1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1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1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6" name="Content Placeholder 2"/>
          <p:cNvSpPr>
            <a:spLocks noGrp="1"/>
          </p:cNvSpPr>
          <p:nvPr>
            <p:ph sz="half" idx="23"/>
          </p:nvPr>
        </p:nvSpPr>
        <p:spPr bwMode="gray">
          <a:xfrm>
            <a:off x="5943600" y="1371598"/>
            <a:ext cx="2743200" cy="180136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282575" indent="-111125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  <a:latin typeface="+mn-lt"/>
              </a:defRPr>
            </a:lvl2pPr>
            <a:lvl3pPr marL="282575" indent="-98425">
              <a:defRPr sz="1200">
                <a:solidFill>
                  <a:schemeClr val="bg2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2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2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7" name="Content Placeholder 2"/>
          <p:cNvSpPr>
            <a:spLocks noGrp="1"/>
          </p:cNvSpPr>
          <p:nvPr>
            <p:ph sz="half" idx="24"/>
          </p:nvPr>
        </p:nvSpPr>
        <p:spPr bwMode="gray">
          <a:xfrm>
            <a:off x="457199" y="5751576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2575" indent="-1079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n-lt"/>
              </a:defRPr>
            </a:lvl2pPr>
            <a:lvl3pPr marL="282575" indent="-107950">
              <a:defRPr sz="1200">
                <a:solidFill>
                  <a:schemeClr val="bg1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1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1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8" name="Content Placeholder 2"/>
          <p:cNvSpPr>
            <a:spLocks noGrp="1"/>
          </p:cNvSpPr>
          <p:nvPr>
            <p:ph sz="half" idx="25"/>
          </p:nvPr>
        </p:nvSpPr>
        <p:spPr bwMode="gray">
          <a:xfrm>
            <a:off x="457200" y="3952615"/>
            <a:ext cx="2743200" cy="180136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282575" indent="-111125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  <a:latin typeface="+mn-lt"/>
              </a:defRPr>
            </a:lvl2pPr>
            <a:lvl3pPr marL="282575" indent="-98425">
              <a:defRPr sz="1200">
                <a:solidFill>
                  <a:schemeClr val="bg2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2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2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9" name="Content Placeholder 2"/>
          <p:cNvSpPr>
            <a:spLocks noGrp="1"/>
          </p:cNvSpPr>
          <p:nvPr>
            <p:ph sz="half" idx="26"/>
          </p:nvPr>
        </p:nvSpPr>
        <p:spPr bwMode="gray">
          <a:xfrm>
            <a:off x="3200400" y="5751576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2575" indent="-1079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n-lt"/>
              </a:defRPr>
            </a:lvl2pPr>
            <a:lvl3pPr marL="282575" indent="-107950">
              <a:defRPr sz="1200">
                <a:solidFill>
                  <a:schemeClr val="bg1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1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1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30" name="Content Placeholder 2"/>
          <p:cNvSpPr>
            <a:spLocks noGrp="1"/>
          </p:cNvSpPr>
          <p:nvPr>
            <p:ph sz="half" idx="27"/>
          </p:nvPr>
        </p:nvSpPr>
        <p:spPr bwMode="gray">
          <a:xfrm>
            <a:off x="3200400" y="3952615"/>
            <a:ext cx="2743200" cy="180136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282575" indent="-111125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  <a:latin typeface="+mn-lt"/>
              </a:defRPr>
            </a:lvl2pPr>
            <a:lvl3pPr marL="282575" indent="-98425">
              <a:defRPr sz="1200">
                <a:solidFill>
                  <a:schemeClr val="bg2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2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2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31" name="Content Placeholder 2"/>
          <p:cNvSpPr>
            <a:spLocks noGrp="1"/>
          </p:cNvSpPr>
          <p:nvPr>
            <p:ph sz="half" idx="28"/>
          </p:nvPr>
        </p:nvSpPr>
        <p:spPr bwMode="gray">
          <a:xfrm>
            <a:off x="5943600" y="5751576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2575" indent="-1079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n-lt"/>
              </a:defRPr>
            </a:lvl2pPr>
            <a:lvl3pPr marL="282575" indent="-107950">
              <a:defRPr sz="1200">
                <a:solidFill>
                  <a:schemeClr val="bg1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1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1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32" name="Content Placeholder 2"/>
          <p:cNvSpPr>
            <a:spLocks noGrp="1"/>
          </p:cNvSpPr>
          <p:nvPr>
            <p:ph sz="half" idx="29"/>
          </p:nvPr>
        </p:nvSpPr>
        <p:spPr bwMode="gray">
          <a:xfrm>
            <a:off x="5943600" y="3952615"/>
            <a:ext cx="2743200" cy="180136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282575" indent="-111125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  <a:latin typeface="+mn-lt"/>
              </a:defRPr>
            </a:lvl2pPr>
            <a:lvl3pPr marL="282575" indent="-98425">
              <a:defRPr sz="1200">
                <a:solidFill>
                  <a:schemeClr val="bg2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2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2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Multiple Images and Call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>
            <a:spLocks noGrp="1"/>
          </p:cNvSpPr>
          <p:nvPr>
            <p:ph sz="half" idx="17"/>
          </p:nvPr>
        </p:nvSpPr>
        <p:spPr bwMode="gray">
          <a:xfrm>
            <a:off x="1" y="0"/>
            <a:ext cx="3044952" cy="2286000"/>
          </a:xfrm>
          <a:prstGeom prst="rect">
            <a:avLst/>
          </a:prstGeom>
          <a:noFill/>
          <a:ln>
            <a:noFill/>
          </a:ln>
        </p:spPr>
        <p:txBody>
          <a:bodyPr lIns="457200" tIns="0" rIns="457200" anchor="ctr">
            <a:noAutofit/>
          </a:bodyPr>
          <a:lstStyle>
            <a:lvl1pPr marL="0" indent="0">
              <a:lnSpc>
                <a:spcPct val="100000"/>
              </a:lnSpc>
              <a:defRPr sz="1600" b="0">
                <a:solidFill>
                  <a:schemeClr val="bg2"/>
                </a:solidFill>
              </a:defRPr>
            </a:lvl1pPr>
            <a:lvl2pPr marL="115888" indent="-115888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 marL="115888" indent="-115888">
              <a:defRPr sz="1200">
                <a:solidFill>
                  <a:schemeClr val="bg2"/>
                </a:solidFill>
                <a:latin typeface="+mn-lt"/>
              </a:defRPr>
            </a:lvl3pPr>
            <a:lvl4pPr marL="115888" indent="-115888">
              <a:defRPr sz="1200">
                <a:solidFill>
                  <a:schemeClr val="bg2"/>
                </a:solidFill>
                <a:latin typeface="+mn-lt"/>
              </a:defRPr>
            </a:lvl4pPr>
            <a:lvl5pPr marL="115888" indent="-115888">
              <a:defRPr sz="1200">
                <a:solidFill>
                  <a:schemeClr val="bg2"/>
                </a:solidFill>
                <a:latin typeface="+mn-lt"/>
              </a:defRPr>
            </a:lvl5pPr>
            <a:lvl6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3044952" y="0"/>
            <a:ext cx="3044952" cy="2286000"/>
          </a:xfrm>
          <a:prstGeom prst="rect">
            <a:avLst/>
          </a:prstGeom>
          <a:noFill/>
          <a:ln>
            <a:noFill/>
          </a:ln>
        </p:spPr>
        <p:txBody>
          <a:bodyPr lIns="457200" tIns="0" rIns="457200" anchor="ctr">
            <a:noAutofit/>
          </a:bodyPr>
          <a:lstStyle>
            <a:lvl1pPr marL="0" indent="0">
              <a:lnSpc>
                <a:spcPct val="100000"/>
              </a:lnSpc>
              <a:defRPr sz="1600" b="0">
                <a:solidFill>
                  <a:schemeClr val="bg2"/>
                </a:solidFill>
              </a:defRPr>
            </a:lvl1pPr>
            <a:lvl2pPr marL="115888" indent="-115888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 marL="115888" indent="-115888">
              <a:defRPr sz="1200">
                <a:solidFill>
                  <a:schemeClr val="bg2"/>
                </a:solidFill>
                <a:latin typeface="+mn-lt"/>
              </a:defRPr>
            </a:lvl3pPr>
            <a:lvl4pPr marL="115888" indent="-115888">
              <a:defRPr sz="1200">
                <a:solidFill>
                  <a:schemeClr val="bg2"/>
                </a:solidFill>
                <a:latin typeface="+mn-lt"/>
              </a:defRPr>
            </a:lvl4pPr>
            <a:lvl5pPr marL="115888" indent="-115888">
              <a:defRPr sz="1200">
                <a:solidFill>
                  <a:schemeClr val="bg2"/>
                </a:solidFill>
                <a:latin typeface="+mn-lt"/>
              </a:defRPr>
            </a:lvl5pPr>
            <a:lvl6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sz="half" idx="19"/>
          </p:nvPr>
        </p:nvSpPr>
        <p:spPr bwMode="gray">
          <a:xfrm>
            <a:off x="6099048" y="0"/>
            <a:ext cx="3044952" cy="2286000"/>
          </a:xfrm>
          <a:prstGeom prst="rect">
            <a:avLst/>
          </a:prstGeom>
          <a:noFill/>
          <a:ln>
            <a:noFill/>
          </a:ln>
        </p:spPr>
        <p:txBody>
          <a:bodyPr lIns="457200" tIns="0" rIns="457200" anchor="ctr">
            <a:noAutofit/>
          </a:bodyPr>
          <a:lstStyle>
            <a:lvl1pPr marL="0" indent="0">
              <a:lnSpc>
                <a:spcPct val="100000"/>
              </a:lnSpc>
              <a:defRPr sz="1600" b="0">
                <a:solidFill>
                  <a:schemeClr val="bg2"/>
                </a:solidFill>
              </a:defRPr>
            </a:lvl1pPr>
            <a:lvl2pPr marL="115888" indent="-115888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 marL="115888" indent="-115888">
              <a:defRPr sz="1200">
                <a:solidFill>
                  <a:schemeClr val="bg2"/>
                </a:solidFill>
                <a:latin typeface="+mn-lt"/>
              </a:defRPr>
            </a:lvl3pPr>
            <a:lvl4pPr marL="115888" indent="-115888">
              <a:defRPr sz="1200">
                <a:solidFill>
                  <a:schemeClr val="bg2"/>
                </a:solidFill>
                <a:latin typeface="+mn-lt"/>
              </a:defRPr>
            </a:lvl4pPr>
            <a:lvl5pPr marL="115888" indent="-115888">
              <a:defRPr sz="1200">
                <a:solidFill>
                  <a:schemeClr val="bg2"/>
                </a:solidFill>
                <a:latin typeface="+mn-lt"/>
              </a:defRPr>
            </a:lvl5pPr>
            <a:lvl6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sz="half" idx="20"/>
          </p:nvPr>
        </p:nvSpPr>
        <p:spPr bwMode="gray">
          <a:xfrm>
            <a:off x="1" y="2286000"/>
            <a:ext cx="3044952" cy="2286000"/>
          </a:xfrm>
          <a:prstGeom prst="rect">
            <a:avLst/>
          </a:prstGeom>
          <a:noFill/>
          <a:ln>
            <a:noFill/>
          </a:ln>
        </p:spPr>
        <p:txBody>
          <a:bodyPr lIns="457200" tIns="0" rIns="457200" anchor="ctr">
            <a:noAutofit/>
          </a:bodyPr>
          <a:lstStyle>
            <a:lvl1pPr marL="0" indent="0">
              <a:lnSpc>
                <a:spcPct val="100000"/>
              </a:lnSpc>
              <a:defRPr sz="1600" b="0">
                <a:solidFill>
                  <a:schemeClr val="bg2"/>
                </a:solidFill>
              </a:defRPr>
            </a:lvl1pPr>
            <a:lvl2pPr marL="115888" indent="-115888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 marL="115888" indent="-115888">
              <a:defRPr sz="1200">
                <a:solidFill>
                  <a:schemeClr val="bg2"/>
                </a:solidFill>
                <a:latin typeface="+mn-lt"/>
              </a:defRPr>
            </a:lvl3pPr>
            <a:lvl4pPr marL="115888" indent="-115888">
              <a:defRPr sz="1200">
                <a:solidFill>
                  <a:schemeClr val="bg2"/>
                </a:solidFill>
                <a:latin typeface="+mn-lt"/>
              </a:defRPr>
            </a:lvl4pPr>
            <a:lvl5pPr marL="115888" indent="-115888">
              <a:defRPr sz="1200">
                <a:solidFill>
                  <a:schemeClr val="bg2"/>
                </a:solidFill>
                <a:latin typeface="+mn-lt"/>
              </a:defRPr>
            </a:lvl5pPr>
            <a:lvl6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21"/>
          </p:nvPr>
        </p:nvSpPr>
        <p:spPr bwMode="gray">
          <a:xfrm>
            <a:off x="3044952" y="2286000"/>
            <a:ext cx="3044952" cy="2286000"/>
          </a:xfrm>
          <a:prstGeom prst="rect">
            <a:avLst/>
          </a:prstGeom>
          <a:noFill/>
          <a:ln>
            <a:noFill/>
          </a:ln>
        </p:spPr>
        <p:txBody>
          <a:bodyPr lIns="457200" tIns="0" rIns="457200" anchor="ctr">
            <a:noAutofit/>
          </a:bodyPr>
          <a:lstStyle>
            <a:lvl1pPr marL="0" indent="0">
              <a:lnSpc>
                <a:spcPct val="100000"/>
              </a:lnSpc>
              <a:defRPr sz="1600" b="0">
                <a:solidFill>
                  <a:schemeClr val="bg2"/>
                </a:solidFill>
              </a:defRPr>
            </a:lvl1pPr>
            <a:lvl2pPr marL="115888" indent="-115888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 marL="115888" indent="-115888">
              <a:defRPr sz="1200">
                <a:solidFill>
                  <a:schemeClr val="bg2"/>
                </a:solidFill>
                <a:latin typeface="+mn-lt"/>
              </a:defRPr>
            </a:lvl3pPr>
            <a:lvl4pPr marL="115888" indent="-115888">
              <a:defRPr sz="1200">
                <a:solidFill>
                  <a:schemeClr val="bg2"/>
                </a:solidFill>
                <a:latin typeface="+mn-lt"/>
              </a:defRPr>
            </a:lvl4pPr>
            <a:lvl5pPr marL="115888" indent="-115888">
              <a:defRPr sz="1200">
                <a:solidFill>
                  <a:schemeClr val="bg2"/>
                </a:solidFill>
                <a:latin typeface="+mn-lt"/>
              </a:defRPr>
            </a:lvl5pPr>
            <a:lvl6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22"/>
          </p:nvPr>
        </p:nvSpPr>
        <p:spPr bwMode="gray">
          <a:xfrm>
            <a:off x="6099048" y="2286000"/>
            <a:ext cx="3044952" cy="2286000"/>
          </a:xfrm>
          <a:prstGeom prst="rect">
            <a:avLst/>
          </a:prstGeom>
          <a:noFill/>
          <a:ln>
            <a:noFill/>
          </a:ln>
        </p:spPr>
        <p:txBody>
          <a:bodyPr lIns="457200" tIns="0" rIns="457200" anchor="ctr">
            <a:noAutofit/>
          </a:bodyPr>
          <a:lstStyle>
            <a:lvl1pPr marL="0" indent="0">
              <a:lnSpc>
                <a:spcPct val="100000"/>
              </a:lnSpc>
              <a:defRPr sz="1600" b="0">
                <a:solidFill>
                  <a:schemeClr val="bg2"/>
                </a:solidFill>
              </a:defRPr>
            </a:lvl1pPr>
            <a:lvl2pPr marL="115888" indent="-115888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 marL="115888" indent="-115888">
              <a:defRPr sz="1200">
                <a:solidFill>
                  <a:schemeClr val="bg2"/>
                </a:solidFill>
                <a:latin typeface="+mn-lt"/>
              </a:defRPr>
            </a:lvl3pPr>
            <a:lvl4pPr marL="115888" indent="-115888">
              <a:defRPr sz="1200">
                <a:solidFill>
                  <a:schemeClr val="bg2"/>
                </a:solidFill>
                <a:latin typeface="+mn-lt"/>
              </a:defRPr>
            </a:lvl4pPr>
            <a:lvl5pPr marL="115888" indent="-115888">
              <a:defRPr sz="1200">
                <a:solidFill>
                  <a:schemeClr val="bg2"/>
                </a:solidFill>
                <a:latin typeface="+mn-lt"/>
              </a:defRPr>
            </a:lvl5pPr>
            <a:lvl6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3" name="Content Placeholder 2"/>
          <p:cNvSpPr>
            <a:spLocks noGrp="1"/>
          </p:cNvSpPr>
          <p:nvPr>
            <p:ph sz="half" idx="23"/>
          </p:nvPr>
        </p:nvSpPr>
        <p:spPr bwMode="gray">
          <a:xfrm>
            <a:off x="1" y="4572000"/>
            <a:ext cx="3044952" cy="2286000"/>
          </a:xfrm>
          <a:prstGeom prst="rect">
            <a:avLst/>
          </a:prstGeom>
          <a:noFill/>
          <a:ln>
            <a:noFill/>
          </a:ln>
        </p:spPr>
        <p:txBody>
          <a:bodyPr lIns="457200" tIns="0" rIns="457200" anchor="ctr">
            <a:noAutofit/>
          </a:bodyPr>
          <a:lstStyle>
            <a:lvl1pPr marL="0" indent="0">
              <a:lnSpc>
                <a:spcPct val="100000"/>
              </a:lnSpc>
              <a:defRPr sz="1600" b="0">
                <a:solidFill>
                  <a:schemeClr val="bg2"/>
                </a:solidFill>
              </a:defRPr>
            </a:lvl1pPr>
            <a:lvl2pPr marL="115888" indent="-115888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 marL="115888" indent="-115888">
              <a:defRPr sz="1200">
                <a:solidFill>
                  <a:schemeClr val="bg2"/>
                </a:solidFill>
                <a:latin typeface="+mn-lt"/>
              </a:defRPr>
            </a:lvl3pPr>
            <a:lvl4pPr marL="115888" indent="-115888">
              <a:defRPr sz="1200">
                <a:solidFill>
                  <a:schemeClr val="bg2"/>
                </a:solidFill>
                <a:latin typeface="+mn-lt"/>
              </a:defRPr>
            </a:lvl4pPr>
            <a:lvl5pPr marL="115888" indent="-115888">
              <a:defRPr sz="1200">
                <a:solidFill>
                  <a:schemeClr val="bg2"/>
                </a:solidFill>
                <a:latin typeface="+mn-lt"/>
              </a:defRPr>
            </a:lvl5pPr>
            <a:lvl6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sz="half" idx="24"/>
          </p:nvPr>
        </p:nvSpPr>
        <p:spPr bwMode="gray">
          <a:xfrm>
            <a:off x="3044952" y="4572000"/>
            <a:ext cx="3044952" cy="2286000"/>
          </a:xfrm>
          <a:prstGeom prst="rect">
            <a:avLst/>
          </a:prstGeom>
          <a:noFill/>
          <a:ln>
            <a:noFill/>
          </a:ln>
        </p:spPr>
        <p:txBody>
          <a:bodyPr lIns="457200" tIns="0" rIns="457200" anchor="ctr">
            <a:noAutofit/>
          </a:bodyPr>
          <a:lstStyle>
            <a:lvl1pPr marL="0" indent="0">
              <a:lnSpc>
                <a:spcPct val="100000"/>
              </a:lnSpc>
              <a:defRPr sz="1600" b="0">
                <a:solidFill>
                  <a:schemeClr val="bg2"/>
                </a:solidFill>
              </a:defRPr>
            </a:lvl1pPr>
            <a:lvl2pPr marL="115888" indent="-115888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 marL="115888" indent="-115888">
              <a:defRPr sz="1200">
                <a:solidFill>
                  <a:schemeClr val="bg2"/>
                </a:solidFill>
                <a:latin typeface="+mn-lt"/>
              </a:defRPr>
            </a:lvl3pPr>
            <a:lvl4pPr marL="115888" indent="-115888">
              <a:defRPr sz="1200">
                <a:solidFill>
                  <a:schemeClr val="bg2"/>
                </a:solidFill>
                <a:latin typeface="+mn-lt"/>
              </a:defRPr>
            </a:lvl4pPr>
            <a:lvl5pPr marL="115888" indent="-115888">
              <a:defRPr sz="1200">
                <a:solidFill>
                  <a:schemeClr val="bg2"/>
                </a:solidFill>
                <a:latin typeface="+mn-lt"/>
              </a:defRPr>
            </a:lvl5pPr>
            <a:lvl6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sz="half" idx="25"/>
          </p:nvPr>
        </p:nvSpPr>
        <p:spPr bwMode="gray">
          <a:xfrm>
            <a:off x="6099048" y="4572000"/>
            <a:ext cx="3044952" cy="2286000"/>
          </a:xfrm>
          <a:prstGeom prst="rect">
            <a:avLst/>
          </a:prstGeom>
          <a:noFill/>
          <a:ln>
            <a:noFill/>
          </a:ln>
        </p:spPr>
        <p:txBody>
          <a:bodyPr lIns="457200" tIns="0" rIns="457200" anchor="ctr">
            <a:noAutofit/>
          </a:bodyPr>
          <a:lstStyle>
            <a:lvl1pPr marL="0" indent="0">
              <a:lnSpc>
                <a:spcPct val="100000"/>
              </a:lnSpc>
              <a:defRPr sz="1600" b="0">
                <a:solidFill>
                  <a:schemeClr val="bg2"/>
                </a:solidFill>
              </a:defRPr>
            </a:lvl1pPr>
            <a:lvl2pPr marL="115888" indent="-115888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 marL="115888" indent="-115888">
              <a:defRPr sz="1200">
                <a:solidFill>
                  <a:schemeClr val="bg2"/>
                </a:solidFill>
                <a:latin typeface="+mn-lt"/>
              </a:defRPr>
            </a:lvl3pPr>
            <a:lvl4pPr marL="115888" indent="-115888">
              <a:defRPr sz="1200">
                <a:solidFill>
                  <a:schemeClr val="bg2"/>
                </a:solidFill>
                <a:latin typeface="+mn-lt"/>
              </a:defRPr>
            </a:lvl4pPr>
            <a:lvl5pPr marL="115888" indent="-115888">
              <a:defRPr sz="1200">
                <a:solidFill>
                  <a:schemeClr val="bg2"/>
                </a:solidFill>
                <a:latin typeface="+mn-lt"/>
              </a:defRPr>
            </a:lvl5pPr>
            <a:lvl6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8696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629951"/>
            <a:ext cx="3886200" cy="128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62950" y="6629950"/>
            <a:ext cx="323850" cy="1365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2"/>
          </p:nvPr>
        </p:nvSpPr>
        <p:spPr>
          <a:xfrm>
            <a:off x="4572000" y="6629951"/>
            <a:ext cx="2286000" cy="128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marL="0" indent="0"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229600" cy="51572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93" r:id="rId2"/>
    <p:sldLayoutId id="2147483694" r:id="rId3"/>
    <p:sldLayoutId id="2147483701" r:id="rId4"/>
    <p:sldLayoutId id="2147483679" r:id="rId5"/>
    <p:sldLayoutId id="2147483682" r:id="rId6"/>
    <p:sldLayoutId id="2147483681" r:id="rId7"/>
    <p:sldLayoutId id="2147483680" r:id="rId8"/>
    <p:sldLayoutId id="2147483684" r:id="rId9"/>
    <p:sldLayoutId id="2147483685" r:id="rId10"/>
    <p:sldLayoutId id="2147483686" r:id="rId11"/>
    <p:sldLayoutId id="2147483688" r:id="rId12"/>
    <p:sldLayoutId id="2147483689" r:id="rId13"/>
    <p:sldLayoutId id="2147483700" r:id="rId14"/>
    <p:sldLayoutId id="2147483690" r:id="rId15"/>
    <p:sldLayoutId id="2147483699" r:id="rId16"/>
    <p:sldLayoutId id="2147483691" r:id="rId17"/>
    <p:sldLayoutId id="2147483698" r:id="rId18"/>
    <p:sldLayoutId id="2147483695" r:id="rId19"/>
    <p:sldLayoutId id="2147483697" r:id="rId20"/>
    <p:sldLayoutId id="2147483692" r:id="rId21"/>
    <p:sldLayoutId id="2147483696" r:id="rId22"/>
    <p:sldLayoutId id="2147483667" r:id="rId2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Tx/>
        <a:buFont typeface="Arial" pitchFamily="34" charset="0"/>
        <a:buNone/>
        <a:tabLst/>
        <a:defRPr sz="2000" kern="1200" baseline="0">
          <a:solidFill>
            <a:schemeClr val="tx1"/>
          </a:solidFill>
          <a:latin typeface="+mj-lt"/>
          <a:ea typeface="+mn-ea"/>
          <a:cs typeface="+mn-cs"/>
        </a:defRPr>
      </a:lvl1pPr>
      <a:lvl2pPr marL="112713" marR="0" indent="-112713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Tx/>
        <a:buFont typeface="Arial" pitchFamily="34" charset="0"/>
        <a:buChar char="•"/>
        <a:tabLst/>
        <a:defRPr sz="1600" kern="1200">
          <a:solidFill>
            <a:schemeClr val="tx1"/>
          </a:solidFill>
          <a:latin typeface="+mj-lt"/>
          <a:ea typeface="+mn-ea"/>
          <a:cs typeface="+mn-cs"/>
        </a:defRPr>
      </a:lvl2pPr>
      <a:lvl3pPr marL="401638" marR="0" indent="-169863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Tx/>
        <a:buFont typeface="Arial" pitchFamily="34" charset="0"/>
        <a:buChar char="–"/>
        <a:tabLst/>
        <a:defRPr sz="1600" kern="1200">
          <a:solidFill>
            <a:schemeClr val="tx1"/>
          </a:solidFill>
          <a:latin typeface="+mj-lt"/>
          <a:ea typeface="+mn-ea"/>
          <a:cs typeface="+mn-cs"/>
        </a:defRPr>
      </a:lvl3pPr>
      <a:lvl4pPr marL="625475" marR="0" indent="-168275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Pct val="80000"/>
        <a:buFont typeface="Wingdings" pitchFamily="2" charset="2"/>
        <a:buChar char="Ø"/>
        <a:tabLst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858838" marR="0" indent="-169863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Pct val="100000"/>
        <a:buFont typeface="Arial" pitchFamily="34" charset="0"/>
        <a:buChar char="♦"/>
        <a:tabLst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798513" indent="-109538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798513" indent="-109538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798513" indent="-109538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798513" indent="-109538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10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199" y="2292350"/>
            <a:ext cx="8232775" cy="721438"/>
          </a:xfrm>
        </p:spPr>
        <p:txBody>
          <a:bodyPr/>
          <a:lstStyle/>
          <a:p>
            <a:r>
              <a:rPr lang="en-US" dirty="0" smtClean="0"/>
              <a:t>Mileage Multiplier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                       </a:t>
            </a:r>
            <a:r>
              <a:rPr lang="en-US" dirty="0" err="1" smtClean="0"/>
              <a:t>Aadvantage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 smtClean="0"/>
          </a:p>
          <a:p>
            <a:pPr algn="r">
              <a:buNone/>
            </a:pPr>
            <a:endParaRPr lang="en-US" dirty="0" smtClean="0"/>
          </a:p>
          <a:p>
            <a:pPr algn="r"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485" y="2634667"/>
            <a:ext cx="1963950" cy="109981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721" y="2150190"/>
            <a:ext cx="1726521" cy="109981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091" y="3425415"/>
            <a:ext cx="1419072" cy="106293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92550" y="1304585"/>
            <a:ext cx="6050266" cy="4480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2400" dirty="0" smtClean="0"/>
              <a:t>Don’t have enough AAdvantage miles to....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47634" y="3018566"/>
            <a:ext cx="2275113" cy="4299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dirty="0" smtClean="0"/>
              <a:t>Book a flight?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28820" y="3773784"/>
            <a:ext cx="1406221" cy="3661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dirty="0" smtClean="0"/>
              <a:t>Rent a car?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4435" y="4634695"/>
            <a:ext cx="2117272" cy="4029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dirty="0" smtClean="0"/>
              <a:t>Or stay in a hotel?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485" y="4286005"/>
            <a:ext cx="1654629" cy="11003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651616" y="2991351"/>
            <a:ext cx="1495842" cy="457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US" dirty="0" err="1" smtClean="0"/>
          </a:p>
        </p:txBody>
      </p:sp>
      <p:sp>
        <p:nvSpPr>
          <p:cNvPr id="14" name="TextBox 13"/>
          <p:cNvSpPr txBox="1"/>
          <p:nvPr/>
        </p:nvSpPr>
        <p:spPr>
          <a:xfrm>
            <a:off x="4376056" y="2229175"/>
            <a:ext cx="1960942" cy="381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dirty="0" smtClean="0"/>
              <a:t>Go on a vacation?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616" y="5889171"/>
            <a:ext cx="5791200" cy="838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2400" dirty="0" smtClean="0"/>
              <a:t>What you need is a Mileage Multiplier!!!! !!  </a:t>
            </a:r>
          </a:p>
        </p:txBody>
      </p:sp>
      <p:pic>
        <p:nvPicPr>
          <p:cNvPr id="1028" name="Picture 4" descr="https://encrypted-tbn1.gstatic.com/images?q=tbn:ANd9GcTXRqLwQatjX8PbjewgcA4taroqVYt3zZOILk-v06tUFDjzTVomww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7009" y="4488349"/>
            <a:ext cx="1340824" cy="1400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3431"/>
            <a:ext cx="2339668" cy="1805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6475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342900" indent="-342900">
              <a:buFont typeface="Arial" pitchFamily="34" charset="0"/>
              <a:buChar char="•"/>
            </a:pPr>
            <a:endParaRPr lang="en-US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Mileage </a:t>
            </a:r>
            <a:r>
              <a:rPr lang="en-US" dirty="0"/>
              <a:t>Multiplier </a:t>
            </a:r>
            <a:r>
              <a:rPr lang="en-US" dirty="0" smtClean="0"/>
              <a:t>allows </a:t>
            </a:r>
            <a:r>
              <a:rPr lang="en-US" dirty="0"/>
              <a:t>AAdvantage members to </a:t>
            </a:r>
            <a:r>
              <a:rPr lang="en-US" dirty="0" smtClean="0"/>
              <a:t>multiply the number of  AAdvantage miles they earn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Can double or triple the number of miles earned during their flight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The cost is approximately 3 cents per mile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457" y="1002165"/>
            <a:ext cx="3820886" cy="32387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? When ? Who ? How ?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>
          <a:xfrm>
            <a:off x="457200" y="879231"/>
            <a:ext cx="8232775" cy="5614416"/>
          </a:xfrm>
        </p:spPr>
        <p:txBody>
          <a:bodyPr/>
          <a:lstStyle/>
          <a:p>
            <a:r>
              <a:rPr lang="en-US" b="1" dirty="0" smtClean="0">
                <a:solidFill>
                  <a:schemeClr val="tx2"/>
                </a:solidFill>
              </a:rPr>
              <a:t>Where </a:t>
            </a:r>
            <a:r>
              <a:rPr lang="en-US" b="1" dirty="0">
                <a:solidFill>
                  <a:schemeClr val="tx2"/>
                </a:solidFill>
              </a:rPr>
              <a:t>to purchase:</a:t>
            </a:r>
          </a:p>
          <a:p>
            <a:r>
              <a:rPr lang="en-US" dirty="0"/>
              <a:t>On AA.com or at a Self-Service Check-In machine</a:t>
            </a:r>
          </a:p>
          <a:p>
            <a:r>
              <a:rPr lang="en-US" b="1" dirty="0">
                <a:solidFill>
                  <a:schemeClr val="tx2"/>
                </a:solidFill>
              </a:rPr>
              <a:t>When to purchase:</a:t>
            </a:r>
          </a:p>
          <a:p>
            <a:r>
              <a:rPr lang="en-US" dirty="0"/>
              <a:t>When checking-in for your flight </a:t>
            </a:r>
            <a:endParaRPr lang="en-US" dirty="0" smtClean="0"/>
          </a:p>
          <a:p>
            <a:r>
              <a:rPr lang="en-US" b="1" dirty="0" smtClean="0">
                <a:solidFill>
                  <a:schemeClr val="tx2"/>
                </a:solidFill>
              </a:rPr>
              <a:t>For </a:t>
            </a:r>
            <a:r>
              <a:rPr lang="en-US" b="1" dirty="0">
                <a:solidFill>
                  <a:schemeClr val="tx2"/>
                </a:solidFill>
              </a:rPr>
              <a:t>travel within:</a:t>
            </a:r>
          </a:p>
          <a:p>
            <a:r>
              <a:rPr lang="en-US" dirty="0"/>
              <a:t>All eligible flights worldwide</a:t>
            </a:r>
          </a:p>
          <a:p>
            <a:r>
              <a:rPr lang="en-US" b="1" dirty="0">
                <a:solidFill>
                  <a:schemeClr val="tx2"/>
                </a:solidFill>
              </a:rPr>
              <a:t>For whom:</a:t>
            </a:r>
          </a:p>
          <a:p>
            <a:r>
              <a:rPr lang="en-US" dirty="0" err="1"/>
              <a:t>AAdvantage</a:t>
            </a:r>
            <a:r>
              <a:rPr lang="en-US" dirty="0"/>
              <a:t> members </a:t>
            </a:r>
          </a:p>
          <a:p>
            <a:r>
              <a:rPr lang="en-US" dirty="0" smtClean="0"/>
              <a:t> </a:t>
            </a:r>
          </a:p>
          <a:p>
            <a:r>
              <a:rPr lang="en-US" b="1" dirty="0" smtClean="0">
                <a:solidFill>
                  <a:schemeClr val="tx2"/>
                </a:solidFill>
              </a:rPr>
              <a:t>How </a:t>
            </a:r>
            <a:r>
              <a:rPr lang="en-US" b="1" dirty="0">
                <a:solidFill>
                  <a:schemeClr val="tx2"/>
                </a:solidFill>
              </a:rPr>
              <a:t>does it work ?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dirty="0" smtClean="0"/>
              <a:t>Make </a:t>
            </a:r>
            <a:r>
              <a:rPr lang="en-US" dirty="0"/>
              <a:t>your reservation – be sure to include your </a:t>
            </a:r>
            <a:r>
              <a:rPr lang="en-US" dirty="0" err="1"/>
              <a:t>AAdvantage</a:t>
            </a:r>
            <a:r>
              <a:rPr lang="en-US" dirty="0"/>
              <a:t> number 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dirty="0"/>
              <a:t>Check in for your flight at AA.com or visit any Self-Service Check-In machine throughout the U.S., Puerto Rico and the U.S. Virgin Islands 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dirty="0"/>
              <a:t>Simply swipe your credit card to purchase up to three times the number of miles flown on your trip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715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about Mileage Multiplier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>
          <a:xfrm>
            <a:off x="457200" y="879231"/>
            <a:ext cx="8232775" cy="5614416"/>
          </a:xfrm>
        </p:spPr>
        <p:txBody>
          <a:bodyPr/>
          <a:lstStyle/>
          <a:p>
            <a:r>
              <a:rPr lang="en-US" b="1" dirty="0" smtClean="0">
                <a:solidFill>
                  <a:schemeClr val="tx2"/>
                </a:solidFill>
              </a:rPr>
              <a:t> </a:t>
            </a:r>
            <a:r>
              <a:rPr lang="en-US" b="1" dirty="0" smtClean="0">
                <a:solidFill>
                  <a:schemeClr val="tx2"/>
                </a:solidFill>
              </a:rPr>
              <a:t>If </a:t>
            </a:r>
            <a:r>
              <a:rPr lang="en-US" b="1" dirty="0">
                <a:solidFill>
                  <a:schemeClr val="tx2"/>
                </a:solidFill>
              </a:rPr>
              <a:t>I didn't purchase Mileage Multiplier miles at the time of check-in, can I still participate in this offer</a:t>
            </a:r>
            <a:r>
              <a:rPr lang="en-US" b="1" dirty="0" smtClean="0">
                <a:solidFill>
                  <a:schemeClr val="tx2"/>
                </a:solidFill>
              </a:rPr>
              <a:t>?</a:t>
            </a:r>
            <a:endParaRPr lang="en-US" b="1" dirty="0">
              <a:solidFill>
                <a:schemeClr val="tx2"/>
              </a:solidFill>
            </a:endParaRPr>
          </a:p>
          <a:p>
            <a:r>
              <a:rPr lang="en-US" dirty="0"/>
              <a:t>Yes. Prior to the departure of your flight, go to the </a:t>
            </a:r>
            <a:r>
              <a:rPr lang="en-US" dirty="0" smtClean="0"/>
              <a:t>SSM </a:t>
            </a:r>
            <a:r>
              <a:rPr lang="en-US" dirty="0"/>
              <a:t>at the airport and select either the Reprint Boarding Pass or the Check Baggage Option. </a:t>
            </a:r>
            <a:r>
              <a:rPr lang="en-US" dirty="0" smtClean="0"/>
              <a:t>And you </a:t>
            </a:r>
            <a:r>
              <a:rPr lang="en-US" dirty="0"/>
              <a:t>will </a:t>
            </a:r>
            <a:r>
              <a:rPr lang="en-US" dirty="0" smtClean="0"/>
              <a:t>be </a:t>
            </a:r>
            <a:r>
              <a:rPr lang="en-US" dirty="0"/>
              <a:t>presented with the Mileage Multiplier </a:t>
            </a:r>
            <a:r>
              <a:rPr lang="en-US" dirty="0" smtClean="0"/>
              <a:t>offer.</a:t>
            </a:r>
          </a:p>
          <a:p>
            <a:endParaRPr lang="en-US" b="1" dirty="0" smtClean="0">
              <a:solidFill>
                <a:schemeClr val="tx2"/>
              </a:solidFill>
            </a:endParaRPr>
          </a:p>
          <a:p>
            <a:r>
              <a:rPr lang="en-US" b="1" dirty="0" smtClean="0">
                <a:solidFill>
                  <a:schemeClr val="tx2"/>
                </a:solidFill>
              </a:rPr>
              <a:t>Why </a:t>
            </a:r>
            <a:r>
              <a:rPr lang="en-US" b="1" dirty="0">
                <a:solidFill>
                  <a:schemeClr val="tx2"/>
                </a:solidFill>
              </a:rPr>
              <a:t>wasn't I offered the Mileage Multiplier option for my trip</a:t>
            </a:r>
            <a:r>
              <a:rPr lang="en-US" b="1" dirty="0" smtClean="0">
                <a:solidFill>
                  <a:schemeClr val="tx2"/>
                </a:solidFill>
              </a:rPr>
              <a:t>?</a:t>
            </a:r>
          </a:p>
          <a:p>
            <a:r>
              <a:rPr lang="en-US" dirty="0" smtClean="0"/>
              <a:t>There </a:t>
            </a:r>
            <a:r>
              <a:rPr lang="en-US" dirty="0"/>
              <a:t>are several circumstances under which Mileage Multiplier may not be available, </a:t>
            </a:r>
            <a:endParaRPr lang="en-US" dirty="0" smtClean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dirty="0"/>
              <a:t>Your </a:t>
            </a:r>
            <a:r>
              <a:rPr lang="en-US" dirty="0" err="1"/>
              <a:t>AAdvantage</a:t>
            </a:r>
            <a:r>
              <a:rPr lang="en-US" dirty="0"/>
              <a:t> number was not included in your </a:t>
            </a:r>
            <a:r>
              <a:rPr lang="en-US" dirty="0" smtClean="0"/>
              <a:t>reservation</a:t>
            </a:r>
            <a:endParaRPr lang="en-US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dirty="0"/>
              <a:t>Your reservation includes travel on airlines other than American Airlines, American Eagle or the American Connection carrier or is on a codeshare flight.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/>
              <a:t>You are checking in for your flight at a Self-Service Machine outside of the U.S., Canada, Puerto Rico, or the U.S. Virgin </a:t>
            </a:r>
            <a:r>
              <a:rPr lang="en-US" dirty="0" smtClean="0"/>
              <a:t>Islands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/>
              <a:t>Our systems are undergoing maintenance or are unavailable.</a:t>
            </a:r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732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Bonus Miles : Purchase and Refund 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What happens if my flight cancels or is re-routed? Will I still receive the bonus miles purchased?</a:t>
            </a:r>
          </a:p>
          <a:p>
            <a:r>
              <a:rPr lang="en-US" dirty="0"/>
              <a:t>You will still receive the bonus miles purchased, regardless of whether or not your flight is cancelled or re-routed.</a:t>
            </a:r>
          </a:p>
          <a:p>
            <a:r>
              <a:rPr lang="en-US" b="1" dirty="0">
                <a:solidFill>
                  <a:schemeClr val="tx2"/>
                </a:solidFill>
              </a:rPr>
              <a:t>Are the bonus miles purchased through the Mileage Multiplier offer refundable?</a:t>
            </a:r>
          </a:p>
          <a:p>
            <a:r>
              <a:rPr lang="en-US" dirty="0"/>
              <a:t>No. Bonus miles purchased through the Mileage Multiplier offer are non-refundable. </a:t>
            </a:r>
          </a:p>
          <a:p>
            <a:endParaRPr lang="en-US" dirty="0"/>
          </a:p>
        </p:txBody>
      </p:sp>
      <p:pic>
        <p:nvPicPr>
          <p:cNvPr id="8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445477" y="820615"/>
            <a:ext cx="8323385" cy="304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089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Bonus Miles : Limit on purchase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 b="1" dirty="0" smtClean="0">
              <a:solidFill>
                <a:schemeClr val="tx2"/>
              </a:solidFill>
            </a:endParaRPr>
          </a:p>
          <a:p>
            <a:r>
              <a:rPr lang="en-US" b="1" dirty="0" smtClean="0">
                <a:solidFill>
                  <a:schemeClr val="tx2"/>
                </a:solidFill>
              </a:rPr>
              <a:t>Is </a:t>
            </a:r>
            <a:r>
              <a:rPr lang="en-US" b="1" dirty="0">
                <a:solidFill>
                  <a:schemeClr val="tx2"/>
                </a:solidFill>
              </a:rPr>
              <a:t>there an annual maximum on the number of bonus miles that can be purchased through the Mileage Multiplier offer?</a:t>
            </a:r>
          </a:p>
          <a:p>
            <a:r>
              <a:rPr lang="en-US" dirty="0"/>
              <a:t>No, there is no limit to the number of bonus miles you can purchase through the Mileage Multiplier offer.</a:t>
            </a:r>
          </a:p>
          <a:p>
            <a:endParaRPr lang="en-US" dirty="0"/>
          </a:p>
        </p:txBody>
      </p:sp>
      <p:pic>
        <p:nvPicPr>
          <p:cNvPr id="9" name="Content Placeholder 8"/>
          <p:cNvPicPr>
            <a:picLocks noGrp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539261" y="914400"/>
            <a:ext cx="8030307" cy="2898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Elite Status with Bonus miles ?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5"/>
          </p:nvPr>
        </p:nvSpPr>
        <p:spPr>
          <a:xfrm>
            <a:off x="457200" y="3886200"/>
            <a:ext cx="8232775" cy="2795954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Do the purchased bonus miles count toward elite status qualification?</a:t>
            </a:r>
            <a:endParaRPr lang="en-US" dirty="0">
              <a:solidFill>
                <a:schemeClr val="tx2"/>
              </a:solidFill>
            </a:endParaRPr>
          </a:p>
          <a:p>
            <a:r>
              <a:rPr lang="en-US" dirty="0"/>
              <a:t>No, bonus miles do not count toward qualification for elite status membership or Million </a:t>
            </a:r>
            <a:r>
              <a:rPr lang="en-US" dirty="0" err="1"/>
              <a:t>Miler</a:t>
            </a:r>
            <a:r>
              <a:rPr lang="en-US" baseline="30000" dirty="0" err="1"/>
              <a:t>SM</a:t>
            </a:r>
            <a:r>
              <a:rPr lang="en-US" dirty="0"/>
              <a:t> status, but they will add to your total available award mileage balance</a:t>
            </a:r>
            <a:r>
              <a:rPr lang="en-US" dirty="0" smtClean="0"/>
              <a:t>.</a:t>
            </a:r>
          </a:p>
          <a:p>
            <a:r>
              <a:rPr lang="en-US" b="1" dirty="0">
                <a:solidFill>
                  <a:schemeClr val="tx2"/>
                </a:solidFill>
              </a:rPr>
              <a:t>How soon will my bonus miles post to my account?</a:t>
            </a:r>
            <a:endParaRPr lang="en-US" dirty="0">
              <a:solidFill>
                <a:schemeClr val="tx2"/>
              </a:solidFill>
            </a:endParaRPr>
          </a:p>
          <a:p>
            <a:r>
              <a:rPr lang="en-US" dirty="0"/>
              <a:t>Bonus miles will post to your account within 48 hours of the time of purchase. </a:t>
            </a:r>
            <a:r>
              <a:rPr lang="en-US" dirty="0" smtClean="0"/>
              <a:t>Mileage </a:t>
            </a:r>
            <a:r>
              <a:rPr lang="en-US" dirty="0"/>
              <a:t>Multiplier miles </a:t>
            </a:r>
            <a:r>
              <a:rPr lang="en-US" dirty="0" smtClean="0"/>
              <a:t>may even post </a:t>
            </a:r>
            <a:r>
              <a:rPr lang="en-US" dirty="0"/>
              <a:t>to your </a:t>
            </a:r>
            <a:r>
              <a:rPr lang="en-US" dirty="0" smtClean="0"/>
              <a:t>account </a:t>
            </a:r>
            <a:r>
              <a:rPr lang="en-US" dirty="0"/>
              <a:t>before you arrive at your destination.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 descr="http://thepointsguy.com/wp-content/uploads/2011/03/AA-Multiplier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45" y="914401"/>
            <a:ext cx="8194431" cy="28721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6569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Purchase Additional </a:t>
            </a:r>
            <a:r>
              <a:rPr lang="en-US" dirty="0" err="1" smtClean="0"/>
              <a:t>AAdvantage</a:t>
            </a:r>
            <a:r>
              <a:rPr lang="en-US" dirty="0" smtClean="0"/>
              <a:t> B</a:t>
            </a:r>
            <a:r>
              <a:rPr lang="en-US" dirty="0" smtClean="0"/>
              <a:t>onus miles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2"/>
                </a:solidFill>
              </a:rPr>
              <a:t>Are </a:t>
            </a:r>
            <a:r>
              <a:rPr lang="en-US" b="1" dirty="0">
                <a:solidFill>
                  <a:schemeClr val="tx2"/>
                </a:solidFill>
              </a:rPr>
              <a:t>there other ways to purchase additional </a:t>
            </a:r>
            <a:r>
              <a:rPr lang="en-US" b="1" dirty="0" err="1">
                <a:solidFill>
                  <a:schemeClr val="tx2"/>
                </a:solidFill>
              </a:rPr>
              <a:t>AAdvantage</a:t>
            </a:r>
            <a:r>
              <a:rPr lang="en-US" b="1" dirty="0">
                <a:solidFill>
                  <a:schemeClr val="tx2"/>
                </a:solidFill>
              </a:rPr>
              <a:t> bonus miles?</a:t>
            </a:r>
          </a:p>
          <a:p>
            <a:r>
              <a:rPr lang="en-US" dirty="0"/>
              <a:t>You may purchase additional </a:t>
            </a:r>
            <a:r>
              <a:rPr lang="en-US" dirty="0" err="1"/>
              <a:t>AAdvantage</a:t>
            </a:r>
            <a:r>
              <a:rPr lang="en-US" dirty="0"/>
              <a:t> bonus miles through the </a:t>
            </a:r>
            <a:r>
              <a:rPr lang="en-US" dirty="0" err="1"/>
              <a:t>buyAAmiles</a:t>
            </a:r>
            <a:r>
              <a:rPr lang="en-US" dirty="0"/>
              <a:t>® </a:t>
            </a:r>
            <a:r>
              <a:rPr lang="en-US" dirty="0" smtClean="0"/>
              <a:t>program</a:t>
            </a:r>
            <a:r>
              <a:rPr lang="en-US" dirty="0"/>
              <a:t> </a:t>
            </a:r>
            <a:r>
              <a:rPr lang="en-US" dirty="0" smtClean="0"/>
              <a:t>or </a:t>
            </a:r>
            <a:r>
              <a:rPr lang="en-US" dirty="0" err="1" smtClean="0"/>
              <a:t>giftAAmiles</a:t>
            </a:r>
            <a:r>
              <a:rPr lang="en-US" dirty="0" smtClean="0"/>
              <a:t>(SM</a:t>
            </a:r>
            <a:r>
              <a:rPr lang="en-US" dirty="0"/>
              <a:t>) program </a:t>
            </a:r>
            <a:endParaRPr lang="en-US" dirty="0" smtClean="0"/>
          </a:p>
          <a:p>
            <a:r>
              <a:rPr lang="en-US" dirty="0" smtClean="0"/>
              <a:t>You </a:t>
            </a:r>
            <a:r>
              <a:rPr lang="en-US" dirty="0"/>
              <a:t>can share existing miles through the </a:t>
            </a:r>
            <a:r>
              <a:rPr lang="en-US" dirty="0" err="1"/>
              <a:t>shareAAmiles</a:t>
            </a:r>
            <a:r>
              <a:rPr lang="en-US" dirty="0"/>
              <a:t>(SM) </a:t>
            </a:r>
            <a:r>
              <a:rPr lang="en-US" dirty="0" smtClean="0"/>
              <a:t>program</a:t>
            </a:r>
          </a:p>
          <a:p>
            <a:r>
              <a:rPr lang="en-US" dirty="0" smtClean="0"/>
              <a:t>Visit </a:t>
            </a:r>
            <a:r>
              <a:rPr lang="en-US" dirty="0"/>
              <a:t>www.aa.com/buymiles </a:t>
            </a:r>
            <a:r>
              <a:rPr lang="en-US" dirty="0" smtClean="0"/>
              <a:t>for details</a:t>
            </a:r>
            <a:endParaRPr lang="en-US" dirty="0"/>
          </a:p>
          <a:p>
            <a:endParaRPr lang="en-US" dirty="0"/>
          </a:p>
        </p:txBody>
      </p:sp>
      <p:pic>
        <p:nvPicPr>
          <p:cNvPr id="7" name="Content Placeholder 6" descr="http://www.aa.com/content/images/AAdvantage/hero/hero_earn_miles_2.jpg"/>
          <p:cNvPicPr>
            <a:picLocks noGrp="1"/>
          </p:cNvPicPr>
          <p:nvPr>
            <p:ph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84" y="1258887"/>
            <a:ext cx="7455877" cy="25862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63789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lvl="4"/>
            <a:endParaRPr lang="en-US" dirty="0" smtClean="0"/>
          </a:p>
          <a:p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272057"/>
              </p:ext>
            </p:extLst>
          </p:nvPr>
        </p:nvGraphicFramePr>
        <p:xfrm>
          <a:off x="505407" y="1099457"/>
          <a:ext cx="8312021" cy="4851673"/>
        </p:xfrm>
        <a:graphic>
          <a:graphicData uri="http://schemas.openxmlformats.org/drawingml/2006/table">
            <a:tbl>
              <a:tblPr/>
              <a:tblGrid>
                <a:gridCol w="2740615"/>
                <a:gridCol w="1441361"/>
                <a:gridCol w="974440"/>
                <a:gridCol w="974440"/>
                <a:gridCol w="974440"/>
                <a:gridCol w="852636"/>
                <a:gridCol w="354089"/>
              </a:tblGrid>
              <a:tr h="454567">
                <a:tc gridSpan="6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Mileage 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Multiplier Bonus Offer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28575" marR="28575" marT="28575" marB="28575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28575" marR="28575" marT="28575" marB="2857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>
                        <a:effectLst/>
                      </a:endParaRP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9367"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One-Way Trip Between:</a:t>
                      </a:r>
                    </a:p>
                  </a:txBody>
                  <a:tcPr marL="28575" marR="28575" marT="28575" marB="2857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Base Miles</a:t>
                      </a:r>
                    </a:p>
                  </a:txBody>
                  <a:tcPr marL="28575" marR="28575" marT="28575" marB="2857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Double Miles</a:t>
                      </a:r>
                    </a:p>
                  </a:txBody>
                  <a:tcPr marL="28575" marR="28575" marT="28575" marB="2857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Triple Miles</a:t>
                      </a:r>
                    </a:p>
                  </a:txBody>
                  <a:tcPr marL="28575" marR="28575" marT="28575" marB="2857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>
                        <a:effectLst/>
                      </a:endParaRP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44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Bonus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Miles</a:t>
                      </a:r>
                    </a:p>
                  </a:txBody>
                  <a:tcPr marL="28575" marR="28575" marT="28575" marB="2857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Cost</a:t>
                      </a:r>
                    </a:p>
                  </a:txBody>
                  <a:tcPr marL="28575" marR="28575" marT="28575" marB="2857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Bonus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Miles</a:t>
                      </a:r>
                    </a:p>
                  </a:txBody>
                  <a:tcPr marL="28575" marR="28575" marT="28575" marB="2857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Cost</a:t>
                      </a:r>
                    </a:p>
                  </a:txBody>
                  <a:tcPr marL="28575" marR="28575" marT="28575" marB="2857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>
                        <a:effectLst/>
                      </a:endParaRP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936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Miami – Turks &amp; Caicos</a:t>
                      </a:r>
                    </a:p>
                  </a:txBody>
                  <a:tcPr marL="28575" marR="28575" marT="28575" marB="2857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578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578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$18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1,156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$35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>
                        <a:effectLst/>
                      </a:endParaRP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936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Chicago O'Hare – DFW</a:t>
                      </a:r>
                    </a:p>
                  </a:txBody>
                  <a:tcPr marL="28575" marR="28575" marT="28575" marB="2857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802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802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$25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1,604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$49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>
                        <a:effectLst/>
                      </a:endParaRP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936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DFW – Miami</a:t>
                      </a:r>
                    </a:p>
                  </a:txBody>
                  <a:tcPr marL="28575" marR="28575" marT="28575" marB="2857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1,121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1,121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$34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2,242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$68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>
                        <a:effectLst/>
                      </a:endParaRP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44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Los Angeles – New York/JFK</a:t>
                      </a:r>
                    </a:p>
                  </a:txBody>
                  <a:tcPr marL="28575" marR="28575" marT="28575" marB="2857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2,475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2,475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$75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4,950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$149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>
                        <a:effectLst/>
                      </a:endParaRP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137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New York/JFK – Madrid</a:t>
                      </a:r>
                    </a:p>
                  </a:txBody>
                  <a:tcPr marL="28575" marR="28575" marT="28575" marB="2857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3,589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3,589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$108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7,178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$216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6475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Rewind &amp; review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Can only be purchased at Self-Service or AA.com during check-in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Bonus </a:t>
            </a:r>
            <a:r>
              <a:rPr lang="en-US" dirty="0"/>
              <a:t>miles do not count toward qualification for elite status membership </a:t>
            </a:r>
            <a:r>
              <a:rPr lang="en-US" dirty="0" smtClean="0"/>
              <a:t>If your flight is cancelled you </a:t>
            </a:r>
            <a:r>
              <a:rPr lang="en-US" dirty="0"/>
              <a:t>will still receive the bonus miles </a:t>
            </a:r>
            <a:r>
              <a:rPr lang="en-US" dirty="0" smtClean="0"/>
              <a:t>purchased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/>
              <a:t>Bonus miles purchased through the Mileage Multiplier offer are </a:t>
            </a:r>
            <a:r>
              <a:rPr lang="en-US" dirty="0" smtClean="0"/>
              <a:t>non-refundable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There </a:t>
            </a:r>
            <a:r>
              <a:rPr lang="en-US" dirty="0"/>
              <a:t>is no limit to the number of bonus miles you can purchase through </a:t>
            </a:r>
            <a:r>
              <a:rPr lang="en-US" dirty="0" smtClean="0"/>
              <a:t>Mileage Multiplier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You </a:t>
            </a:r>
            <a:r>
              <a:rPr lang="en-US" dirty="0"/>
              <a:t>can choose to purchase bonus miles for one, some or all AAdvantage </a:t>
            </a:r>
            <a:r>
              <a:rPr lang="en-US" dirty="0" smtClean="0"/>
              <a:t>members in the reservation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If </a:t>
            </a:r>
            <a:r>
              <a:rPr lang="en-US" dirty="0"/>
              <a:t>the base miles associated with your flight(s) are less than 300 miles, you will be offered the option to purchase a minimum of 300 Mileage Multiplier </a:t>
            </a:r>
            <a:r>
              <a:rPr lang="en-US" dirty="0" smtClean="0"/>
              <a:t>miles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Your miles </a:t>
            </a:r>
            <a:r>
              <a:rPr lang="en-US" dirty="0"/>
              <a:t>w</a:t>
            </a:r>
            <a:r>
              <a:rPr lang="en-US" dirty="0" smtClean="0"/>
              <a:t>ill never expired as long as there is some activity in your account every 18 </a:t>
            </a:r>
            <a:r>
              <a:rPr lang="en-US" dirty="0"/>
              <a:t>months</a:t>
            </a:r>
          </a:p>
        </p:txBody>
      </p:sp>
    </p:spTree>
    <p:extLst>
      <p:ext uri="{BB962C8B-B14F-4D97-AF65-F5344CB8AC3E}">
        <p14:creationId xmlns:p14="http://schemas.microsoft.com/office/powerpoint/2010/main" val="3896475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Mileage Multiplier : Travel less &amp; Earn </a:t>
            </a:r>
            <a:r>
              <a:rPr lang="en-US" dirty="0" smtClean="0"/>
              <a:t>more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062" y="1306464"/>
            <a:ext cx="7315200" cy="4613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https://encrypted-tbn3.gstatic.com/images?q=tbn:ANd9GcScJ_toINes_UjdYSUDM_XqIUZnWpMrz7yGyQR-4RRKcvHo84zK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2561" y="158262"/>
            <a:ext cx="11430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https://encrypted-tbn2.gstatic.com/images?q=tbn:ANd9GcStm1zY3lygy3QeYLUaiNymPUkO99a2EFBj35zcQuwkRZyr4QU7J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6386" y="158262"/>
            <a:ext cx="895350" cy="609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1831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Divider slide in approved brand </a:t>
            </a:r>
            <a:br>
              <a:rPr lang="en-US" dirty="0" smtClean="0"/>
            </a:br>
            <a:r>
              <a:rPr lang="en-US" dirty="0" smtClean="0"/>
              <a:t>colors (see layout options)</a:t>
            </a:r>
          </a:p>
        </p:txBody>
      </p:sp>
    </p:spTree>
    <p:extLst>
      <p:ext uri="{BB962C8B-B14F-4D97-AF65-F5344CB8AC3E}">
        <p14:creationId xmlns:p14="http://schemas.microsoft.com/office/powerpoint/2010/main" val="38407722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Half </a:t>
            </a:r>
            <a:r>
              <a:rPr lang="en-US" dirty="0"/>
              <a:t>Image Slide with Image or Chart on </a:t>
            </a:r>
            <a:r>
              <a:rPr lang="en-US" dirty="0" smtClean="0"/>
              <a:t>Left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Body copy in AA Dark Gray, Arial 20pt with single line spacing</a:t>
            </a:r>
          </a:p>
          <a:p>
            <a:pPr lvl="1"/>
            <a:r>
              <a:rPr lang="en-US" dirty="0" smtClean="0"/>
              <a:t>Bullet one using indent button in AA Dark Gray, Arial 16pt</a:t>
            </a:r>
          </a:p>
          <a:p>
            <a:pPr lvl="2"/>
            <a:r>
              <a:rPr lang="en-US" dirty="0" smtClean="0"/>
              <a:t>Bullet two using indent button in AA Dark Gray, Arial 16pt</a:t>
            </a:r>
          </a:p>
          <a:p>
            <a:pPr lvl="3"/>
            <a:r>
              <a:rPr lang="en-US" dirty="0" smtClean="0"/>
              <a:t>Bullet three using indent button in AA Dark Gray, Arial 14pt</a:t>
            </a:r>
          </a:p>
          <a:p>
            <a:pPr lvl="4"/>
            <a:r>
              <a:rPr lang="en-US" dirty="0" smtClean="0"/>
              <a:t>Bullet four using indent button in AA Dark Gray, Arial 14pt</a:t>
            </a:r>
          </a:p>
          <a:p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Two-</a:t>
            </a:r>
            <a:r>
              <a:rPr lang="en-US" dirty="0"/>
              <a:t>thirds Image Slide with Image or Chart on </a:t>
            </a:r>
            <a:r>
              <a:rPr lang="en-US" dirty="0" smtClean="0"/>
              <a:t>Left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615" y="864259"/>
            <a:ext cx="7772400" cy="5594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1"/>
            <a:r>
              <a:rPr lang="en-US" dirty="0" smtClean="0"/>
              <a:t>“Quote slide in approved brand </a:t>
            </a:r>
            <a:br>
              <a:rPr lang="en-US" dirty="0" smtClean="0"/>
            </a:br>
            <a:r>
              <a:rPr lang="en-US" dirty="0" smtClean="0"/>
              <a:t>colors (see layout options) with text in white, Arial 40pt with single line spacing. Remove the hanging quotation marks by clicking the 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Decrease List Level </a:t>
            </a:r>
            <a:r>
              <a:rPr lang="en-US" dirty="0" smtClean="0"/>
              <a:t>button”</a:t>
            </a:r>
          </a:p>
        </p:txBody>
      </p:sp>
    </p:spTree>
    <p:extLst>
      <p:ext uri="{BB962C8B-B14F-4D97-AF65-F5344CB8AC3E}">
        <p14:creationId xmlns:p14="http://schemas.microsoft.com/office/powerpoint/2010/main" val="38407722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Bonus </a:t>
            </a:r>
            <a:r>
              <a:rPr lang="en-US" dirty="0" smtClean="0"/>
              <a:t>miles , Purchase , refund</a:t>
            </a:r>
            <a:r>
              <a:rPr lang="en-US" dirty="0" smtClean="0"/>
              <a:t> 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>
          <a:xfrm>
            <a:off x="433754" y="820616"/>
            <a:ext cx="8417169" cy="5614416"/>
          </a:xfrm>
        </p:spPr>
        <p:txBody>
          <a:bodyPr/>
          <a:lstStyle/>
          <a:p>
            <a:endParaRPr lang="en-US" b="1" dirty="0" smtClean="0">
              <a:solidFill>
                <a:schemeClr val="tx2"/>
              </a:solidFill>
            </a:endParaRPr>
          </a:p>
          <a:p>
            <a:r>
              <a:rPr lang="en-US" b="1" dirty="0" smtClean="0">
                <a:solidFill>
                  <a:schemeClr val="tx2"/>
                </a:solidFill>
              </a:rPr>
              <a:t>What </a:t>
            </a:r>
            <a:r>
              <a:rPr lang="en-US" b="1" dirty="0">
                <a:solidFill>
                  <a:schemeClr val="tx2"/>
                </a:solidFill>
              </a:rPr>
              <a:t>happens if my flight cancels or is re-routed? Will I still receive the bonus miles purchased</a:t>
            </a:r>
            <a:r>
              <a:rPr lang="en-US" b="1" dirty="0" smtClean="0">
                <a:solidFill>
                  <a:schemeClr val="tx2"/>
                </a:solidFill>
              </a:rPr>
              <a:t>?</a:t>
            </a:r>
            <a:endParaRPr lang="en-US" b="1" dirty="0">
              <a:solidFill>
                <a:schemeClr val="tx2"/>
              </a:solidFill>
            </a:endParaRPr>
          </a:p>
          <a:p>
            <a:r>
              <a:rPr lang="en-US" dirty="0"/>
              <a:t>You will still receive the bonus miles purchased, regardless of whether or not your flight is cancelled or re-routed</a:t>
            </a:r>
            <a:r>
              <a:rPr lang="en-US" dirty="0" smtClean="0"/>
              <a:t>.</a:t>
            </a:r>
          </a:p>
          <a:p>
            <a:r>
              <a:rPr lang="en-US" b="1" dirty="0">
                <a:solidFill>
                  <a:schemeClr val="tx2"/>
                </a:solidFill>
              </a:rPr>
              <a:t>Are the bonus miles purchased through the Mileage Multiplier offer refundable</a:t>
            </a:r>
            <a:r>
              <a:rPr lang="en-US" b="1" dirty="0" smtClean="0">
                <a:solidFill>
                  <a:schemeClr val="tx2"/>
                </a:solidFill>
              </a:rPr>
              <a:t>?</a:t>
            </a:r>
            <a:endParaRPr lang="en-US" b="1" dirty="0">
              <a:solidFill>
                <a:schemeClr val="tx2"/>
              </a:solidFill>
            </a:endParaRPr>
          </a:p>
          <a:p>
            <a:r>
              <a:rPr lang="en-US" dirty="0"/>
              <a:t>No. Bonus miles purchased through the Mileage Multiplier offer are non-refundable.</a:t>
            </a:r>
            <a:r>
              <a:rPr lang="en-US" dirty="0" smtClean="0"/>
              <a:t> </a:t>
            </a:r>
            <a:endParaRPr lang="en-US" dirty="0" smtClean="0"/>
          </a:p>
          <a:p>
            <a:r>
              <a:rPr lang="en-US" b="1" dirty="0">
                <a:solidFill>
                  <a:schemeClr val="tx2"/>
                </a:solidFill>
              </a:rPr>
              <a:t>Is there an annual maximum on the number of bonus miles that can be purchased through the Mileage Multiplier offer</a:t>
            </a:r>
            <a:r>
              <a:rPr lang="en-US" b="1" dirty="0" smtClean="0">
                <a:solidFill>
                  <a:schemeClr val="tx2"/>
                </a:solidFill>
              </a:rPr>
              <a:t>?</a:t>
            </a:r>
          </a:p>
          <a:p>
            <a:r>
              <a:rPr lang="en-US" dirty="0"/>
              <a:t>No, there is no limit to the number of bonus miles you can purchase through the Mileage Multiplier offer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6368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Sample Pie Chart with Text Slide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 smtClean="0"/>
              <a:t>Body copy in AA Dark Gray, Arial 20pt with single line spacing</a:t>
            </a:r>
          </a:p>
          <a:p>
            <a:pPr lvl="1"/>
            <a:r>
              <a:rPr lang="en-US" dirty="0" smtClean="0"/>
              <a:t>Bullet one using indent button in AA Dark Gray,</a:t>
            </a:r>
            <a:br>
              <a:rPr lang="en-US" dirty="0" smtClean="0"/>
            </a:br>
            <a:r>
              <a:rPr lang="en-US" dirty="0" smtClean="0"/>
              <a:t>Arial 16pt</a:t>
            </a:r>
          </a:p>
          <a:p>
            <a:pPr lvl="2"/>
            <a:r>
              <a:rPr lang="en-US" dirty="0" smtClean="0"/>
              <a:t>Bullet two using indent button in AA Dark Gray, Arial 16pt</a:t>
            </a:r>
          </a:p>
          <a:p>
            <a:pPr lvl="3"/>
            <a:r>
              <a:rPr lang="en-US" dirty="0" smtClean="0"/>
              <a:t>Bullet three using indent button in AA Dark Gray, </a:t>
            </a:r>
            <a:br>
              <a:rPr lang="en-US" dirty="0" smtClean="0"/>
            </a:br>
            <a:r>
              <a:rPr lang="en-US" dirty="0" smtClean="0"/>
              <a:t>Arial 14pt</a:t>
            </a:r>
          </a:p>
          <a:p>
            <a:pPr lvl="4"/>
            <a:r>
              <a:rPr lang="en-US" dirty="0" smtClean="0"/>
              <a:t>Bullet four using indent button in AA Dark Gray, Arial 14pt</a:t>
            </a:r>
          </a:p>
          <a:p>
            <a:endParaRPr lang="en-US" dirty="0"/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sz="quarter" idx="15"/>
          </p:nvPr>
        </p:nvGraphicFramePr>
        <p:xfrm>
          <a:off x="457200" y="1316038"/>
          <a:ext cx="5157788" cy="47640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</a:t>
            </a:r>
            <a:r>
              <a:rPr lang="en-US" dirty="0" smtClean="0"/>
              <a:t>Bar Chart </a:t>
            </a:r>
            <a:r>
              <a:rPr lang="en-US" dirty="0"/>
              <a:t>with Text Slide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 smtClean="0"/>
              <a:t>Body copy in AA Dark Gray, Arial 20pt with single line spacing</a:t>
            </a:r>
          </a:p>
          <a:p>
            <a:pPr lvl="1"/>
            <a:r>
              <a:rPr lang="en-US" dirty="0" smtClean="0"/>
              <a:t>Bullet one using indent button in AA Dark Gray,</a:t>
            </a:r>
            <a:br>
              <a:rPr lang="en-US" dirty="0" smtClean="0"/>
            </a:br>
            <a:r>
              <a:rPr lang="en-US" dirty="0" smtClean="0"/>
              <a:t>Arial 16pt</a:t>
            </a:r>
          </a:p>
          <a:p>
            <a:pPr lvl="2"/>
            <a:r>
              <a:rPr lang="en-US" dirty="0" smtClean="0"/>
              <a:t>Bullet two using indent button in AA Dark Gray, Arial 16pt</a:t>
            </a:r>
          </a:p>
          <a:p>
            <a:pPr lvl="3"/>
            <a:r>
              <a:rPr lang="en-US" dirty="0" smtClean="0"/>
              <a:t>Bullet three using indent button in AA Dark Gray, </a:t>
            </a:r>
            <a:br>
              <a:rPr lang="en-US" dirty="0" smtClean="0"/>
            </a:br>
            <a:r>
              <a:rPr lang="en-US" dirty="0" smtClean="0"/>
              <a:t>Arial 14pt</a:t>
            </a:r>
          </a:p>
          <a:p>
            <a:pPr lvl="4"/>
            <a:r>
              <a:rPr lang="en-US" dirty="0" smtClean="0"/>
              <a:t>Bullet four using indent button in AA Dark Gray, Arial 14pt</a:t>
            </a:r>
          </a:p>
          <a:p>
            <a:endParaRPr lang="en-US" dirty="0"/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sz="quarter" idx="15"/>
          </p:nvPr>
        </p:nvGraphicFramePr>
        <p:xfrm>
          <a:off x="457200" y="1316038"/>
          <a:ext cx="5157788" cy="47640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One-third </a:t>
            </a:r>
            <a:r>
              <a:rPr lang="en-US" dirty="0"/>
              <a:t>Image Slide with Image or </a:t>
            </a:r>
            <a:r>
              <a:rPr lang="en-US" dirty="0" smtClean="0"/>
              <a:t>Chart on Left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Are there other ways to purchase additional </a:t>
            </a:r>
            <a:r>
              <a:rPr lang="en-US" b="1" dirty="0" err="1">
                <a:solidFill>
                  <a:schemeClr val="tx2"/>
                </a:solidFill>
              </a:rPr>
              <a:t>AAdvantage</a:t>
            </a:r>
            <a:r>
              <a:rPr lang="en-US" b="1" dirty="0">
                <a:solidFill>
                  <a:schemeClr val="tx2"/>
                </a:solidFill>
              </a:rPr>
              <a:t> bonus miles?</a:t>
            </a:r>
          </a:p>
          <a:p>
            <a:r>
              <a:rPr lang="en-US" dirty="0"/>
              <a:t>You may purchase additional </a:t>
            </a:r>
            <a:r>
              <a:rPr lang="en-US" dirty="0" err="1"/>
              <a:t>AAdvantage</a:t>
            </a:r>
            <a:r>
              <a:rPr lang="en-US" dirty="0"/>
              <a:t> bonus miles through the </a:t>
            </a:r>
            <a:r>
              <a:rPr lang="en-US" dirty="0" err="1"/>
              <a:t>buyAAmiles</a:t>
            </a:r>
            <a:r>
              <a:rPr lang="en-US" dirty="0"/>
              <a:t>® program, </a:t>
            </a:r>
            <a:r>
              <a:rPr lang="en-US" dirty="0" err="1"/>
              <a:t>giftAAmiles</a:t>
            </a:r>
            <a:r>
              <a:rPr lang="en-US" dirty="0"/>
              <a:t>(SM) program or you can share existing miles through the </a:t>
            </a:r>
            <a:r>
              <a:rPr lang="en-US" dirty="0" err="1"/>
              <a:t>shareAAmiles</a:t>
            </a:r>
            <a:r>
              <a:rPr lang="en-US" dirty="0"/>
              <a:t>(SM) program. Visit www.aa.com/buymiles </a:t>
            </a:r>
          </a:p>
          <a:p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a_ppt_4x3_v2-08">
  <a:themeElements>
    <a:clrScheme name="aa_ppt_color_theme_130308a">
      <a:dk1>
        <a:srgbClr val="36495A"/>
      </a:dk1>
      <a:lt1>
        <a:sysClr val="window" lastClr="FFFFFF"/>
      </a:lt1>
      <a:dk2>
        <a:srgbClr val="0078D2"/>
      </a:dk2>
      <a:lt2>
        <a:srgbClr val="6E8999"/>
      </a:lt2>
      <a:accent1>
        <a:srgbClr val="00467F"/>
      </a:accent1>
      <a:accent2>
        <a:srgbClr val="F52305"/>
      </a:accent2>
      <a:accent3>
        <a:srgbClr val="0078D2"/>
      </a:accent3>
      <a:accent4>
        <a:srgbClr val="6E8999"/>
      </a:accent4>
      <a:accent5>
        <a:srgbClr val="C30019"/>
      </a:accent5>
      <a:accent6>
        <a:srgbClr val="D0DAE0"/>
      </a:accent6>
      <a:hlink>
        <a:srgbClr val="0078D2"/>
      </a:hlink>
      <a:folHlink>
        <a:srgbClr val="C3001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defRPr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aa_ppt_4x3_v2-08</Template>
  <TotalTime>338</TotalTime>
  <Words>1144</Words>
  <Application>Microsoft Office PowerPoint</Application>
  <PresentationFormat>On-screen Show (4:3)</PresentationFormat>
  <Paragraphs>182</Paragraphs>
  <Slides>20</Slides>
  <Notes>1</Notes>
  <HiddenSlides>8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aa_ppt_4x3_v2-08</vt:lpstr>
      <vt:lpstr>Mileage Multiplier</vt:lpstr>
      <vt:lpstr>                                          Aadvantage </vt:lpstr>
      <vt:lpstr>Overview</vt:lpstr>
      <vt:lpstr>Where ? When ? Who ? How ?</vt:lpstr>
      <vt:lpstr>More about Mileage Multiplier </vt:lpstr>
      <vt:lpstr>Bonus Miles : Purchase and Refund </vt:lpstr>
      <vt:lpstr>Bonus Miles : Limit on purchase</vt:lpstr>
      <vt:lpstr>Elite Status with Bonus miles ?</vt:lpstr>
      <vt:lpstr>Purchase Additional AAdvantage Bonus miles</vt:lpstr>
      <vt:lpstr>Example</vt:lpstr>
      <vt:lpstr>Rewind &amp; review </vt:lpstr>
      <vt:lpstr>Use Mileage Multiplier : Travel less &amp; Earn more </vt:lpstr>
      <vt:lpstr>PowerPoint Presentation</vt:lpstr>
      <vt:lpstr>Half Image Slide with Image or Chart on Left</vt:lpstr>
      <vt:lpstr>Two-thirds Image Slide with Image or Chart on Left</vt:lpstr>
      <vt:lpstr>PowerPoint Presentation</vt:lpstr>
      <vt:lpstr>Bonus miles , Purchase , refund ?</vt:lpstr>
      <vt:lpstr>Sample Pie Chart with Text Slide</vt:lpstr>
      <vt:lpstr>Sample Bar Chart with Text Slide</vt:lpstr>
      <vt:lpstr>One-third Image Slide with Image or Chart on Left</vt:lpstr>
    </vt:vector>
  </TitlesOfParts>
  <Company>AMR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Mileage Multiplier</dc:title>
  <dc:creator>Perra, Arthur</dc:creator>
  <cp:lastModifiedBy>Saida</cp:lastModifiedBy>
  <cp:revision>26</cp:revision>
  <dcterms:created xsi:type="dcterms:W3CDTF">2013-03-29T18:41:42Z</dcterms:created>
  <dcterms:modified xsi:type="dcterms:W3CDTF">2013-04-04T17:35:39Z</dcterms:modified>
</cp:coreProperties>
</file>