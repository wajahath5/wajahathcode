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2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03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0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8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6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7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0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2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74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64AC2-7C26-4D45-870F-48C27681C20E}" type="datetimeFigureOut">
              <a:rPr lang="en-US" smtClean="0"/>
              <a:t>3/7/2013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29350-2CB1-43D6-A946-8F01AA53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9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990599"/>
          </a:xfrm>
        </p:spPr>
        <p:txBody>
          <a:bodyPr/>
          <a:lstStyle/>
          <a:p>
            <a:r>
              <a:rPr lang="en-US" dirty="0" smtClean="0"/>
              <a:t>Iteration 15: Feb 12</a:t>
            </a:r>
            <a:r>
              <a:rPr lang="en-US" baseline="30000" dirty="0" smtClean="0"/>
              <a:t>th</a:t>
            </a:r>
            <a:r>
              <a:rPr lang="en-US" dirty="0" smtClean="0"/>
              <a:t>- 25</a:t>
            </a:r>
            <a:r>
              <a:rPr lang="en-US" baseline="30000" dirty="0" smtClean="0"/>
              <a:t>th</a:t>
            </a:r>
            <a:r>
              <a:rPr lang="en-US" dirty="0" smtClean="0"/>
              <a:t> 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676400"/>
            <a:ext cx="7391400" cy="3962400"/>
          </a:xfrm>
        </p:spPr>
        <p:txBody>
          <a:bodyPr>
            <a:normAutofit/>
          </a:bodyPr>
          <a:lstStyle/>
          <a:p>
            <a:r>
              <a:rPr lang="en-US" dirty="0" smtClean="0"/>
              <a:t>Targeted point: 11</a:t>
            </a:r>
          </a:p>
          <a:p>
            <a:r>
              <a:rPr lang="en-US" dirty="0" smtClean="0"/>
              <a:t>Points Accepted: </a:t>
            </a:r>
            <a:r>
              <a:rPr lang="en-US" b="1" dirty="0" smtClean="0">
                <a:solidFill>
                  <a:srgbClr val="00B050"/>
                </a:solidFill>
              </a:rPr>
              <a:t>5</a:t>
            </a:r>
          </a:p>
          <a:p>
            <a:r>
              <a:rPr lang="en-US" dirty="0" smtClean="0"/>
              <a:t>Points collected after iteration end: </a:t>
            </a:r>
            <a:r>
              <a:rPr lang="en-US" b="1" dirty="0" smtClean="0">
                <a:solidFill>
                  <a:srgbClr val="92D050"/>
                </a:solidFill>
              </a:rPr>
              <a:t>3</a:t>
            </a:r>
          </a:p>
          <a:p>
            <a:r>
              <a:rPr lang="en-US" dirty="0" smtClean="0"/>
              <a:t>Points not collected: </a:t>
            </a:r>
            <a:r>
              <a:rPr lang="en-US" b="1" dirty="0" smtClean="0">
                <a:solidFill>
                  <a:srgbClr val="FF0000"/>
                </a:solidFill>
              </a:rPr>
              <a:t>3</a:t>
            </a:r>
            <a:r>
              <a:rPr lang="en-US" b="1" dirty="0" smtClean="0"/>
              <a:t> </a:t>
            </a:r>
            <a:r>
              <a:rPr lang="en-US" dirty="0" smtClean="0"/>
              <a:t>(iTKTs - PVC issue)</a:t>
            </a:r>
          </a:p>
          <a:p>
            <a:r>
              <a:rPr lang="en-US" dirty="0" smtClean="0"/>
              <a:t>Other factors - Nation wide strike 20,21</a:t>
            </a:r>
            <a:r>
              <a:rPr lang="en-US" baseline="30000" dirty="0" smtClean="0"/>
              <a:t>st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803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39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Iteration 15: Feb 12th- 25th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Saida</dc:creator>
  <cp:lastModifiedBy>Saida</cp:lastModifiedBy>
  <cp:revision>2</cp:revision>
  <dcterms:created xsi:type="dcterms:W3CDTF">2013-03-07T17:46:08Z</dcterms:created>
  <dcterms:modified xsi:type="dcterms:W3CDTF">2013-03-07T18:27:10Z</dcterms:modified>
</cp:coreProperties>
</file>