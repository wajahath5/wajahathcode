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5" r:id="rId1"/>
    <p:sldMasterId id="2147483726" r:id="rId2"/>
  </p:sldMasterIdLst>
  <p:notesMasterIdLst>
    <p:notesMasterId r:id="rId22"/>
  </p:notesMasterIdLst>
  <p:sldIdLst>
    <p:sldId id="256" r:id="rId3"/>
    <p:sldId id="257" r:id="rId4"/>
    <p:sldId id="258" r:id="rId5"/>
    <p:sldId id="259" r:id="rId6"/>
    <p:sldId id="260" r:id="rId7"/>
    <p:sldId id="261" r:id="rId8"/>
    <p:sldId id="273" r:id="rId9"/>
    <p:sldId id="262" r:id="rId10"/>
    <p:sldId id="263" r:id="rId11"/>
    <p:sldId id="264" r:id="rId12"/>
    <p:sldId id="265" r:id="rId13"/>
    <p:sldId id="266" r:id="rId14"/>
    <p:sldId id="267" r:id="rId15"/>
    <p:sldId id="274" r:id="rId16"/>
    <p:sldId id="268" r:id="rId17"/>
    <p:sldId id="269" r:id="rId18"/>
    <p:sldId id="270" r:id="rId19"/>
    <p:sldId id="271" r:id="rId20"/>
    <p:sldId id="272"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41FC3E-183F-424A-9F1C-F722A5223572}">
  <a:tblStyle styleId="{FD41FC3E-183F-424A-9F1C-F722A52235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21" autoAdjust="0"/>
  </p:normalViewPr>
  <p:slideViewPr>
    <p:cSldViewPr snapToGrid="0">
      <p:cViewPr varScale="1">
        <p:scale>
          <a:sx n="118" d="100"/>
          <a:sy n="118" d="100"/>
        </p:scale>
        <p:origin x="720"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71c0d608f0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71c0d608f0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71c0d608f0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71c0d608f0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81ba502fe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81ba502f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81b2953a7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81b2953a7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8186b55a02_1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8186b55a02_1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81b2953a73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81b2953a73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a:solidFill>
                  <a:srgbClr val="A6A6A6"/>
                </a:solidFill>
              </a:rPr>
              <a:t>►</a:t>
            </a:r>
            <a:r>
              <a:rPr lang="en" sz="1200">
                <a:solidFill>
                  <a:schemeClr val="dk1"/>
                </a:solidFill>
              </a:rPr>
              <a:t>The Van Maintenance Advisor is a substantial new offering. It will consist of several Epics representing significant development initiatives.</a:t>
            </a:r>
            <a:endParaRPr sz="1200">
              <a:solidFill>
                <a:schemeClr val="dk1"/>
              </a:solidFill>
            </a:endParaRPr>
          </a:p>
          <a:p>
            <a:pPr marL="0" lvl="0" indent="0" algn="l" rtl="0">
              <a:lnSpc>
                <a:spcPct val="110000"/>
              </a:lnSpc>
              <a:spcBef>
                <a:spcPts val="0"/>
              </a:spcBef>
              <a:spcAft>
                <a:spcPts val="0"/>
              </a:spcAft>
              <a:buNone/>
            </a:pPr>
            <a:r>
              <a:rPr lang="en" sz="1200">
                <a:solidFill>
                  <a:srgbClr val="A6A6A6"/>
                </a:solidFill>
              </a:rPr>
              <a:t>►</a:t>
            </a:r>
            <a:r>
              <a:rPr lang="en" sz="1200">
                <a:solidFill>
                  <a:schemeClr val="dk1"/>
                </a:solidFill>
              </a:rPr>
              <a:t>Working as a team, review these three Epics that support the Van Maintenance Advisor offering. Can you add one additional Epic?</a:t>
            </a:r>
            <a:endParaRPr sz="1200">
              <a:solidFill>
                <a:schemeClr val="dk1"/>
              </a:solidFill>
            </a:endParaRPr>
          </a:p>
          <a:p>
            <a:pPr marL="0" lvl="0" indent="0" algn="l" rtl="0">
              <a:spcBef>
                <a:spcPts val="0"/>
              </a:spcBef>
              <a:spcAft>
                <a:spcPts val="0"/>
              </a:spcAft>
              <a:buNone/>
            </a:pPr>
            <a:endParaRPr sz="2100">
              <a:solidFill>
                <a:srgbClr val="A6A6A6"/>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826d617c4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826d617c4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The System Architect has informed the Product Management team that Customers will have to take their vans out of service for approximately one day to install the new hardware required by the Van Maintenance Advisor.</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Approximately 1/3 of your van Customers are serving the the local retail market while 1/3 are serving the medical specimen market.</a:t>
            </a:r>
            <a:endParaRPr sz="1200">
              <a:solidFill>
                <a:srgbClr val="A6A6A6"/>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Draw a market rhythms chart with one line for each market segment to help determine when you could release the new hardware to minimize disruptions to your customers.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Be prepared to share with the class.</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8186b55a02_1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8186b55a02_1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Working in your groups, decompose this Epic by creating as many Features as possible</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Leverage the Mike the Fleet Manager</a:t>
            </a:r>
            <a:r>
              <a:rPr lang="en" sz="1200" i="1">
                <a:solidFill>
                  <a:schemeClr val="dk1"/>
                </a:solidFill>
              </a:rPr>
              <a:t> </a:t>
            </a:r>
            <a:r>
              <a:rPr lang="en" sz="1200">
                <a:solidFill>
                  <a:schemeClr val="dk1"/>
                </a:solidFill>
              </a:rPr>
              <a:t>persona and Solution Context to help create a more complete set of Features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Be prepared to share with the class.</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81b2953a73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81b2953a7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Take three of the Features that you have created. Using a flip chart, refine them with a description, benefit hypothesis, and acceptance criteria.</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Identify who is the primary beneficiary of acceptance criteria.</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818fc5a0f6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818fc5a0f6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Select three Features from the previous activity and prioritize them using the WSJF template in your workbook</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Do one column at a time. Start by picking the smallest item and giving it a “1.” There must be at least one number “1” in each column of the template.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your WSJF prioritization.</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81b2953a73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81b2953a73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Consider how you would use capacity allocation in your Enterprise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Draft a capacity allocation policy that you could bring back for discussion with your key collaborators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81b2953a73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81b2953a73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Consider how you would use capacity allocation in your Enterprise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Draft a capacity allocation policy that you could bring back for discussion with your key collaborators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sz="1200"/>
          </a:p>
        </p:txBody>
      </p:sp>
    </p:spTree>
    <p:extLst>
      <p:ext uri="{BB962C8B-B14F-4D97-AF65-F5344CB8AC3E}">
        <p14:creationId xmlns:p14="http://schemas.microsoft.com/office/powerpoint/2010/main" val="3731493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81b2953a73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81b2953a73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group, select three Features you created and decompose these Features into Stories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 </a:t>
            </a:r>
            <a:r>
              <a:rPr lang="en" sz="1200">
                <a:solidFill>
                  <a:schemeClr val="dk1"/>
                </a:solidFill>
              </a:rPr>
              <a:t>Write these Stories in the User Story format:</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As a (user role) I want (activity) so that (business value).</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81b2953a73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81b2953a73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group, write acceptance criteria in the Given-When-Then format for three Stories you have created.</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 </a:t>
            </a:r>
            <a:r>
              <a:rPr lang="en" sz="1200">
                <a:solidFill>
                  <a:schemeClr val="dk1"/>
                </a:solidFill>
              </a:rPr>
              <a:t>Make sure the acceptance criteria are testable.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3: </a:t>
            </a:r>
            <a:r>
              <a:rPr lang="en" sz="1200">
                <a:solidFill>
                  <a:schemeClr val="dk1"/>
                </a:solidFill>
              </a:rPr>
              <a:t>Discuss with your group:</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Did writing acceptance criteria in the Given-When-Then format identify the need for any additional details?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81b2953a73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81b2953a73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Choose a Story from the ones you created that may not fit into an Iteration and, with your table group, split it.</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How can you ensure that split Stories provide end-user value?</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81b2953a73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81b2953a73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Story maps are useful even when there are a small number of steps in the workflow.</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a:t>
            </a:r>
            <a:r>
              <a:rPr lang="en" sz="1200">
                <a:solidFill>
                  <a:schemeClr val="dk1"/>
                </a:solidFill>
              </a:rPr>
              <a:t> With your group, create a Story map for this Story and answer these questions:</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are the main tasks?</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is the minimum number of Stories required to accomplish the user’s goal?</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Stories can make the user’s workflow easier?</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endParaRPr sz="1200">
              <a:solidFill>
                <a:srgbClr val="A6A6A6"/>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a:t>
            </a:r>
            <a:r>
              <a:rPr lang="en" sz="1200">
                <a:solidFill>
                  <a:schemeClr val="dk1"/>
                </a:solidFill>
              </a:rPr>
              <a:t> Be prepared to share with the class.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81b2953a73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81b2953a73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table group, use the Estimating Poker cards to estimate the Stories you previously created.</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a:t>
            </a:r>
            <a:r>
              <a:rPr lang="en" sz="1200">
                <a:solidFill>
                  <a:schemeClr val="dk1"/>
                </a:solidFill>
              </a:rPr>
              <a:t> Share with the class:</a:t>
            </a:r>
            <a:endParaRPr sz="1200">
              <a:solidFill>
                <a:srgbClr val="7F7F7F"/>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Where do you find challenges when engaged in Story estimation?</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Are you as a team aligned around the combination of qualities that represent a Story point (volume, complexity, knowledge, uncertainty)?</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pic>
        <p:nvPicPr>
          <p:cNvPr id="14" name="Google Shape;14;p2" descr="4.5-PPT-Master-Background-Textures_01-Cover-Blue.jpg"/>
          <p:cNvPicPr preferRelativeResize="0"/>
          <p:nvPr/>
        </p:nvPicPr>
        <p:blipFill rotWithShape="1">
          <a:blip r:embed="rId2">
            <a:alphaModFix/>
          </a:blip>
          <a:srcRect/>
          <a:stretch/>
        </p:blipFill>
        <p:spPr>
          <a:xfrm>
            <a:off x="0" y="0"/>
            <a:ext cx="9168381" cy="5157218"/>
          </a:xfrm>
          <a:prstGeom prst="rect">
            <a:avLst/>
          </a:prstGeom>
          <a:noFill/>
          <a:ln>
            <a:noFill/>
          </a:ln>
        </p:spPr>
      </p:pic>
      <p:sp>
        <p:nvSpPr>
          <p:cNvPr id="15" name="Google Shape;15;p2"/>
          <p:cNvSpPr txBox="1">
            <a:spLocks noGrp="1"/>
          </p:cNvSpPr>
          <p:nvPr>
            <p:ph type="ctrTitle"/>
          </p:nvPr>
        </p:nvSpPr>
        <p:spPr>
          <a:xfrm>
            <a:off x="434340" y="604648"/>
            <a:ext cx="8275200" cy="993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45700" rIns="0" bIns="0" anchor="b" anchorCtr="0">
            <a:noAutofit/>
          </a:bodyPr>
          <a:lstStyle>
            <a:lvl1pPr lvl="0" algn="l" rtl="0">
              <a:lnSpc>
                <a:spcPct val="100000"/>
              </a:lnSpc>
              <a:spcBef>
                <a:spcPts val="0"/>
              </a:spcBef>
              <a:spcAft>
                <a:spcPts val="0"/>
              </a:spcAft>
              <a:buSzPts val="1400"/>
              <a:buNone/>
              <a:defRPr sz="3600" b="1"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434340" y="1626489"/>
            <a:ext cx="8275200" cy="392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t" anchorCtr="0">
            <a:noAutofit/>
          </a:bodyPr>
          <a:lstStyle>
            <a:lvl1pPr lvl="0" algn="l" rtl="0">
              <a:lnSpc>
                <a:spcPct val="100000"/>
              </a:lnSpc>
              <a:spcBef>
                <a:spcPts val="0"/>
              </a:spcBef>
              <a:spcAft>
                <a:spcPts val="0"/>
              </a:spcAft>
              <a:buClr>
                <a:schemeClr val="dk2"/>
              </a:buClr>
              <a:buSzPts val="2200"/>
              <a:buFont typeface="Noto Sans Symbols"/>
              <a:buNone/>
              <a:defRPr sz="2200" b="0">
                <a:solidFill>
                  <a:schemeClr val="lt2"/>
                </a:solidFill>
                <a:latin typeface="Arial"/>
                <a:ea typeface="Arial"/>
                <a:cs typeface="Arial"/>
                <a:sym typeface="Arial"/>
              </a:defRPr>
            </a:lvl1pPr>
            <a:lvl2pPr lvl="1" algn="l" rtl="0">
              <a:lnSpc>
                <a:spcPct val="100000"/>
              </a:lnSpc>
              <a:spcBef>
                <a:spcPts val="600"/>
              </a:spcBef>
              <a:spcAft>
                <a:spcPts val="0"/>
              </a:spcAft>
              <a:buSzPts val="2106"/>
              <a:buChar char="-"/>
              <a:defRPr/>
            </a:lvl2pPr>
            <a:lvl3pPr lvl="2" algn="l" rtl="0">
              <a:lnSpc>
                <a:spcPct val="100000"/>
              </a:lnSpc>
              <a:spcBef>
                <a:spcPts val="600"/>
              </a:spcBef>
              <a:spcAft>
                <a:spcPts val="0"/>
              </a:spcAft>
              <a:buSzPts val="1980"/>
              <a:buChar char="-"/>
              <a:defRPr/>
            </a:lvl3pPr>
            <a:lvl4pPr lvl="3" algn="l" rtl="0">
              <a:lnSpc>
                <a:spcPct val="100000"/>
              </a:lnSpc>
              <a:spcBef>
                <a:spcPts val="600"/>
              </a:spcBef>
              <a:spcAft>
                <a:spcPts val="0"/>
              </a:spcAft>
              <a:buSzPts val="1980"/>
              <a:buChar char="-"/>
              <a:defRPr/>
            </a:lvl4pPr>
            <a:lvl5pPr lvl="4" algn="l" rtl="0">
              <a:lnSpc>
                <a:spcPct val="100000"/>
              </a:lnSpc>
              <a:spcBef>
                <a:spcPts val="600"/>
              </a:spcBef>
              <a:spcAft>
                <a:spcPts val="0"/>
              </a:spcAft>
              <a:buSzPts val="1980"/>
              <a:buChar char="–"/>
              <a:defRPr/>
            </a:lvl5pPr>
            <a:lvl6pPr lvl="5" algn="l" rtl="0">
              <a:lnSpc>
                <a:spcPct val="100000"/>
              </a:lnSpc>
              <a:spcBef>
                <a:spcPts val="360"/>
              </a:spcBef>
              <a:spcAft>
                <a:spcPts val="0"/>
              </a:spcAft>
              <a:buSzPts val="1440"/>
              <a:buChar char="▪"/>
              <a:defRPr/>
            </a:lvl6pPr>
            <a:lvl7pPr lvl="6" algn="l" rtl="0">
              <a:lnSpc>
                <a:spcPct val="100000"/>
              </a:lnSpc>
              <a:spcBef>
                <a:spcPts val="360"/>
              </a:spcBef>
              <a:spcAft>
                <a:spcPts val="0"/>
              </a:spcAft>
              <a:buSzPts val="1440"/>
              <a:buChar char="▪"/>
              <a:defRPr/>
            </a:lvl7pPr>
            <a:lvl8pPr lvl="7" algn="l" rtl="0">
              <a:lnSpc>
                <a:spcPct val="100000"/>
              </a:lnSpc>
              <a:spcBef>
                <a:spcPts val="360"/>
              </a:spcBef>
              <a:spcAft>
                <a:spcPts val="0"/>
              </a:spcAft>
              <a:buSzPts val="1440"/>
              <a:buChar char="▪"/>
              <a:defRPr/>
            </a:lvl8pPr>
            <a:lvl9pPr lvl="8" algn="l" rtl="0">
              <a:lnSpc>
                <a:spcPct val="100000"/>
              </a:lnSpc>
              <a:spcBef>
                <a:spcPts val="360"/>
              </a:spcBef>
              <a:spcAft>
                <a:spcPts val="0"/>
              </a:spcAft>
              <a:buSzPts val="1440"/>
              <a:buChar char="▪"/>
              <a:defRPr/>
            </a:lvl9pPr>
          </a:lstStyle>
          <a:p>
            <a:endParaRPr/>
          </a:p>
        </p:txBody>
      </p:sp>
      <p:sp>
        <p:nvSpPr>
          <p:cNvPr id="17" name="Google Shape;17;p2"/>
          <p:cNvSpPr txBox="1"/>
          <p:nvPr/>
        </p:nvSpPr>
        <p:spPr>
          <a:xfrm>
            <a:off x="6684986" y="4861904"/>
            <a:ext cx="2107500" cy="20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999999"/>
                </a:solidFill>
                <a:latin typeface="Arial"/>
                <a:ea typeface="Arial"/>
                <a:cs typeface="Arial"/>
                <a:sym typeface="Arial"/>
              </a:rPr>
              <a:t>© Scaled Agile, Inc. </a:t>
            </a:r>
            <a:endParaRPr sz="750" b="0" i="0" u="none" strike="noStrike" cap="none">
              <a:solidFill>
                <a:srgbClr val="999999"/>
              </a:solidFill>
              <a:latin typeface="Arial"/>
              <a:ea typeface="Arial"/>
              <a:cs typeface="Arial"/>
              <a:sym typeface="Arial"/>
            </a:endParaRPr>
          </a:p>
        </p:txBody>
      </p:sp>
      <p:pic>
        <p:nvPicPr>
          <p:cNvPr id="18" name="Google Shape;18;p2"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 Slide_1">
    <p:spTree>
      <p:nvGrpSpPr>
        <p:cNvPr id="1" name="Shape 19"/>
        <p:cNvGrpSpPr/>
        <p:nvPr/>
      </p:nvGrpSpPr>
      <p:grpSpPr>
        <a:xfrm>
          <a:off x="0" y="0"/>
          <a:ext cx="0" cy="0"/>
          <a:chOff x="0" y="0"/>
          <a:chExt cx="0" cy="0"/>
        </a:xfrm>
      </p:grpSpPr>
      <p:pic>
        <p:nvPicPr>
          <p:cNvPr id="20" name="Google Shape;20;p3" descr="4.5-PPT-Master-Background-Textures_01-Cover-Blue.jpg"/>
          <p:cNvPicPr preferRelativeResize="0"/>
          <p:nvPr/>
        </p:nvPicPr>
        <p:blipFill rotWithShape="1">
          <a:blip r:embed="rId2">
            <a:alphaModFix/>
          </a:blip>
          <a:srcRect/>
          <a:stretch/>
        </p:blipFill>
        <p:spPr>
          <a:xfrm>
            <a:off x="0" y="0"/>
            <a:ext cx="9168381" cy="5157218"/>
          </a:xfrm>
          <a:prstGeom prst="rect">
            <a:avLst/>
          </a:prstGeom>
          <a:noFill/>
          <a:ln>
            <a:noFill/>
          </a:ln>
        </p:spPr>
      </p:pic>
      <p:sp>
        <p:nvSpPr>
          <p:cNvPr id="21" name="Google Shape;21;p3"/>
          <p:cNvSpPr txBox="1">
            <a:spLocks noGrp="1"/>
          </p:cNvSpPr>
          <p:nvPr>
            <p:ph type="ctrTitle"/>
          </p:nvPr>
        </p:nvSpPr>
        <p:spPr>
          <a:xfrm>
            <a:off x="434340" y="604648"/>
            <a:ext cx="8275200" cy="993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45700" rIns="0" bIns="0" anchor="b" anchorCtr="0">
            <a:noAutofit/>
          </a:bodyPr>
          <a:lstStyle>
            <a:lvl1pPr lvl="0" algn="l" rtl="0">
              <a:lnSpc>
                <a:spcPct val="100000"/>
              </a:lnSpc>
              <a:spcBef>
                <a:spcPts val="0"/>
              </a:spcBef>
              <a:spcAft>
                <a:spcPts val="0"/>
              </a:spcAft>
              <a:buSzPts val="1400"/>
              <a:buNone/>
              <a:defRPr sz="3600" b="1"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434340" y="1626489"/>
            <a:ext cx="8275200" cy="392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t" anchorCtr="0">
            <a:noAutofit/>
          </a:bodyPr>
          <a:lstStyle>
            <a:lvl1pPr lvl="0" algn="l" rtl="0">
              <a:lnSpc>
                <a:spcPct val="100000"/>
              </a:lnSpc>
              <a:spcBef>
                <a:spcPts val="0"/>
              </a:spcBef>
              <a:spcAft>
                <a:spcPts val="0"/>
              </a:spcAft>
              <a:buClr>
                <a:schemeClr val="dk2"/>
              </a:buClr>
              <a:buSzPts val="2200"/>
              <a:buFont typeface="Noto Sans Symbols"/>
              <a:buNone/>
              <a:defRPr sz="2200" b="0">
                <a:solidFill>
                  <a:schemeClr val="lt2"/>
                </a:solidFill>
                <a:latin typeface="Arial"/>
                <a:ea typeface="Arial"/>
                <a:cs typeface="Arial"/>
                <a:sym typeface="Arial"/>
              </a:defRPr>
            </a:lvl1pPr>
            <a:lvl2pPr lvl="1" algn="l" rtl="0">
              <a:lnSpc>
                <a:spcPct val="100000"/>
              </a:lnSpc>
              <a:spcBef>
                <a:spcPts val="600"/>
              </a:spcBef>
              <a:spcAft>
                <a:spcPts val="0"/>
              </a:spcAft>
              <a:buSzPts val="2106"/>
              <a:buChar char="-"/>
              <a:defRPr/>
            </a:lvl2pPr>
            <a:lvl3pPr lvl="2" algn="l" rtl="0">
              <a:lnSpc>
                <a:spcPct val="100000"/>
              </a:lnSpc>
              <a:spcBef>
                <a:spcPts val="600"/>
              </a:spcBef>
              <a:spcAft>
                <a:spcPts val="0"/>
              </a:spcAft>
              <a:buSzPts val="1980"/>
              <a:buChar char="-"/>
              <a:defRPr/>
            </a:lvl3pPr>
            <a:lvl4pPr lvl="3" algn="l" rtl="0">
              <a:lnSpc>
                <a:spcPct val="100000"/>
              </a:lnSpc>
              <a:spcBef>
                <a:spcPts val="600"/>
              </a:spcBef>
              <a:spcAft>
                <a:spcPts val="0"/>
              </a:spcAft>
              <a:buSzPts val="1980"/>
              <a:buChar char="-"/>
              <a:defRPr/>
            </a:lvl4pPr>
            <a:lvl5pPr lvl="4" algn="l" rtl="0">
              <a:lnSpc>
                <a:spcPct val="100000"/>
              </a:lnSpc>
              <a:spcBef>
                <a:spcPts val="600"/>
              </a:spcBef>
              <a:spcAft>
                <a:spcPts val="0"/>
              </a:spcAft>
              <a:buSzPts val="1980"/>
              <a:buChar char="–"/>
              <a:defRPr/>
            </a:lvl5pPr>
            <a:lvl6pPr lvl="5" algn="l" rtl="0">
              <a:lnSpc>
                <a:spcPct val="100000"/>
              </a:lnSpc>
              <a:spcBef>
                <a:spcPts val="360"/>
              </a:spcBef>
              <a:spcAft>
                <a:spcPts val="0"/>
              </a:spcAft>
              <a:buSzPts val="1440"/>
              <a:buChar char="▪"/>
              <a:defRPr/>
            </a:lvl6pPr>
            <a:lvl7pPr lvl="6" algn="l" rtl="0">
              <a:lnSpc>
                <a:spcPct val="100000"/>
              </a:lnSpc>
              <a:spcBef>
                <a:spcPts val="360"/>
              </a:spcBef>
              <a:spcAft>
                <a:spcPts val="0"/>
              </a:spcAft>
              <a:buSzPts val="1440"/>
              <a:buChar char="▪"/>
              <a:defRPr/>
            </a:lvl7pPr>
            <a:lvl8pPr lvl="7" algn="l" rtl="0">
              <a:lnSpc>
                <a:spcPct val="100000"/>
              </a:lnSpc>
              <a:spcBef>
                <a:spcPts val="360"/>
              </a:spcBef>
              <a:spcAft>
                <a:spcPts val="0"/>
              </a:spcAft>
              <a:buSzPts val="1440"/>
              <a:buChar char="▪"/>
              <a:defRPr/>
            </a:lvl8pPr>
            <a:lvl9pPr lvl="8" algn="l" rtl="0">
              <a:lnSpc>
                <a:spcPct val="100000"/>
              </a:lnSpc>
              <a:spcBef>
                <a:spcPts val="360"/>
              </a:spcBef>
              <a:spcAft>
                <a:spcPts val="0"/>
              </a:spcAft>
              <a:buSzPts val="1440"/>
              <a:buChar char="▪"/>
              <a:defRPr/>
            </a:lvl9pPr>
          </a:lstStyle>
          <a:p>
            <a:endParaRPr/>
          </a:p>
        </p:txBody>
      </p:sp>
      <p:sp>
        <p:nvSpPr>
          <p:cNvPr id="23" name="Google Shape;23;p3"/>
          <p:cNvSpPr txBox="1"/>
          <p:nvPr/>
        </p:nvSpPr>
        <p:spPr>
          <a:xfrm>
            <a:off x="6684986" y="4861904"/>
            <a:ext cx="2107500" cy="20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999999"/>
                </a:solidFill>
                <a:latin typeface="Arial"/>
                <a:ea typeface="Arial"/>
                <a:cs typeface="Arial"/>
                <a:sym typeface="Arial"/>
              </a:rPr>
              <a:t>© Scaled Agile, Inc. </a:t>
            </a:r>
            <a:endParaRPr sz="750" b="0" i="0" u="none" strike="noStrike" cap="none">
              <a:solidFill>
                <a:srgbClr val="999999"/>
              </a:solidFill>
              <a:latin typeface="Arial"/>
              <a:ea typeface="Arial"/>
              <a:cs typeface="Arial"/>
              <a:sym typeface="Arial"/>
            </a:endParaRPr>
          </a:p>
        </p:txBody>
      </p:sp>
      <p:pic>
        <p:nvPicPr>
          <p:cNvPr id="24" name="Google Shape;24;p3"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odule title">
  <p:cSld name="Module title">
    <p:spTree>
      <p:nvGrpSpPr>
        <p:cNvPr id="1" name="Shape 25"/>
        <p:cNvGrpSpPr/>
        <p:nvPr/>
      </p:nvGrpSpPr>
      <p:grpSpPr>
        <a:xfrm>
          <a:off x="0" y="0"/>
          <a:ext cx="0" cy="0"/>
          <a:chOff x="0" y="0"/>
          <a:chExt cx="0" cy="0"/>
        </a:xfrm>
      </p:grpSpPr>
      <p:pic>
        <p:nvPicPr>
          <p:cNvPr id="26" name="Google Shape;26;p4"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27" name="Google Shape;27;p4"/>
          <p:cNvSpPr/>
          <p:nvPr/>
        </p:nvSpPr>
        <p:spPr>
          <a:xfrm>
            <a:off x="0" y="2605366"/>
            <a:ext cx="9171300" cy="1467900"/>
          </a:xfrm>
          <a:prstGeom prst="rect">
            <a:avLst/>
          </a:prstGeom>
          <a:solidFill>
            <a:schemeClr val="accent5">
              <a:alpha val="87060"/>
            </a:schemeClr>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28" name="Google Shape;28;p4"/>
          <p:cNvSpPr txBox="1">
            <a:spLocks noGrp="1"/>
          </p:cNvSpPr>
          <p:nvPr>
            <p:ph type="body" idx="1"/>
          </p:nvPr>
        </p:nvSpPr>
        <p:spPr>
          <a:xfrm>
            <a:off x="419100" y="1171575"/>
            <a:ext cx="8305800" cy="1200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lvl1pPr marL="457200" lvl="0" indent="-228600" algn="ctr" rtl="0">
              <a:lnSpc>
                <a:spcPct val="100000"/>
              </a:lnSpc>
              <a:spcBef>
                <a:spcPts val="450"/>
              </a:spcBef>
              <a:spcAft>
                <a:spcPts val="0"/>
              </a:spcAft>
              <a:buClr>
                <a:srgbClr val="A5A5A5"/>
              </a:buClr>
              <a:buSzPts val="6000"/>
              <a:buFont typeface="Arimo"/>
              <a:buNone/>
              <a:defRPr sz="6000" b="1" i="0">
                <a:solidFill>
                  <a:schemeClr val="dk1"/>
                </a:solidFill>
                <a:latin typeface="Arial"/>
                <a:ea typeface="Arial"/>
                <a:cs typeface="Arial"/>
                <a:sym typeface="Arial"/>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29" name="Google Shape;29;p4"/>
          <p:cNvSpPr txBox="1">
            <a:spLocks noGrp="1"/>
          </p:cNvSpPr>
          <p:nvPr>
            <p:ph type="body" idx="2"/>
          </p:nvPr>
        </p:nvSpPr>
        <p:spPr>
          <a:xfrm>
            <a:off x="419100" y="2625081"/>
            <a:ext cx="8305800" cy="1448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ctr" anchorCtr="0">
            <a:noAutofit/>
          </a:bodyPr>
          <a:lstStyle>
            <a:lvl1pPr marL="457200" lvl="0" indent="-228600" algn="ctr" rtl="0">
              <a:lnSpc>
                <a:spcPct val="100000"/>
              </a:lnSpc>
              <a:spcBef>
                <a:spcPts val="0"/>
              </a:spcBef>
              <a:spcAft>
                <a:spcPts val="0"/>
              </a:spcAft>
              <a:buSzPts val="3600"/>
              <a:buNone/>
              <a:defRPr sz="3600" b="0">
                <a:solidFill>
                  <a:schemeClr val="lt1"/>
                </a:solidFill>
                <a:latin typeface="Arial"/>
                <a:ea typeface="Arial"/>
                <a:cs typeface="Arial"/>
                <a:sym typeface="Arial"/>
              </a:defRPr>
            </a:lvl1pPr>
            <a:lvl2pPr marL="914400" lvl="1" indent="-496061" algn="ctr" rtl="0">
              <a:lnSpc>
                <a:spcPct val="100000"/>
              </a:lnSpc>
              <a:spcBef>
                <a:spcPts val="0"/>
              </a:spcBef>
              <a:spcAft>
                <a:spcPts val="0"/>
              </a:spcAft>
              <a:buSzPts val="4212"/>
              <a:buChar char="-"/>
              <a:defRPr sz="3600" b="0">
                <a:solidFill>
                  <a:schemeClr val="lt1"/>
                </a:solidFill>
                <a:latin typeface="Arial"/>
                <a:ea typeface="Arial"/>
                <a:cs typeface="Arial"/>
                <a:sym typeface="Arial"/>
              </a:defRPr>
            </a:lvl2pPr>
            <a:lvl3pPr marL="1371600" lvl="2"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3pPr>
            <a:lvl4pPr marL="1828800" lvl="3"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4pPr>
            <a:lvl5pPr marL="2286000" lvl="4"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pic>
        <p:nvPicPr>
          <p:cNvPr id="30" name="Google Shape;30;p4"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31" name="Google Shape;31;p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p:nvPr/>
        </p:nvSpPr>
        <p:spPr>
          <a:xfrm>
            <a:off x="0" y="0"/>
            <a:ext cx="9144000" cy="4714800"/>
          </a:xfrm>
          <a:prstGeom prst="rect">
            <a:avLst/>
          </a:prstGeom>
          <a:solidFill>
            <a:schemeClr val="lt1"/>
          </a:solidFill>
          <a:ln w="19050" cap="flat" cmpd="sng">
            <a:solidFill>
              <a:schemeClr val="lt1">
                <a:alpha val="0"/>
              </a:schemeClr>
            </a:solidFill>
            <a:prstDash val="solid"/>
            <a:round/>
            <a:headEnd type="none" w="sm" len="sm"/>
            <a:tailEnd type="none" w="sm" len="sm"/>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 name="Google Shape;36;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 name="Google Shape;37;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457200" y="171450"/>
            <a:ext cx="8242200" cy="3018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2400" b="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1" name="Google Shape;41;p7"/>
          <p:cNvSpPr txBox="1">
            <a:spLocks noGrp="1"/>
          </p:cNvSpPr>
          <p:nvPr>
            <p:ph type="body" idx="1"/>
          </p:nvPr>
        </p:nvSpPr>
        <p:spPr>
          <a:xfrm>
            <a:off x="394136" y="959171"/>
            <a:ext cx="3886200" cy="37149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600"/>
              </a:spcBef>
              <a:spcAft>
                <a:spcPts val="0"/>
              </a:spcAft>
              <a:buSzPts val="2000"/>
              <a:buChar char="4"/>
              <a:defRPr sz="1800">
                <a:solidFill>
                  <a:schemeClr val="dk1"/>
                </a:solidFill>
              </a:defRPr>
            </a:lvl1pPr>
            <a:lvl2pPr marL="914400" lvl="1" indent="-362331" algn="l" rtl="0">
              <a:lnSpc>
                <a:spcPct val="100000"/>
              </a:lnSpc>
              <a:spcBef>
                <a:spcPts val="600"/>
              </a:spcBef>
              <a:spcAft>
                <a:spcPts val="0"/>
              </a:spcAft>
              <a:buSzPts val="2106"/>
              <a:buChar char="-"/>
              <a:defRPr sz="1600">
                <a:solidFill>
                  <a:schemeClr val="dk1"/>
                </a:solidFill>
              </a:defRPr>
            </a:lvl2pPr>
            <a:lvl3pPr marL="1371600" lvl="2" indent="-354330" algn="l" rtl="0">
              <a:lnSpc>
                <a:spcPct val="100000"/>
              </a:lnSpc>
              <a:spcBef>
                <a:spcPts val="600"/>
              </a:spcBef>
              <a:spcAft>
                <a:spcPts val="0"/>
              </a:spcAft>
              <a:buSzPts val="1980"/>
              <a:buChar char="-"/>
              <a:defRPr sz="1600">
                <a:solidFill>
                  <a:schemeClr val="dk1"/>
                </a:solidFill>
              </a:defRPr>
            </a:lvl3pPr>
            <a:lvl4pPr marL="1828800" lvl="3" indent="-354330" algn="l" rtl="0">
              <a:lnSpc>
                <a:spcPct val="100000"/>
              </a:lnSpc>
              <a:spcBef>
                <a:spcPts val="600"/>
              </a:spcBef>
              <a:spcAft>
                <a:spcPts val="0"/>
              </a:spcAft>
              <a:buSzPts val="1980"/>
              <a:buChar char="-"/>
              <a:defRPr sz="1350">
                <a:solidFill>
                  <a:srgbClr val="3C3C3C"/>
                </a:solidFill>
              </a:defRPr>
            </a:lvl4pPr>
            <a:lvl5pPr marL="2286000" lvl="4" indent="-354329" algn="l" rtl="0">
              <a:lnSpc>
                <a:spcPct val="100000"/>
              </a:lnSpc>
              <a:spcBef>
                <a:spcPts val="600"/>
              </a:spcBef>
              <a:spcAft>
                <a:spcPts val="0"/>
              </a:spcAft>
              <a:buSzPts val="1980"/>
              <a:buChar char="–"/>
              <a:defRPr sz="1350">
                <a:solidFill>
                  <a:srgbClr val="3C3C3C"/>
                </a:solidFill>
              </a:defRPr>
            </a:lvl5pPr>
            <a:lvl6pPr marL="2743200" lvl="5" indent="-304800" algn="l" rtl="0">
              <a:lnSpc>
                <a:spcPct val="100000"/>
              </a:lnSpc>
              <a:spcBef>
                <a:spcPts val="300"/>
              </a:spcBef>
              <a:spcAft>
                <a:spcPts val="0"/>
              </a:spcAft>
              <a:buSzPts val="1200"/>
              <a:buChar char="▪"/>
              <a:defRPr sz="1350"/>
            </a:lvl6pPr>
            <a:lvl7pPr marL="3200400" lvl="6" indent="-304800" algn="l" rtl="0">
              <a:lnSpc>
                <a:spcPct val="100000"/>
              </a:lnSpc>
              <a:spcBef>
                <a:spcPts val="300"/>
              </a:spcBef>
              <a:spcAft>
                <a:spcPts val="0"/>
              </a:spcAft>
              <a:buSzPts val="1200"/>
              <a:buChar char="▪"/>
              <a:defRPr sz="1350"/>
            </a:lvl7pPr>
            <a:lvl8pPr marL="3657600" lvl="7" indent="-304800" algn="l" rtl="0">
              <a:lnSpc>
                <a:spcPct val="100000"/>
              </a:lnSpc>
              <a:spcBef>
                <a:spcPts val="300"/>
              </a:spcBef>
              <a:spcAft>
                <a:spcPts val="0"/>
              </a:spcAft>
              <a:buSzPts val="1200"/>
              <a:buChar char="▪"/>
              <a:defRPr sz="1350"/>
            </a:lvl8pPr>
            <a:lvl9pPr marL="4114800" lvl="8" indent="-304800" algn="l" rtl="0">
              <a:lnSpc>
                <a:spcPct val="100000"/>
              </a:lnSpc>
              <a:spcBef>
                <a:spcPts val="300"/>
              </a:spcBef>
              <a:spcAft>
                <a:spcPts val="0"/>
              </a:spcAft>
              <a:buSzPts val="1200"/>
              <a:buChar char="▪"/>
              <a:defRPr sz="1350"/>
            </a:lvl9pPr>
          </a:lstStyle>
          <a:p>
            <a:endParaRPr/>
          </a:p>
        </p:txBody>
      </p:sp>
      <p:sp>
        <p:nvSpPr>
          <p:cNvPr id="42" name="Google Shape;42;p7"/>
          <p:cNvSpPr txBox="1">
            <a:spLocks noGrp="1"/>
          </p:cNvSpPr>
          <p:nvPr>
            <p:ph type="body" idx="2"/>
          </p:nvPr>
        </p:nvSpPr>
        <p:spPr>
          <a:xfrm>
            <a:off x="4737536" y="959171"/>
            <a:ext cx="3886200" cy="37149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600"/>
              </a:spcBef>
              <a:spcAft>
                <a:spcPts val="0"/>
              </a:spcAft>
              <a:buSzPts val="2000"/>
              <a:buChar char="4"/>
              <a:defRPr sz="1800">
                <a:solidFill>
                  <a:schemeClr val="dk1"/>
                </a:solidFill>
              </a:defRPr>
            </a:lvl1pPr>
            <a:lvl2pPr marL="914400" lvl="1" indent="-362331" algn="l" rtl="0">
              <a:lnSpc>
                <a:spcPct val="100000"/>
              </a:lnSpc>
              <a:spcBef>
                <a:spcPts val="600"/>
              </a:spcBef>
              <a:spcAft>
                <a:spcPts val="0"/>
              </a:spcAft>
              <a:buSzPts val="2106"/>
              <a:buChar char="-"/>
              <a:defRPr sz="1600">
                <a:solidFill>
                  <a:schemeClr val="dk1"/>
                </a:solidFill>
              </a:defRPr>
            </a:lvl2pPr>
            <a:lvl3pPr marL="1371600" lvl="2" indent="-354330" algn="l" rtl="0">
              <a:lnSpc>
                <a:spcPct val="100000"/>
              </a:lnSpc>
              <a:spcBef>
                <a:spcPts val="600"/>
              </a:spcBef>
              <a:spcAft>
                <a:spcPts val="0"/>
              </a:spcAft>
              <a:buSzPts val="1980"/>
              <a:buChar char="-"/>
              <a:defRPr sz="1600">
                <a:solidFill>
                  <a:schemeClr val="dk1"/>
                </a:solidFill>
              </a:defRPr>
            </a:lvl3pPr>
            <a:lvl4pPr marL="1828800" lvl="3" indent="-354330" algn="l" rtl="0">
              <a:lnSpc>
                <a:spcPct val="100000"/>
              </a:lnSpc>
              <a:spcBef>
                <a:spcPts val="600"/>
              </a:spcBef>
              <a:spcAft>
                <a:spcPts val="0"/>
              </a:spcAft>
              <a:buSzPts val="1980"/>
              <a:buChar char="-"/>
              <a:defRPr sz="1200">
                <a:solidFill>
                  <a:srgbClr val="3C3C3C"/>
                </a:solidFill>
              </a:defRPr>
            </a:lvl4pPr>
            <a:lvl5pPr marL="2286000" lvl="4" indent="-354329" algn="l" rtl="0">
              <a:lnSpc>
                <a:spcPct val="100000"/>
              </a:lnSpc>
              <a:spcBef>
                <a:spcPts val="600"/>
              </a:spcBef>
              <a:spcAft>
                <a:spcPts val="0"/>
              </a:spcAft>
              <a:buSzPts val="1980"/>
              <a:buChar char="–"/>
              <a:defRPr sz="1200">
                <a:solidFill>
                  <a:srgbClr val="3C3C3C"/>
                </a:solidFill>
              </a:defRPr>
            </a:lvl5pPr>
            <a:lvl6pPr marL="2743200" lvl="5" indent="-304800" algn="l" rtl="0">
              <a:lnSpc>
                <a:spcPct val="100000"/>
              </a:lnSpc>
              <a:spcBef>
                <a:spcPts val="300"/>
              </a:spcBef>
              <a:spcAft>
                <a:spcPts val="0"/>
              </a:spcAft>
              <a:buSzPts val="1200"/>
              <a:buChar char="▪"/>
              <a:defRPr sz="1350"/>
            </a:lvl6pPr>
            <a:lvl7pPr marL="3200400" lvl="6" indent="-304800" algn="l" rtl="0">
              <a:lnSpc>
                <a:spcPct val="100000"/>
              </a:lnSpc>
              <a:spcBef>
                <a:spcPts val="300"/>
              </a:spcBef>
              <a:spcAft>
                <a:spcPts val="0"/>
              </a:spcAft>
              <a:buSzPts val="1200"/>
              <a:buChar char="▪"/>
              <a:defRPr sz="1350"/>
            </a:lvl7pPr>
            <a:lvl8pPr marL="3657600" lvl="7" indent="-304800" algn="l" rtl="0">
              <a:lnSpc>
                <a:spcPct val="100000"/>
              </a:lnSpc>
              <a:spcBef>
                <a:spcPts val="300"/>
              </a:spcBef>
              <a:spcAft>
                <a:spcPts val="0"/>
              </a:spcAft>
              <a:buSzPts val="1200"/>
              <a:buChar char="▪"/>
              <a:defRPr sz="1350"/>
            </a:lvl8pPr>
            <a:lvl9pPr marL="4114800" lvl="8" indent="-304800" algn="l" rtl="0">
              <a:lnSpc>
                <a:spcPct val="100000"/>
              </a:lnSpc>
              <a:spcBef>
                <a:spcPts val="300"/>
              </a:spcBef>
              <a:spcAft>
                <a:spcPts val="0"/>
              </a:spcAft>
              <a:buSzPts val="1200"/>
              <a:buChar char="▪"/>
              <a:defRPr sz="135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Variation-Background Only Light">
  <p:cSld name="1_Variation-Background Only Light">
    <p:spTree>
      <p:nvGrpSpPr>
        <p:cNvPr id="1" name="Shape 43"/>
        <p:cNvGrpSpPr/>
        <p:nvPr/>
      </p:nvGrpSpPr>
      <p:grpSpPr>
        <a:xfrm>
          <a:off x="0" y="0"/>
          <a:ext cx="0" cy="0"/>
          <a:chOff x="0" y="0"/>
          <a:chExt cx="0" cy="0"/>
        </a:xfrm>
      </p:grpSpPr>
      <p:pic>
        <p:nvPicPr>
          <p:cNvPr id="44" name="Google Shape;44;p8"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45" name="Google Shape;45;p8"/>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6" name="Google Shape;46;p8"/>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47" name="Google Shape;47;p8"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48" name="Google Shape;48;p8"/>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
        <p:nvSpPr>
          <p:cNvPr id="49" name="Google Shape;49;p8"/>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0"/>
        <p:cNvGrpSpPr/>
        <p:nvPr/>
      </p:nvGrpSpPr>
      <p:grpSpPr>
        <a:xfrm>
          <a:off x="0" y="0"/>
          <a:ext cx="0" cy="0"/>
          <a:chOff x="0" y="0"/>
          <a:chExt cx="0" cy="0"/>
        </a:xfrm>
      </p:grpSpPr>
      <p:pic>
        <p:nvPicPr>
          <p:cNvPr id="51" name="Google Shape;51;p9" descr="4.5-PPTBackgrounds_Test-Yellow-FullFrame.jpg"/>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52" name="Google Shape;52;p9"/>
          <p:cNvSpPr txBox="1">
            <a:spLocks noGrp="1"/>
          </p:cNvSpPr>
          <p:nvPr>
            <p:ph type="title"/>
          </p:nvPr>
        </p:nvSpPr>
        <p:spPr>
          <a:xfrm>
            <a:off x="0" y="1683875"/>
            <a:ext cx="9144000" cy="1775700"/>
          </a:xfrm>
          <a:prstGeom prst="rect">
            <a:avLst/>
          </a:prstGeom>
          <a:solidFill>
            <a:schemeClr val="lt1"/>
          </a:solidFill>
          <a:ln w="9525" cap="flat" cmpd="sng">
            <a:solidFill>
              <a:schemeClr val="lt1">
                <a:alpha val="0"/>
              </a:schemeClr>
            </a:solidFill>
            <a:prstDash val="solid"/>
            <a:miter lim="800000"/>
            <a:headEnd type="none" w="sm" len="sm"/>
            <a:tailEnd type="none" w="sm" len="sm"/>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3000" b="0"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53" name="Google Shape;53;p9"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54" name="Google Shape;54;p9"/>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ody Style A 01">
  <p:cSld name="Body Style A 01">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393191" y="1"/>
            <a:ext cx="8370600" cy="661200"/>
          </a:xfrm>
          <a:prstGeom prst="rect">
            <a:avLst/>
          </a:prstGeom>
          <a:noFill/>
          <a:ln>
            <a:noFill/>
          </a:ln>
        </p:spPr>
        <p:txBody>
          <a:bodyPr spcFirstLastPara="1" wrap="square" lIns="0" tIns="36575" rIns="0" bIns="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395720" y="837844"/>
            <a:ext cx="8367900" cy="3752700"/>
          </a:xfrm>
          <a:prstGeom prst="rect">
            <a:avLst/>
          </a:prstGeom>
          <a:noFill/>
          <a:ln>
            <a:noFill/>
          </a:ln>
        </p:spPr>
        <p:txBody>
          <a:bodyPr spcFirstLastPara="1" wrap="square" lIns="91425" tIns="45700" rIns="91425" bIns="45700" anchor="t" anchorCtr="0">
            <a:noAutofit/>
          </a:bodyPr>
          <a:lstStyle>
            <a:lvl1pPr marL="457200" lvl="0" indent="-355600" algn="l" rtl="0">
              <a:lnSpc>
                <a:spcPct val="100000"/>
              </a:lnSpc>
              <a:spcBef>
                <a:spcPts val="600"/>
              </a:spcBef>
              <a:spcAft>
                <a:spcPts val="0"/>
              </a:spcAft>
              <a:buSzPts val="2000"/>
              <a:buChar char="4"/>
              <a:defRPr/>
            </a:lvl1pPr>
            <a:lvl2pPr marL="914400" lvl="1" indent="-362331" algn="l" rtl="0">
              <a:lnSpc>
                <a:spcPct val="100000"/>
              </a:lnSpc>
              <a:spcBef>
                <a:spcPts val="600"/>
              </a:spcBef>
              <a:spcAft>
                <a:spcPts val="0"/>
              </a:spcAft>
              <a:buSzPts val="2106"/>
              <a:buChar char="-"/>
              <a:defRPr/>
            </a:lvl2pPr>
            <a:lvl3pPr marL="1371600" lvl="2" indent="-362331" algn="l" rtl="0">
              <a:lnSpc>
                <a:spcPct val="110000"/>
              </a:lnSpc>
              <a:spcBef>
                <a:spcPts val="600"/>
              </a:spcBef>
              <a:spcAft>
                <a:spcPts val="0"/>
              </a:spcAft>
              <a:buClr>
                <a:srgbClr val="AAAAAA"/>
              </a:buClr>
              <a:buSzPts val="2106"/>
              <a:buFont typeface="Merriweather Sans"/>
              <a:buChar char="-"/>
              <a:defRPr sz="1800" b="0" i="0">
                <a:latin typeface="Arial"/>
                <a:ea typeface="Arial"/>
                <a:cs typeface="Arial"/>
                <a:sym typeface="Arial"/>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White">
  <p:cSld name="Blank White">
    <p:spTree>
      <p:nvGrpSpPr>
        <p:cNvPr id="1" name="Shape 58"/>
        <p:cNvGrpSpPr/>
        <p:nvPr/>
      </p:nvGrpSpPr>
      <p:grpSpPr>
        <a:xfrm>
          <a:off x="0" y="0"/>
          <a:ext cx="0" cy="0"/>
          <a:chOff x="0" y="0"/>
          <a:chExt cx="0" cy="0"/>
        </a:xfrm>
      </p:grpSpPr>
      <p:sp>
        <p:nvSpPr>
          <p:cNvPr id="59" name="Google Shape;59;p11"/>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xfrm>
            <a:off x="457200" y="171450"/>
            <a:ext cx="8227200" cy="3375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2400" b="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2" name="Google Shape;62;p12"/>
          <p:cNvSpPr txBox="1">
            <a:spLocks noGrp="1"/>
          </p:cNvSpPr>
          <p:nvPr>
            <p:ph type="body" idx="1"/>
          </p:nvPr>
        </p:nvSpPr>
        <p:spPr>
          <a:xfrm>
            <a:off x="394136" y="967054"/>
            <a:ext cx="8343900" cy="38385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800"/>
              </a:spcBef>
              <a:spcAft>
                <a:spcPts val="0"/>
              </a:spcAft>
              <a:buSzPts val="2000"/>
              <a:buChar char="4"/>
              <a:defRPr sz="2000">
                <a:solidFill>
                  <a:schemeClr val="dk1"/>
                </a:solidFill>
              </a:defRPr>
            </a:lvl1pPr>
            <a:lvl2pPr marL="914400" lvl="1" indent="-362331" algn="l" rtl="0">
              <a:lnSpc>
                <a:spcPct val="100000"/>
              </a:lnSpc>
              <a:spcBef>
                <a:spcPts val="800"/>
              </a:spcBef>
              <a:spcAft>
                <a:spcPts val="0"/>
              </a:spcAft>
              <a:buSzPts val="2106"/>
              <a:buFont typeface="Arial Black"/>
              <a:buChar char="–"/>
              <a:defRPr sz="1800">
                <a:solidFill>
                  <a:schemeClr val="dk1"/>
                </a:solidFill>
              </a:defRPr>
            </a:lvl2pPr>
            <a:lvl3pPr marL="1371600" lvl="2" indent="-362331" algn="l" rtl="0">
              <a:lnSpc>
                <a:spcPct val="100000"/>
              </a:lnSpc>
              <a:spcBef>
                <a:spcPts val="600"/>
              </a:spcBef>
              <a:spcAft>
                <a:spcPts val="0"/>
              </a:spcAft>
              <a:buSzPts val="2106"/>
              <a:buFont typeface="Merriweather Sans"/>
              <a:buChar char="-"/>
              <a:defRPr sz="1800">
                <a:solidFill>
                  <a:schemeClr val="dk1"/>
                </a:solidFill>
              </a:defRPr>
            </a:lvl3pPr>
            <a:lvl4pPr marL="1828800" lvl="3" indent="-354330" algn="l" rtl="0">
              <a:lnSpc>
                <a:spcPct val="100000"/>
              </a:lnSpc>
              <a:spcBef>
                <a:spcPts val="600"/>
              </a:spcBef>
              <a:spcAft>
                <a:spcPts val="0"/>
              </a:spcAft>
              <a:buSzPts val="1980"/>
              <a:buFont typeface="Arial Black"/>
              <a:buChar char="–"/>
              <a:defRPr/>
            </a:lvl4pPr>
            <a:lvl5pPr marL="2286000" lvl="4" indent="-312420" algn="l" rtl="0">
              <a:lnSpc>
                <a:spcPct val="100000"/>
              </a:lnSpc>
              <a:spcBef>
                <a:spcPts val="600"/>
              </a:spcBef>
              <a:spcAft>
                <a:spcPts val="0"/>
              </a:spcAft>
              <a:buSzPts val="1320"/>
              <a:buFont typeface="Arial Black"/>
              <a:buChar char="–"/>
              <a:defRPr sz="120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and Kicker">
  <p:cSld name="2_Title and Kicker">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13"/>
          <p:cNvSpPr txBox="1">
            <a:spLocks noGrp="1"/>
          </p:cNvSpPr>
          <p:nvPr>
            <p:ph type="body" idx="1"/>
          </p:nvPr>
        </p:nvSpPr>
        <p:spPr>
          <a:xfrm>
            <a:off x="457200" y="846051"/>
            <a:ext cx="8255100" cy="619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2000"/>
              <a:buNone/>
              <a:defRPr sz="2000">
                <a:solidFill>
                  <a:schemeClr val="dk1"/>
                </a:solidFill>
              </a:defRPr>
            </a:lvl1pPr>
            <a:lvl2pPr marL="914400" lvl="1" indent="-228600" algn="l" rtl="0">
              <a:lnSpc>
                <a:spcPct val="100000"/>
              </a:lnSpc>
              <a:spcBef>
                <a:spcPts val="0"/>
              </a:spcBef>
              <a:spcAft>
                <a:spcPts val="0"/>
              </a:spcAft>
              <a:buSzPts val="2106"/>
              <a:buNone/>
              <a:defRPr sz="1650"/>
            </a:lvl2pPr>
            <a:lvl3pPr marL="1371600" lvl="2" indent="-228600" algn="l" rtl="0">
              <a:lnSpc>
                <a:spcPct val="100000"/>
              </a:lnSpc>
              <a:spcBef>
                <a:spcPts val="0"/>
              </a:spcBef>
              <a:spcAft>
                <a:spcPts val="0"/>
              </a:spcAft>
              <a:buSzPts val="1980"/>
              <a:buNone/>
              <a:defRPr sz="1650"/>
            </a:lvl3pPr>
            <a:lvl4pPr marL="1828800" lvl="3" indent="-228600" algn="l" rtl="0">
              <a:lnSpc>
                <a:spcPct val="100000"/>
              </a:lnSpc>
              <a:spcBef>
                <a:spcPts val="0"/>
              </a:spcBef>
              <a:spcAft>
                <a:spcPts val="0"/>
              </a:spcAft>
              <a:buSzPts val="1980"/>
              <a:buNone/>
              <a:defRPr sz="1650"/>
            </a:lvl4pPr>
            <a:lvl5pPr marL="2286000" lvl="4" indent="-228600" algn="l" rtl="0">
              <a:lnSpc>
                <a:spcPct val="100000"/>
              </a:lnSpc>
              <a:spcBef>
                <a:spcPts val="0"/>
              </a:spcBef>
              <a:spcAft>
                <a:spcPts val="0"/>
              </a:spcAft>
              <a:buSzPts val="1980"/>
              <a:buNone/>
              <a:defRPr sz="165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Variation-Background Only Dark">
  <p:cSld name="1_Variation-Background Only Dark">
    <p:spTree>
      <p:nvGrpSpPr>
        <p:cNvPr id="1" name="Shape 66"/>
        <p:cNvGrpSpPr/>
        <p:nvPr/>
      </p:nvGrpSpPr>
      <p:grpSpPr>
        <a:xfrm>
          <a:off x="0" y="0"/>
          <a:ext cx="0" cy="0"/>
          <a:chOff x="0" y="0"/>
          <a:chExt cx="0" cy="0"/>
        </a:xfrm>
      </p:grpSpPr>
      <p:pic>
        <p:nvPicPr>
          <p:cNvPr id="67" name="Google Shape;67;p14" descr="4.5-PPTBackgrounds_Blue-patter-Full-Screen.png"/>
          <p:cNvPicPr preferRelativeResize="0"/>
          <p:nvPr/>
        </p:nvPicPr>
        <p:blipFill rotWithShape="1">
          <a:blip r:embed="rId2">
            <a:alphaModFix/>
          </a:blip>
          <a:srcRect/>
          <a:stretch/>
        </p:blipFill>
        <p:spPr>
          <a:xfrm>
            <a:off x="1" y="0"/>
            <a:ext cx="9168381" cy="5157215"/>
          </a:xfrm>
          <a:prstGeom prst="rect">
            <a:avLst/>
          </a:prstGeom>
          <a:noFill/>
          <a:ln>
            <a:noFill/>
          </a:ln>
        </p:spPr>
      </p:pic>
      <p:sp>
        <p:nvSpPr>
          <p:cNvPr id="68" name="Google Shape;68;p1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69" name="Google Shape;69;p14"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70" name="Google Shape;70;p1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ariation-Background Only Light">
  <p:cSld name="Variation-Background Only Light">
    <p:spTree>
      <p:nvGrpSpPr>
        <p:cNvPr id="1" name="Shape 71"/>
        <p:cNvGrpSpPr/>
        <p:nvPr/>
      </p:nvGrpSpPr>
      <p:grpSpPr>
        <a:xfrm>
          <a:off x="0" y="0"/>
          <a:ext cx="0" cy="0"/>
          <a:chOff x="0" y="0"/>
          <a:chExt cx="0" cy="0"/>
        </a:xfrm>
      </p:grpSpPr>
      <p:pic>
        <p:nvPicPr>
          <p:cNvPr id="72" name="Google Shape;72;p15"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73" name="Google Shape;73;p1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74" name="Google Shape;74;p15"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75" name="Google Shape;75;p15"/>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Title and Kicker">
  <p:cSld name="3_Title and Kicker">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16"/>
          <p:cNvSpPr txBox="1">
            <a:spLocks noGrp="1"/>
          </p:cNvSpPr>
          <p:nvPr>
            <p:ph type="body" idx="1"/>
          </p:nvPr>
        </p:nvSpPr>
        <p:spPr>
          <a:xfrm>
            <a:off x="457200" y="846051"/>
            <a:ext cx="8255100" cy="619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2000"/>
              <a:buNone/>
              <a:defRPr sz="2000">
                <a:solidFill>
                  <a:schemeClr val="dk1"/>
                </a:solidFill>
              </a:defRPr>
            </a:lvl1pPr>
            <a:lvl2pPr marL="914400" lvl="1" indent="-228600" algn="l" rtl="0">
              <a:lnSpc>
                <a:spcPct val="100000"/>
              </a:lnSpc>
              <a:spcBef>
                <a:spcPts val="0"/>
              </a:spcBef>
              <a:spcAft>
                <a:spcPts val="0"/>
              </a:spcAft>
              <a:buSzPts val="2106"/>
              <a:buNone/>
              <a:defRPr sz="1650"/>
            </a:lvl2pPr>
            <a:lvl3pPr marL="1371600" lvl="2" indent="-228600" algn="l" rtl="0">
              <a:lnSpc>
                <a:spcPct val="100000"/>
              </a:lnSpc>
              <a:spcBef>
                <a:spcPts val="0"/>
              </a:spcBef>
              <a:spcAft>
                <a:spcPts val="0"/>
              </a:spcAft>
              <a:buSzPts val="1980"/>
              <a:buNone/>
              <a:defRPr sz="1650"/>
            </a:lvl3pPr>
            <a:lvl4pPr marL="1828800" lvl="3" indent="-228600" algn="l" rtl="0">
              <a:lnSpc>
                <a:spcPct val="100000"/>
              </a:lnSpc>
              <a:spcBef>
                <a:spcPts val="0"/>
              </a:spcBef>
              <a:spcAft>
                <a:spcPts val="0"/>
              </a:spcAft>
              <a:buSzPts val="1980"/>
              <a:buNone/>
              <a:defRPr sz="1650"/>
            </a:lvl4pPr>
            <a:lvl5pPr marL="2286000" lvl="4" indent="-228600" algn="l" rtl="0">
              <a:lnSpc>
                <a:spcPct val="100000"/>
              </a:lnSpc>
              <a:spcBef>
                <a:spcPts val="0"/>
              </a:spcBef>
              <a:spcAft>
                <a:spcPts val="0"/>
              </a:spcAft>
              <a:buSzPts val="1980"/>
              <a:buNone/>
              <a:defRPr sz="165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_Blank">
  <p:cSld name="1_Blank">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81" name="Google Shape;81;p17" descr="PPT-sized.png"/>
          <p:cNvPicPr preferRelativeResize="0"/>
          <p:nvPr/>
        </p:nvPicPr>
        <p:blipFill rotWithShape="1">
          <a:blip r:embed="rId2">
            <a:alphaModFix/>
          </a:blip>
          <a:srcRect/>
          <a:stretch/>
        </p:blipFill>
        <p:spPr>
          <a:xfrm>
            <a:off x="400050" y="4934417"/>
            <a:ext cx="1117600" cy="127127"/>
          </a:xfrm>
          <a:prstGeom prst="rect">
            <a:avLst/>
          </a:prstGeom>
          <a:noFill/>
          <a:ln>
            <a:noFill/>
          </a:ln>
        </p:spPr>
      </p:pic>
      <p:sp>
        <p:nvSpPr>
          <p:cNvPr id="82" name="Google Shape;82;p17"/>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
        <p:nvSpPr>
          <p:cNvPr id="83" name="Google Shape;83;p17"/>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4" name="Google Shape;84;p17"/>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Module title">
  <p:cSld name="1_Module title">
    <p:spTree>
      <p:nvGrpSpPr>
        <p:cNvPr id="1" name="Shape 85"/>
        <p:cNvGrpSpPr/>
        <p:nvPr/>
      </p:nvGrpSpPr>
      <p:grpSpPr>
        <a:xfrm>
          <a:off x="0" y="0"/>
          <a:ext cx="0" cy="0"/>
          <a:chOff x="0" y="0"/>
          <a:chExt cx="0" cy="0"/>
        </a:xfrm>
      </p:grpSpPr>
      <p:pic>
        <p:nvPicPr>
          <p:cNvPr id="86" name="Google Shape;86;p18"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87" name="Google Shape;87;p18"/>
          <p:cNvSpPr/>
          <p:nvPr/>
        </p:nvSpPr>
        <p:spPr>
          <a:xfrm>
            <a:off x="0" y="2605366"/>
            <a:ext cx="9171300" cy="1467900"/>
          </a:xfrm>
          <a:prstGeom prst="rect">
            <a:avLst/>
          </a:prstGeom>
          <a:solidFill>
            <a:schemeClr val="accent1">
              <a:alpha val="87060"/>
            </a:schemeClr>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88" name="Google Shape;88;p18"/>
          <p:cNvSpPr txBox="1">
            <a:spLocks noGrp="1"/>
          </p:cNvSpPr>
          <p:nvPr>
            <p:ph type="body" idx="1"/>
          </p:nvPr>
        </p:nvSpPr>
        <p:spPr>
          <a:xfrm>
            <a:off x="419100" y="1171575"/>
            <a:ext cx="8305800" cy="1200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lvl1pPr marL="457200" lvl="0" indent="-228600" algn="ctr" rtl="0">
              <a:lnSpc>
                <a:spcPct val="100000"/>
              </a:lnSpc>
              <a:spcBef>
                <a:spcPts val="450"/>
              </a:spcBef>
              <a:spcAft>
                <a:spcPts val="0"/>
              </a:spcAft>
              <a:buClr>
                <a:srgbClr val="A5A5A5"/>
              </a:buClr>
              <a:buSzPts val="6000"/>
              <a:buFont typeface="Arimo"/>
              <a:buNone/>
              <a:defRPr sz="6000" b="1" i="0">
                <a:solidFill>
                  <a:schemeClr val="dk1"/>
                </a:solidFill>
                <a:latin typeface="Arial"/>
                <a:ea typeface="Arial"/>
                <a:cs typeface="Arial"/>
                <a:sym typeface="Arial"/>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89" name="Google Shape;89;p18"/>
          <p:cNvSpPr txBox="1">
            <a:spLocks noGrp="1"/>
          </p:cNvSpPr>
          <p:nvPr>
            <p:ph type="body" idx="2"/>
          </p:nvPr>
        </p:nvSpPr>
        <p:spPr>
          <a:xfrm>
            <a:off x="419100" y="2625081"/>
            <a:ext cx="8305800" cy="1448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ctr" anchorCtr="0">
            <a:noAutofit/>
          </a:bodyPr>
          <a:lstStyle>
            <a:lvl1pPr marL="457200" lvl="0" indent="-228600" algn="ctr" rtl="0">
              <a:lnSpc>
                <a:spcPct val="100000"/>
              </a:lnSpc>
              <a:spcBef>
                <a:spcPts val="0"/>
              </a:spcBef>
              <a:spcAft>
                <a:spcPts val="0"/>
              </a:spcAft>
              <a:buSzPts val="3600"/>
              <a:buNone/>
              <a:defRPr sz="3600" b="0">
                <a:solidFill>
                  <a:schemeClr val="lt1"/>
                </a:solidFill>
                <a:latin typeface="Arial"/>
                <a:ea typeface="Arial"/>
                <a:cs typeface="Arial"/>
                <a:sym typeface="Arial"/>
              </a:defRPr>
            </a:lvl1pPr>
            <a:lvl2pPr marL="914400" lvl="1" indent="-496061" algn="ctr" rtl="0">
              <a:lnSpc>
                <a:spcPct val="100000"/>
              </a:lnSpc>
              <a:spcBef>
                <a:spcPts val="0"/>
              </a:spcBef>
              <a:spcAft>
                <a:spcPts val="0"/>
              </a:spcAft>
              <a:buSzPts val="4212"/>
              <a:buChar char="-"/>
              <a:defRPr sz="3600" b="0">
                <a:solidFill>
                  <a:schemeClr val="lt1"/>
                </a:solidFill>
                <a:latin typeface="Arial"/>
                <a:ea typeface="Arial"/>
                <a:cs typeface="Arial"/>
                <a:sym typeface="Arial"/>
              </a:defRPr>
            </a:lvl2pPr>
            <a:lvl3pPr marL="1371600" lvl="2"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3pPr>
            <a:lvl4pPr marL="1828800" lvl="3"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4pPr>
            <a:lvl5pPr marL="2286000" lvl="4"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pic>
        <p:nvPicPr>
          <p:cNvPr id="90" name="Google Shape;90;p18"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91" name="Google Shape;91;p18"/>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4" name="Google Shape;94;p19"/>
          <p:cNvSpPr txBox="1">
            <a:spLocks noGrp="1"/>
          </p:cNvSpPr>
          <p:nvPr>
            <p:ph type="body" idx="1"/>
          </p:nvPr>
        </p:nvSpPr>
        <p:spPr>
          <a:xfrm>
            <a:off x="438150" y="819150"/>
            <a:ext cx="82866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95" name="Google Shape;95;p19"/>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6" name="Google Shape;96;p19"/>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7"/>
        <p:cNvGrpSpPr/>
        <p:nvPr/>
      </p:nvGrpSpPr>
      <p:grpSpPr>
        <a:xfrm>
          <a:off x="0" y="0"/>
          <a:ext cx="0" cy="0"/>
          <a:chOff x="0" y="0"/>
          <a:chExt cx="0" cy="0"/>
        </a:xfrm>
      </p:grpSpPr>
      <p:sp>
        <p:nvSpPr>
          <p:cNvPr id="98" name="Google Shape;98;p20"/>
          <p:cNvSpPr txBox="1">
            <a:spLocks noGrp="1"/>
          </p:cNvSpPr>
          <p:nvPr>
            <p:ph type="body" idx="1"/>
          </p:nvPr>
        </p:nvSpPr>
        <p:spPr>
          <a:xfrm>
            <a:off x="438150" y="819150"/>
            <a:ext cx="39813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22897" algn="l" rtl="0">
              <a:lnSpc>
                <a:spcPct val="100000"/>
              </a:lnSpc>
              <a:spcBef>
                <a:spcPts val="600"/>
              </a:spcBef>
              <a:spcAft>
                <a:spcPts val="0"/>
              </a:spcAft>
              <a:buSzPts val="1485"/>
              <a:buChar char="-"/>
              <a:defRPr sz="1350">
                <a:solidFill>
                  <a:srgbClr val="3C3C3C"/>
                </a:solidFill>
              </a:defRPr>
            </a:lvl4pPr>
            <a:lvl5pPr marL="2286000" lvl="4" indent="-322897" algn="l" rtl="0">
              <a:lnSpc>
                <a:spcPct val="100000"/>
              </a:lnSpc>
              <a:spcBef>
                <a:spcPts val="600"/>
              </a:spcBef>
              <a:spcAft>
                <a:spcPts val="0"/>
              </a:spcAft>
              <a:buSzPts val="1485"/>
              <a:buChar char="–"/>
              <a:defRPr sz="1350">
                <a:solidFill>
                  <a:srgbClr val="3C3C3C"/>
                </a:solidFill>
              </a:defRPr>
            </a:lvl5pPr>
            <a:lvl6pPr marL="2743200" lvl="5" indent="-297179" algn="l" rtl="0">
              <a:lnSpc>
                <a:spcPct val="100000"/>
              </a:lnSpc>
              <a:spcBef>
                <a:spcPts val="270"/>
              </a:spcBef>
              <a:spcAft>
                <a:spcPts val="0"/>
              </a:spcAft>
              <a:buSzPts val="1080"/>
              <a:buChar char="▪"/>
              <a:defRPr sz="1350"/>
            </a:lvl6pPr>
            <a:lvl7pPr marL="3200400" lvl="6" indent="-297179" algn="l" rtl="0">
              <a:lnSpc>
                <a:spcPct val="100000"/>
              </a:lnSpc>
              <a:spcBef>
                <a:spcPts val="270"/>
              </a:spcBef>
              <a:spcAft>
                <a:spcPts val="0"/>
              </a:spcAft>
              <a:buSzPts val="1080"/>
              <a:buChar char="▪"/>
              <a:defRPr sz="1350"/>
            </a:lvl7pPr>
            <a:lvl8pPr marL="3657600" lvl="7" indent="-297179" algn="l" rtl="0">
              <a:lnSpc>
                <a:spcPct val="100000"/>
              </a:lnSpc>
              <a:spcBef>
                <a:spcPts val="270"/>
              </a:spcBef>
              <a:spcAft>
                <a:spcPts val="0"/>
              </a:spcAft>
              <a:buSzPts val="1080"/>
              <a:buChar char="▪"/>
              <a:defRPr sz="1350"/>
            </a:lvl8pPr>
            <a:lvl9pPr marL="4114800" lvl="8" indent="-297179" algn="l" rtl="0">
              <a:lnSpc>
                <a:spcPct val="100000"/>
              </a:lnSpc>
              <a:spcBef>
                <a:spcPts val="270"/>
              </a:spcBef>
              <a:spcAft>
                <a:spcPts val="0"/>
              </a:spcAft>
              <a:buSzPts val="1080"/>
              <a:buChar char="▪"/>
              <a:defRPr sz="1350"/>
            </a:lvl9pPr>
          </a:lstStyle>
          <a:p>
            <a:endParaRPr/>
          </a:p>
        </p:txBody>
      </p:sp>
      <p:sp>
        <p:nvSpPr>
          <p:cNvPr id="99" name="Google Shape;99;p20"/>
          <p:cNvSpPr txBox="1">
            <a:spLocks noGrp="1"/>
          </p:cNvSpPr>
          <p:nvPr>
            <p:ph type="body" idx="2"/>
          </p:nvPr>
        </p:nvSpPr>
        <p:spPr>
          <a:xfrm>
            <a:off x="4724400" y="819150"/>
            <a:ext cx="40005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12419" algn="l" rtl="0">
              <a:lnSpc>
                <a:spcPct val="100000"/>
              </a:lnSpc>
              <a:spcBef>
                <a:spcPts val="600"/>
              </a:spcBef>
              <a:spcAft>
                <a:spcPts val="0"/>
              </a:spcAft>
              <a:buSzPts val="1320"/>
              <a:buChar char="-"/>
              <a:defRPr sz="1200">
                <a:solidFill>
                  <a:srgbClr val="3C3C3C"/>
                </a:solidFill>
              </a:defRPr>
            </a:lvl4pPr>
            <a:lvl5pPr marL="2286000" lvl="4" indent="-312420" algn="l" rtl="0">
              <a:lnSpc>
                <a:spcPct val="100000"/>
              </a:lnSpc>
              <a:spcBef>
                <a:spcPts val="600"/>
              </a:spcBef>
              <a:spcAft>
                <a:spcPts val="0"/>
              </a:spcAft>
              <a:buSzPts val="1320"/>
              <a:buChar char="–"/>
              <a:defRPr sz="1200">
                <a:solidFill>
                  <a:srgbClr val="3C3C3C"/>
                </a:solidFill>
              </a:defRPr>
            </a:lvl5pPr>
            <a:lvl6pPr marL="2743200" lvl="5" indent="-297179" algn="l" rtl="0">
              <a:lnSpc>
                <a:spcPct val="100000"/>
              </a:lnSpc>
              <a:spcBef>
                <a:spcPts val="270"/>
              </a:spcBef>
              <a:spcAft>
                <a:spcPts val="0"/>
              </a:spcAft>
              <a:buSzPts val="1080"/>
              <a:buChar char="▪"/>
              <a:defRPr sz="1350"/>
            </a:lvl6pPr>
            <a:lvl7pPr marL="3200400" lvl="6" indent="-297179" algn="l" rtl="0">
              <a:lnSpc>
                <a:spcPct val="100000"/>
              </a:lnSpc>
              <a:spcBef>
                <a:spcPts val="270"/>
              </a:spcBef>
              <a:spcAft>
                <a:spcPts val="0"/>
              </a:spcAft>
              <a:buSzPts val="1080"/>
              <a:buChar char="▪"/>
              <a:defRPr sz="1350"/>
            </a:lvl7pPr>
            <a:lvl8pPr marL="3657600" lvl="7" indent="-297179" algn="l" rtl="0">
              <a:lnSpc>
                <a:spcPct val="100000"/>
              </a:lnSpc>
              <a:spcBef>
                <a:spcPts val="270"/>
              </a:spcBef>
              <a:spcAft>
                <a:spcPts val="0"/>
              </a:spcAft>
              <a:buSzPts val="1080"/>
              <a:buChar char="▪"/>
              <a:defRPr sz="1350"/>
            </a:lvl8pPr>
            <a:lvl9pPr marL="4114800" lvl="8" indent="-297179" algn="l" rtl="0">
              <a:lnSpc>
                <a:spcPct val="100000"/>
              </a:lnSpc>
              <a:spcBef>
                <a:spcPts val="270"/>
              </a:spcBef>
              <a:spcAft>
                <a:spcPts val="0"/>
              </a:spcAft>
              <a:buSzPts val="1080"/>
              <a:buChar char="▪"/>
              <a:defRPr sz="1350"/>
            </a:lvl9pPr>
          </a:lstStyle>
          <a:p>
            <a:endParaRPr/>
          </a:p>
        </p:txBody>
      </p:sp>
      <p:sp>
        <p:nvSpPr>
          <p:cNvPr id="100" name="Google Shape;100;p20"/>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20"/>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2" name="Google Shape;102;p20"/>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2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Kicker">
  <p:cSld name="Title and Kicker">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9" name="Google Shape;109;p22"/>
          <p:cNvSpPr txBox="1">
            <a:spLocks noGrp="1"/>
          </p:cNvSpPr>
          <p:nvPr>
            <p:ph type="body" idx="1"/>
          </p:nvPr>
        </p:nvSpPr>
        <p:spPr>
          <a:xfrm>
            <a:off x="419100" y="819150"/>
            <a:ext cx="8293200" cy="520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600"/>
              <a:buNone/>
              <a:defRPr sz="1600">
                <a:solidFill>
                  <a:schemeClr val="dk1"/>
                </a:solidFill>
              </a:defRPr>
            </a:lvl1pPr>
            <a:lvl2pPr marL="914400" lvl="1" indent="-228600" algn="l" rtl="0">
              <a:lnSpc>
                <a:spcPct val="100000"/>
              </a:lnSpc>
              <a:spcBef>
                <a:spcPts val="0"/>
              </a:spcBef>
              <a:spcAft>
                <a:spcPts val="0"/>
              </a:spcAft>
              <a:buSzPts val="1931"/>
              <a:buNone/>
              <a:defRPr sz="1650"/>
            </a:lvl2pPr>
            <a:lvl3pPr marL="1371600" lvl="2" indent="-228600" algn="l" rtl="0">
              <a:lnSpc>
                <a:spcPct val="100000"/>
              </a:lnSpc>
              <a:spcBef>
                <a:spcPts val="0"/>
              </a:spcBef>
              <a:spcAft>
                <a:spcPts val="0"/>
              </a:spcAft>
              <a:buSzPts val="1815"/>
              <a:buNone/>
              <a:defRPr sz="1650"/>
            </a:lvl3pPr>
            <a:lvl4pPr marL="1828800" lvl="3" indent="-228600" algn="l" rtl="0">
              <a:lnSpc>
                <a:spcPct val="100000"/>
              </a:lnSpc>
              <a:spcBef>
                <a:spcPts val="0"/>
              </a:spcBef>
              <a:spcAft>
                <a:spcPts val="0"/>
              </a:spcAft>
              <a:buSzPts val="1815"/>
              <a:buNone/>
              <a:defRPr sz="1650"/>
            </a:lvl4pPr>
            <a:lvl5pPr marL="2286000" lvl="4" indent="-228600" algn="l" rtl="0">
              <a:lnSpc>
                <a:spcPct val="100000"/>
              </a:lnSpc>
              <a:spcBef>
                <a:spcPts val="0"/>
              </a:spcBef>
              <a:spcAft>
                <a:spcPts val="0"/>
              </a:spcAft>
              <a:buSzPts val="1815"/>
              <a:buNone/>
              <a:defRPr sz="16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0" name="Google Shape;110;p22"/>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Kicker, and Content">
  <p:cSld name="Title, Kicker, and Content">
    <p:spTree>
      <p:nvGrpSpPr>
        <p:cNvPr id="1" name="Shape 111"/>
        <p:cNvGrpSpPr/>
        <p:nvPr/>
      </p:nvGrpSpPr>
      <p:grpSpPr>
        <a:xfrm>
          <a:off x="0" y="0"/>
          <a:ext cx="0" cy="0"/>
          <a:chOff x="0" y="0"/>
          <a:chExt cx="0" cy="0"/>
        </a:xfrm>
      </p:grpSpPr>
      <p:sp>
        <p:nvSpPr>
          <p:cNvPr id="112" name="Google Shape;112;p2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3" name="Google Shape;113;p23"/>
          <p:cNvSpPr txBox="1">
            <a:spLocks noGrp="1"/>
          </p:cNvSpPr>
          <p:nvPr>
            <p:ph type="body" idx="1"/>
          </p:nvPr>
        </p:nvSpPr>
        <p:spPr>
          <a:xfrm>
            <a:off x="434340" y="1457325"/>
            <a:ext cx="8275200" cy="28290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22897" algn="l" rtl="0">
              <a:lnSpc>
                <a:spcPct val="100000"/>
              </a:lnSpc>
              <a:spcBef>
                <a:spcPts val="600"/>
              </a:spcBef>
              <a:spcAft>
                <a:spcPts val="0"/>
              </a:spcAft>
              <a:buSzPts val="1485"/>
              <a:buChar char="-"/>
              <a:defRPr sz="1350"/>
            </a:lvl4pPr>
            <a:lvl5pPr marL="2286000" lvl="4" indent="-322897" algn="l" rtl="0">
              <a:lnSpc>
                <a:spcPct val="100000"/>
              </a:lnSpc>
              <a:spcBef>
                <a:spcPts val="600"/>
              </a:spcBef>
              <a:spcAft>
                <a:spcPts val="0"/>
              </a:spcAft>
              <a:buSzPts val="1485"/>
              <a:buChar char="–"/>
              <a:defRPr sz="13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4" name="Google Shape;114;p23"/>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5" name="Google Shape;115;p23"/>
          <p:cNvSpPr txBox="1">
            <a:spLocks noGrp="1"/>
          </p:cNvSpPr>
          <p:nvPr>
            <p:ph type="body" idx="2"/>
          </p:nvPr>
        </p:nvSpPr>
        <p:spPr>
          <a:xfrm>
            <a:off x="419100" y="819150"/>
            <a:ext cx="8293200" cy="520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600"/>
              <a:buNone/>
              <a:defRPr sz="1600">
                <a:solidFill>
                  <a:schemeClr val="dk1"/>
                </a:solidFill>
              </a:defRPr>
            </a:lvl1pPr>
            <a:lvl2pPr marL="914400" lvl="1" indent="-228600" algn="l" rtl="0">
              <a:lnSpc>
                <a:spcPct val="100000"/>
              </a:lnSpc>
              <a:spcBef>
                <a:spcPts val="0"/>
              </a:spcBef>
              <a:spcAft>
                <a:spcPts val="0"/>
              </a:spcAft>
              <a:buSzPts val="1931"/>
              <a:buNone/>
              <a:defRPr sz="1650"/>
            </a:lvl2pPr>
            <a:lvl3pPr marL="1371600" lvl="2" indent="-228600" algn="l" rtl="0">
              <a:lnSpc>
                <a:spcPct val="100000"/>
              </a:lnSpc>
              <a:spcBef>
                <a:spcPts val="0"/>
              </a:spcBef>
              <a:spcAft>
                <a:spcPts val="0"/>
              </a:spcAft>
              <a:buSzPts val="1815"/>
              <a:buNone/>
              <a:defRPr sz="1650"/>
            </a:lvl3pPr>
            <a:lvl4pPr marL="1828800" lvl="3" indent="-228600" algn="l" rtl="0">
              <a:lnSpc>
                <a:spcPct val="100000"/>
              </a:lnSpc>
              <a:spcBef>
                <a:spcPts val="0"/>
              </a:spcBef>
              <a:spcAft>
                <a:spcPts val="0"/>
              </a:spcAft>
              <a:buSzPts val="1815"/>
              <a:buNone/>
              <a:defRPr sz="1650"/>
            </a:lvl4pPr>
            <a:lvl5pPr marL="2286000" lvl="4" indent="-228600" algn="l" rtl="0">
              <a:lnSpc>
                <a:spcPct val="100000"/>
              </a:lnSpc>
              <a:spcBef>
                <a:spcPts val="0"/>
              </a:spcBef>
              <a:spcAft>
                <a:spcPts val="0"/>
              </a:spcAft>
              <a:buSzPts val="1815"/>
              <a:buNone/>
              <a:defRPr sz="16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6" name="Google Shape;116;p23"/>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Exercise Layout Horizontal">
  <p:cSld name="Exercise Layout Horizontal">
    <p:spTree>
      <p:nvGrpSpPr>
        <p:cNvPr id="1" name="Shape 117"/>
        <p:cNvGrpSpPr/>
        <p:nvPr/>
      </p:nvGrpSpPr>
      <p:grpSpPr>
        <a:xfrm>
          <a:off x="0" y="0"/>
          <a:ext cx="0" cy="0"/>
          <a:chOff x="0" y="0"/>
          <a:chExt cx="0" cy="0"/>
        </a:xfrm>
      </p:grpSpPr>
      <p:pic>
        <p:nvPicPr>
          <p:cNvPr id="118" name="Google Shape;118;p24" descr="4.5-PPTBackgrounds-08.jpg"/>
          <p:cNvPicPr preferRelativeResize="0"/>
          <p:nvPr/>
        </p:nvPicPr>
        <p:blipFill rotWithShape="1">
          <a:blip r:embed="rId2">
            <a:alphaModFix/>
          </a:blip>
          <a:srcRect/>
          <a:stretch/>
        </p:blipFill>
        <p:spPr>
          <a:xfrm>
            <a:off x="0" y="0"/>
            <a:ext cx="9144000" cy="5143501"/>
          </a:xfrm>
          <a:prstGeom prst="rect">
            <a:avLst/>
          </a:prstGeom>
          <a:noFill/>
          <a:ln>
            <a:noFill/>
          </a:ln>
        </p:spPr>
      </p:pic>
      <p:pic>
        <p:nvPicPr>
          <p:cNvPr id="119" name="Google Shape;119;p24" descr="postit_wide.png"/>
          <p:cNvPicPr preferRelativeResize="0"/>
          <p:nvPr/>
        </p:nvPicPr>
        <p:blipFill rotWithShape="1">
          <a:blip r:embed="rId3">
            <a:alphaModFix/>
          </a:blip>
          <a:srcRect/>
          <a:stretch/>
        </p:blipFill>
        <p:spPr>
          <a:xfrm>
            <a:off x="247886" y="885217"/>
            <a:ext cx="8768456" cy="4210658"/>
          </a:xfrm>
          <a:prstGeom prst="rect">
            <a:avLst/>
          </a:prstGeom>
          <a:noFill/>
          <a:ln>
            <a:noFill/>
          </a:ln>
        </p:spPr>
      </p:pic>
      <p:sp>
        <p:nvSpPr>
          <p:cNvPr id="120" name="Google Shape;120;p24"/>
          <p:cNvSpPr txBox="1">
            <a:spLocks noGrp="1"/>
          </p:cNvSpPr>
          <p:nvPr>
            <p:ph type="body" idx="1"/>
          </p:nvPr>
        </p:nvSpPr>
        <p:spPr>
          <a:xfrm>
            <a:off x="602929" y="1500999"/>
            <a:ext cx="7526400" cy="29685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lvl1pPr>
            <a:lvl2pPr marL="914400" lvl="1" indent="-347472" algn="l" rtl="0">
              <a:lnSpc>
                <a:spcPct val="100000"/>
              </a:lnSpc>
              <a:spcBef>
                <a:spcPts val="600"/>
              </a:spcBef>
              <a:spcAft>
                <a:spcPts val="0"/>
              </a:spcAft>
              <a:buSzPts val="1872"/>
              <a:buChar char="-"/>
              <a:defRPr sz="1600"/>
            </a:lvl2pPr>
            <a:lvl3pPr marL="1371600" lvl="2" indent="-322897" algn="l" rtl="0">
              <a:lnSpc>
                <a:spcPct val="100000"/>
              </a:lnSpc>
              <a:spcBef>
                <a:spcPts val="600"/>
              </a:spcBef>
              <a:spcAft>
                <a:spcPts val="0"/>
              </a:spcAft>
              <a:buSzPts val="1485"/>
              <a:buChar char="-"/>
              <a:defRPr sz="1350"/>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grpSp>
        <p:nvGrpSpPr>
          <p:cNvPr id="121" name="Google Shape;121;p24"/>
          <p:cNvGrpSpPr/>
          <p:nvPr/>
        </p:nvGrpSpPr>
        <p:grpSpPr>
          <a:xfrm>
            <a:off x="434695" y="887720"/>
            <a:ext cx="8163900" cy="272700"/>
            <a:chOff x="434695" y="935345"/>
            <a:chExt cx="8163900" cy="272700"/>
          </a:xfrm>
        </p:grpSpPr>
        <p:sp>
          <p:nvSpPr>
            <p:cNvPr id="122" name="Google Shape;122;p24"/>
            <p:cNvSpPr/>
            <p:nvPr/>
          </p:nvSpPr>
          <p:spPr>
            <a:xfrm>
              <a:off x="434695" y="935345"/>
              <a:ext cx="8163900" cy="272700"/>
            </a:xfrm>
            <a:prstGeom prst="rect">
              <a:avLst/>
            </a:prstGeom>
            <a:solidFill>
              <a:srgbClr val="717171"/>
            </a:solidFill>
            <a:ln>
              <a:noFill/>
            </a:ln>
            <a:effectLst>
              <a:outerShdw blurRad="50800" dist="38100" dir="2700000" algn="tl" rotWithShape="0">
                <a:srgbClr val="000000">
                  <a:alpha val="20000"/>
                </a:srgbClr>
              </a:outerShdw>
            </a:effectLst>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3" name="Google Shape;123;p24"/>
            <p:cNvSpPr/>
            <p:nvPr/>
          </p:nvSpPr>
          <p:spPr>
            <a:xfrm>
              <a:off x="1086671"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4" name="Google Shape;124;p24"/>
            <p:cNvSpPr/>
            <p:nvPr/>
          </p:nvSpPr>
          <p:spPr>
            <a:xfrm>
              <a:off x="4347120"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5" name="Google Shape;125;p24"/>
            <p:cNvSpPr/>
            <p:nvPr/>
          </p:nvSpPr>
          <p:spPr>
            <a:xfrm>
              <a:off x="7607568"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1" i="1" u="none" strike="noStrike" cap="none">
                <a:solidFill>
                  <a:schemeClr val="dk1"/>
                </a:solidFill>
                <a:latin typeface="Arial"/>
                <a:ea typeface="Arial"/>
                <a:cs typeface="Arial"/>
                <a:sym typeface="Arial"/>
              </a:endParaRPr>
            </a:p>
          </p:txBody>
        </p:sp>
      </p:grpSp>
      <p:sp>
        <p:nvSpPr>
          <p:cNvPr id="126" name="Google Shape;126;p2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24"/>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28" name="Google Shape;128;p24" descr="PPT-sized.png"/>
          <p:cNvPicPr preferRelativeResize="0"/>
          <p:nvPr/>
        </p:nvPicPr>
        <p:blipFill rotWithShape="1">
          <a:blip r:embed="rId4">
            <a:alphaModFix/>
          </a:blip>
          <a:srcRect/>
          <a:stretch/>
        </p:blipFill>
        <p:spPr>
          <a:xfrm>
            <a:off x="400050" y="4934417"/>
            <a:ext cx="1117600" cy="127127"/>
          </a:xfrm>
          <a:prstGeom prst="rect">
            <a:avLst/>
          </a:prstGeom>
          <a:noFill/>
          <a:ln>
            <a:noFill/>
          </a:ln>
        </p:spPr>
      </p:pic>
      <p:sp>
        <p:nvSpPr>
          <p:cNvPr id="129" name="Google Shape;129;p2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ariation-Background Only Dark">
  <p:cSld name="Variation-Background Only Dark">
    <p:spTree>
      <p:nvGrpSpPr>
        <p:cNvPr id="1" name="Shape 130"/>
        <p:cNvGrpSpPr/>
        <p:nvPr/>
      </p:nvGrpSpPr>
      <p:grpSpPr>
        <a:xfrm>
          <a:off x="0" y="0"/>
          <a:ext cx="0" cy="0"/>
          <a:chOff x="0" y="0"/>
          <a:chExt cx="0" cy="0"/>
        </a:xfrm>
      </p:grpSpPr>
      <p:pic>
        <p:nvPicPr>
          <p:cNvPr id="131" name="Google Shape;131;p25" descr="4.5-PPTBackgrounds_Blue-patter-Full-Screen.png"/>
          <p:cNvPicPr preferRelativeResize="0"/>
          <p:nvPr/>
        </p:nvPicPr>
        <p:blipFill rotWithShape="1">
          <a:blip r:embed="rId2">
            <a:alphaModFix/>
          </a:blip>
          <a:srcRect/>
          <a:stretch/>
        </p:blipFill>
        <p:spPr>
          <a:xfrm>
            <a:off x="0" y="271"/>
            <a:ext cx="9217850" cy="5157215"/>
          </a:xfrm>
          <a:prstGeom prst="rect">
            <a:avLst/>
          </a:prstGeom>
          <a:noFill/>
          <a:ln>
            <a:noFill/>
          </a:ln>
        </p:spPr>
      </p:pic>
      <p:pic>
        <p:nvPicPr>
          <p:cNvPr id="132" name="Google Shape;132;p25" descr="FlipChart-newShadow.png"/>
          <p:cNvPicPr preferRelativeResize="0"/>
          <p:nvPr/>
        </p:nvPicPr>
        <p:blipFill rotWithShape="1">
          <a:blip r:embed="rId3">
            <a:alphaModFix/>
          </a:blip>
          <a:srcRect/>
          <a:stretch/>
        </p:blipFill>
        <p:spPr>
          <a:xfrm>
            <a:off x="406874" y="675957"/>
            <a:ext cx="8691584" cy="4522207"/>
          </a:xfrm>
          <a:prstGeom prst="rect">
            <a:avLst/>
          </a:prstGeom>
          <a:noFill/>
          <a:ln>
            <a:noFill/>
          </a:ln>
        </p:spPr>
      </p:pic>
      <p:sp>
        <p:nvSpPr>
          <p:cNvPr id="133" name="Google Shape;133;p25"/>
          <p:cNvSpPr txBox="1">
            <a:spLocks noGrp="1"/>
          </p:cNvSpPr>
          <p:nvPr>
            <p:ph type="body" idx="1"/>
          </p:nvPr>
        </p:nvSpPr>
        <p:spPr>
          <a:xfrm>
            <a:off x="583948" y="1927382"/>
            <a:ext cx="7874400" cy="27768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400"/>
              </a:spcBef>
              <a:spcAft>
                <a:spcPts val="0"/>
              </a:spcAft>
              <a:buSzPts val="1600"/>
              <a:buChar char="4"/>
              <a:defRPr sz="1600"/>
            </a:lvl1pPr>
            <a:lvl2pPr marL="914400" lvl="1" indent="-347472" algn="l" rtl="0">
              <a:lnSpc>
                <a:spcPct val="100000"/>
              </a:lnSpc>
              <a:spcBef>
                <a:spcPts val="600"/>
              </a:spcBef>
              <a:spcAft>
                <a:spcPts val="0"/>
              </a:spcAft>
              <a:buSzPts val="1872"/>
              <a:buChar char="-"/>
              <a:defRPr sz="1600"/>
            </a:lvl2pPr>
            <a:lvl3pPr marL="1371600" lvl="2" indent="-322897" algn="l" rtl="0">
              <a:lnSpc>
                <a:spcPct val="100000"/>
              </a:lnSpc>
              <a:spcBef>
                <a:spcPts val="600"/>
              </a:spcBef>
              <a:spcAft>
                <a:spcPts val="0"/>
              </a:spcAft>
              <a:buSzPts val="1485"/>
              <a:buChar char="-"/>
              <a:defRPr sz="1350"/>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34" name="Google Shape;134;p25"/>
          <p:cNvSpPr txBox="1"/>
          <p:nvPr/>
        </p:nvSpPr>
        <p:spPr>
          <a:xfrm>
            <a:off x="985260" y="1459212"/>
            <a:ext cx="2591100" cy="315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A5A5A5"/>
              </a:buClr>
              <a:buSzPts val="1800"/>
              <a:buFont typeface="Arimo"/>
              <a:buNone/>
            </a:pPr>
            <a:r>
              <a:rPr lang="en" sz="1800" b="0" i="0" u="none" strike="noStrike" cap="none">
                <a:solidFill>
                  <a:schemeClr val="dk1"/>
                </a:solidFill>
                <a:latin typeface="Arial"/>
                <a:ea typeface="Arial"/>
                <a:cs typeface="Arial"/>
                <a:sym typeface="Arial"/>
              </a:rPr>
              <a:t>In this lesson, you:</a:t>
            </a:r>
            <a:endParaRPr sz="1400" b="0" i="0" u="none" strike="noStrike" cap="none">
              <a:solidFill>
                <a:srgbClr val="000000"/>
              </a:solidFill>
              <a:latin typeface="Arial"/>
              <a:ea typeface="Arial"/>
              <a:cs typeface="Arial"/>
              <a:sym typeface="Arial"/>
            </a:endParaRPr>
          </a:p>
        </p:txBody>
      </p:sp>
      <p:sp>
        <p:nvSpPr>
          <p:cNvPr id="135" name="Google Shape;135;p2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6" name="Google Shape;136;p25" descr="PPT-sized.png"/>
          <p:cNvPicPr preferRelativeResize="0"/>
          <p:nvPr/>
        </p:nvPicPr>
        <p:blipFill rotWithShape="1">
          <a:blip r:embed="rId4">
            <a:alphaModFix/>
          </a:blip>
          <a:srcRect/>
          <a:stretch/>
        </p:blipFill>
        <p:spPr>
          <a:xfrm>
            <a:off x="400050" y="4934417"/>
            <a:ext cx="1117600" cy="127127"/>
          </a:xfrm>
          <a:prstGeom prst="rect">
            <a:avLst/>
          </a:prstGeom>
          <a:noFill/>
          <a:ln>
            <a:noFill/>
          </a:ln>
        </p:spPr>
      </p:pic>
      <p:sp>
        <p:nvSpPr>
          <p:cNvPr id="137" name="Google Shape;137;p25"/>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Title Only_1">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0" name="Google Shape;140;p26"/>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26"/>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42" name="Google Shape;142;p26"/>
          <p:cNvPicPr preferRelativeResize="0"/>
          <p:nvPr/>
        </p:nvPicPr>
        <p:blipFill>
          <a:blip r:embed="rId2">
            <a:alphaModFix/>
          </a:blip>
          <a:stretch>
            <a:fillRect/>
          </a:stretch>
        </p:blipFill>
        <p:spPr>
          <a:xfrm>
            <a:off x="0" y="1709663"/>
            <a:ext cx="7496175" cy="29051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1">
  <p:cSld name="Title Only_1_1">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5" name="Google Shape;145;p27"/>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27"/>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47" name="Google Shape;147;p27"/>
          <p:cNvPicPr preferRelativeResize="0"/>
          <p:nvPr/>
        </p:nvPicPr>
        <p:blipFill rotWithShape="1">
          <a:blip r:embed="rId2">
            <a:alphaModFix/>
          </a:blip>
          <a:srcRect l="42426" t="39077" b="13308"/>
          <a:stretch/>
        </p:blipFill>
        <p:spPr>
          <a:xfrm>
            <a:off x="357100" y="1312800"/>
            <a:ext cx="3755556" cy="3281675"/>
          </a:xfrm>
          <a:prstGeom prst="rect">
            <a:avLst/>
          </a:prstGeom>
          <a:noFill/>
          <a:ln>
            <a:noFill/>
          </a:ln>
        </p:spPr>
      </p:pic>
      <p:pic>
        <p:nvPicPr>
          <p:cNvPr id="148" name="Google Shape;148;p27"/>
          <p:cNvPicPr preferRelativeResize="0"/>
          <p:nvPr/>
        </p:nvPicPr>
        <p:blipFill rotWithShape="1">
          <a:blip r:embed="rId2">
            <a:alphaModFix/>
          </a:blip>
          <a:srcRect l="42426" t="39077" b="13308"/>
          <a:stretch/>
        </p:blipFill>
        <p:spPr>
          <a:xfrm>
            <a:off x="4724400" y="1515675"/>
            <a:ext cx="3755556" cy="3281675"/>
          </a:xfrm>
          <a:prstGeom prst="rect">
            <a:avLst/>
          </a:prstGeom>
          <a:noFill/>
          <a:ln>
            <a:noFill/>
          </a:ln>
        </p:spPr>
      </p:pic>
      <p:sp>
        <p:nvSpPr>
          <p:cNvPr id="149" name="Google Shape;149;p27"/>
          <p:cNvSpPr txBox="1"/>
          <p:nvPr/>
        </p:nvSpPr>
        <p:spPr>
          <a:xfrm>
            <a:off x="1324225" y="924675"/>
            <a:ext cx="22602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Serial Scenario</a:t>
            </a:r>
            <a:endParaRPr/>
          </a:p>
        </p:txBody>
      </p:sp>
      <p:sp>
        <p:nvSpPr>
          <p:cNvPr id="150" name="Google Shape;150;p27"/>
          <p:cNvSpPr txBox="1"/>
          <p:nvPr/>
        </p:nvSpPr>
        <p:spPr>
          <a:xfrm>
            <a:off x="5609125" y="924675"/>
            <a:ext cx="22602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Parallel Scenario</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1 1">
  <p:cSld name="Title Only_1_1_1">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3" name="Google Shape;153;p28"/>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8"/>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55" name="Google Shape;155;p28"/>
          <p:cNvPicPr preferRelativeResize="0"/>
          <p:nvPr/>
        </p:nvPicPr>
        <p:blipFill>
          <a:blip r:embed="rId2">
            <a:alphaModFix/>
          </a:blip>
          <a:stretch>
            <a:fillRect/>
          </a:stretch>
        </p:blipFill>
        <p:spPr>
          <a:xfrm>
            <a:off x="1874375" y="671950"/>
            <a:ext cx="6119800" cy="429795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2 1 1 8">
  <p:cSld name="Title Only_1_1_1_8">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8" name="Google Shape;158;p29"/>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aphicFrame>
        <p:nvGraphicFramePr>
          <p:cNvPr id="159" name="Google Shape;159;p29"/>
          <p:cNvGraphicFramePr/>
          <p:nvPr/>
        </p:nvGraphicFramePr>
        <p:xfrm>
          <a:off x="600000" y="4535925"/>
          <a:ext cx="7807200" cy="396210"/>
        </p:xfrm>
        <a:graphic>
          <a:graphicData uri="http://schemas.openxmlformats.org/drawingml/2006/table">
            <a:tbl>
              <a:tblPr>
                <a:noFill/>
                <a:tableStyleId>{FD41FC3E-183F-424A-9F1C-F722A5223572}</a:tableStyleId>
              </a:tblPr>
              <a:tblGrid>
                <a:gridCol w="1951800">
                  <a:extLst>
                    <a:ext uri="{9D8B030D-6E8A-4147-A177-3AD203B41FA5}">
                      <a16:colId xmlns:a16="http://schemas.microsoft.com/office/drawing/2014/main" val="20000"/>
                    </a:ext>
                  </a:extLst>
                </a:gridCol>
                <a:gridCol w="1951800">
                  <a:extLst>
                    <a:ext uri="{9D8B030D-6E8A-4147-A177-3AD203B41FA5}">
                      <a16:colId xmlns:a16="http://schemas.microsoft.com/office/drawing/2014/main" val="20001"/>
                    </a:ext>
                  </a:extLst>
                </a:gridCol>
                <a:gridCol w="1951800">
                  <a:extLst>
                    <a:ext uri="{9D8B030D-6E8A-4147-A177-3AD203B41FA5}">
                      <a16:colId xmlns:a16="http://schemas.microsoft.com/office/drawing/2014/main" val="20002"/>
                    </a:ext>
                  </a:extLst>
                </a:gridCol>
                <a:gridCol w="1951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n" b="1">
                          <a:solidFill>
                            <a:schemeClr val="accent4"/>
                          </a:solidFill>
                        </a:rPr>
                        <a:t>Q1</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Q2</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Q3</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Q4</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160" name="Google Shape;160;p29"/>
          <p:cNvCxnSpPr/>
          <p:nvPr/>
        </p:nvCxnSpPr>
        <p:spPr>
          <a:xfrm rot="10800000" flipH="1">
            <a:off x="565725" y="4504525"/>
            <a:ext cx="7995600" cy="25800"/>
          </a:xfrm>
          <a:prstGeom prst="straightConnector1">
            <a:avLst/>
          </a:prstGeom>
          <a:noFill/>
          <a:ln w="38100" cap="flat" cmpd="sng">
            <a:solidFill>
              <a:schemeClr val="accent4"/>
            </a:solidFill>
            <a:prstDash val="solid"/>
            <a:round/>
            <a:headEnd type="none" w="med" len="med"/>
            <a:tailEnd type="none" w="med" len="med"/>
          </a:ln>
        </p:spPr>
      </p:cxnSp>
      <p:cxnSp>
        <p:nvCxnSpPr>
          <p:cNvPr id="161" name="Google Shape;161;p29"/>
          <p:cNvCxnSpPr/>
          <p:nvPr/>
        </p:nvCxnSpPr>
        <p:spPr>
          <a:xfrm rot="10800000">
            <a:off x="565725" y="938000"/>
            <a:ext cx="0" cy="3600900"/>
          </a:xfrm>
          <a:prstGeom prst="straightConnector1">
            <a:avLst/>
          </a:prstGeom>
          <a:noFill/>
          <a:ln w="38100" cap="flat" cmpd="sng">
            <a:solidFill>
              <a:schemeClr val="accent4"/>
            </a:solidFill>
            <a:prstDash val="solid"/>
            <a:round/>
            <a:headEnd type="none" w="med" len="med"/>
            <a:tailEnd type="none" w="med" len="med"/>
          </a:ln>
        </p:spPr>
      </p:cxnSp>
      <p:pic>
        <p:nvPicPr>
          <p:cNvPr id="162" name="Google Shape;162;p29"/>
          <p:cNvPicPr preferRelativeResize="0"/>
          <p:nvPr/>
        </p:nvPicPr>
        <p:blipFill rotWithShape="1">
          <a:blip r:embed="rId2">
            <a:alphaModFix/>
          </a:blip>
          <a:srcRect r="63351"/>
          <a:stretch/>
        </p:blipFill>
        <p:spPr>
          <a:xfrm>
            <a:off x="7474176" y="760524"/>
            <a:ext cx="1575123" cy="1811225"/>
          </a:xfrm>
          <a:prstGeom prst="rect">
            <a:avLst/>
          </a:prstGeom>
          <a:noFill/>
          <a:ln w="28575" cap="flat" cmpd="sng">
            <a:solidFill>
              <a:schemeClr val="accent3"/>
            </a:solidFill>
            <a:prstDash val="solid"/>
            <a:round/>
            <a:headEnd type="none" w="sm" len="sm"/>
            <a:tailEnd type="none" w="sm" len="sm"/>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2 1 1 1">
  <p:cSld name="Title Only_1_1_1_1">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5" name="Google Shape;165;p30"/>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0"/>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2 1 1 2">
  <p:cSld name="Title Only_1_1_1_2">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9" name="Google Shape;169;p3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0" name="Google Shape;170;p3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2 1 1 3">
  <p:cSld name="Title Only_1_1_1_3">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3" name="Google Shape;173;p32"/>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4" name="Google Shape;174;p32"/>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2 1 1 4">
  <p:cSld name="Title Only_1_1_1_4">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7" name="Google Shape;177;p33"/>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8" name="Google Shape;178;p33"/>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2 1 1 5">
  <p:cSld name="Title Only_1_1_1_5">
    <p:spTree>
      <p:nvGrpSpPr>
        <p:cNvPr id="1" name="Shape 179"/>
        <p:cNvGrpSpPr/>
        <p:nvPr/>
      </p:nvGrpSpPr>
      <p:grpSpPr>
        <a:xfrm>
          <a:off x="0" y="0"/>
          <a:ext cx="0" cy="0"/>
          <a:chOff x="0" y="0"/>
          <a:chExt cx="0" cy="0"/>
        </a:xfrm>
      </p:grpSpPr>
      <p:sp>
        <p:nvSpPr>
          <p:cNvPr id="180" name="Google Shape;180;p34"/>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1" name="Google Shape;181;p3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2" name="Google Shape;182;p34"/>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2 1 1 6">
  <p:cSld name="Title Only_1_1_1_6">
    <p:spTree>
      <p:nvGrpSpPr>
        <p:cNvPr id="1" name="Shape 183"/>
        <p:cNvGrpSpPr/>
        <p:nvPr/>
      </p:nvGrpSpPr>
      <p:grpSpPr>
        <a:xfrm>
          <a:off x="0" y="0"/>
          <a:ext cx="0" cy="0"/>
          <a:chOff x="0" y="0"/>
          <a:chExt cx="0" cy="0"/>
        </a:xfrm>
      </p:grpSpPr>
      <p:sp>
        <p:nvSpPr>
          <p:cNvPr id="184" name="Google Shape;184;p35"/>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5" name="Google Shape;185;p3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6" name="Google Shape;186;p35"/>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2 1 1 7">
  <p:cSld name="Title Only_1_1_1_7">
    <p:spTree>
      <p:nvGrpSpPr>
        <p:cNvPr id="1" name="Shape 187"/>
        <p:cNvGrpSpPr/>
        <p:nvPr/>
      </p:nvGrpSpPr>
      <p:grpSpPr>
        <a:xfrm>
          <a:off x="0" y="0"/>
          <a:ext cx="0" cy="0"/>
          <a:chOff x="0" y="0"/>
          <a:chExt cx="0" cy="0"/>
        </a:xfrm>
      </p:grpSpPr>
      <p:sp>
        <p:nvSpPr>
          <p:cNvPr id="188" name="Google Shape;188;p3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9" name="Google Shape;189;p36"/>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36"/>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91" name="Google Shape;191;p36"/>
          <p:cNvPicPr preferRelativeResize="0"/>
          <p:nvPr/>
        </p:nvPicPr>
        <p:blipFill rotWithShape="1">
          <a:blip r:embed="rId2">
            <a:alphaModFix/>
          </a:blip>
          <a:srcRect r="862" b="46544"/>
          <a:stretch/>
        </p:blipFill>
        <p:spPr>
          <a:xfrm>
            <a:off x="563350" y="773050"/>
            <a:ext cx="4984701" cy="12305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2"/>
        <p:cNvGrpSpPr/>
        <p:nvPr/>
      </p:nvGrpSpPr>
      <p:grpSpPr>
        <a:xfrm>
          <a:off x="0" y="0"/>
          <a:ext cx="0" cy="0"/>
          <a:chOff x="0" y="0"/>
          <a:chExt cx="0" cy="0"/>
        </a:xfrm>
      </p:grpSpPr>
      <p:sp>
        <p:nvSpPr>
          <p:cNvPr id="193" name="Google Shape;193;p37"/>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4" name="Google Shape;194;p37"/>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600"/>
              </a:spcBef>
              <a:spcAft>
                <a:spcPts val="0"/>
              </a:spcAft>
              <a:buSzPts val="2800"/>
              <a:buNone/>
              <a:defRPr sz="2800"/>
            </a:lvl2pPr>
            <a:lvl3pPr lvl="2" algn="ctr" rtl="0">
              <a:lnSpc>
                <a:spcPct val="100000"/>
              </a:lnSpc>
              <a:spcBef>
                <a:spcPts val="600"/>
              </a:spcBef>
              <a:spcAft>
                <a:spcPts val="0"/>
              </a:spcAft>
              <a:buSzPts val="2800"/>
              <a:buNone/>
              <a:defRPr sz="2800"/>
            </a:lvl3pPr>
            <a:lvl4pPr lvl="3" algn="ctr" rtl="0">
              <a:lnSpc>
                <a:spcPct val="100000"/>
              </a:lnSpc>
              <a:spcBef>
                <a:spcPts val="600"/>
              </a:spcBef>
              <a:spcAft>
                <a:spcPts val="0"/>
              </a:spcAft>
              <a:buSzPts val="2800"/>
              <a:buNone/>
              <a:defRPr sz="2800"/>
            </a:lvl4pPr>
            <a:lvl5pPr lvl="4" algn="ctr" rtl="0">
              <a:lnSpc>
                <a:spcPct val="100000"/>
              </a:lnSpc>
              <a:spcBef>
                <a:spcPts val="600"/>
              </a:spcBef>
              <a:spcAft>
                <a:spcPts val="0"/>
              </a:spcAft>
              <a:buSzPts val="2800"/>
              <a:buNone/>
              <a:defRPr sz="2800"/>
            </a:lvl5pPr>
            <a:lvl6pPr lvl="5" algn="ctr" rtl="0">
              <a:lnSpc>
                <a:spcPct val="100000"/>
              </a:lnSpc>
              <a:spcBef>
                <a:spcPts val="300"/>
              </a:spcBef>
              <a:spcAft>
                <a:spcPts val="0"/>
              </a:spcAft>
              <a:buSzPts val="2800"/>
              <a:buNone/>
              <a:defRPr sz="2800"/>
            </a:lvl6pPr>
            <a:lvl7pPr lvl="6" algn="ctr" rtl="0">
              <a:lnSpc>
                <a:spcPct val="100000"/>
              </a:lnSpc>
              <a:spcBef>
                <a:spcPts val="300"/>
              </a:spcBef>
              <a:spcAft>
                <a:spcPts val="0"/>
              </a:spcAft>
              <a:buSzPts val="2800"/>
              <a:buNone/>
              <a:defRPr sz="2800"/>
            </a:lvl7pPr>
            <a:lvl8pPr lvl="7" algn="ctr" rtl="0">
              <a:lnSpc>
                <a:spcPct val="100000"/>
              </a:lnSpc>
              <a:spcBef>
                <a:spcPts val="300"/>
              </a:spcBef>
              <a:spcAft>
                <a:spcPts val="0"/>
              </a:spcAft>
              <a:buSzPts val="2800"/>
              <a:buNone/>
              <a:defRPr sz="2800"/>
            </a:lvl8pPr>
            <a:lvl9pPr lvl="8" algn="ctr" rtl="0">
              <a:lnSpc>
                <a:spcPct val="100000"/>
              </a:lnSpc>
              <a:spcBef>
                <a:spcPts val="300"/>
              </a:spcBef>
              <a:spcAft>
                <a:spcPts val="0"/>
              </a:spcAft>
              <a:buSzPts val="2800"/>
              <a:buNone/>
              <a:defRPr sz="2800"/>
            </a:lvl9pPr>
          </a:lstStyle>
          <a:p>
            <a:endParaRPr/>
          </a:p>
        </p:txBody>
      </p:sp>
      <p:sp>
        <p:nvSpPr>
          <p:cNvPr id="195" name="Google Shape;195;p37"/>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urse Title">
  <p:cSld name="Course Title">
    <p:spTree>
      <p:nvGrpSpPr>
        <p:cNvPr id="1" name="Shape 203"/>
        <p:cNvGrpSpPr/>
        <p:nvPr/>
      </p:nvGrpSpPr>
      <p:grpSpPr>
        <a:xfrm>
          <a:off x="0" y="0"/>
          <a:ext cx="0" cy="0"/>
          <a:chOff x="0" y="0"/>
          <a:chExt cx="0" cy="0"/>
        </a:xfrm>
      </p:grpSpPr>
      <p:pic>
        <p:nvPicPr>
          <p:cNvPr id="204" name="Google Shape;204;p39" descr="4.5-PPT-Master-Background-Textures_01-Cover-Blue.jpg"/>
          <p:cNvPicPr preferRelativeResize="0"/>
          <p:nvPr/>
        </p:nvPicPr>
        <p:blipFill rotWithShape="1">
          <a:blip r:embed="rId2">
            <a:alphaModFix/>
          </a:blip>
          <a:srcRect/>
          <a:stretch/>
        </p:blipFill>
        <p:spPr>
          <a:xfrm>
            <a:off x="0" y="0"/>
            <a:ext cx="9143994" cy="5157216"/>
          </a:xfrm>
          <a:prstGeom prst="rect">
            <a:avLst/>
          </a:prstGeom>
          <a:noFill/>
          <a:ln>
            <a:noFill/>
          </a:ln>
        </p:spPr>
      </p:pic>
      <p:grpSp>
        <p:nvGrpSpPr>
          <p:cNvPr id="205" name="Google Shape;205;p39"/>
          <p:cNvGrpSpPr/>
          <p:nvPr/>
        </p:nvGrpSpPr>
        <p:grpSpPr>
          <a:xfrm>
            <a:off x="6692966" y="4591427"/>
            <a:ext cx="2133600" cy="481654"/>
            <a:chOff x="6692966" y="4591426"/>
            <a:chExt cx="2133600" cy="481654"/>
          </a:xfrm>
        </p:grpSpPr>
        <p:sp>
          <p:nvSpPr>
            <p:cNvPr id="206" name="Google Shape;206;p39"/>
            <p:cNvSpPr txBox="1"/>
            <p:nvPr/>
          </p:nvSpPr>
          <p:spPr>
            <a:xfrm>
              <a:off x="6706088" y="4888280"/>
              <a:ext cx="2107500" cy="1848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999999"/>
                </a:buClr>
                <a:buSzPts val="800"/>
                <a:buFont typeface="Arial"/>
                <a:buNone/>
              </a:pPr>
              <a:r>
                <a:rPr lang="en" sz="800" b="1" i="0" u="none" strike="noStrike" cap="none">
                  <a:solidFill>
                    <a:srgbClr val="999999"/>
                  </a:solidFill>
                  <a:latin typeface="Arial"/>
                  <a:ea typeface="Arial"/>
                  <a:cs typeface="Arial"/>
                  <a:sym typeface="Arial"/>
                </a:rPr>
                <a:t>© Scaled Agile, Inc. </a:t>
              </a:r>
              <a:endParaRPr sz="1100"/>
            </a:p>
          </p:txBody>
        </p:sp>
        <p:pic>
          <p:nvPicPr>
            <p:cNvPr id="207" name="Google Shape;207;p39" descr="PPT-sized.png"/>
            <p:cNvPicPr preferRelativeResize="0"/>
            <p:nvPr/>
          </p:nvPicPr>
          <p:blipFill rotWithShape="1">
            <a:blip r:embed="rId3">
              <a:alphaModFix/>
            </a:blip>
            <a:srcRect/>
            <a:stretch/>
          </p:blipFill>
          <p:spPr>
            <a:xfrm>
              <a:off x="6692966" y="4591426"/>
              <a:ext cx="2133600" cy="243200"/>
            </a:xfrm>
            <a:prstGeom prst="rect">
              <a:avLst/>
            </a:prstGeom>
            <a:noFill/>
            <a:ln>
              <a:noFill/>
            </a:ln>
          </p:spPr>
        </p:pic>
      </p:grpSp>
      <p:sp>
        <p:nvSpPr>
          <p:cNvPr id="208" name="Google Shape;208;p39"/>
          <p:cNvSpPr txBox="1">
            <a:spLocks noGrp="1"/>
          </p:cNvSpPr>
          <p:nvPr>
            <p:ph type="body" idx="1"/>
          </p:nvPr>
        </p:nvSpPr>
        <p:spPr>
          <a:xfrm>
            <a:off x="8637761" y="2862264"/>
            <a:ext cx="506400" cy="269700"/>
          </a:xfrm>
          <a:prstGeom prst="rect">
            <a:avLst/>
          </a:prstGeom>
          <a:noFill/>
          <a:ln>
            <a:noFill/>
          </a:ln>
        </p:spPr>
        <p:txBody>
          <a:bodyPr spcFirstLastPara="1" wrap="square" lIns="0" tIns="0" rIns="0" bIns="0" anchor="ctr" anchorCtr="0">
            <a:noAutofit/>
          </a:bodyPr>
          <a:lstStyle>
            <a:lvl1pPr marL="457200" lvl="0" indent="-228600" algn="ctr" rtl="0">
              <a:lnSpc>
                <a:spcPct val="110000"/>
              </a:lnSpc>
              <a:spcBef>
                <a:spcPts val="800"/>
              </a:spcBef>
              <a:spcAft>
                <a:spcPts val="0"/>
              </a:spcAft>
              <a:buSzPts val="800"/>
              <a:buFont typeface="Arial"/>
              <a:buNone/>
              <a:defRPr sz="1000" b="1" i="0">
                <a:latin typeface="Arial"/>
                <a:ea typeface="Arial"/>
                <a:cs typeface="Arial"/>
                <a:sym typeface="Arial"/>
              </a:defRPr>
            </a:lvl1pPr>
            <a:lvl2pPr marL="914400" lvl="1" indent="-228600" algn="ctr" rtl="0">
              <a:lnSpc>
                <a:spcPct val="110000"/>
              </a:lnSpc>
              <a:spcBef>
                <a:spcPts val="800"/>
              </a:spcBef>
              <a:spcAft>
                <a:spcPts val="0"/>
              </a:spcAft>
              <a:buSzPts val="1200"/>
              <a:buFont typeface="Avenir"/>
              <a:buNone/>
              <a:defRPr sz="1000" b="0" i="0">
                <a:latin typeface="Avenir"/>
                <a:ea typeface="Avenir"/>
                <a:cs typeface="Avenir"/>
                <a:sym typeface="Avenir"/>
              </a:defRPr>
            </a:lvl2pPr>
            <a:lvl3pPr marL="1371600" lvl="2" indent="-228600" algn="ctr" rtl="0">
              <a:lnSpc>
                <a:spcPct val="110000"/>
              </a:lnSpc>
              <a:spcBef>
                <a:spcPts val="600"/>
              </a:spcBef>
              <a:spcAft>
                <a:spcPts val="0"/>
              </a:spcAft>
              <a:buSzPts val="1100"/>
              <a:buFont typeface="Avenir"/>
              <a:buNone/>
              <a:defRPr sz="1000" b="0" i="0">
                <a:latin typeface="Avenir"/>
                <a:ea typeface="Avenir"/>
                <a:cs typeface="Avenir"/>
                <a:sym typeface="Avenir"/>
              </a:defRPr>
            </a:lvl3pPr>
            <a:lvl4pPr marL="1828800" lvl="3" indent="-228600" algn="ctr" rtl="0">
              <a:lnSpc>
                <a:spcPct val="110000"/>
              </a:lnSpc>
              <a:spcBef>
                <a:spcPts val="600"/>
              </a:spcBef>
              <a:spcAft>
                <a:spcPts val="0"/>
              </a:spcAft>
              <a:buSzPts val="1100"/>
              <a:buFont typeface="Avenir"/>
              <a:buNone/>
              <a:defRPr sz="1000" b="0" i="0">
                <a:latin typeface="Avenir"/>
                <a:ea typeface="Avenir"/>
                <a:cs typeface="Avenir"/>
                <a:sym typeface="Avenir"/>
              </a:defRPr>
            </a:lvl4pPr>
            <a:lvl5pPr marL="2286000" lvl="4" indent="-228600" algn="ctr" rtl="0">
              <a:lnSpc>
                <a:spcPct val="110000"/>
              </a:lnSpc>
              <a:spcBef>
                <a:spcPts val="200"/>
              </a:spcBef>
              <a:spcAft>
                <a:spcPts val="0"/>
              </a:spcAft>
              <a:buSzPts val="1100"/>
              <a:buFont typeface="Avenir"/>
              <a:buNone/>
              <a:defRPr sz="1000" b="0"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09" name="Google Shape;209;p39"/>
          <p:cNvSpPr txBox="1">
            <a:spLocks noGrp="1"/>
          </p:cNvSpPr>
          <p:nvPr>
            <p:ph type="body" idx="2"/>
          </p:nvPr>
        </p:nvSpPr>
        <p:spPr>
          <a:xfrm>
            <a:off x="2076293" y="2862115"/>
            <a:ext cx="4790700" cy="10308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800"/>
              </a:spcBef>
              <a:spcAft>
                <a:spcPts val="0"/>
              </a:spcAft>
              <a:buSzPts val="1100"/>
              <a:buFont typeface="Arial"/>
              <a:buNone/>
              <a:defRPr sz="1400" b="0" i="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900"/>
              <a:buFont typeface="Arial"/>
              <a:buNone/>
              <a:defRPr sz="1600"/>
            </a:lvl2pPr>
            <a:lvl3pPr marL="1371600" lvl="2" indent="-228600" algn="l" rtl="0">
              <a:lnSpc>
                <a:spcPct val="110000"/>
              </a:lnSpc>
              <a:spcBef>
                <a:spcPts val="600"/>
              </a:spcBef>
              <a:spcAft>
                <a:spcPts val="0"/>
              </a:spcAft>
              <a:buSzPts val="1800"/>
              <a:buFont typeface="Avenir"/>
              <a:buNone/>
              <a:defRPr sz="1600"/>
            </a:lvl3pPr>
            <a:lvl4pPr marL="1828800" lvl="3" indent="-228600" algn="l" rtl="0">
              <a:lnSpc>
                <a:spcPct val="110000"/>
              </a:lnSpc>
              <a:spcBef>
                <a:spcPts val="600"/>
              </a:spcBef>
              <a:spcAft>
                <a:spcPts val="0"/>
              </a:spcAft>
              <a:buSzPts val="1800"/>
              <a:buFont typeface="Arial"/>
              <a:buNone/>
              <a:defRPr sz="1600"/>
            </a:lvl4pPr>
            <a:lvl5pPr marL="2286000" lvl="4" indent="-228600" algn="l" rtl="0">
              <a:lnSpc>
                <a:spcPct val="110000"/>
              </a:lnSpc>
              <a:spcBef>
                <a:spcPts val="200"/>
              </a:spcBef>
              <a:spcAft>
                <a:spcPts val="0"/>
              </a:spcAft>
              <a:buSzPts val="1800"/>
              <a:buFont typeface="Avenir"/>
              <a:buNone/>
              <a:defRPr sz="16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10" name="Google Shape;210;p39"/>
          <p:cNvSpPr txBox="1">
            <a:spLocks noGrp="1"/>
          </p:cNvSpPr>
          <p:nvPr>
            <p:ph type="subTitle" idx="3"/>
          </p:nvPr>
        </p:nvSpPr>
        <p:spPr>
          <a:xfrm>
            <a:off x="471843" y="1626490"/>
            <a:ext cx="8320500" cy="4128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68575" bIns="34275" anchor="t" anchorCtr="0">
            <a:noAutofit/>
          </a:bodyPr>
          <a:lstStyle>
            <a:lvl1pPr lvl="0" algn="l" rtl="0">
              <a:lnSpc>
                <a:spcPct val="110000"/>
              </a:lnSpc>
              <a:spcBef>
                <a:spcPts val="0"/>
              </a:spcBef>
              <a:spcAft>
                <a:spcPts val="0"/>
              </a:spcAft>
              <a:buClr>
                <a:schemeClr val="dk2"/>
              </a:buClr>
              <a:buSzPts val="2200"/>
              <a:buFont typeface="Noto Sans Symbols"/>
              <a:buNone/>
              <a:defRPr sz="2200" b="0" i="0">
                <a:solidFill>
                  <a:schemeClr val="lt1"/>
                </a:solidFill>
                <a:latin typeface="Arial"/>
                <a:ea typeface="Arial"/>
                <a:cs typeface="Arial"/>
                <a:sym typeface="Arial"/>
              </a:defRPr>
            </a:lvl1pPr>
            <a:lvl2pPr lvl="1" algn="l" rtl="0">
              <a:lnSpc>
                <a:spcPct val="110000"/>
              </a:lnSpc>
              <a:spcBef>
                <a:spcPts val="600"/>
              </a:spcBef>
              <a:spcAft>
                <a:spcPts val="0"/>
              </a:spcAft>
              <a:buSzPts val="1600"/>
              <a:buChar char="-"/>
              <a:defRPr/>
            </a:lvl2pPr>
            <a:lvl3pPr lvl="2" algn="l" rtl="0">
              <a:lnSpc>
                <a:spcPct val="110000"/>
              </a:lnSpc>
              <a:spcBef>
                <a:spcPts val="600"/>
              </a:spcBef>
              <a:spcAft>
                <a:spcPts val="0"/>
              </a:spcAft>
              <a:buSzPts val="1500"/>
              <a:buChar char="•"/>
              <a:defRPr/>
            </a:lvl3pPr>
            <a:lvl4pPr lvl="3" algn="l" rtl="0">
              <a:lnSpc>
                <a:spcPct val="110000"/>
              </a:lnSpc>
              <a:spcBef>
                <a:spcPts val="600"/>
              </a:spcBef>
              <a:spcAft>
                <a:spcPts val="0"/>
              </a:spcAft>
              <a:buSzPts val="1500"/>
              <a:buNone/>
              <a:defRPr/>
            </a:lvl4pPr>
            <a:lvl5pPr lvl="4" algn="l" rtl="0">
              <a:lnSpc>
                <a:spcPct val="110000"/>
              </a:lnSpc>
              <a:spcBef>
                <a:spcPts val="200"/>
              </a:spcBef>
              <a:spcAft>
                <a:spcPts val="0"/>
              </a:spcAft>
              <a:buSzPts val="1500"/>
              <a:buChar char="–"/>
              <a:defRPr/>
            </a:lvl5pPr>
            <a:lvl6pPr lvl="5" algn="l" rtl="0">
              <a:spcBef>
                <a:spcPts val="300"/>
              </a:spcBef>
              <a:spcAft>
                <a:spcPts val="0"/>
              </a:spcAft>
              <a:buSzPts val="1100"/>
              <a:buChar char="▪"/>
              <a:defRPr/>
            </a:lvl6pPr>
            <a:lvl7pPr lvl="6" algn="l" rtl="0">
              <a:spcBef>
                <a:spcPts val="300"/>
              </a:spcBef>
              <a:spcAft>
                <a:spcPts val="0"/>
              </a:spcAft>
              <a:buSzPts val="1100"/>
              <a:buChar char="▪"/>
              <a:defRPr/>
            </a:lvl7pPr>
            <a:lvl8pPr lvl="7" algn="l" rtl="0">
              <a:spcBef>
                <a:spcPts val="300"/>
              </a:spcBef>
              <a:spcAft>
                <a:spcPts val="0"/>
              </a:spcAft>
              <a:buSzPts val="1100"/>
              <a:buChar char="▪"/>
              <a:defRPr/>
            </a:lvl8pPr>
            <a:lvl9pPr lvl="8" algn="l" rtl="0">
              <a:spcBef>
                <a:spcPts val="300"/>
              </a:spcBef>
              <a:spcAft>
                <a:spcPts val="0"/>
              </a:spcAft>
              <a:buSzPts val="1100"/>
              <a:buChar char="▪"/>
              <a:defRPr/>
            </a:lvl9pPr>
          </a:lstStyle>
          <a:p>
            <a:endParaRPr/>
          </a:p>
        </p:txBody>
      </p:sp>
      <p:sp>
        <p:nvSpPr>
          <p:cNvPr id="211" name="Google Shape;211;p39"/>
          <p:cNvSpPr txBox="1">
            <a:spLocks noGrp="1"/>
          </p:cNvSpPr>
          <p:nvPr>
            <p:ph type="ctrTitle"/>
          </p:nvPr>
        </p:nvSpPr>
        <p:spPr>
          <a:xfrm>
            <a:off x="471843" y="393540"/>
            <a:ext cx="8320500" cy="12042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0" bIns="0" anchor="b" anchorCtr="0">
            <a:noAutofit/>
          </a:bodyPr>
          <a:lstStyle>
            <a:lvl1pPr lvl="0" algn="l" rtl="0">
              <a:spcBef>
                <a:spcPts val="0"/>
              </a:spcBef>
              <a:spcAft>
                <a:spcPts val="0"/>
              </a:spcAft>
              <a:buSzPts val="1100"/>
              <a:buNone/>
              <a:defRPr sz="32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2" name="Google Shape;212;p39"/>
          <p:cNvSpPr txBox="1">
            <a:spLocks noGrp="1"/>
          </p:cNvSpPr>
          <p:nvPr>
            <p:ph type="body" idx="4"/>
          </p:nvPr>
        </p:nvSpPr>
        <p:spPr>
          <a:xfrm>
            <a:off x="6886575" y="2082404"/>
            <a:ext cx="1751400" cy="18096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700"/>
              <a:buNone/>
              <a:defRPr/>
            </a:lvl1pPr>
            <a:lvl2pPr marL="914400" lvl="1" indent="-330200" algn="l" rtl="0">
              <a:lnSpc>
                <a:spcPct val="110000"/>
              </a:lnSpc>
              <a:spcBef>
                <a:spcPts val="800"/>
              </a:spcBef>
              <a:spcAft>
                <a:spcPts val="0"/>
              </a:spcAft>
              <a:buSzPts val="1600"/>
              <a:buChar char="-"/>
              <a:defRPr/>
            </a:lvl2pPr>
            <a:lvl3pPr marL="1371600" lvl="2" indent="-323850" algn="l" rtl="0">
              <a:lnSpc>
                <a:spcPct val="110000"/>
              </a:lnSpc>
              <a:spcBef>
                <a:spcPts val="600"/>
              </a:spcBef>
              <a:spcAft>
                <a:spcPts val="0"/>
              </a:spcAft>
              <a:buSzPts val="1500"/>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Activities 06-1">
  <p:cSld name="Activities 06-1">
    <p:spTree>
      <p:nvGrpSpPr>
        <p:cNvPr id="1" name="Shape 213"/>
        <p:cNvGrpSpPr/>
        <p:nvPr/>
      </p:nvGrpSpPr>
      <p:grpSpPr>
        <a:xfrm>
          <a:off x="0" y="0"/>
          <a:ext cx="0" cy="0"/>
          <a:chOff x="0" y="0"/>
          <a:chExt cx="0" cy="0"/>
        </a:xfrm>
      </p:grpSpPr>
      <p:sp>
        <p:nvSpPr>
          <p:cNvPr id="214" name="Google Shape;214;p40"/>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15" name="Google Shape;215;p40"/>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6" name="Google Shape;216;p40"/>
          <p:cNvSpPr txBox="1">
            <a:spLocks noGrp="1"/>
          </p:cNvSpPr>
          <p:nvPr>
            <p:ph type="body" idx="1"/>
          </p:nvPr>
        </p:nvSpPr>
        <p:spPr>
          <a:xfrm>
            <a:off x="156258" y="977457"/>
            <a:ext cx="8822100" cy="311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17" name="Google Shape;217;p40"/>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18" name="Google Shape;218;p40"/>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19" name="Google Shape;219;p40"/>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0" name="Google Shape;220;p40"/>
          <p:cNvSpPr txBox="1">
            <a:spLocks noGrp="1"/>
          </p:cNvSpPr>
          <p:nvPr>
            <p:ph type="body" idx="4"/>
          </p:nvPr>
        </p:nvSpPr>
        <p:spPr>
          <a:xfrm>
            <a:off x="155972" y="4088756"/>
            <a:ext cx="8822100" cy="7695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400"/>
              <a:buNone/>
              <a:defRPr sz="180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600"/>
              <a:buNone/>
              <a:defRPr sz="1400">
                <a:latin typeface="Calibri"/>
                <a:ea typeface="Calibri"/>
                <a:cs typeface="Calibri"/>
                <a:sym typeface="Calibri"/>
              </a:defRPr>
            </a:lvl2pPr>
            <a:lvl3pPr marL="1371600" lvl="2" indent="-228600" algn="l" rtl="0">
              <a:lnSpc>
                <a:spcPct val="110000"/>
              </a:lnSpc>
              <a:spcBef>
                <a:spcPts val="600"/>
              </a:spcBef>
              <a:spcAft>
                <a:spcPts val="0"/>
              </a:spcAft>
              <a:buSzPts val="1500"/>
              <a:buNone/>
              <a:defRPr sz="1400">
                <a:latin typeface="Calibri"/>
                <a:ea typeface="Calibri"/>
                <a:cs typeface="Calibri"/>
                <a:sym typeface="Calibri"/>
              </a:defRPr>
            </a:lvl3pPr>
            <a:lvl4pPr marL="1828800" lvl="3" indent="-228600" algn="l" rtl="0">
              <a:lnSpc>
                <a:spcPct val="110000"/>
              </a:lnSpc>
              <a:spcBef>
                <a:spcPts val="600"/>
              </a:spcBef>
              <a:spcAft>
                <a:spcPts val="0"/>
              </a:spcAft>
              <a:buSzPts val="1500"/>
              <a:buFont typeface="Arial"/>
              <a:buNone/>
              <a:defRPr sz="1400">
                <a:latin typeface="Calibri"/>
                <a:ea typeface="Calibri"/>
                <a:cs typeface="Calibri"/>
                <a:sym typeface="Calibri"/>
              </a:defRPr>
            </a:lvl4pPr>
            <a:lvl5pPr marL="2286000" lvl="4" indent="-228600" algn="l" rtl="0">
              <a:lnSpc>
                <a:spcPct val="110000"/>
              </a:lnSpc>
              <a:spcBef>
                <a:spcPts val="200"/>
              </a:spcBef>
              <a:spcAft>
                <a:spcPts val="0"/>
              </a:spcAft>
              <a:buSzPts val="1500"/>
              <a:buNone/>
              <a:defRPr sz="1400">
                <a:latin typeface="Calibri"/>
                <a:ea typeface="Calibri"/>
                <a:cs typeface="Calibri"/>
                <a:sym typeface="Calibri"/>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1" name="Google Shape;221;p40"/>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ctivities 01-1">
  <p:cSld name="Activities 01-1">
    <p:spTree>
      <p:nvGrpSpPr>
        <p:cNvPr id="1" name="Shape 222"/>
        <p:cNvGrpSpPr/>
        <p:nvPr/>
      </p:nvGrpSpPr>
      <p:grpSpPr>
        <a:xfrm>
          <a:off x="0" y="0"/>
          <a:ext cx="0" cy="0"/>
          <a:chOff x="0" y="0"/>
          <a:chExt cx="0" cy="0"/>
        </a:xfrm>
      </p:grpSpPr>
      <p:sp>
        <p:nvSpPr>
          <p:cNvPr id="223" name="Google Shape;223;p41"/>
          <p:cNvSpPr/>
          <p:nvPr/>
        </p:nvSpPr>
        <p:spPr>
          <a:xfrm>
            <a:off x="0" y="0"/>
            <a:ext cx="91524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24" name="Google Shape;224;p41"/>
          <p:cNvSpPr txBox="1">
            <a:spLocks noGrp="1"/>
          </p:cNvSpPr>
          <p:nvPr>
            <p:ph type="body" idx="1"/>
          </p:nvPr>
        </p:nvSpPr>
        <p:spPr>
          <a:xfrm>
            <a:off x="289806" y="1038225"/>
            <a:ext cx="8539800" cy="3527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25" name="Google Shape;225;p41"/>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26" name="Google Shape;226;p41"/>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7" name="Google Shape;227;p41"/>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8" name="Google Shape;228;p41"/>
          <p:cNvSpPr>
            <a:spLocks noGrp="1"/>
          </p:cNvSpPr>
          <p:nvPr>
            <p:ph type="pic" idx="4"/>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229" name="Google Shape;229;p41"/>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Lesson Title">
  <p:cSld name="Lesson Title">
    <p:spTree>
      <p:nvGrpSpPr>
        <p:cNvPr id="1" name="Shape 230"/>
        <p:cNvGrpSpPr/>
        <p:nvPr/>
      </p:nvGrpSpPr>
      <p:grpSpPr>
        <a:xfrm>
          <a:off x="0" y="0"/>
          <a:ext cx="0" cy="0"/>
          <a:chOff x="0" y="0"/>
          <a:chExt cx="0" cy="0"/>
        </a:xfrm>
      </p:grpSpPr>
      <p:pic>
        <p:nvPicPr>
          <p:cNvPr id="231" name="Google Shape;231;p42" descr="4.5-PPTBackgrounds-10.jpg"/>
          <p:cNvPicPr preferRelativeResize="0"/>
          <p:nvPr/>
        </p:nvPicPr>
        <p:blipFill rotWithShape="1">
          <a:blip r:embed="rId2">
            <a:alphaModFix/>
          </a:blip>
          <a:srcRect/>
          <a:stretch/>
        </p:blipFill>
        <p:spPr>
          <a:xfrm>
            <a:off x="-1" y="0"/>
            <a:ext cx="9144002" cy="5164853"/>
          </a:xfrm>
          <a:prstGeom prst="rect">
            <a:avLst/>
          </a:prstGeom>
          <a:noFill/>
          <a:ln>
            <a:noFill/>
          </a:ln>
        </p:spPr>
      </p:pic>
      <p:sp>
        <p:nvSpPr>
          <p:cNvPr id="232" name="Google Shape;232;p42"/>
          <p:cNvSpPr/>
          <p:nvPr/>
        </p:nvSpPr>
        <p:spPr>
          <a:xfrm>
            <a:off x="-1" y="0"/>
            <a:ext cx="9144000" cy="1928400"/>
          </a:xfrm>
          <a:prstGeom prst="rect">
            <a:avLst/>
          </a:prstGeom>
          <a:solidFill>
            <a:schemeClr val="accent1"/>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chemeClr val="dk1"/>
              </a:buClr>
              <a:buSzPts val="1700"/>
              <a:buFont typeface="Arial"/>
              <a:buNone/>
            </a:pPr>
            <a:endParaRPr sz="1700" b="0" i="1" u="none" strike="noStrike" cap="none">
              <a:solidFill>
                <a:srgbClr val="565656"/>
              </a:solidFill>
              <a:latin typeface="Arial"/>
              <a:ea typeface="Arial"/>
              <a:cs typeface="Arial"/>
              <a:sym typeface="Arial"/>
            </a:endParaRPr>
          </a:p>
        </p:txBody>
      </p:sp>
      <p:sp>
        <p:nvSpPr>
          <p:cNvPr id="233" name="Google Shape;233;p42"/>
          <p:cNvSpPr txBox="1"/>
          <p:nvPr/>
        </p:nvSpPr>
        <p:spPr>
          <a:xfrm>
            <a:off x="6684987" y="4888280"/>
            <a:ext cx="2107500" cy="1848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999999"/>
              </a:buClr>
              <a:buSzPts val="800"/>
              <a:buFont typeface="Arial"/>
              <a:buNone/>
            </a:pPr>
            <a:r>
              <a:rPr lang="en" sz="800" b="1" i="0" u="none" strike="noStrike" cap="none">
                <a:solidFill>
                  <a:srgbClr val="999999"/>
                </a:solidFill>
                <a:latin typeface="Arial"/>
                <a:ea typeface="Arial"/>
                <a:cs typeface="Arial"/>
                <a:sym typeface="Arial"/>
              </a:rPr>
              <a:t>© Scaled Agile, Inc. </a:t>
            </a:r>
            <a:endParaRPr sz="1100"/>
          </a:p>
        </p:txBody>
      </p:sp>
      <p:pic>
        <p:nvPicPr>
          <p:cNvPr id="234" name="Google Shape;234;p42"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
        <p:nvSpPr>
          <p:cNvPr id="235" name="Google Shape;235;p42"/>
          <p:cNvSpPr txBox="1">
            <a:spLocks noGrp="1"/>
          </p:cNvSpPr>
          <p:nvPr>
            <p:ph type="body" idx="1"/>
          </p:nvPr>
        </p:nvSpPr>
        <p:spPr>
          <a:xfrm>
            <a:off x="3268717" y="2465179"/>
            <a:ext cx="5523000" cy="1030800"/>
          </a:xfrm>
          <a:prstGeom prst="rect">
            <a:avLst/>
          </a:prstGeom>
          <a:noFill/>
          <a:ln>
            <a:noFill/>
          </a:ln>
        </p:spPr>
        <p:txBody>
          <a:bodyPr spcFirstLastPara="1" wrap="square" lIns="68575" tIns="34275" rIns="68575" bIns="34275" anchor="ctr" anchorCtr="0">
            <a:noAutofit/>
          </a:bodyPr>
          <a:lstStyle>
            <a:lvl1pPr marL="457200" lvl="0" indent="-228600" algn="l" rtl="0">
              <a:lnSpc>
                <a:spcPct val="100000"/>
              </a:lnSpc>
              <a:spcBef>
                <a:spcPts val="800"/>
              </a:spcBef>
              <a:spcAft>
                <a:spcPts val="0"/>
              </a:spcAft>
              <a:buSzPts val="1100"/>
              <a:buFont typeface="Arial"/>
              <a:buNone/>
              <a:defRPr sz="1400" b="0" i="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900"/>
              <a:buFont typeface="Arial"/>
              <a:buNone/>
              <a:defRPr sz="1600"/>
            </a:lvl2pPr>
            <a:lvl3pPr marL="1371600" lvl="2" indent="-228600" algn="l" rtl="0">
              <a:lnSpc>
                <a:spcPct val="110000"/>
              </a:lnSpc>
              <a:spcBef>
                <a:spcPts val="600"/>
              </a:spcBef>
              <a:spcAft>
                <a:spcPts val="0"/>
              </a:spcAft>
              <a:buSzPts val="1800"/>
              <a:buFont typeface="Avenir"/>
              <a:buNone/>
              <a:defRPr sz="1600"/>
            </a:lvl3pPr>
            <a:lvl4pPr marL="1828800" lvl="3" indent="-228600" algn="l" rtl="0">
              <a:lnSpc>
                <a:spcPct val="110000"/>
              </a:lnSpc>
              <a:spcBef>
                <a:spcPts val="600"/>
              </a:spcBef>
              <a:spcAft>
                <a:spcPts val="0"/>
              </a:spcAft>
              <a:buSzPts val="1800"/>
              <a:buFont typeface="Arial"/>
              <a:buNone/>
              <a:defRPr sz="1600"/>
            </a:lvl4pPr>
            <a:lvl5pPr marL="2286000" lvl="4" indent="-228600" algn="l" rtl="0">
              <a:lnSpc>
                <a:spcPct val="110000"/>
              </a:lnSpc>
              <a:spcBef>
                <a:spcPts val="200"/>
              </a:spcBef>
              <a:spcAft>
                <a:spcPts val="0"/>
              </a:spcAft>
              <a:buSzPts val="1800"/>
              <a:buFont typeface="Avenir"/>
              <a:buNone/>
              <a:defRPr sz="16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36" name="Google Shape;236;p42"/>
          <p:cNvSpPr txBox="1">
            <a:spLocks noGrp="1"/>
          </p:cNvSpPr>
          <p:nvPr>
            <p:ph type="subTitle" idx="2"/>
          </p:nvPr>
        </p:nvSpPr>
        <p:spPr>
          <a:xfrm>
            <a:off x="471843" y="1266730"/>
            <a:ext cx="8320500" cy="456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68575" bIns="34275" anchor="t" anchorCtr="0">
            <a:noAutofit/>
          </a:bodyPr>
          <a:lstStyle>
            <a:lvl1pPr lvl="0" algn="l" rtl="0">
              <a:lnSpc>
                <a:spcPct val="110000"/>
              </a:lnSpc>
              <a:spcBef>
                <a:spcPts val="0"/>
              </a:spcBef>
              <a:spcAft>
                <a:spcPts val="0"/>
              </a:spcAft>
              <a:buClr>
                <a:schemeClr val="dk2"/>
              </a:buClr>
              <a:buSzPts val="2200"/>
              <a:buFont typeface="Noto Sans Symbols"/>
              <a:buNone/>
              <a:defRPr sz="2200" b="0" i="0">
                <a:solidFill>
                  <a:schemeClr val="lt1"/>
                </a:solidFill>
                <a:latin typeface="Arial"/>
                <a:ea typeface="Arial"/>
                <a:cs typeface="Arial"/>
                <a:sym typeface="Arial"/>
              </a:defRPr>
            </a:lvl1pPr>
            <a:lvl2pPr lvl="1" algn="l" rtl="0">
              <a:lnSpc>
                <a:spcPct val="110000"/>
              </a:lnSpc>
              <a:spcBef>
                <a:spcPts val="600"/>
              </a:spcBef>
              <a:spcAft>
                <a:spcPts val="0"/>
              </a:spcAft>
              <a:buSzPts val="1600"/>
              <a:buChar char="-"/>
              <a:defRPr/>
            </a:lvl2pPr>
            <a:lvl3pPr lvl="2" algn="l" rtl="0">
              <a:lnSpc>
                <a:spcPct val="110000"/>
              </a:lnSpc>
              <a:spcBef>
                <a:spcPts val="600"/>
              </a:spcBef>
              <a:spcAft>
                <a:spcPts val="0"/>
              </a:spcAft>
              <a:buSzPts val="1500"/>
              <a:buChar char="•"/>
              <a:defRPr/>
            </a:lvl3pPr>
            <a:lvl4pPr lvl="3" algn="l" rtl="0">
              <a:lnSpc>
                <a:spcPct val="110000"/>
              </a:lnSpc>
              <a:spcBef>
                <a:spcPts val="600"/>
              </a:spcBef>
              <a:spcAft>
                <a:spcPts val="0"/>
              </a:spcAft>
              <a:buSzPts val="1500"/>
              <a:buNone/>
              <a:defRPr/>
            </a:lvl4pPr>
            <a:lvl5pPr lvl="4" algn="l" rtl="0">
              <a:lnSpc>
                <a:spcPct val="110000"/>
              </a:lnSpc>
              <a:spcBef>
                <a:spcPts val="200"/>
              </a:spcBef>
              <a:spcAft>
                <a:spcPts val="0"/>
              </a:spcAft>
              <a:buSzPts val="1500"/>
              <a:buChar char="–"/>
              <a:defRPr/>
            </a:lvl5pPr>
            <a:lvl6pPr lvl="5" algn="l" rtl="0">
              <a:spcBef>
                <a:spcPts val="300"/>
              </a:spcBef>
              <a:spcAft>
                <a:spcPts val="0"/>
              </a:spcAft>
              <a:buSzPts val="1100"/>
              <a:buChar char="▪"/>
              <a:defRPr/>
            </a:lvl6pPr>
            <a:lvl7pPr lvl="6" algn="l" rtl="0">
              <a:spcBef>
                <a:spcPts val="300"/>
              </a:spcBef>
              <a:spcAft>
                <a:spcPts val="0"/>
              </a:spcAft>
              <a:buSzPts val="1100"/>
              <a:buChar char="▪"/>
              <a:defRPr/>
            </a:lvl7pPr>
            <a:lvl8pPr lvl="7" algn="l" rtl="0">
              <a:spcBef>
                <a:spcPts val="300"/>
              </a:spcBef>
              <a:spcAft>
                <a:spcPts val="0"/>
              </a:spcAft>
              <a:buSzPts val="1100"/>
              <a:buChar char="▪"/>
              <a:defRPr/>
            </a:lvl8pPr>
            <a:lvl9pPr lvl="8" algn="l" rtl="0">
              <a:spcBef>
                <a:spcPts val="300"/>
              </a:spcBef>
              <a:spcAft>
                <a:spcPts val="0"/>
              </a:spcAft>
              <a:buSzPts val="1100"/>
              <a:buChar char="▪"/>
              <a:defRPr/>
            </a:lvl9pPr>
          </a:lstStyle>
          <a:p>
            <a:endParaRPr/>
          </a:p>
        </p:txBody>
      </p:sp>
      <p:sp>
        <p:nvSpPr>
          <p:cNvPr id="237" name="Google Shape;237;p42"/>
          <p:cNvSpPr txBox="1">
            <a:spLocks noGrp="1"/>
          </p:cNvSpPr>
          <p:nvPr>
            <p:ph type="ctrTitle"/>
          </p:nvPr>
        </p:nvSpPr>
        <p:spPr>
          <a:xfrm>
            <a:off x="471843" y="33780"/>
            <a:ext cx="8320500" cy="12042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0" bIns="0" anchor="b" anchorCtr="0">
            <a:noAutofit/>
          </a:bodyPr>
          <a:lstStyle>
            <a:lvl1pPr lvl="0" algn="l" rtl="0">
              <a:spcBef>
                <a:spcPts val="0"/>
              </a:spcBef>
              <a:spcAft>
                <a:spcPts val="0"/>
              </a:spcAft>
              <a:buSzPts val="1100"/>
              <a:buNone/>
              <a:defRPr sz="32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38" name="Google Shape;238;p42"/>
          <p:cNvSpPr txBox="1">
            <a:spLocks noGrp="1"/>
          </p:cNvSpPr>
          <p:nvPr>
            <p:ph type="body" idx="3"/>
          </p:nvPr>
        </p:nvSpPr>
        <p:spPr>
          <a:xfrm>
            <a:off x="2212181" y="2464594"/>
            <a:ext cx="1056000" cy="10311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700"/>
              <a:buNone/>
              <a:defRPr/>
            </a:lvl1pPr>
            <a:lvl2pPr marL="914400" lvl="1" indent="-330200" algn="l" rtl="0">
              <a:lnSpc>
                <a:spcPct val="110000"/>
              </a:lnSpc>
              <a:spcBef>
                <a:spcPts val="800"/>
              </a:spcBef>
              <a:spcAft>
                <a:spcPts val="0"/>
              </a:spcAft>
              <a:buSzPts val="1600"/>
              <a:buChar char="-"/>
              <a:defRPr/>
            </a:lvl2pPr>
            <a:lvl3pPr marL="1371600" lvl="2" indent="-323850" algn="l" rtl="0">
              <a:lnSpc>
                <a:spcPct val="110000"/>
              </a:lnSpc>
              <a:spcBef>
                <a:spcPts val="600"/>
              </a:spcBef>
              <a:spcAft>
                <a:spcPts val="0"/>
              </a:spcAft>
              <a:buSzPts val="1500"/>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239"/>
        <p:cNvGrpSpPr/>
        <p:nvPr/>
      </p:nvGrpSpPr>
      <p:grpSpPr>
        <a:xfrm>
          <a:off x="0" y="0"/>
          <a:ext cx="0" cy="0"/>
          <a:chOff x="0" y="0"/>
          <a:chExt cx="0" cy="0"/>
        </a:xfrm>
      </p:grpSpPr>
      <p:pic>
        <p:nvPicPr>
          <p:cNvPr id="240" name="Google Shape;240;p43" descr="4.5-PPTBackgrounds_Test-Yellow-FullFrame.jpg"/>
          <p:cNvPicPr preferRelativeResize="0"/>
          <p:nvPr/>
        </p:nvPicPr>
        <p:blipFill rotWithShape="1">
          <a:blip r:embed="rId2">
            <a:alphaModFix/>
          </a:blip>
          <a:srcRect/>
          <a:stretch/>
        </p:blipFill>
        <p:spPr>
          <a:xfrm>
            <a:off x="0" y="0"/>
            <a:ext cx="9144002" cy="5143502"/>
          </a:xfrm>
          <a:prstGeom prst="rect">
            <a:avLst/>
          </a:prstGeom>
          <a:noFill/>
          <a:ln>
            <a:noFill/>
          </a:ln>
        </p:spPr>
      </p:pic>
      <p:sp>
        <p:nvSpPr>
          <p:cNvPr id="241" name="Google Shape;241;p43"/>
          <p:cNvSpPr/>
          <p:nvPr/>
        </p:nvSpPr>
        <p:spPr>
          <a:xfrm>
            <a:off x="0" y="1683875"/>
            <a:ext cx="9144000" cy="17757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42" name="Google Shape;242;p43"/>
          <p:cNvSpPr txBox="1"/>
          <p:nvPr/>
        </p:nvSpPr>
        <p:spPr>
          <a:xfrm>
            <a:off x="8015592" y="4800601"/>
            <a:ext cx="654000" cy="2715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FFFFFF"/>
              </a:buClr>
              <a:buSzPts val="900"/>
              <a:buFont typeface="Arial"/>
              <a:buNone/>
            </a:pPr>
            <a:fld id="{00000000-1234-1234-1234-123412341234}" type="slidenum">
              <a:rPr lang="en" sz="900" b="0" i="0" u="none" strike="noStrike" cap="none">
                <a:solidFill>
                  <a:srgbClr val="FFFFFF"/>
                </a:solidFill>
                <a:latin typeface="Arial"/>
                <a:ea typeface="Arial"/>
                <a:cs typeface="Arial"/>
                <a:sym typeface="Arial"/>
              </a:rPr>
              <a:t>‹#›</a:t>
            </a:fld>
            <a:endParaRPr sz="900" b="0" i="0" u="none" strike="noStrike" cap="none">
              <a:solidFill>
                <a:srgbClr val="FFFFFF"/>
              </a:solidFill>
              <a:latin typeface="Arial"/>
              <a:ea typeface="Arial"/>
              <a:cs typeface="Arial"/>
              <a:sym typeface="Arial"/>
            </a:endParaRPr>
          </a:p>
        </p:txBody>
      </p:sp>
      <p:sp>
        <p:nvSpPr>
          <p:cNvPr id="243" name="Google Shape;243;p43"/>
          <p:cNvSpPr txBox="1"/>
          <p:nvPr/>
        </p:nvSpPr>
        <p:spPr>
          <a:xfrm>
            <a:off x="1544060" y="4908443"/>
            <a:ext cx="1890300" cy="177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700"/>
              <a:buFont typeface="Arial"/>
              <a:buNone/>
            </a:pPr>
            <a:r>
              <a:rPr lang="en" sz="700" b="1" i="0" u="none" strike="noStrike" cap="none">
                <a:solidFill>
                  <a:srgbClr val="FFFFFF"/>
                </a:solidFill>
                <a:latin typeface="Arial"/>
                <a:ea typeface="Arial"/>
                <a:cs typeface="Arial"/>
                <a:sym typeface="Arial"/>
              </a:rPr>
              <a:t>© Scaled Agile, Inc. </a:t>
            </a:r>
            <a:endParaRPr sz="1100"/>
          </a:p>
        </p:txBody>
      </p:sp>
      <p:pic>
        <p:nvPicPr>
          <p:cNvPr id="244" name="Google Shape;244;p43"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45" name="Google Shape;245;p43"/>
          <p:cNvSpPr txBox="1">
            <a:spLocks noGrp="1"/>
          </p:cNvSpPr>
          <p:nvPr>
            <p:ph type="title"/>
          </p:nvPr>
        </p:nvSpPr>
        <p:spPr>
          <a:xfrm>
            <a:off x="426461" y="1683875"/>
            <a:ext cx="8243100" cy="1775700"/>
          </a:xfrm>
          <a:prstGeom prst="rect">
            <a:avLst/>
          </a:prstGeom>
          <a:solidFill>
            <a:schemeClr val="lt1"/>
          </a:solidFill>
          <a:ln w="9525" cap="flat" cmpd="sng">
            <a:solidFill>
              <a:schemeClr val="lt1">
                <a:alpha val="0"/>
              </a:schemeClr>
            </a:solidFill>
            <a:prstDash val="solid"/>
            <a:miter lim="800000"/>
            <a:headEnd type="none" w="sm" len="sm"/>
            <a:tailEnd type="none" w="sm" len="sm"/>
          </a:ln>
        </p:spPr>
        <p:txBody>
          <a:bodyPr spcFirstLastPara="1" wrap="square" lIns="68575" tIns="34275" rIns="68575" bIns="34275" anchor="ctr" anchorCtr="0">
            <a:noAutofit/>
          </a:bodyPr>
          <a:lstStyle>
            <a:lvl1pPr lvl="0" algn="ctr" rtl="0">
              <a:lnSpc>
                <a:spcPct val="110000"/>
              </a:lnSpc>
              <a:spcBef>
                <a:spcPts val="0"/>
              </a:spcBef>
              <a:spcAft>
                <a:spcPts val="0"/>
              </a:spcAft>
              <a:buSzPts val="1100"/>
              <a:buNone/>
              <a:defRPr sz="2900" b="0" i="0" cap="none">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Lesson Review">
  <p:cSld name="Lesson Review">
    <p:spTree>
      <p:nvGrpSpPr>
        <p:cNvPr id="1" name="Shape 246"/>
        <p:cNvGrpSpPr/>
        <p:nvPr/>
      </p:nvGrpSpPr>
      <p:grpSpPr>
        <a:xfrm>
          <a:off x="0" y="0"/>
          <a:ext cx="0" cy="0"/>
          <a:chOff x="0" y="0"/>
          <a:chExt cx="0" cy="0"/>
        </a:xfrm>
      </p:grpSpPr>
      <p:sp>
        <p:nvSpPr>
          <p:cNvPr id="247" name="Google Shape;247;p44"/>
          <p:cNvSpPr txBox="1">
            <a:spLocks noGrp="1"/>
          </p:cNvSpPr>
          <p:nvPr>
            <p:ph type="body" idx="1"/>
          </p:nvPr>
        </p:nvSpPr>
        <p:spPr>
          <a:xfrm>
            <a:off x="388303" y="1270450"/>
            <a:ext cx="8375400" cy="3515100"/>
          </a:xfrm>
          <a:prstGeom prst="rect">
            <a:avLst/>
          </a:prstGeom>
          <a:noFill/>
          <a:ln>
            <a:noFill/>
          </a:ln>
        </p:spPr>
        <p:txBody>
          <a:bodyPr spcFirstLastPara="1" wrap="square" lIns="68575" tIns="34275" rIns="68575" bIns="34275" anchor="t" anchorCtr="0">
            <a:noAutofit/>
          </a:bodyPr>
          <a:lstStyle>
            <a:lvl1pPr marL="457200" marR="0" lvl="0" indent="-336550" algn="l" rtl="0">
              <a:lnSpc>
                <a:spcPct val="110000"/>
              </a:lnSpc>
              <a:spcBef>
                <a:spcPts val="800"/>
              </a:spcBef>
              <a:spcAft>
                <a:spcPts val="0"/>
              </a:spcAft>
              <a:buClr>
                <a:srgbClr val="A5A5A5"/>
              </a:buClr>
              <a:buSzPts val="1700"/>
              <a:buFont typeface="Merriweather Sans"/>
              <a:buChar char="►"/>
              <a:defRPr sz="2100" b="0" i="0">
                <a:solidFill>
                  <a:schemeClr val="dk1"/>
                </a:solidFill>
                <a:latin typeface="Arial"/>
                <a:ea typeface="Arial"/>
                <a:cs typeface="Arial"/>
                <a:sym typeface="Arial"/>
              </a:defRPr>
            </a:lvl1pPr>
            <a:lvl2pPr marL="914400" marR="0" lvl="1" indent="-374650" algn="l" rtl="0">
              <a:lnSpc>
                <a:spcPct val="110000"/>
              </a:lnSpc>
              <a:spcBef>
                <a:spcPts val="800"/>
              </a:spcBef>
              <a:spcAft>
                <a:spcPts val="0"/>
              </a:spcAft>
              <a:buClr>
                <a:srgbClr val="AAAAAA"/>
              </a:buClr>
              <a:buSzPts val="2300"/>
              <a:buFont typeface="Merriweather Sans"/>
              <a:buChar char="-"/>
              <a:defRPr sz="2000" b="0" i="0">
                <a:solidFill>
                  <a:schemeClr val="dk1"/>
                </a:solidFill>
                <a:latin typeface="Arial"/>
                <a:ea typeface="Arial"/>
                <a:cs typeface="Arial"/>
                <a:sym typeface="Arial"/>
              </a:defRPr>
            </a:lvl2pPr>
            <a:lvl3pPr marL="1371600" marR="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48" name="Google Shape;248;p44"/>
          <p:cNvSpPr txBox="1">
            <a:spLocks noGrp="1"/>
          </p:cNvSpPr>
          <p:nvPr>
            <p:ph type="body" idx="2"/>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49" name="Google Shape;249;p4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ull Color 01">
  <p:cSld name="Full Color 01">
    <p:spTree>
      <p:nvGrpSpPr>
        <p:cNvPr id="1" name="Shape 250"/>
        <p:cNvGrpSpPr/>
        <p:nvPr/>
      </p:nvGrpSpPr>
      <p:grpSpPr>
        <a:xfrm>
          <a:off x="0" y="0"/>
          <a:ext cx="0" cy="0"/>
          <a:chOff x="0" y="0"/>
          <a:chExt cx="0" cy="0"/>
        </a:xfrm>
      </p:grpSpPr>
      <p:pic>
        <p:nvPicPr>
          <p:cNvPr id="251" name="Google Shape;251;p45" descr="4.5-PPTBackgrounds_Blue-patter-Full-Screen.png"/>
          <p:cNvPicPr preferRelativeResize="0"/>
          <p:nvPr/>
        </p:nvPicPr>
        <p:blipFill rotWithShape="1">
          <a:blip r:embed="rId2">
            <a:alphaModFix/>
          </a:blip>
          <a:srcRect/>
          <a:stretch/>
        </p:blipFill>
        <p:spPr>
          <a:xfrm>
            <a:off x="0" y="0"/>
            <a:ext cx="9168385" cy="5157217"/>
          </a:xfrm>
          <a:prstGeom prst="rect">
            <a:avLst/>
          </a:prstGeom>
          <a:noFill/>
          <a:ln>
            <a:noFill/>
          </a:ln>
        </p:spPr>
      </p:pic>
      <p:sp>
        <p:nvSpPr>
          <p:cNvPr id="252" name="Google Shape;252;p45"/>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53" name="Google Shape;253;p45"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54" name="Google Shape;254;p45"/>
          <p:cNvSpPr txBox="1">
            <a:spLocks noGrp="1"/>
          </p:cNvSpPr>
          <p:nvPr>
            <p:ph type="title"/>
          </p:nvPr>
        </p:nvSpPr>
        <p:spPr>
          <a:xfrm>
            <a:off x="2990539" y="329784"/>
            <a:ext cx="5727000" cy="43770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1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55" name="Google Shape;255;p45"/>
          <p:cNvSpPr>
            <a:spLocks noGrp="1"/>
          </p:cNvSpPr>
          <p:nvPr>
            <p:ph type="pic" idx="2"/>
          </p:nvPr>
        </p:nvSpPr>
        <p:spPr>
          <a:xfrm>
            <a:off x="426460" y="329785"/>
            <a:ext cx="2271900" cy="4377000"/>
          </a:xfrm>
          <a:prstGeom prst="rect">
            <a:avLst/>
          </a:prstGeom>
          <a:noFill/>
          <a:ln>
            <a:noFill/>
          </a:ln>
        </p:spPr>
        <p:txBody>
          <a:bodyPr spcFirstLastPara="1" wrap="square" lIns="68575" tIns="34275" rIns="68575" bIns="34275" anchor="ctr"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Full Color 02">
  <p:cSld name="Full Color 02">
    <p:spTree>
      <p:nvGrpSpPr>
        <p:cNvPr id="1" name="Shape 256"/>
        <p:cNvGrpSpPr/>
        <p:nvPr/>
      </p:nvGrpSpPr>
      <p:grpSpPr>
        <a:xfrm>
          <a:off x="0" y="0"/>
          <a:ext cx="0" cy="0"/>
          <a:chOff x="0" y="0"/>
          <a:chExt cx="0" cy="0"/>
        </a:xfrm>
      </p:grpSpPr>
      <p:pic>
        <p:nvPicPr>
          <p:cNvPr id="257" name="Google Shape;257;p46" descr="4.5-PPTBackgrounds_Blue-patter-Full-Screen.png"/>
          <p:cNvPicPr preferRelativeResize="0"/>
          <p:nvPr/>
        </p:nvPicPr>
        <p:blipFill rotWithShape="1">
          <a:blip r:embed="rId2">
            <a:alphaModFix/>
          </a:blip>
          <a:srcRect/>
          <a:stretch/>
        </p:blipFill>
        <p:spPr>
          <a:xfrm>
            <a:off x="1" y="0"/>
            <a:ext cx="9168385" cy="5157217"/>
          </a:xfrm>
          <a:prstGeom prst="rect">
            <a:avLst/>
          </a:prstGeom>
          <a:noFill/>
          <a:ln>
            <a:noFill/>
          </a:ln>
        </p:spPr>
      </p:pic>
      <p:sp>
        <p:nvSpPr>
          <p:cNvPr id="258" name="Google Shape;258;p46"/>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59" name="Google Shape;259;p46"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60" name="Google Shape;260;p46"/>
          <p:cNvSpPr txBox="1">
            <a:spLocks noGrp="1"/>
          </p:cNvSpPr>
          <p:nvPr>
            <p:ph type="title"/>
          </p:nvPr>
        </p:nvSpPr>
        <p:spPr>
          <a:xfrm>
            <a:off x="6076015" y="331775"/>
            <a:ext cx="2631600" cy="43860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10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1" name="Google Shape;261;p46"/>
          <p:cNvSpPr>
            <a:spLocks noGrp="1"/>
          </p:cNvSpPr>
          <p:nvPr>
            <p:ph type="pic" idx="2"/>
          </p:nvPr>
        </p:nvSpPr>
        <p:spPr>
          <a:xfrm>
            <a:off x="426461" y="331773"/>
            <a:ext cx="5382300" cy="4386000"/>
          </a:xfrm>
          <a:prstGeom prst="rect">
            <a:avLst/>
          </a:prstGeom>
          <a:noFill/>
          <a:ln>
            <a:noFill/>
          </a:ln>
        </p:spPr>
        <p:txBody>
          <a:bodyPr spcFirstLastPara="1" wrap="square" lIns="68575" tIns="34275" rIns="68575" bIns="34275" anchor="ctr"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ull Color 03">
  <p:cSld name="Full Color 03">
    <p:spTree>
      <p:nvGrpSpPr>
        <p:cNvPr id="1" name="Shape 262"/>
        <p:cNvGrpSpPr/>
        <p:nvPr/>
      </p:nvGrpSpPr>
      <p:grpSpPr>
        <a:xfrm>
          <a:off x="0" y="0"/>
          <a:ext cx="0" cy="0"/>
          <a:chOff x="0" y="0"/>
          <a:chExt cx="0" cy="0"/>
        </a:xfrm>
      </p:grpSpPr>
      <p:pic>
        <p:nvPicPr>
          <p:cNvPr id="263" name="Google Shape;263;p47" descr="4.5-PPTBackgrounds_Blue-patter-Full-Screen.png"/>
          <p:cNvPicPr preferRelativeResize="0"/>
          <p:nvPr/>
        </p:nvPicPr>
        <p:blipFill rotWithShape="1">
          <a:blip r:embed="rId2">
            <a:alphaModFix/>
          </a:blip>
          <a:srcRect/>
          <a:stretch/>
        </p:blipFill>
        <p:spPr>
          <a:xfrm>
            <a:off x="1" y="0"/>
            <a:ext cx="9168385" cy="5157217"/>
          </a:xfrm>
          <a:prstGeom prst="rect">
            <a:avLst/>
          </a:prstGeom>
          <a:noFill/>
          <a:ln>
            <a:noFill/>
          </a:ln>
        </p:spPr>
      </p:pic>
      <p:sp>
        <p:nvSpPr>
          <p:cNvPr id="264" name="Google Shape;264;p47"/>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65" name="Google Shape;265;p47"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66" name="Google Shape;266;p47"/>
          <p:cNvSpPr txBox="1">
            <a:spLocks noGrp="1"/>
          </p:cNvSpPr>
          <p:nvPr>
            <p:ph type="title"/>
          </p:nvPr>
        </p:nvSpPr>
        <p:spPr>
          <a:xfrm>
            <a:off x="1346200" y="331775"/>
            <a:ext cx="7361400" cy="35544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70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7" name="Google Shape;267;p47"/>
          <p:cNvSpPr txBox="1"/>
          <p:nvPr/>
        </p:nvSpPr>
        <p:spPr>
          <a:xfrm>
            <a:off x="493139" y="475214"/>
            <a:ext cx="802200" cy="26085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6500" b="0" i="0" u="none" strike="noStrike" cap="none">
                <a:solidFill>
                  <a:srgbClr val="FFFFFF"/>
                </a:solidFill>
                <a:latin typeface="Arial"/>
                <a:ea typeface="Arial"/>
                <a:cs typeface="Arial"/>
                <a:sym typeface="Arial"/>
              </a:rPr>
              <a:t>“</a:t>
            </a:r>
            <a:endParaRPr sz="1100"/>
          </a:p>
        </p:txBody>
      </p:sp>
      <p:sp>
        <p:nvSpPr>
          <p:cNvPr id="268" name="Google Shape;268;p47"/>
          <p:cNvSpPr txBox="1">
            <a:spLocks noGrp="1"/>
          </p:cNvSpPr>
          <p:nvPr>
            <p:ph type="body" idx="1"/>
          </p:nvPr>
        </p:nvSpPr>
        <p:spPr>
          <a:xfrm>
            <a:off x="3829558" y="4217975"/>
            <a:ext cx="4878000" cy="400200"/>
          </a:xfrm>
          <a:prstGeom prst="rect">
            <a:avLst/>
          </a:prstGeom>
          <a:noFill/>
          <a:ln>
            <a:noFill/>
          </a:ln>
        </p:spPr>
        <p:txBody>
          <a:bodyPr spcFirstLastPara="1" wrap="square" lIns="0" tIns="0" rIns="0" bIns="0" anchor="t" anchorCtr="0">
            <a:noAutofit/>
          </a:bodyPr>
          <a:lstStyle>
            <a:lvl1pPr marL="457200" lvl="0" indent="-228600" algn="r" rtl="0">
              <a:lnSpc>
                <a:spcPct val="110000"/>
              </a:lnSpc>
              <a:spcBef>
                <a:spcPts val="800"/>
              </a:spcBef>
              <a:spcAft>
                <a:spcPts val="0"/>
              </a:spcAft>
              <a:buSzPts val="1400"/>
              <a:buFont typeface="Arial"/>
              <a:buNone/>
              <a:defRPr sz="1800" i="1">
                <a:solidFill>
                  <a:schemeClr val="lt1"/>
                </a:solidFill>
              </a:defRPr>
            </a:lvl1pPr>
            <a:lvl2pPr marL="914400" lvl="1" indent="-228600" algn="r" rtl="0">
              <a:lnSpc>
                <a:spcPct val="110000"/>
              </a:lnSpc>
              <a:spcBef>
                <a:spcPts val="800"/>
              </a:spcBef>
              <a:spcAft>
                <a:spcPts val="0"/>
              </a:spcAft>
              <a:buSzPts val="1900"/>
              <a:buFont typeface="Arial"/>
              <a:buNone/>
              <a:defRPr sz="1700" i="1">
                <a:solidFill>
                  <a:schemeClr val="lt1"/>
                </a:solidFill>
              </a:defRPr>
            </a:lvl2pPr>
            <a:lvl3pPr marL="1371600" lvl="2" indent="-228600" algn="r" rtl="0">
              <a:lnSpc>
                <a:spcPct val="110000"/>
              </a:lnSpc>
              <a:spcBef>
                <a:spcPts val="600"/>
              </a:spcBef>
              <a:spcAft>
                <a:spcPts val="0"/>
              </a:spcAft>
              <a:buSzPts val="1800"/>
              <a:buFont typeface="Avenir"/>
              <a:buNone/>
              <a:defRPr sz="1700" i="1">
                <a:solidFill>
                  <a:schemeClr val="lt1"/>
                </a:solidFill>
              </a:defRPr>
            </a:lvl3pPr>
            <a:lvl4pPr marL="1828800" lvl="3" indent="-228600" algn="r" rtl="0">
              <a:lnSpc>
                <a:spcPct val="110000"/>
              </a:lnSpc>
              <a:spcBef>
                <a:spcPts val="600"/>
              </a:spcBef>
              <a:spcAft>
                <a:spcPts val="0"/>
              </a:spcAft>
              <a:buSzPts val="1800"/>
              <a:buFont typeface="Arial"/>
              <a:buNone/>
              <a:defRPr sz="1700" i="1">
                <a:solidFill>
                  <a:schemeClr val="lt1"/>
                </a:solidFill>
              </a:defRPr>
            </a:lvl4pPr>
            <a:lvl5pPr marL="2286000" lvl="4" indent="-228600" algn="r" rtl="0">
              <a:lnSpc>
                <a:spcPct val="110000"/>
              </a:lnSpc>
              <a:spcBef>
                <a:spcPts val="200"/>
              </a:spcBef>
              <a:spcAft>
                <a:spcPts val="0"/>
              </a:spcAft>
              <a:buSzPts val="1800"/>
              <a:buFont typeface="Avenir"/>
              <a:buNone/>
              <a:defRPr sz="1700" i="1">
                <a:solidFill>
                  <a:schemeClr val="lt1"/>
                </a:solidFill>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ctivities 01-2">
  <p:cSld name="Activities 01-2">
    <p:spTree>
      <p:nvGrpSpPr>
        <p:cNvPr id="1" name="Shape 269"/>
        <p:cNvGrpSpPr/>
        <p:nvPr/>
      </p:nvGrpSpPr>
      <p:grpSpPr>
        <a:xfrm>
          <a:off x="0" y="0"/>
          <a:ext cx="0" cy="0"/>
          <a:chOff x="0" y="0"/>
          <a:chExt cx="0" cy="0"/>
        </a:xfrm>
      </p:grpSpPr>
      <p:sp>
        <p:nvSpPr>
          <p:cNvPr id="270" name="Google Shape;270;p48"/>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271" name="Google Shape;271;p48"/>
          <p:cNvPicPr preferRelativeResize="0"/>
          <p:nvPr/>
        </p:nvPicPr>
        <p:blipFill rotWithShape="1">
          <a:blip r:embed="rId2">
            <a:alphaModFix/>
          </a:blip>
          <a:srcRect/>
          <a:stretch/>
        </p:blipFill>
        <p:spPr>
          <a:xfrm>
            <a:off x="7593767" y="145634"/>
            <a:ext cx="633302" cy="633302"/>
          </a:xfrm>
          <a:prstGeom prst="rect">
            <a:avLst/>
          </a:prstGeom>
          <a:noFill/>
          <a:ln>
            <a:noFill/>
          </a:ln>
        </p:spPr>
      </p:pic>
      <p:pic>
        <p:nvPicPr>
          <p:cNvPr id="272" name="Google Shape;272;p48"/>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73" name="Google Shape;273;p48"/>
          <p:cNvSpPr txBox="1">
            <a:spLocks noGrp="1"/>
          </p:cNvSpPr>
          <p:nvPr>
            <p:ph type="body" idx="1"/>
          </p:nvPr>
        </p:nvSpPr>
        <p:spPr>
          <a:xfrm>
            <a:off x="289806" y="1038225"/>
            <a:ext cx="8539800" cy="3527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4" name="Google Shape;274;p48"/>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5" name="Google Shape;275;p48"/>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6" name="Google Shape;276;p48"/>
          <p:cNvSpPr txBox="1">
            <a:spLocks noGrp="1"/>
          </p:cNvSpPr>
          <p:nvPr>
            <p:ph type="body" idx="3"/>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7" name="Google Shape;277;p48"/>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8" name="Google Shape;278;p48"/>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9" name="Google Shape;279;p48"/>
          <p:cNvSpPr>
            <a:spLocks noGrp="1"/>
          </p:cNvSpPr>
          <p:nvPr>
            <p:ph type="pic" idx="6"/>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ctivities 02-1">
  <p:cSld name="Activities 02-1">
    <p:spTree>
      <p:nvGrpSpPr>
        <p:cNvPr id="1" name="Shape 280"/>
        <p:cNvGrpSpPr/>
        <p:nvPr/>
      </p:nvGrpSpPr>
      <p:grpSpPr>
        <a:xfrm>
          <a:off x="0" y="0"/>
          <a:ext cx="0" cy="0"/>
          <a:chOff x="0" y="0"/>
          <a:chExt cx="0" cy="0"/>
        </a:xfrm>
      </p:grpSpPr>
      <p:sp>
        <p:nvSpPr>
          <p:cNvPr id="281" name="Google Shape;281;p49"/>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82" name="Google Shape;282;p49"/>
          <p:cNvSpPr txBox="1">
            <a:spLocks noGrp="1"/>
          </p:cNvSpPr>
          <p:nvPr>
            <p:ph type="body" idx="1"/>
          </p:nvPr>
        </p:nvSpPr>
        <p:spPr>
          <a:xfrm>
            <a:off x="289806" y="1038225"/>
            <a:ext cx="42156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3" name="Google Shape;283;p49"/>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84" name="Google Shape;284;p49"/>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85" name="Google Shape;285;p49"/>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6" name="Google Shape;286;p49"/>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7" name="Google Shape;287;p49"/>
          <p:cNvSpPr txBox="1">
            <a:spLocks noGrp="1"/>
          </p:cNvSpPr>
          <p:nvPr>
            <p:ph type="body" idx="4"/>
          </p:nvPr>
        </p:nvSpPr>
        <p:spPr>
          <a:xfrm>
            <a:off x="4587478" y="1038226"/>
            <a:ext cx="4232700" cy="3232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8" name="Google Shape;288;p49"/>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Activities 02-2">
  <p:cSld name="Activities 02-2">
    <p:spTree>
      <p:nvGrpSpPr>
        <p:cNvPr id="1" name="Shape 289"/>
        <p:cNvGrpSpPr/>
        <p:nvPr/>
      </p:nvGrpSpPr>
      <p:grpSpPr>
        <a:xfrm>
          <a:off x="0" y="0"/>
          <a:ext cx="0" cy="0"/>
          <a:chOff x="0" y="0"/>
          <a:chExt cx="0" cy="0"/>
        </a:xfrm>
      </p:grpSpPr>
      <p:sp>
        <p:nvSpPr>
          <p:cNvPr id="290" name="Google Shape;290;p50"/>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91" name="Google Shape;291;p50"/>
          <p:cNvSpPr txBox="1">
            <a:spLocks noGrp="1"/>
          </p:cNvSpPr>
          <p:nvPr>
            <p:ph type="body" idx="1"/>
          </p:nvPr>
        </p:nvSpPr>
        <p:spPr>
          <a:xfrm>
            <a:off x="289806" y="1038225"/>
            <a:ext cx="42156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2" name="Google Shape;292;p50"/>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93" name="Google Shape;293;p50"/>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94" name="Google Shape;294;p50"/>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5" name="Google Shape;295;p50"/>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96" name="Google Shape;296;p50"/>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297" name="Google Shape;297;p50"/>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8" name="Google Shape;298;p50"/>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9" name="Google Shape;299;p50"/>
          <p:cNvSpPr txBox="1">
            <a:spLocks noGrp="1"/>
          </p:cNvSpPr>
          <p:nvPr>
            <p:ph type="body" idx="6"/>
          </p:nvPr>
        </p:nvSpPr>
        <p:spPr>
          <a:xfrm>
            <a:off x="4587478" y="1038225"/>
            <a:ext cx="4232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0" name="Google Shape;300;p50"/>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Activities 03-1">
  <p:cSld name="Activities 03-1">
    <p:spTree>
      <p:nvGrpSpPr>
        <p:cNvPr id="1" name="Shape 301"/>
        <p:cNvGrpSpPr/>
        <p:nvPr/>
      </p:nvGrpSpPr>
      <p:grpSpPr>
        <a:xfrm>
          <a:off x="0" y="0"/>
          <a:ext cx="0" cy="0"/>
          <a:chOff x="0" y="0"/>
          <a:chExt cx="0" cy="0"/>
        </a:xfrm>
      </p:grpSpPr>
      <p:sp>
        <p:nvSpPr>
          <p:cNvPr id="302" name="Google Shape;302;p51"/>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03" name="Google Shape;303;p51"/>
          <p:cNvSpPr txBox="1">
            <a:spLocks noGrp="1"/>
          </p:cNvSpPr>
          <p:nvPr>
            <p:ph type="body" idx="1"/>
          </p:nvPr>
        </p:nvSpPr>
        <p:spPr>
          <a:xfrm>
            <a:off x="289805" y="1038225"/>
            <a:ext cx="59460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4" name="Google Shape;304;p51"/>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05" name="Google Shape;305;p51"/>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06" name="Google Shape;306;p51"/>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7" name="Google Shape;307;p51"/>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8" name="Google Shape;308;p51"/>
          <p:cNvSpPr txBox="1">
            <a:spLocks noGrp="1"/>
          </p:cNvSpPr>
          <p:nvPr>
            <p:ph type="body" idx="4"/>
          </p:nvPr>
        </p:nvSpPr>
        <p:spPr>
          <a:xfrm>
            <a:off x="6348953" y="1038225"/>
            <a:ext cx="24711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9" name="Google Shape;309;p51"/>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Activities 03-2">
  <p:cSld name="Activities 03-2">
    <p:spTree>
      <p:nvGrpSpPr>
        <p:cNvPr id="1" name="Shape 310"/>
        <p:cNvGrpSpPr/>
        <p:nvPr/>
      </p:nvGrpSpPr>
      <p:grpSpPr>
        <a:xfrm>
          <a:off x="0" y="0"/>
          <a:ext cx="0" cy="0"/>
          <a:chOff x="0" y="0"/>
          <a:chExt cx="0" cy="0"/>
        </a:xfrm>
      </p:grpSpPr>
      <p:sp>
        <p:nvSpPr>
          <p:cNvPr id="311" name="Google Shape;311;p52"/>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12" name="Google Shape;312;p52"/>
          <p:cNvSpPr txBox="1">
            <a:spLocks noGrp="1"/>
          </p:cNvSpPr>
          <p:nvPr>
            <p:ph type="body" idx="1"/>
          </p:nvPr>
        </p:nvSpPr>
        <p:spPr>
          <a:xfrm>
            <a:off x="289805" y="1038225"/>
            <a:ext cx="59460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3" name="Google Shape;313;p52"/>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3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14" name="Google Shape;314;p52"/>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15" name="Google Shape;315;p52"/>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6" name="Google Shape;316;p52"/>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17" name="Google Shape;317;p52"/>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18" name="Google Shape;318;p52"/>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9" name="Google Shape;319;p52"/>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0" name="Google Shape;320;p52"/>
          <p:cNvSpPr txBox="1">
            <a:spLocks noGrp="1"/>
          </p:cNvSpPr>
          <p:nvPr>
            <p:ph type="body" idx="6"/>
          </p:nvPr>
        </p:nvSpPr>
        <p:spPr>
          <a:xfrm>
            <a:off x="6348953" y="1038225"/>
            <a:ext cx="24711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1" name="Google Shape;321;p52"/>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ctivities 04-1">
  <p:cSld name="Activities 04-1">
    <p:spTree>
      <p:nvGrpSpPr>
        <p:cNvPr id="1" name="Shape 322"/>
        <p:cNvGrpSpPr/>
        <p:nvPr/>
      </p:nvGrpSpPr>
      <p:grpSpPr>
        <a:xfrm>
          <a:off x="0" y="0"/>
          <a:ext cx="0" cy="0"/>
          <a:chOff x="0" y="0"/>
          <a:chExt cx="0" cy="0"/>
        </a:xfrm>
      </p:grpSpPr>
      <p:sp>
        <p:nvSpPr>
          <p:cNvPr id="323" name="Google Shape;323;p53"/>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24" name="Google Shape;324;p53"/>
          <p:cNvSpPr txBox="1">
            <a:spLocks noGrp="1"/>
          </p:cNvSpPr>
          <p:nvPr>
            <p:ph type="body" idx="1"/>
          </p:nvPr>
        </p:nvSpPr>
        <p:spPr>
          <a:xfrm>
            <a:off x="289805" y="1038225"/>
            <a:ext cx="6617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5" name="Google Shape;325;p53"/>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26" name="Google Shape;326;p53"/>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27" name="Google Shape;327;p53"/>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8" name="Google Shape;328;p53"/>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9" name="Google Shape;329;p53"/>
          <p:cNvSpPr txBox="1">
            <a:spLocks noGrp="1"/>
          </p:cNvSpPr>
          <p:nvPr>
            <p:ph type="body" idx="4"/>
          </p:nvPr>
        </p:nvSpPr>
        <p:spPr>
          <a:xfrm>
            <a:off x="7027682" y="1038226"/>
            <a:ext cx="17925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0" name="Google Shape;330;p53"/>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ctivities 04-2">
  <p:cSld name="Activities 04-2">
    <p:spTree>
      <p:nvGrpSpPr>
        <p:cNvPr id="1" name="Shape 331"/>
        <p:cNvGrpSpPr/>
        <p:nvPr/>
      </p:nvGrpSpPr>
      <p:grpSpPr>
        <a:xfrm>
          <a:off x="0" y="0"/>
          <a:ext cx="0" cy="0"/>
          <a:chOff x="0" y="0"/>
          <a:chExt cx="0" cy="0"/>
        </a:xfrm>
      </p:grpSpPr>
      <p:sp>
        <p:nvSpPr>
          <p:cNvPr id="332" name="Google Shape;332;p54"/>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33" name="Google Shape;333;p54"/>
          <p:cNvSpPr txBox="1">
            <a:spLocks noGrp="1"/>
          </p:cNvSpPr>
          <p:nvPr>
            <p:ph type="body" idx="1"/>
          </p:nvPr>
        </p:nvSpPr>
        <p:spPr>
          <a:xfrm>
            <a:off x="289805" y="1038225"/>
            <a:ext cx="6617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4" name="Google Shape;334;p54"/>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35" name="Google Shape;335;p54"/>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36" name="Google Shape;336;p54"/>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7" name="Google Shape;337;p54"/>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38" name="Google Shape;338;p54"/>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39" name="Google Shape;339;p54"/>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0" name="Google Shape;340;p54"/>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1" name="Google Shape;341;p54"/>
          <p:cNvSpPr txBox="1">
            <a:spLocks noGrp="1"/>
          </p:cNvSpPr>
          <p:nvPr>
            <p:ph type="body" idx="6"/>
          </p:nvPr>
        </p:nvSpPr>
        <p:spPr>
          <a:xfrm>
            <a:off x="7027682" y="1038226"/>
            <a:ext cx="1792500" cy="3736200"/>
          </a:xfrm>
          <a:prstGeom prst="rect">
            <a:avLst/>
          </a:prstGeom>
          <a:noFill/>
          <a:ln>
            <a:noFill/>
          </a:ln>
        </p:spPr>
        <p:txBody>
          <a:bodyPr spcFirstLastPara="1" wrap="square" lIns="68575" tIns="34275" rIns="68575" bIns="34275" anchor="t" anchorCtr="0">
            <a:noAutofit/>
          </a:bodyPr>
          <a:lstStyle>
            <a:lvl1pPr marL="457200" lvl="0" indent="-228600" algn="l" rtl="0">
              <a:lnSpc>
                <a:spcPct val="110000"/>
              </a:lnSpc>
              <a:spcBef>
                <a:spcPts val="800"/>
              </a:spcBef>
              <a:spcAft>
                <a:spcPts val="0"/>
              </a:spcAft>
              <a:buSzPts val="1700"/>
              <a:buNone/>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2" name="Google Shape;342;p54"/>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Activities 05-1">
  <p:cSld name="Activities 05-1">
    <p:spTree>
      <p:nvGrpSpPr>
        <p:cNvPr id="1" name="Shape 343"/>
        <p:cNvGrpSpPr/>
        <p:nvPr/>
      </p:nvGrpSpPr>
      <p:grpSpPr>
        <a:xfrm>
          <a:off x="0" y="0"/>
          <a:ext cx="0" cy="0"/>
          <a:chOff x="0" y="0"/>
          <a:chExt cx="0" cy="0"/>
        </a:xfrm>
      </p:grpSpPr>
      <p:sp>
        <p:nvSpPr>
          <p:cNvPr id="344" name="Google Shape;344;p55"/>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345" name="Google Shape;345;p55"/>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46" name="Google Shape;346;p55"/>
          <p:cNvSpPr txBox="1">
            <a:spLocks noGrp="1"/>
          </p:cNvSpPr>
          <p:nvPr>
            <p:ph type="body" idx="1"/>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7" name="Google Shape;347;p55"/>
          <p:cNvSpPr txBox="1">
            <a:spLocks noGrp="1"/>
          </p:cNvSpPr>
          <p:nvPr>
            <p:ph type="body" idx="2"/>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8" name="Google Shape;348;p55"/>
          <p:cNvSpPr txBox="1">
            <a:spLocks noGrp="1"/>
          </p:cNvSpPr>
          <p:nvPr>
            <p:ph type="body" idx="3"/>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9" name="Google Shape;349;p55"/>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50" name="Google Shape;350;p55"/>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51" name="Google Shape;351;p55"/>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ctivities 05-2">
  <p:cSld name="Activities 05-2">
    <p:spTree>
      <p:nvGrpSpPr>
        <p:cNvPr id="1" name="Shape 352"/>
        <p:cNvGrpSpPr/>
        <p:nvPr/>
      </p:nvGrpSpPr>
      <p:grpSpPr>
        <a:xfrm>
          <a:off x="0" y="0"/>
          <a:ext cx="0" cy="0"/>
          <a:chOff x="0" y="0"/>
          <a:chExt cx="0" cy="0"/>
        </a:xfrm>
      </p:grpSpPr>
      <p:sp>
        <p:nvSpPr>
          <p:cNvPr id="353" name="Google Shape;353;p56"/>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54" name="Google Shape;354;p56"/>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55" name="Google Shape;355;p56"/>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56" name="Google Shape;356;p56"/>
          <p:cNvSpPr txBox="1">
            <a:spLocks noGrp="1"/>
          </p:cNvSpPr>
          <p:nvPr>
            <p:ph type="body" idx="1"/>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57" name="Google Shape;357;p56"/>
          <p:cNvSpPr txBox="1">
            <a:spLocks noGrp="1"/>
          </p:cNvSpPr>
          <p:nvPr>
            <p:ph type="body" idx="2"/>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58" name="Google Shape;358;p56"/>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59" name="Google Shape;359;p56"/>
          <p:cNvSpPr txBox="1">
            <a:spLocks noGrp="1"/>
          </p:cNvSpPr>
          <p:nvPr>
            <p:ph type="body" idx="3"/>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0" name="Google Shape;360;p56"/>
          <p:cNvSpPr txBox="1">
            <a:spLocks noGrp="1"/>
          </p:cNvSpPr>
          <p:nvPr>
            <p:ph type="body" idx="4"/>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1" name="Google Shape;361;p56"/>
          <p:cNvSpPr txBox="1">
            <a:spLocks noGrp="1"/>
          </p:cNvSpPr>
          <p:nvPr>
            <p:ph type="body" idx="5"/>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2" name="Google Shape;362;p56"/>
          <p:cNvSpPr txBox="1">
            <a:spLocks noGrp="1"/>
          </p:cNvSpPr>
          <p:nvPr>
            <p:ph type="body" idx="6"/>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3" name="Google Shape;363;p56"/>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ctivities 06-2">
  <p:cSld name="Activities 06-2">
    <p:spTree>
      <p:nvGrpSpPr>
        <p:cNvPr id="1" name="Shape 364"/>
        <p:cNvGrpSpPr/>
        <p:nvPr/>
      </p:nvGrpSpPr>
      <p:grpSpPr>
        <a:xfrm>
          <a:off x="0" y="0"/>
          <a:ext cx="0" cy="0"/>
          <a:chOff x="0" y="0"/>
          <a:chExt cx="0" cy="0"/>
        </a:xfrm>
      </p:grpSpPr>
      <p:sp>
        <p:nvSpPr>
          <p:cNvPr id="365" name="Google Shape;365;p57"/>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66" name="Google Shape;366;p57"/>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7" name="Google Shape;367;p57"/>
          <p:cNvSpPr txBox="1">
            <a:spLocks noGrp="1"/>
          </p:cNvSpPr>
          <p:nvPr>
            <p:ph type="body" idx="1"/>
          </p:nvPr>
        </p:nvSpPr>
        <p:spPr>
          <a:xfrm>
            <a:off x="156258" y="977457"/>
            <a:ext cx="8822100" cy="311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8" name="Google Shape;368;p57"/>
          <p:cNvSpPr txBox="1">
            <a:spLocks noGrp="1"/>
          </p:cNvSpPr>
          <p:nvPr>
            <p:ph type="body" idx="2"/>
          </p:nvPr>
        </p:nvSpPr>
        <p:spPr>
          <a:xfrm>
            <a:off x="155972" y="4088756"/>
            <a:ext cx="8822100" cy="7695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400"/>
              <a:buNone/>
              <a:defRPr sz="180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600"/>
              <a:buNone/>
              <a:defRPr sz="1400">
                <a:latin typeface="Calibri"/>
                <a:ea typeface="Calibri"/>
                <a:cs typeface="Calibri"/>
                <a:sym typeface="Calibri"/>
              </a:defRPr>
            </a:lvl2pPr>
            <a:lvl3pPr marL="1371600" lvl="2" indent="-228600" algn="l" rtl="0">
              <a:lnSpc>
                <a:spcPct val="110000"/>
              </a:lnSpc>
              <a:spcBef>
                <a:spcPts val="600"/>
              </a:spcBef>
              <a:spcAft>
                <a:spcPts val="0"/>
              </a:spcAft>
              <a:buSzPts val="1500"/>
              <a:buNone/>
              <a:defRPr sz="1400">
                <a:latin typeface="Calibri"/>
                <a:ea typeface="Calibri"/>
                <a:cs typeface="Calibri"/>
                <a:sym typeface="Calibri"/>
              </a:defRPr>
            </a:lvl3pPr>
            <a:lvl4pPr marL="1828800" lvl="3" indent="-228600" algn="l" rtl="0">
              <a:lnSpc>
                <a:spcPct val="110000"/>
              </a:lnSpc>
              <a:spcBef>
                <a:spcPts val="600"/>
              </a:spcBef>
              <a:spcAft>
                <a:spcPts val="0"/>
              </a:spcAft>
              <a:buSzPts val="1500"/>
              <a:buFont typeface="Arial"/>
              <a:buNone/>
              <a:defRPr sz="1400">
                <a:latin typeface="Calibri"/>
                <a:ea typeface="Calibri"/>
                <a:cs typeface="Calibri"/>
                <a:sym typeface="Calibri"/>
              </a:defRPr>
            </a:lvl4pPr>
            <a:lvl5pPr marL="2286000" lvl="4" indent="-228600" algn="l" rtl="0">
              <a:lnSpc>
                <a:spcPct val="110000"/>
              </a:lnSpc>
              <a:spcBef>
                <a:spcPts val="200"/>
              </a:spcBef>
              <a:spcAft>
                <a:spcPts val="0"/>
              </a:spcAft>
              <a:buSzPts val="1500"/>
              <a:buNone/>
              <a:defRPr sz="1400">
                <a:latin typeface="Calibri"/>
                <a:ea typeface="Calibri"/>
                <a:cs typeface="Calibri"/>
                <a:sym typeface="Calibri"/>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69" name="Google Shape;369;p57"/>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70" name="Google Shape;370;p57"/>
          <p:cNvSpPr txBox="1">
            <a:spLocks noGrp="1"/>
          </p:cNvSpPr>
          <p:nvPr>
            <p:ph type="body" idx="3"/>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1" name="Google Shape;371;p57"/>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72" name="Google Shape;372;p57"/>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73" name="Google Shape;373;p57"/>
          <p:cNvSpPr txBox="1">
            <a:spLocks noGrp="1"/>
          </p:cNvSpPr>
          <p:nvPr>
            <p:ph type="body" idx="5"/>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4" name="Google Shape;374;p57"/>
          <p:cNvSpPr txBox="1">
            <a:spLocks noGrp="1"/>
          </p:cNvSpPr>
          <p:nvPr>
            <p:ph type="body" idx="6"/>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5" name="Google Shape;375;p57"/>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 Only with Title">
  <p:cSld name="Image Only with Title">
    <p:spTree>
      <p:nvGrpSpPr>
        <p:cNvPr id="1" name="Shape 376"/>
        <p:cNvGrpSpPr/>
        <p:nvPr/>
      </p:nvGrpSpPr>
      <p:grpSpPr>
        <a:xfrm>
          <a:off x="0" y="0"/>
          <a:ext cx="0" cy="0"/>
          <a:chOff x="0" y="0"/>
          <a:chExt cx="0" cy="0"/>
        </a:xfrm>
      </p:grpSpPr>
      <p:sp>
        <p:nvSpPr>
          <p:cNvPr id="377" name="Google Shape;377;p58"/>
          <p:cNvSpPr/>
          <p:nvPr/>
        </p:nvSpPr>
        <p:spPr>
          <a:xfrm>
            <a:off x="1" y="661196"/>
            <a:ext cx="9144000" cy="44823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378" name="Google Shape;378;p58"/>
          <p:cNvPicPr preferRelativeResize="0"/>
          <p:nvPr/>
        </p:nvPicPr>
        <p:blipFill>
          <a:blip r:embed="rId2">
            <a:alphaModFix/>
          </a:blip>
          <a:stretch>
            <a:fillRect/>
          </a:stretch>
        </p:blipFill>
        <p:spPr>
          <a:xfrm>
            <a:off x="44459" y="25016"/>
            <a:ext cx="9099587" cy="5118487"/>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Image Only no Title">
  <p:cSld name="Image Only no Title">
    <p:spTree>
      <p:nvGrpSpPr>
        <p:cNvPr id="1" name="Shape 379"/>
        <p:cNvGrpSpPr/>
        <p:nvPr/>
      </p:nvGrpSpPr>
      <p:grpSpPr>
        <a:xfrm>
          <a:off x="0" y="0"/>
          <a:ext cx="0" cy="0"/>
          <a:chOff x="0" y="0"/>
          <a:chExt cx="0" cy="0"/>
        </a:xfrm>
      </p:grpSpPr>
      <p:sp>
        <p:nvSpPr>
          <p:cNvPr id="380" name="Google Shape;380;p59"/>
          <p:cNvSpPr/>
          <p:nvPr/>
        </p:nvSpPr>
        <p:spPr>
          <a:xfrm>
            <a:off x="0" y="0"/>
            <a:ext cx="9144000" cy="51435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81" name="Google Shape;381;p59"/>
          <p:cNvSpPr>
            <a:spLocks noGrp="1"/>
          </p:cNvSpPr>
          <p:nvPr>
            <p:ph type="pic" idx="2"/>
          </p:nvPr>
        </p:nvSpPr>
        <p:spPr>
          <a:xfrm>
            <a:off x="0" y="0"/>
            <a:ext cx="9144000" cy="5143500"/>
          </a:xfrm>
          <a:prstGeom prst="rect">
            <a:avLst/>
          </a:prstGeom>
          <a:noFill/>
          <a:ln>
            <a:noFill/>
          </a:ln>
        </p:spPr>
        <p:txBody>
          <a:bodyPr spcFirstLastPara="1" wrap="square" lIns="68575" tIns="34275" rIns="68575" bIns="34275" anchor="ctr"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ody Style A 01">
  <p:cSld name="Body Style A 01">
    <p:spTree>
      <p:nvGrpSpPr>
        <p:cNvPr id="1" name="Shape 382"/>
        <p:cNvGrpSpPr/>
        <p:nvPr/>
      </p:nvGrpSpPr>
      <p:grpSpPr>
        <a:xfrm>
          <a:off x="0" y="0"/>
          <a:ext cx="0" cy="0"/>
          <a:chOff x="0" y="0"/>
          <a:chExt cx="0" cy="0"/>
        </a:xfrm>
      </p:grpSpPr>
      <p:sp>
        <p:nvSpPr>
          <p:cNvPr id="383" name="Google Shape;383;p60"/>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84" name="Google Shape;384;p60"/>
          <p:cNvSpPr txBox="1">
            <a:spLocks noGrp="1"/>
          </p:cNvSpPr>
          <p:nvPr>
            <p:ph type="body" idx="1"/>
          </p:nvPr>
        </p:nvSpPr>
        <p:spPr>
          <a:xfrm>
            <a:off x="395719" y="837844"/>
            <a:ext cx="8367900" cy="3752700"/>
          </a:xfrm>
          <a:prstGeom prst="rect">
            <a:avLst/>
          </a:prstGeom>
          <a:noFill/>
          <a:ln>
            <a:noFill/>
          </a:ln>
        </p:spPr>
        <p:txBody>
          <a:bodyPr spcFirstLastPara="1" wrap="square" lIns="68575" tIns="34275" rIns="68575" bIns="34275" anchor="t" anchorCtr="0">
            <a:noAutofit/>
          </a:bodyPr>
          <a:lstStyle>
            <a:lvl1pPr marL="457200" lvl="0" indent="-298450" algn="l" rtl="0">
              <a:lnSpc>
                <a:spcPct val="110000"/>
              </a:lnSpc>
              <a:spcBef>
                <a:spcPts val="800"/>
              </a:spcBef>
              <a:spcAft>
                <a:spcPts val="0"/>
              </a:spcAft>
              <a:buSzPts val="1100"/>
              <a:buChar char="►"/>
              <a:defRPr/>
            </a:lvl1pPr>
            <a:lvl2pPr marL="914400" lvl="1" indent="-330200" algn="l" rtl="0">
              <a:lnSpc>
                <a:spcPct val="110000"/>
              </a:lnSpc>
              <a:spcBef>
                <a:spcPts val="800"/>
              </a:spcBef>
              <a:spcAft>
                <a:spcPts val="0"/>
              </a:spcAft>
              <a:buSzPts val="16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ody Style B 01">
  <p:cSld name="Body Style B 01">
    <p:spTree>
      <p:nvGrpSpPr>
        <p:cNvPr id="1" name="Shape 385"/>
        <p:cNvGrpSpPr/>
        <p:nvPr/>
      </p:nvGrpSpPr>
      <p:grpSpPr>
        <a:xfrm>
          <a:off x="0" y="0"/>
          <a:ext cx="0" cy="0"/>
          <a:chOff x="0" y="0"/>
          <a:chExt cx="0" cy="0"/>
        </a:xfrm>
      </p:grpSpPr>
      <p:sp>
        <p:nvSpPr>
          <p:cNvPr id="386" name="Google Shape;386;p61"/>
          <p:cNvSpPr txBox="1">
            <a:spLocks noGrp="1"/>
          </p:cNvSpPr>
          <p:nvPr>
            <p:ph type="body" idx="1"/>
          </p:nvPr>
        </p:nvSpPr>
        <p:spPr>
          <a:xfrm>
            <a:off x="395373" y="1270450"/>
            <a:ext cx="8370600" cy="33180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sz="2100" b="0" i="0">
                <a:solidFill>
                  <a:schemeClr val="dk1"/>
                </a:solidFill>
                <a:latin typeface="Arial"/>
                <a:ea typeface="Arial"/>
                <a:cs typeface="Arial"/>
                <a:sym typeface="Arial"/>
              </a:defRPr>
            </a:lvl1pPr>
            <a:lvl2pPr marL="914400" lvl="1" indent="-374650" algn="l" rtl="0">
              <a:lnSpc>
                <a:spcPct val="110000"/>
              </a:lnSpc>
              <a:spcBef>
                <a:spcPts val="800"/>
              </a:spcBef>
              <a:spcAft>
                <a:spcPts val="0"/>
              </a:spcAft>
              <a:buSzPts val="2300"/>
              <a:buChar char="-"/>
              <a:defRPr sz="2000" b="0" i="0">
                <a:solidFill>
                  <a:schemeClr val="dk1"/>
                </a:solidFill>
                <a:latin typeface="Arial"/>
                <a:ea typeface="Arial"/>
                <a:cs typeface="Arial"/>
                <a:sym typeface="Arial"/>
              </a:defRPr>
            </a:lvl2pPr>
            <a:lvl3pPr marL="137160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87" name="Google Shape;387;p61"/>
          <p:cNvSpPr txBox="1">
            <a:spLocks noGrp="1"/>
          </p:cNvSpPr>
          <p:nvPr>
            <p:ph type="body" idx="2"/>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88" name="Google Shape;388;p61"/>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ody Style A 02">
  <p:cSld name="Body Style A 02">
    <p:spTree>
      <p:nvGrpSpPr>
        <p:cNvPr id="1" name="Shape 389"/>
        <p:cNvGrpSpPr/>
        <p:nvPr/>
      </p:nvGrpSpPr>
      <p:grpSpPr>
        <a:xfrm>
          <a:off x="0" y="0"/>
          <a:ext cx="0" cy="0"/>
          <a:chOff x="0" y="0"/>
          <a:chExt cx="0" cy="0"/>
        </a:xfrm>
      </p:grpSpPr>
      <p:sp>
        <p:nvSpPr>
          <p:cNvPr id="390" name="Google Shape;390;p62"/>
          <p:cNvSpPr txBox="1">
            <a:spLocks noGrp="1"/>
          </p:cNvSpPr>
          <p:nvPr>
            <p:ph type="body" idx="1"/>
          </p:nvPr>
        </p:nvSpPr>
        <p:spPr>
          <a:xfrm>
            <a:off x="4706911" y="839586"/>
            <a:ext cx="4056600" cy="392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1" name="Google Shape;391;p62"/>
          <p:cNvSpPr txBox="1">
            <a:spLocks noGrp="1"/>
          </p:cNvSpPr>
          <p:nvPr>
            <p:ph type="body" idx="2"/>
          </p:nvPr>
        </p:nvSpPr>
        <p:spPr>
          <a:xfrm>
            <a:off x="394137" y="839586"/>
            <a:ext cx="4043100" cy="392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2" name="Google Shape;392;p62"/>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ody Style B 02">
  <p:cSld name="Body Style B 02">
    <p:spTree>
      <p:nvGrpSpPr>
        <p:cNvPr id="1" name="Shape 393"/>
        <p:cNvGrpSpPr/>
        <p:nvPr/>
      </p:nvGrpSpPr>
      <p:grpSpPr>
        <a:xfrm>
          <a:off x="0" y="0"/>
          <a:ext cx="0" cy="0"/>
          <a:chOff x="0" y="0"/>
          <a:chExt cx="0" cy="0"/>
        </a:xfrm>
      </p:grpSpPr>
      <p:sp>
        <p:nvSpPr>
          <p:cNvPr id="394" name="Google Shape;394;p63"/>
          <p:cNvSpPr txBox="1">
            <a:spLocks noGrp="1"/>
          </p:cNvSpPr>
          <p:nvPr>
            <p:ph type="body" idx="1"/>
          </p:nvPr>
        </p:nvSpPr>
        <p:spPr>
          <a:xfrm>
            <a:off x="4706911" y="1269114"/>
            <a:ext cx="4056600" cy="3491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5" name="Google Shape;395;p63"/>
          <p:cNvSpPr txBox="1">
            <a:spLocks noGrp="1"/>
          </p:cNvSpPr>
          <p:nvPr>
            <p:ph type="body" idx="2"/>
          </p:nvPr>
        </p:nvSpPr>
        <p:spPr>
          <a:xfrm>
            <a:off x="394137" y="1269114"/>
            <a:ext cx="4043100" cy="3491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6" name="Google Shape;396;p63"/>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97" name="Google Shape;397;p63"/>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ody Style A 03">
  <p:cSld name="Body Style A 03">
    <p:spTree>
      <p:nvGrpSpPr>
        <p:cNvPr id="1" name="Shape 398"/>
        <p:cNvGrpSpPr/>
        <p:nvPr/>
      </p:nvGrpSpPr>
      <p:grpSpPr>
        <a:xfrm>
          <a:off x="0" y="0"/>
          <a:ext cx="0" cy="0"/>
          <a:chOff x="0" y="0"/>
          <a:chExt cx="0" cy="0"/>
        </a:xfrm>
      </p:grpSpPr>
      <p:sp>
        <p:nvSpPr>
          <p:cNvPr id="399" name="Google Shape;399;p64"/>
          <p:cNvSpPr>
            <a:spLocks noGrp="1"/>
          </p:cNvSpPr>
          <p:nvPr>
            <p:ph type="pic" idx="2"/>
          </p:nvPr>
        </p:nvSpPr>
        <p:spPr>
          <a:xfrm>
            <a:off x="4572001" y="847897"/>
            <a:ext cx="4178700" cy="39405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00" name="Google Shape;400;p64"/>
          <p:cNvSpPr txBox="1">
            <a:spLocks noGrp="1"/>
          </p:cNvSpPr>
          <p:nvPr>
            <p:ph type="body" idx="1"/>
          </p:nvPr>
        </p:nvSpPr>
        <p:spPr>
          <a:xfrm>
            <a:off x="394137" y="847897"/>
            <a:ext cx="4043100" cy="39405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1" name="Google Shape;401;p6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ody Style B 03">
  <p:cSld name="Body Style B 03">
    <p:spTree>
      <p:nvGrpSpPr>
        <p:cNvPr id="1" name="Shape 402"/>
        <p:cNvGrpSpPr/>
        <p:nvPr/>
      </p:nvGrpSpPr>
      <p:grpSpPr>
        <a:xfrm>
          <a:off x="0" y="0"/>
          <a:ext cx="0" cy="0"/>
          <a:chOff x="0" y="0"/>
          <a:chExt cx="0" cy="0"/>
        </a:xfrm>
      </p:grpSpPr>
      <p:sp>
        <p:nvSpPr>
          <p:cNvPr id="403" name="Google Shape;403;p65"/>
          <p:cNvSpPr>
            <a:spLocks noGrp="1"/>
          </p:cNvSpPr>
          <p:nvPr>
            <p:ph type="pic" idx="2"/>
          </p:nvPr>
        </p:nvSpPr>
        <p:spPr>
          <a:xfrm>
            <a:off x="4572001" y="1270155"/>
            <a:ext cx="4178700" cy="35097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04" name="Google Shape;404;p65"/>
          <p:cNvSpPr txBox="1">
            <a:spLocks noGrp="1"/>
          </p:cNvSpPr>
          <p:nvPr>
            <p:ph type="body" idx="1"/>
          </p:nvPr>
        </p:nvSpPr>
        <p:spPr>
          <a:xfrm>
            <a:off x="394137" y="1269114"/>
            <a:ext cx="4043100" cy="3509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5" name="Google Shape;405;p65"/>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06" name="Google Shape;406;p65"/>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ody Style A 04">
  <p:cSld name="Body Style A 04">
    <p:spTree>
      <p:nvGrpSpPr>
        <p:cNvPr id="1" name="Shape 407"/>
        <p:cNvGrpSpPr/>
        <p:nvPr/>
      </p:nvGrpSpPr>
      <p:grpSpPr>
        <a:xfrm>
          <a:off x="0" y="0"/>
          <a:ext cx="0" cy="0"/>
          <a:chOff x="0" y="0"/>
          <a:chExt cx="0" cy="0"/>
        </a:xfrm>
      </p:grpSpPr>
      <p:sp>
        <p:nvSpPr>
          <p:cNvPr id="408" name="Google Shape;408;p66"/>
          <p:cNvSpPr txBox="1">
            <a:spLocks noGrp="1"/>
          </p:cNvSpPr>
          <p:nvPr>
            <p:ph type="body" idx="1"/>
          </p:nvPr>
        </p:nvSpPr>
        <p:spPr>
          <a:xfrm>
            <a:off x="6153463" y="847080"/>
            <a:ext cx="2610300" cy="3974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9" name="Google Shape;409;p66"/>
          <p:cNvSpPr txBox="1">
            <a:spLocks noGrp="1"/>
          </p:cNvSpPr>
          <p:nvPr>
            <p:ph type="body" idx="2"/>
          </p:nvPr>
        </p:nvSpPr>
        <p:spPr>
          <a:xfrm>
            <a:off x="394137" y="847080"/>
            <a:ext cx="5579700" cy="3974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0" name="Google Shape;410;p66"/>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ody Style B 04">
  <p:cSld name="Body Style B 04">
    <p:spTree>
      <p:nvGrpSpPr>
        <p:cNvPr id="1" name="Shape 411"/>
        <p:cNvGrpSpPr/>
        <p:nvPr/>
      </p:nvGrpSpPr>
      <p:grpSpPr>
        <a:xfrm>
          <a:off x="0" y="0"/>
          <a:ext cx="0" cy="0"/>
          <a:chOff x="0" y="0"/>
          <a:chExt cx="0" cy="0"/>
        </a:xfrm>
      </p:grpSpPr>
      <p:sp>
        <p:nvSpPr>
          <p:cNvPr id="412" name="Google Shape;412;p67"/>
          <p:cNvSpPr txBox="1">
            <a:spLocks noGrp="1"/>
          </p:cNvSpPr>
          <p:nvPr>
            <p:ph type="body" idx="1"/>
          </p:nvPr>
        </p:nvSpPr>
        <p:spPr>
          <a:xfrm>
            <a:off x="6153463" y="1277206"/>
            <a:ext cx="2610300" cy="3544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3" name="Google Shape;413;p67"/>
          <p:cNvSpPr txBox="1">
            <a:spLocks noGrp="1"/>
          </p:cNvSpPr>
          <p:nvPr>
            <p:ph type="body" idx="2"/>
          </p:nvPr>
        </p:nvSpPr>
        <p:spPr>
          <a:xfrm>
            <a:off x="394137" y="1277206"/>
            <a:ext cx="5579700" cy="3544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4" name="Google Shape;414;p67"/>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15" name="Google Shape;415;p67"/>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ody Style A 05">
  <p:cSld name="Body Style A 05">
    <p:spTree>
      <p:nvGrpSpPr>
        <p:cNvPr id="1" name="Shape 416"/>
        <p:cNvGrpSpPr/>
        <p:nvPr/>
      </p:nvGrpSpPr>
      <p:grpSpPr>
        <a:xfrm>
          <a:off x="0" y="0"/>
          <a:ext cx="0" cy="0"/>
          <a:chOff x="0" y="0"/>
          <a:chExt cx="0" cy="0"/>
        </a:xfrm>
      </p:grpSpPr>
      <p:sp>
        <p:nvSpPr>
          <p:cNvPr id="417" name="Google Shape;417;p68"/>
          <p:cNvSpPr>
            <a:spLocks noGrp="1"/>
          </p:cNvSpPr>
          <p:nvPr>
            <p:ph type="pic" idx="2"/>
          </p:nvPr>
        </p:nvSpPr>
        <p:spPr>
          <a:xfrm>
            <a:off x="6546458" y="833185"/>
            <a:ext cx="2204400" cy="39384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18" name="Google Shape;418;p68"/>
          <p:cNvSpPr txBox="1">
            <a:spLocks noGrp="1"/>
          </p:cNvSpPr>
          <p:nvPr>
            <p:ph type="body" idx="1"/>
          </p:nvPr>
        </p:nvSpPr>
        <p:spPr>
          <a:xfrm>
            <a:off x="394137" y="833186"/>
            <a:ext cx="6066600" cy="39384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9" name="Google Shape;419;p68"/>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ody Style B 05">
  <p:cSld name="Body Style B 05">
    <p:spTree>
      <p:nvGrpSpPr>
        <p:cNvPr id="1" name="Shape 420"/>
        <p:cNvGrpSpPr/>
        <p:nvPr/>
      </p:nvGrpSpPr>
      <p:grpSpPr>
        <a:xfrm>
          <a:off x="0" y="0"/>
          <a:ext cx="0" cy="0"/>
          <a:chOff x="0" y="0"/>
          <a:chExt cx="0" cy="0"/>
        </a:xfrm>
      </p:grpSpPr>
      <p:sp>
        <p:nvSpPr>
          <p:cNvPr id="421" name="Google Shape;421;p69"/>
          <p:cNvSpPr>
            <a:spLocks noGrp="1"/>
          </p:cNvSpPr>
          <p:nvPr>
            <p:ph type="pic" idx="2"/>
          </p:nvPr>
        </p:nvSpPr>
        <p:spPr>
          <a:xfrm>
            <a:off x="6546458" y="1262063"/>
            <a:ext cx="2204400" cy="35175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22" name="Google Shape;422;p69"/>
          <p:cNvSpPr txBox="1">
            <a:spLocks noGrp="1"/>
          </p:cNvSpPr>
          <p:nvPr>
            <p:ph type="body" idx="1"/>
          </p:nvPr>
        </p:nvSpPr>
        <p:spPr>
          <a:xfrm>
            <a:off x="394137" y="1269115"/>
            <a:ext cx="6066600" cy="35106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3" name="Google Shape;423;p69"/>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24" name="Google Shape;424;p69"/>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ody Style A 06">
  <p:cSld name="Body Style A 06">
    <p:spTree>
      <p:nvGrpSpPr>
        <p:cNvPr id="1" name="Shape 425"/>
        <p:cNvGrpSpPr/>
        <p:nvPr/>
      </p:nvGrpSpPr>
      <p:grpSpPr>
        <a:xfrm>
          <a:off x="0" y="0"/>
          <a:ext cx="0" cy="0"/>
          <a:chOff x="0" y="0"/>
          <a:chExt cx="0" cy="0"/>
        </a:xfrm>
      </p:grpSpPr>
      <p:sp>
        <p:nvSpPr>
          <p:cNvPr id="426" name="Google Shape;426;p70"/>
          <p:cNvSpPr txBox="1">
            <a:spLocks noGrp="1"/>
          </p:cNvSpPr>
          <p:nvPr>
            <p:ph type="body" idx="1"/>
          </p:nvPr>
        </p:nvSpPr>
        <p:spPr>
          <a:xfrm>
            <a:off x="3137336" y="831272"/>
            <a:ext cx="5626200" cy="39909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7" name="Google Shape;427;p70"/>
          <p:cNvSpPr txBox="1">
            <a:spLocks noGrp="1"/>
          </p:cNvSpPr>
          <p:nvPr>
            <p:ph type="body" idx="2"/>
          </p:nvPr>
        </p:nvSpPr>
        <p:spPr>
          <a:xfrm>
            <a:off x="394137" y="831272"/>
            <a:ext cx="2589000" cy="39909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8" name="Google Shape;428;p70"/>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Body Style B 06">
  <p:cSld name="Body Style B 06">
    <p:spTree>
      <p:nvGrpSpPr>
        <p:cNvPr id="1" name="Shape 429"/>
        <p:cNvGrpSpPr/>
        <p:nvPr/>
      </p:nvGrpSpPr>
      <p:grpSpPr>
        <a:xfrm>
          <a:off x="0" y="0"/>
          <a:ext cx="0" cy="0"/>
          <a:chOff x="0" y="0"/>
          <a:chExt cx="0" cy="0"/>
        </a:xfrm>
      </p:grpSpPr>
      <p:sp>
        <p:nvSpPr>
          <p:cNvPr id="430" name="Google Shape;430;p71"/>
          <p:cNvSpPr txBox="1">
            <a:spLocks noGrp="1"/>
          </p:cNvSpPr>
          <p:nvPr>
            <p:ph type="body" idx="1"/>
          </p:nvPr>
        </p:nvSpPr>
        <p:spPr>
          <a:xfrm>
            <a:off x="3137336" y="1285298"/>
            <a:ext cx="5626200" cy="3536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1" name="Google Shape;431;p71"/>
          <p:cNvSpPr txBox="1">
            <a:spLocks noGrp="1"/>
          </p:cNvSpPr>
          <p:nvPr>
            <p:ph type="body" idx="2"/>
          </p:nvPr>
        </p:nvSpPr>
        <p:spPr>
          <a:xfrm>
            <a:off x="394137" y="1285298"/>
            <a:ext cx="2589000" cy="3536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2" name="Google Shape;432;p71"/>
          <p:cNvSpPr txBox="1">
            <a:spLocks noGrp="1"/>
          </p:cNvSpPr>
          <p:nvPr>
            <p:ph type="body" idx="3"/>
          </p:nvPr>
        </p:nvSpPr>
        <p:spPr>
          <a:xfrm>
            <a:off x="393192" y="740781"/>
            <a:ext cx="8370600" cy="465000"/>
          </a:xfrm>
          <a:prstGeom prst="rect">
            <a:avLst/>
          </a:prstGeom>
          <a:noFill/>
          <a:ln>
            <a:noFill/>
          </a:ln>
        </p:spPr>
        <p:txBody>
          <a:bodyPr spcFirstLastPara="1" wrap="square" lIns="0" tIns="34275" rIns="68575" bIns="34275" anchor="t" anchorCtr="0">
            <a:noAutofit/>
          </a:bodyPr>
          <a:lstStyle>
            <a:lvl1pPr marL="457200" lvl="0" indent="-228600" algn="l" rtl="0">
              <a:lnSpc>
                <a:spcPct val="10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3" name="Google Shape;433;p71"/>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ody Style A 07">
  <p:cSld name="Body Style A 07">
    <p:spTree>
      <p:nvGrpSpPr>
        <p:cNvPr id="1" name="Shape 434"/>
        <p:cNvGrpSpPr/>
        <p:nvPr/>
      </p:nvGrpSpPr>
      <p:grpSpPr>
        <a:xfrm>
          <a:off x="0" y="0"/>
          <a:ext cx="0" cy="0"/>
          <a:chOff x="0" y="0"/>
          <a:chExt cx="0" cy="0"/>
        </a:xfrm>
      </p:grpSpPr>
      <p:sp>
        <p:nvSpPr>
          <p:cNvPr id="435" name="Google Shape;435;p72"/>
          <p:cNvSpPr>
            <a:spLocks noGrp="1"/>
          </p:cNvSpPr>
          <p:nvPr>
            <p:ph type="pic" idx="2"/>
          </p:nvPr>
        </p:nvSpPr>
        <p:spPr>
          <a:xfrm>
            <a:off x="3107344" y="847080"/>
            <a:ext cx="5643300" cy="39486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36" name="Google Shape;436;p72"/>
          <p:cNvSpPr txBox="1">
            <a:spLocks noGrp="1"/>
          </p:cNvSpPr>
          <p:nvPr>
            <p:ph type="body" idx="1"/>
          </p:nvPr>
        </p:nvSpPr>
        <p:spPr>
          <a:xfrm>
            <a:off x="394137" y="847080"/>
            <a:ext cx="2589000" cy="39486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7" name="Google Shape;437;p72"/>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ody Style B 07">
  <p:cSld name="Body Style B 07">
    <p:spTree>
      <p:nvGrpSpPr>
        <p:cNvPr id="1" name="Shape 438"/>
        <p:cNvGrpSpPr/>
        <p:nvPr/>
      </p:nvGrpSpPr>
      <p:grpSpPr>
        <a:xfrm>
          <a:off x="0" y="0"/>
          <a:ext cx="0" cy="0"/>
          <a:chOff x="0" y="0"/>
          <a:chExt cx="0" cy="0"/>
        </a:xfrm>
      </p:grpSpPr>
      <p:sp>
        <p:nvSpPr>
          <p:cNvPr id="439" name="Google Shape;439;p73"/>
          <p:cNvSpPr>
            <a:spLocks noGrp="1"/>
          </p:cNvSpPr>
          <p:nvPr>
            <p:ph type="pic" idx="2"/>
          </p:nvPr>
        </p:nvSpPr>
        <p:spPr>
          <a:xfrm>
            <a:off x="3107344" y="1278293"/>
            <a:ext cx="5643300" cy="35097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40" name="Google Shape;440;p73"/>
          <p:cNvSpPr txBox="1">
            <a:spLocks noGrp="1"/>
          </p:cNvSpPr>
          <p:nvPr>
            <p:ph type="body" idx="1"/>
          </p:nvPr>
        </p:nvSpPr>
        <p:spPr>
          <a:xfrm>
            <a:off x="394137" y="1277206"/>
            <a:ext cx="2589000" cy="3509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1" name="Google Shape;441;p73"/>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42" name="Google Shape;442;p73"/>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ody Style A 08">
  <p:cSld name="Body Style A 08">
    <p:spTree>
      <p:nvGrpSpPr>
        <p:cNvPr id="1" name="Shape 443"/>
        <p:cNvGrpSpPr/>
        <p:nvPr/>
      </p:nvGrpSpPr>
      <p:grpSpPr>
        <a:xfrm>
          <a:off x="0" y="0"/>
          <a:ext cx="0" cy="0"/>
          <a:chOff x="0" y="0"/>
          <a:chExt cx="0" cy="0"/>
        </a:xfrm>
      </p:grpSpPr>
      <p:sp>
        <p:nvSpPr>
          <p:cNvPr id="444" name="Google Shape;444;p74"/>
          <p:cNvSpPr txBox="1">
            <a:spLocks noGrp="1"/>
          </p:cNvSpPr>
          <p:nvPr>
            <p:ph type="body" idx="1"/>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5" name="Google Shape;445;p74"/>
          <p:cNvSpPr txBox="1">
            <a:spLocks noGrp="1"/>
          </p:cNvSpPr>
          <p:nvPr>
            <p:ph type="body" idx="2"/>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6" name="Google Shape;446;p7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ody Style B 08">
  <p:cSld name="Body Style B 08">
    <p:spTree>
      <p:nvGrpSpPr>
        <p:cNvPr id="1" name="Shape 447"/>
        <p:cNvGrpSpPr/>
        <p:nvPr/>
      </p:nvGrpSpPr>
      <p:grpSpPr>
        <a:xfrm>
          <a:off x="0" y="0"/>
          <a:ext cx="0" cy="0"/>
          <a:chOff x="0" y="0"/>
          <a:chExt cx="0" cy="0"/>
        </a:xfrm>
      </p:grpSpPr>
      <p:sp>
        <p:nvSpPr>
          <p:cNvPr id="448" name="Google Shape;448;p75"/>
          <p:cNvSpPr txBox="1">
            <a:spLocks noGrp="1"/>
          </p:cNvSpPr>
          <p:nvPr>
            <p:ph type="body" idx="1"/>
          </p:nvPr>
        </p:nvSpPr>
        <p:spPr>
          <a:xfrm>
            <a:off x="387119" y="3210560"/>
            <a:ext cx="8371200" cy="1628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9" name="Google Shape;449;p75"/>
          <p:cNvSpPr txBox="1">
            <a:spLocks noGrp="1"/>
          </p:cNvSpPr>
          <p:nvPr>
            <p:ph type="body" idx="2"/>
          </p:nvPr>
        </p:nvSpPr>
        <p:spPr>
          <a:xfrm>
            <a:off x="387119" y="1270450"/>
            <a:ext cx="8370600" cy="1858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sz="2100" b="0" i="0">
                <a:solidFill>
                  <a:schemeClr val="dk1"/>
                </a:solidFill>
                <a:latin typeface="Arial"/>
                <a:ea typeface="Arial"/>
                <a:cs typeface="Arial"/>
                <a:sym typeface="Arial"/>
              </a:defRPr>
            </a:lvl1pPr>
            <a:lvl2pPr marL="914400" lvl="1" indent="-374650" algn="l" rtl="0">
              <a:lnSpc>
                <a:spcPct val="110000"/>
              </a:lnSpc>
              <a:spcBef>
                <a:spcPts val="800"/>
              </a:spcBef>
              <a:spcAft>
                <a:spcPts val="0"/>
              </a:spcAft>
              <a:buSzPts val="2300"/>
              <a:buChar char="-"/>
              <a:defRPr sz="2000" b="0" i="0">
                <a:solidFill>
                  <a:schemeClr val="dk1"/>
                </a:solidFill>
                <a:latin typeface="Arial"/>
                <a:ea typeface="Arial"/>
                <a:cs typeface="Arial"/>
                <a:sym typeface="Arial"/>
              </a:defRPr>
            </a:lvl2pPr>
            <a:lvl3pPr marL="137160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0" name="Google Shape;450;p75"/>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1" name="Google Shape;451;p75"/>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ody Style A 09">
  <p:cSld name="Body Style A 09">
    <p:spTree>
      <p:nvGrpSpPr>
        <p:cNvPr id="1" name="Shape 452"/>
        <p:cNvGrpSpPr/>
        <p:nvPr/>
      </p:nvGrpSpPr>
      <p:grpSpPr>
        <a:xfrm>
          <a:off x="0" y="0"/>
          <a:ext cx="0" cy="0"/>
          <a:chOff x="0" y="0"/>
          <a:chExt cx="0" cy="0"/>
        </a:xfrm>
      </p:grpSpPr>
      <p:sp>
        <p:nvSpPr>
          <p:cNvPr id="453" name="Google Shape;453;p76"/>
          <p:cNvSpPr txBox="1">
            <a:spLocks noGrp="1"/>
          </p:cNvSpPr>
          <p:nvPr>
            <p:ph type="body" idx="1"/>
          </p:nvPr>
        </p:nvSpPr>
        <p:spPr>
          <a:xfrm>
            <a:off x="394136" y="847081"/>
            <a:ext cx="8369700" cy="1081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55600" algn="l" rtl="0">
              <a:lnSpc>
                <a:spcPct val="110000"/>
              </a:lnSpc>
              <a:spcBef>
                <a:spcPts val="600"/>
              </a:spcBef>
              <a:spcAft>
                <a:spcPts val="0"/>
              </a:spcAft>
              <a:buClr>
                <a:srgbClr val="AAAAAA"/>
              </a:buClr>
              <a:buSzPts val="2000"/>
              <a:buFont typeface="Merriweather Sans"/>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4" name="Google Shape;454;p76"/>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5" name="Google Shape;455;p76"/>
          <p:cNvSpPr txBox="1">
            <a:spLocks noGrp="1"/>
          </p:cNvSpPr>
          <p:nvPr>
            <p:ph type="body" idx="2"/>
          </p:nvPr>
        </p:nvSpPr>
        <p:spPr>
          <a:xfrm>
            <a:off x="392906" y="2101454"/>
            <a:ext cx="8371200" cy="2690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Clr>
                <a:srgbClr val="AAAAAA"/>
              </a:buClr>
              <a:buSzPts val="2000"/>
              <a:buFont typeface="Merriweather Sans"/>
              <a:buChar char="-"/>
              <a:defRPr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55600" algn="l" rtl="0">
              <a:lnSpc>
                <a:spcPct val="110000"/>
              </a:lnSpc>
              <a:spcBef>
                <a:spcPts val="200"/>
              </a:spcBef>
              <a:spcAft>
                <a:spcPts val="0"/>
              </a:spcAft>
              <a:buSzPts val="2000"/>
              <a:buChar char="–"/>
              <a:defRPr b="0" i="0">
                <a:latin typeface="Arial"/>
                <a:ea typeface="Arial"/>
                <a:cs typeface="Arial"/>
                <a:sym typeface="Arial"/>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ody Style B 09">
  <p:cSld name="Body Style B 09">
    <p:spTree>
      <p:nvGrpSpPr>
        <p:cNvPr id="1" name="Shape 456"/>
        <p:cNvGrpSpPr/>
        <p:nvPr/>
      </p:nvGrpSpPr>
      <p:grpSpPr>
        <a:xfrm>
          <a:off x="0" y="0"/>
          <a:ext cx="0" cy="0"/>
          <a:chOff x="0" y="0"/>
          <a:chExt cx="0" cy="0"/>
        </a:xfrm>
      </p:grpSpPr>
      <p:sp>
        <p:nvSpPr>
          <p:cNvPr id="457" name="Google Shape;457;p77"/>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8" name="Google Shape;458;p77"/>
          <p:cNvSpPr txBox="1">
            <a:spLocks noGrp="1"/>
          </p:cNvSpPr>
          <p:nvPr>
            <p:ph type="body" idx="1"/>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9" name="Google Shape;459;p77"/>
          <p:cNvSpPr>
            <a:spLocks noGrp="1"/>
          </p:cNvSpPr>
          <p:nvPr>
            <p:ph type="pic" idx="2"/>
          </p:nvPr>
        </p:nvSpPr>
        <p:spPr>
          <a:xfrm>
            <a:off x="393191" y="2114075"/>
            <a:ext cx="8370600" cy="2665800"/>
          </a:xfrm>
          <a:prstGeom prst="rect">
            <a:avLst/>
          </a:prstGeom>
          <a:noFill/>
          <a:ln>
            <a:noFill/>
          </a:ln>
        </p:spPr>
        <p:txBody>
          <a:bodyPr spcFirstLastPara="1" wrap="square" lIns="68575" tIns="34275" rIns="68575" bIns="34275" anchor="t"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60" name="Google Shape;460;p77"/>
          <p:cNvSpPr txBox="1">
            <a:spLocks noGrp="1"/>
          </p:cNvSpPr>
          <p:nvPr>
            <p:ph type="body" idx="3"/>
          </p:nvPr>
        </p:nvSpPr>
        <p:spPr>
          <a:xfrm>
            <a:off x="394136" y="1266994"/>
            <a:ext cx="8369700" cy="7635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55600" algn="l" rtl="0">
              <a:lnSpc>
                <a:spcPct val="110000"/>
              </a:lnSpc>
              <a:spcBef>
                <a:spcPts val="600"/>
              </a:spcBef>
              <a:spcAft>
                <a:spcPts val="0"/>
              </a:spcAft>
              <a:buClr>
                <a:srgbClr val="AAAAAA"/>
              </a:buClr>
              <a:buSzPts val="2000"/>
              <a:buFont typeface="Merriweather Sans"/>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lank White 1">
  <p:cSld name="Blank White_1">
    <p:spTree>
      <p:nvGrpSpPr>
        <p:cNvPr id="1" name="Shape 461"/>
        <p:cNvGrpSpPr/>
        <p:nvPr/>
      </p:nvGrpSpPr>
      <p:grpSpPr>
        <a:xfrm>
          <a:off x="0" y="0"/>
          <a:ext cx="0" cy="0"/>
          <a:chOff x="0" y="0"/>
          <a:chExt cx="0" cy="0"/>
        </a:xfrm>
      </p:grpSpPr>
      <p:sp>
        <p:nvSpPr>
          <p:cNvPr id="462" name="Google Shape;462;p78"/>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pic>
        <p:nvPicPr>
          <p:cNvPr id="463" name="Google Shape;463;p78"/>
          <p:cNvPicPr preferRelativeResize="0"/>
          <p:nvPr/>
        </p:nvPicPr>
        <p:blipFill>
          <a:blip r:embed="rId2">
            <a:alphaModFix/>
          </a:blip>
          <a:stretch>
            <a:fillRect/>
          </a:stretch>
        </p:blipFill>
        <p:spPr>
          <a:xfrm>
            <a:off x="316275" y="203645"/>
            <a:ext cx="8535188" cy="4749412"/>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White 2">
  <p:cSld name="Blank White_2">
    <p:spTree>
      <p:nvGrpSpPr>
        <p:cNvPr id="1" name="Shape 464"/>
        <p:cNvGrpSpPr/>
        <p:nvPr/>
      </p:nvGrpSpPr>
      <p:grpSpPr>
        <a:xfrm>
          <a:off x="0" y="0"/>
          <a:ext cx="0" cy="0"/>
          <a:chOff x="0" y="0"/>
          <a:chExt cx="0" cy="0"/>
        </a:xfrm>
      </p:grpSpPr>
      <p:sp>
        <p:nvSpPr>
          <p:cNvPr id="465" name="Google Shape;465;p79"/>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pic>
        <p:nvPicPr>
          <p:cNvPr id="466" name="Google Shape;466;p79"/>
          <p:cNvPicPr preferRelativeResize="0"/>
          <p:nvPr/>
        </p:nvPicPr>
        <p:blipFill>
          <a:blip r:embed="rId2">
            <a:alphaModFix/>
          </a:blip>
          <a:stretch>
            <a:fillRect/>
          </a:stretch>
        </p:blipFill>
        <p:spPr>
          <a:xfrm>
            <a:off x="298049" y="253911"/>
            <a:ext cx="8576832" cy="335011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theme" Target="../theme/theme2.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41" Type="http://schemas.openxmlformats.org/officeDocument/2006/relationships/slideLayout" Target="../slideLayouts/slideLayout77.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slideLayout" Target="../slideLayouts/slideLayout76.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4" Type="http://schemas.openxmlformats.org/officeDocument/2006/relationships/image" Target="../media/image15.png"/><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descr="4.5-PPTBackgrounds_Hedaer-GraySkinny-reversed_Hedaer-GraySkinny.png"/>
          <p:cNvPicPr preferRelativeResize="0"/>
          <p:nvPr/>
        </p:nvPicPr>
        <p:blipFill rotWithShape="1">
          <a:blip r:embed="rId38">
            <a:alphaModFix/>
          </a:blip>
          <a:srcRect/>
          <a:stretch/>
        </p:blipFill>
        <p:spPr>
          <a:xfrm>
            <a:off x="0" y="0"/>
            <a:ext cx="9144000" cy="661196"/>
          </a:xfrm>
          <a:prstGeom prst="rect">
            <a:avLst/>
          </a:prstGeom>
          <a:noFill/>
          <a:ln>
            <a:noFill/>
          </a:ln>
        </p:spPr>
      </p:pic>
      <p:sp>
        <p:nvSpPr>
          <p:cNvPr id="7" name="Google Shape;7;p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2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38150" y="819151"/>
            <a:ext cx="8267700" cy="3467100"/>
          </a:xfrm>
          <a:prstGeom prst="rect">
            <a:avLst/>
          </a:prstGeom>
          <a:noFill/>
          <a:ln>
            <a:noFill/>
          </a:ln>
        </p:spPr>
        <p:txBody>
          <a:bodyPr spcFirstLastPara="1" wrap="square" lIns="0" tIns="0" rIns="0" bIns="0" anchor="t" anchorCtr="0">
            <a:noAutofit/>
          </a:bodyPr>
          <a:lstStyle>
            <a:lvl1pPr marL="457200" marR="0" lvl="0" indent="-355600" algn="l" rtl="0">
              <a:lnSpc>
                <a:spcPct val="100000"/>
              </a:lnSpc>
              <a:spcBef>
                <a:spcPts val="600"/>
              </a:spcBef>
              <a:spcAft>
                <a:spcPts val="0"/>
              </a:spcAft>
              <a:buClr>
                <a:srgbClr val="A5A5A5"/>
              </a:buClr>
              <a:buSzPts val="2000"/>
              <a:buFont typeface="Arimo"/>
              <a:buChar char="4"/>
              <a:defRPr sz="2000" b="0" i="0" u="none" strike="noStrike" cap="none">
                <a:solidFill>
                  <a:schemeClr val="dk1"/>
                </a:solidFill>
                <a:latin typeface="Arial"/>
                <a:ea typeface="Arial"/>
                <a:cs typeface="Arial"/>
                <a:sym typeface="Arial"/>
              </a:defRPr>
            </a:lvl1pPr>
            <a:lvl2pPr marL="914400" marR="0" lvl="1" indent="-362331" algn="l" rtl="0">
              <a:lnSpc>
                <a:spcPct val="100000"/>
              </a:lnSpc>
              <a:spcBef>
                <a:spcPts val="600"/>
              </a:spcBef>
              <a:spcAft>
                <a:spcPts val="0"/>
              </a:spcAft>
              <a:buClr>
                <a:srgbClr val="AAAAAA"/>
              </a:buClr>
              <a:buSzPts val="2106"/>
              <a:buFont typeface="Merriweather Sans"/>
              <a:buChar char="-"/>
              <a:defRPr sz="1800" b="0" i="0" u="none" strike="noStrike" cap="none">
                <a:solidFill>
                  <a:schemeClr val="dk1"/>
                </a:solidFill>
                <a:latin typeface="Arial"/>
                <a:ea typeface="Arial"/>
                <a:cs typeface="Arial"/>
                <a:sym typeface="Arial"/>
              </a:defRPr>
            </a:lvl2pPr>
            <a:lvl3pPr marL="1371600" marR="0" lvl="2" indent="-354330" algn="l" rtl="0">
              <a:lnSpc>
                <a:spcPct val="100000"/>
              </a:lnSpc>
              <a:spcBef>
                <a:spcPts val="600"/>
              </a:spcBef>
              <a:spcAft>
                <a:spcPts val="0"/>
              </a:spcAft>
              <a:buClr>
                <a:srgbClr val="AAAAAA"/>
              </a:buClr>
              <a:buSzPts val="1980"/>
              <a:buFont typeface="Merriweather Sans"/>
              <a:buChar char="-"/>
              <a:defRPr sz="1800" b="0" i="0" u="none" strike="noStrike" cap="none">
                <a:solidFill>
                  <a:schemeClr val="dk1"/>
                </a:solidFill>
                <a:latin typeface="Arial"/>
                <a:ea typeface="Arial"/>
                <a:cs typeface="Arial"/>
                <a:sym typeface="Arial"/>
              </a:defRPr>
            </a:lvl3pPr>
            <a:lvl4pPr marL="1828800" marR="0" lvl="3" indent="-354330" algn="l" rtl="0">
              <a:lnSpc>
                <a:spcPct val="100000"/>
              </a:lnSpc>
              <a:spcBef>
                <a:spcPts val="600"/>
              </a:spcBef>
              <a:spcAft>
                <a:spcPts val="0"/>
              </a:spcAft>
              <a:buClr>
                <a:srgbClr val="7F7F7F"/>
              </a:buClr>
              <a:buSzPts val="1980"/>
              <a:buFont typeface="Merriweather Sans"/>
              <a:buChar char="-"/>
              <a:defRPr sz="1800" b="0" i="0" u="none" strike="noStrike" cap="none">
                <a:solidFill>
                  <a:schemeClr val="dk1"/>
                </a:solidFill>
                <a:latin typeface="Arial"/>
                <a:ea typeface="Arial"/>
                <a:cs typeface="Arial"/>
                <a:sym typeface="Arial"/>
              </a:defRPr>
            </a:lvl4pPr>
            <a:lvl5pPr marL="2286000" marR="0" lvl="4" indent="-354329" algn="l" rtl="0">
              <a:lnSpc>
                <a:spcPct val="100000"/>
              </a:lnSpc>
              <a:spcBef>
                <a:spcPts val="600"/>
              </a:spcBef>
              <a:spcAft>
                <a:spcPts val="0"/>
              </a:spcAft>
              <a:buClr>
                <a:srgbClr val="7F7F7F"/>
              </a:buClr>
              <a:buSzPts val="1980"/>
              <a:buFont typeface="Arial Black"/>
              <a:buChar char="–"/>
              <a:defRPr sz="1800" b="0" i="0" u="none" strike="noStrike" cap="none">
                <a:solidFill>
                  <a:schemeClr val="dk1"/>
                </a:solidFill>
                <a:latin typeface="Arial"/>
                <a:ea typeface="Arial"/>
                <a:cs typeface="Arial"/>
                <a:sym typeface="Arial"/>
              </a:defRPr>
            </a:lvl5pPr>
            <a:lvl6pPr marL="2743200" marR="0" lvl="5"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L="3200400" marR="0" lvl="6"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L="3657600" marR="0" lvl="7"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L="4114800" marR="0" lvl="8"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pic>
        <p:nvPicPr>
          <p:cNvPr id="9" name="Google Shape;9;p1" descr="PPT-sized.png"/>
          <p:cNvPicPr preferRelativeResize="0"/>
          <p:nvPr/>
        </p:nvPicPr>
        <p:blipFill rotWithShape="1">
          <a:blip r:embed="rId39">
            <a:alphaModFix/>
          </a:blip>
          <a:srcRect/>
          <a:stretch/>
        </p:blipFill>
        <p:spPr>
          <a:xfrm>
            <a:off x="400050" y="4934417"/>
            <a:ext cx="1117600" cy="127127"/>
          </a:xfrm>
          <a:prstGeom prst="rect">
            <a:avLst/>
          </a:prstGeom>
          <a:noFill/>
          <a:ln>
            <a:noFill/>
          </a:ln>
        </p:spPr>
      </p:pic>
      <p:sp>
        <p:nvSpPr>
          <p:cNvPr id="10" name="Google Shape;10;p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 name="Google Shape;11;p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500" b="0" i="0" u="none" strike="noStrike" cap="none">
                <a:solidFill>
                  <a:srgbClr val="98989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976">
          <p15:clr>
            <a:srgbClr val="F26B43"/>
          </p15:clr>
        </p15:guide>
        <p15:guide id="2" pos="264">
          <p15:clr>
            <a:srgbClr val="F26B43"/>
          </p15:clr>
        </p15:guide>
        <p15:guide id="3" pos="5496">
          <p15:clr>
            <a:srgbClr val="F26B43"/>
          </p15:clr>
        </p15:guide>
        <p15:guide id="4" orient="horz" pos="1620">
          <p15:clr>
            <a:srgbClr val="F26B43"/>
          </p15:clr>
        </p15:guide>
        <p15:guide id="5" orient="horz" pos="2772">
          <p15:clr>
            <a:srgbClr val="F26B43"/>
          </p15:clr>
        </p15:guide>
        <p15:guide id="6" orient="horz" pos="2700">
          <p15:clr>
            <a:srgbClr val="F26B43"/>
          </p15:clr>
        </p15:guide>
        <p15:guide id="7" orient="horz" pos="2964">
          <p15:clr>
            <a:srgbClr val="F26B43"/>
          </p15:clr>
        </p15:guide>
        <p15:guide id="8" orient="horz" pos="516">
          <p15:clr>
            <a:srgbClr val="F26B43"/>
          </p15:clr>
        </p15:guide>
        <p15:guide id="9" pos="2784">
          <p15:clr>
            <a:srgbClr val="F26B43"/>
          </p15:clr>
        </p15:guide>
        <p15:guide id="10"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6"/>
        <p:cNvGrpSpPr/>
        <p:nvPr/>
      </p:nvGrpSpPr>
      <p:grpSpPr>
        <a:xfrm>
          <a:off x="0" y="0"/>
          <a:ext cx="0" cy="0"/>
          <a:chOff x="0" y="0"/>
          <a:chExt cx="0" cy="0"/>
        </a:xfrm>
      </p:grpSpPr>
      <p:pic>
        <p:nvPicPr>
          <p:cNvPr id="197" name="Google Shape;197;p38" descr="4.5-PPTBackgrounds_Hedaer-GraySkinny-reversed_Hedaer-GraySkinny.png"/>
          <p:cNvPicPr preferRelativeResize="0"/>
          <p:nvPr/>
        </p:nvPicPr>
        <p:blipFill rotWithShape="1">
          <a:blip r:embed="rId43">
            <a:alphaModFix/>
          </a:blip>
          <a:srcRect/>
          <a:stretch/>
        </p:blipFill>
        <p:spPr>
          <a:xfrm>
            <a:off x="0" y="0"/>
            <a:ext cx="9144001" cy="661196"/>
          </a:xfrm>
          <a:prstGeom prst="rect">
            <a:avLst/>
          </a:prstGeom>
          <a:noFill/>
          <a:ln>
            <a:noFill/>
          </a:ln>
        </p:spPr>
      </p:pic>
      <p:sp>
        <p:nvSpPr>
          <p:cNvPr id="198" name="Google Shape;198;p38"/>
          <p:cNvSpPr txBox="1"/>
          <p:nvPr/>
        </p:nvSpPr>
        <p:spPr>
          <a:xfrm>
            <a:off x="8015592" y="4800601"/>
            <a:ext cx="654000" cy="2715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909090"/>
              </a:buClr>
              <a:buSzPts val="900"/>
              <a:buFont typeface="Arial"/>
              <a:buNone/>
            </a:pPr>
            <a:fld id="{00000000-1234-1234-1234-123412341234}" type="slidenum">
              <a:rPr lang="en" sz="900" b="0" i="0" u="none" strike="noStrike" cap="none">
                <a:solidFill>
                  <a:srgbClr val="909090"/>
                </a:solidFill>
                <a:latin typeface="Arial"/>
                <a:ea typeface="Arial"/>
                <a:cs typeface="Arial"/>
                <a:sym typeface="Arial"/>
              </a:rPr>
              <a:t>‹#›</a:t>
            </a:fld>
            <a:endParaRPr sz="900" b="0" i="0" u="none" strike="noStrike" cap="none">
              <a:solidFill>
                <a:srgbClr val="909090"/>
              </a:solidFill>
              <a:latin typeface="Arial"/>
              <a:ea typeface="Arial"/>
              <a:cs typeface="Arial"/>
              <a:sym typeface="Arial"/>
            </a:endParaRPr>
          </a:p>
        </p:txBody>
      </p:sp>
      <p:sp>
        <p:nvSpPr>
          <p:cNvPr id="199" name="Google Shape;199;p38"/>
          <p:cNvSpPr txBox="1"/>
          <p:nvPr/>
        </p:nvSpPr>
        <p:spPr>
          <a:xfrm>
            <a:off x="1509160" y="4930476"/>
            <a:ext cx="1890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7F7F7F"/>
              </a:buClr>
              <a:buSzPts val="600"/>
              <a:buFont typeface="Arial"/>
              <a:buNone/>
            </a:pPr>
            <a:r>
              <a:rPr lang="en" sz="600" b="1" i="0" u="none" strike="noStrike" cap="none">
                <a:solidFill>
                  <a:srgbClr val="7F7F7F"/>
                </a:solidFill>
                <a:latin typeface="Arial"/>
                <a:ea typeface="Arial"/>
                <a:cs typeface="Arial"/>
                <a:sym typeface="Arial"/>
              </a:rPr>
              <a:t>© Scaled Agile, Inc.</a:t>
            </a:r>
            <a:endParaRPr sz="1100"/>
          </a:p>
        </p:txBody>
      </p:sp>
      <p:pic>
        <p:nvPicPr>
          <p:cNvPr id="200" name="Google Shape;200;p38" descr="PPT-sized.png"/>
          <p:cNvPicPr preferRelativeResize="0"/>
          <p:nvPr/>
        </p:nvPicPr>
        <p:blipFill rotWithShape="1">
          <a:blip r:embed="rId44">
            <a:alphaModFix/>
          </a:blip>
          <a:srcRect/>
          <a:stretch/>
        </p:blipFill>
        <p:spPr>
          <a:xfrm>
            <a:off x="426461" y="4934417"/>
            <a:ext cx="1117600" cy="127127"/>
          </a:xfrm>
          <a:prstGeom prst="rect">
            <a:avLst/>
          </a:prstGeom>
          <a:noFill/>
          <a:ln>
            <a:noFill/>
          </a:ln>
        </p:spPr>
      </p:pic>
      <p:sp>
        <p:nvSpPr>
          <p:cNvPr id="201" name="Google Shape;201;p38"/>
          <p:cNvSpPr txBox="1">
            <a:spLocks noGrp="1"/>
          </p:cNvSpPr>
          <p:nvPr>
            <p:ph type="body" idx="1"/>
          </p:nvPr>
        </p:nvSpPr>
        <p:spPr>
          <a:xfrm>
            <a:off x="395719" y="837844"/>
            <a:ext cx="8367900" cy="3752700"/>
          </a:xfrm>
          <a:prstGeom prst="rect">
            <a:avLst/>
          </a:prstGeom>
          <a:noFill/>
          <a:ln>
            <a:noFill/>
          </a:ln>
        </p:spPr>
        <p:txBody>
          <a:bodyPr spcFirstLastPara="1" wrap="square" lIns="68575" tIns="34275" rIns="68575" bIns="34275" anchor="t" anchorCtr="0">
            <a:noAutofit/>
          </a:bodyPr>
          <a:lstStyle>
            <a:lvl1pPr marL="457200" marR="0" lvl="0" indent="-336550" algn="l" rtl="0">
              <a:lnSpc>
                <a:spcPct val="110000"/>
              </a:lnSpc>
              <a:spcBef>
                <a:spcPts val="800"/>
              </a:spcBef>
              <a:spcAft>
                <a:spcPts val="0"/>
              </a:spcAft>
              <a:buClr>
                <a:srgbClr val="A5A5A5"/>
              </a:buClr>
              <a:buSzPts val="1700"/>
              <a:buFont typeface="Merriweather Sans"/>
              <a:buChar char="►"/>
              <a:defRPr sz="2100" b="0" i="0" u="none" strike="noStrike" cap="none">
                <a:solidFill>
                  <a:schemeClr val="dk1"/>
                </a:solidFill>
                <a:latin typeface="Arial"/>
                <a:ea typeface="Arial"/>
                <a:cs typeface="Arial"/>
                <a:sym typeface="Arial"/>
              </a:defRPr>
            </a:lvl1pPr>
            <a:lvl2pPr marL="914400" marR="0" lvl="1" indent="-374650"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L="1371600" marR="0" lvl="2" indent="-349250"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L="1828800" marR="0" lvl="3" indent="-228600"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L="2286000" marR="0" lvl="4" indent="-355600"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L="2743200" marR="0" lvl="5"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L="3200400" marR="0" lvl="6"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L="3657600" marR="0" lvl="7"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L="4114800" marR="0" lvl="8"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202" name="Google Shape;202;p38"/>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marR="0" lvl="0" algn="l" rtl="0">
              <a:spcBef>
                <a:spcPts val="0"/>
              </a:spcBef>
              <a:spcAft>
                <a:spcPts val="0"/>
              </a:spcAft>
              <a:buSzPts val="1100"/>
              <a:buNone/>
              <a:defRPr sz="2100" b="0" i="0" u="none" strike="noStrike" cap="none">
                <a:solidFill>
                  <a:schemeClr val="dk1"/>
                </a:solidFill>
                <a:latin typeface="Arial"/>
                <a:ea typeface="Arial"/>
                <a:cs typeface="Arial"/>
                <a:sym typeface="Arial"/>
              </a:defRPr>
            </a:lvl1pPr>
            <a:lvl2pPr marR="0" lvl="1" algn="l" rtl="0">
              <a:spcBef>
                <a:spcPts val="0"/>
              </a:spcBef>
              <a:spcAft>
                <a:spcPts val="0"/>
              </a:spcAft>
              <a:buSzPts val="1100"/>
              <a:buNone/>
              <a:defRPr sz="2400" b="1"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2400" b="1"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2400" b="1"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2400" b="1"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400" b="1"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400" b="1"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400" b="1"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400"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hyperlink" Target="https://vimeo.com/289123257/0de749d63e" TargetMode="External"/><Relationship Id="rId13" Type="http://schemas.openxmlformats.org/officeDocument/2006/relationships/hyperlink" Target="https://vimeo.com/351678406/ce4e8a1cfa" TargetMode="External"/><Relationship Id="rId3" Type="http://schemas.openxmlformats.org/officeDocument/2006/relationships/hyperlink" Target="https://vimeo.com/296743657/e22b54b952" TargetMode="External"/><Relationship Id="rId7" Type="http://schemas.openxmlformats.org/officeDocument/2006/relationships/hyperlink" Target="https://vimeo.com/299054038/ae429609f1" TargetMode="External"/><Relationship Id="rId12" Type="http://schemas.openxmlformats.org/officeDocument/2006/relationships/hyperlink" Target="https://vimeo.com/342037858/f10a115479"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vimeo.com/355401474/4ed0fa500e" TargetMode="External"/><Relationship Id="rId11" Type="http://schemas.openxmlformats.org/officeDocument/2006/relationships/hyperlink" Target="https://vimeo.com/342037390/3a25026214" TargetMode="External"/><Relationship Id="rId5" Type="http://schemas.openxmlformats.org/officeDocument/2006/relationships/hyperlink" Target="https://vimeo.com/310890102/890a0eaa12" TargetMode="External"/><Relationship Id="rId15" Type="http://schemas.openxmlformats.org/officeDocument/2006/relationships/hyperlink" Target="https://vimeo.com/201877314" TargetMode="External"/><Relationship Id="rId10" Type="http://schemas.openxmlformats.org/officeDocument/2006/relationships/hyperlink" Target="https://vimeo.com/289517223/5216eafd10" TargetMode="External"/><Relationship Id="rId4" Type="http://schemas.openxmlformats.org/officeDocument/2006/relationships/hyperlink" Target="https://vimeo.com/356905724/60d2ba24bf" TargetMode="External"/><Relationship Id="rId9" Type="http://schemas.openxmlformats.org/officeDocument/2006/relationships/hyperlink" Target="https://vimeo.com/309353242/e486372f18" TargetMode="External"/><Relationship Id="rId14" Type="http://schemas.openxmlformats.org/officeDocument/2006/relationships/hyperlink" Target="https://vimeo.com/307578726"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slide" Target="slide15.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80"/>
          <p:cNvPicPr preferRelativeResize="0"/>
          <p:nvPr/>
        </p:nvPicPr>
        <p:blipFill>
          <a:blip r:embed="rId3">
            <a:alphaModFix/>
          </a:blip>
          <a:stretch>
            <a:fillRect/>
          </a:stretch>
        </p:blipFill>
        <p:spPr>
          <a:xfrm>
            <a:off x="0" y="0"/>
            <a:ext cx="9144009"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pic>
        <p:nvPicPr>
          <p:cNvPr id="476" name="Google Shape;476;p81"/>
          <p:cNvPicPr preferRelativeResize="0"/>
          <p:nvPr/>
        </p:nvPicPr>
        <p:blipFill>
          <a:blip r:embed="rId3">
            <a:alphaModFix/>
          </a:blip>
          <a:stretch>
            <a:fillRect/>
          </a:stretch>
        </p:blipFill>
        <p:spPr>
          <a:xfrm>
            <a:off x="0" y="66675"/>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82"/>
          <p:cNvSpPr txBox="1">
            <a:spLocks noGrp="1"/>
          </p:cNvSpPr>
          <p:nvPr>
            <p:ph type="ctrTitle"/>
          </p:nvPr>
        </p:nvSpPr>
        <p:spPr>
          <a:xfrm>
            <a:off x="434340" y="604648"/>
            <a:ext cx="8275200" cy="993000"/>
          </a:xfrm>
          <a:prstGeom prst="rect">
            <a:avLst/>
          </a:prstGeom>
        </p:spPr>
        <p:txBody>
          <a:bodyPr spcFirstLastPara="1" wrap="square" lIns="0" tIns="45700" rIns="0" bIns="0" anchor="b" anchorCtr="0">
            <a:noAutofit/>
          </a:bodyPr>
          <a:lstStyle/>
          <a:p>
            <a:pPr marL="0" lvl="0" indent="0" algn="l" rtl="0">
              <a:spcBef>
                <a:spcPts val="0"/>
              </a:spcBef>
              <a:spcAft>
                <a:spcPts val="0"/>
              </a:spcAft>
              <a:buNone/>
            </a:pPr>
            <a:r>
              <a:rPr lang="en"/>
              <a:t>SAFe Product Owner/Product Manager 5.0</a:t>
            </a:r>
            <a:endParaRPr/>
          </a:p>
        </p:txBody>
      </p:sp>
      <p:sp>
        <p:nvSpPr>
          <p:cNvPr id="482" name="Google Shape;482;p82"/>
          <p:cNvSpPr txBox="1">
            <a:spLocks noGrp="1"/>
          </p:cNvSpPr>
          <p:nvPr>
            <p:ph type="subTitle" idx="1"/>
          </p:nvPr>
        </p:nvSpPr>
        <p:spPr>
          <a:xfrm>
            <a:off x="434340" y="1626489"/>
            <a:ext cx="8275200" cy="39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Remote Class Aid</a:t>
            </a:r>
            <a:endParaRPr/>
          </a:p>
          <a:p>
            <a:pPr marL="0" lvl="0" indent="0" algn="l" rtl="0">
              <a:spcBef>
                <a:spcPts val="0"/>
              </a:spcBef>
              <a:spcAft>
                <a:spcPts val="0"/>
              </a:spcAft>
              <a:buNone/>
            </a:pPr>
            <a:r>
              <a:rPr lang="en"/>
              <a:t>Group Template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83"/>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Group Activity Worksheets</a:t>
            </a:r>
            <a:endParaRPr/>
          </a:p>
        </p:txBody>
      </p:sp>
      <p:pic>
        <p:nvPicPr>
          <p:cNvPr id="488" name="Google Shape;488;p83"/>
          <p:cNvPicPr preferRelativeResize="0"/>
          <p:nvPr/>
        </p:nvPicPr>
        <p:blipFill>
          <a:blip r:embed="rId3">
            <a:alphaModFix/>
          </a:blip>
          <a:stretch>
            <a:fillRect/>
          </a:stretch>
        </p:blipFill>
        <p:spPr>
          <a:xfrm>
            <a:off x="328625" y="969350"/>
            <a:ext cx="1794095" cy="622667"/>
          </a:xfrm>
          <a:prstGeom prst="rect">
            <a:avLst/>
          </a:prstGeom>
          <a:noFill/>
          <a:ln>
            <a:noFill/>
          </a:ln>
        </p:spPr>
      </p:pic>
      <p:sp>
        <p:nvSpPr>
          <p:cNvPr id="489" name="Google Shape;489;p83"/>
          <p:cNvSpPr txBox="1"/>
          <p:nvPr/>
        </p:nvSpPr>
        <p:spPr>
          <a:xfrm>
            <a:off x="72135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2.9 Discussion - Just Enough Pre-Planning</a:t>
            </a:r>
            <a:endParaRPr sz="800">
              <a:solidFill>
                <a:srgbClr val="000000"/>
              </a:solidFill>
            </a:endParaRPr>
          </a:p>
        </p:txBody>
      </p:sp>
      <p:pic>
        <p:nvPicPr>
          <p:cNvPr id="490" name="Google Shape;490;p83"/>
          <p:cNvPicPr preferRelativeResize="0"/>
          <p:nvPr/>
        </p:nvPicPr>
        <p:blipFill>
          <a:blip r:embed="rId3">
            <a:alphaModFix/>
          </a:blip>
          <a:stretch>
            <a:fillRect/>
          </a:stretch>
        </p:blipFill>
        <p:spPr>
          <a:xfrm>
            <a:off x="328625" y="1672717"/>
            <a:ext cx="1794095" cy="622667"/>
          </a:xfrm>
          <a:prstGeom prst="rect">
            <a:avLst/>
          </a:prstGeom>
          <a:noFill/>
          <a:ln>
            <a:noFill/>
          </a:ln>
        </p:spPr>
      </p:pic>
      <p:pic>
        <p:nvPicPr>
          <p:cNvPr id="491" name="Google Shape;491;p83"/>
          <p:cNvPicPr preferRelativeResize="0"/>
          <p:nvPr/>
        </p:nvPicPr>
        <p:blipFill>
          <a:blip r:embed="rId3">
            <a:alphaModFix/>
          </a:blip>
          <a:stretch>
            <a:fillRect/>
          </a:stretch>
        </p:blipFill>
        <p:spPr>
          <a:xfrm>
            <a:off x="328625" y="2371583"/>
            <a:ext cx="1794095" cy="622667"/>
          </a:xfrm>
          <a:prstGeom prst="rect">
            <a:avLst/>
          </a:prstGeom>
          <a:noFill/>
          <a:ln>
            <a:noFill/>
          </a:ln>
        </p:spPr>
      </p:pic>
      <p:pic>
        <p:nvPicPr>
          <p:cNvPr id="492" name="Google Shape;492;p83"/>
          <p:cNvPicPr preferRelativeResize="0"/>
          <p:nvPr/>
        </p:nvPicPr>
        <p:blipFill>
          <a:blip r:embed="rId3">
            <a:alphaModFix/>
          </a:blip>
          <a:stretch>
            <a:fillRect/>
          </a:stretch>
        </p:blipFill>
        <p:spPr>
          <a:xfrm>
            <a:off x="328625" y="3070450"/>
            <a:ext cx="1794095" cy="622667"/>
          </a:xfrm>
          <a:prstGeom prst="rect">
            <a:avLst/>
          </a:prstGeom>
          <a:noFill/>
          <a:ln>
            <a:noFill/>
          </a:ln>
        </p:spPr>
      </p:pic>
      <p:pic>
        <p:nvPicPr>
          <p:cNvPr id="493" name="Google Shape;493;p83"/>
          <p:cNvPicPr preferRelativeResize="0"/>
          <p:nvPr/>
        </p:nvPicPr>
        <p:blipFill>
          <a:blip r:embed="rId3">
            <a:alphaModFix/>
          </a:blip>
          <a:stretch>
            <a:fillRect/>
          </a:stretch>
        </p:blipFill>
        <p:spPr>
          <a:xfrm>
            <a:off x="2267275" y="969350"/>
            <a:ext cx="1794095" cy="622667"/>
          </a:xfrm>
          <a:prstGeom prst="rect">
            <a:avLst/>
          </a:prstGeom>
          <a:noFill/>
          <a:ln>
            <a:noFill/>
          </a:ln>
        </p:spPr>
      </p:pic>
      <p:pic>
        <p:nvPicPr>
          <p:cNvPr id="494" name="Google Shape;494;p83"/>
          <p:cNvPicPr preferRelativeResize="0"/>
          <p:nvPr/>
        </p:nvPicPr>
        <p:blipFill>
          <a:blip r:embed="rId3">
            <a:alphaModFix/>
          </a:blip>
          <a:stretch>
            <a:fillRect/>
          </a:stretch>
        </p:blipFill>
        <p:spPr>
          <a:xfrm>
            <a:off x="2267275" y="1672717"/>
            <a:ext cx="1794095" cy="622667"/>
          </a:xfrm>
          <a:prstGeom prst="rect">
            <a:avLst/>
          </a:prstGeom>
          <a:noFill/>
          <a:ln>
            <a:noFill/>
          </a:ln>
        </p:spPr>
      </p:pic>
      <p:sp>
        <p:nvSpPr>
          <p:cNvPr id="495" name="Google Shape;495;p83"/>
          <p:cNvSpPr txBox="1"/>
          <p:nvPr/>
        </p:nvSpPr>
        <p:spPr>
          <a:xfrm>
            <a:off x="72135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2.19 Activity - Create Epics to Fulfill the Vision</a:t>
            </a:r>
            <a:endParaRPr sz="800">
              <a:solidFill>
                <a:srgbClr val="000000"/>
              </a:solidFill>
            </a:endParaRPr>
          </a:p>
        </p:txBody>
      </p:sp>
      <p:sp>
        <p:nvSpPr>
          <p:cNvPr id="496" name="Google Shape;496;p83"/>
          <p:cNvSpPr txBox="1"/>
          <p:nvPr/>
        </p:nvSpPr>
        <p:spPr>
          <a:xfrm>
            <a:off x="721350" y="2371583"/>
            <a:ext cx="1401300" cy="51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2.27 Activity - Consider market rhythms for optimum release timing</a:t>
            </a:r>
            <a:endParaRPr/>
          </a:p>
        </p:txBody>
      </p:sp>
      <p:sp>
        <p:nvSpPr>
          <p:cNvPr id="497" name="Google Shape;497;p83"/>
          <p:cNvSpPr txBox="1"/>
          <p:nvPr/>
        </p:nvSpPr>
        <p:spPr>
          <a:xfrm>
            <a:off x="721350"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2-40 - Decompose an Epic using Feature storming</a:t>
            </a:r>
            <a:endParaRPr/>
          </a:p>
        </p:txBody>
      </p:sp>
      <p:sp>
        <p:nvSpPr>
          <p:cNvPr id="498" name="Google Shape;498;p83"/>
          <p:cNvSpPr txBox="1"/>
          <p:nvPr/>
        </p:nvSpPr>
        <p:spPr>
          <a:xfrm>
            <a:off x="266000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2-41 - Feature Refinement</a:t>
            </a:r>
            <a:endParaRPr/>
          </a:p>
        </p:txBody>
      </p:sp>
      <p:sp>
        <p:nvSpPr>
          <p:cNvPr id="499" name="Google Shape;499;p83"/>
          <p:cNvSpPr txBox="1"/>
          <p:nvPr/>
        </p:nvSpPr>
        <p:spPr>
          <a:xfrm>
            <a:off x="266000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2-57 - Prioritizing the Program Backlog</a:t>
            </a:r>
            <a:endParaRPr sz="800"/>
          </a:p>
        </p:txBody>
      </p:sp>
      <p:pic>
        <p:nvPicPr>
          <p:cNvPr id="500" name="Google Shape;500;p83"/>
          <p:cNvPicPr preferRelativeResize="0"/>
          <p:nvPr/>
        </p:nvPicPr>
        <p:blipFill>
          <a:blip r:embed="rId3">
            <a:alphaModFix/>
          </a:blip>
          <a:stretch>
            <a:fillRect/>
          </a:stretch>
        </p:blipFill>
        <p:spPr>
          <a:xfrm>
            <a:off x="2267275" y="2371583"/>
            <a:ext cx="1794095" cy="622667"/>
          </a:xfrm>
          <a:prstGeom prst="rect">
            <a:avLst/>
          </a:prstGeom>
          <a:noFill/>
          <a:ln>
            <a:noFill/>
          </a:ln>
        </p:spPr>
      </p:pic>
      <p:sp>
        <p:nvSpPr>
          <p:cNvPr id="501" name="Google Shape;501;p83"/>
          <p:cNvSpPr txBox="1"/>
          <p:nvPr/>
        </p:nvSpPr>
        <p:spPr>
          <a:xfrm>
            <a:off x="2660000" y="237158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2-61 - Draft Your Capacity Allocation Policy</a:t>
            </a:r>
            <a:endParaRPr/>
          </a:p>
        </p:txBody>
      </p:sp>
      <p:pic>
        <p:nvPicPr>
          <p:cNvPr id="502" name="Google Shape;502;p83"/>
          <p:cNvPicPr preferRelativeResize="0"/>
          <p:nvPr/>
        </p:nvPicPr>
        <p:blipFill>
          <a:blip r:embed="rId3">
            <a:alphaModFix/>
          </a:blip>
          <a:stretch>
            <a:fillRect/>
          </a:stretch>
        </p:blipFill>
        <p:spPr>
          <a:xfrm>
            <a:off x="2300900" y="3070450"/>
            <a:ext cx="1794095" cy="622667"/>
          </a:xfrm>
          <a:prstGeom prst="rect">
            <a:avLst/>
          </a:prstGeom>
          <a:noFill/>
          <a:ln>
            <a:noFill/>
          </a:ln>
        </p:spPr>
      </p:pic>
      <p:sp>
        <p:nvSpPr>
          <p:cNvPr id="503" name="Google Shape;503;p83"/>
          <p:cNvSpPr txBox="1"/>
          <p:nvPr/>
        </p:nvSpPr>
        <p:spPr>
          <a:xfrm>
            <a:off x="2693625"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4-14 - Decompose Features into Stories</a:t>
            </a:r>
            <a:endParaRPr/>
          </a:p>
        </p:txBody>
      </p:sp>
      <p:pic>
        <p:nvPicPr>
          <p:cNvPr id="504" name="Google Shape;504;p83"/>
          <p:cNvPicPr preferRelativeResize="0"/>
          <p:nvPr/>
        </p:nvPicPr>
        <p:blipFill>
          <a:blip r:embed="rId3">
            <a:alphaModFix/>
          </a:blip>
          <a:stretch>
            <a:fillRect/>
          </a:stretch>
        </p:blipFill>
        <p:spPr>
          <a:xfrm>
            <a:off x="4205925" y="969350"/>
            <a:ext cx="1794095" cy="622667"/>
          </a:xfrm>
          <a:prstGeom prst="rect">
            <a:avLst/>
          </a:prstGeom>
          <a:noFill/>
          <a:ln>
            <a:noFill/>
          </a:ln>
        </p:spPr>
      </p:pic>
      <p:sp>
        <p:nvSpPr>
          <p:cNvPr id="505" name="Google Shape;505;p83"/>
          <p:cNvSpPr txBox="1"/>
          <p:nvPr/>
        </p:nvSpPr>
        <p:spPr>
          <a:xfrm>
            <a:off x="459865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4-19 - Write Acceptance Criteria</a:t>
            </a:r>
            <a:endParaRPr/>
          </a:p>
        </p:txBody>
      </p:sp>
      <p:pic>
        <p:nvPicPr>
          <p:cNvPr id="506" name="Google Shape;506;p83"/>
          <p:cNvPicPr preferRelativeResize="0"/>
          <p:nvPr/>
        </p:nvPicPr>
        <p:blipFill>
          <a:blip r:embed="rId3">
            <a:alphaModFix/>
          </a:blip>
          <a:stretch>
            <a:fillRect/>
          </a:stretch>
        </p:blipFill>
        <p:spPr>
          <a:xfrm>
            <a:off x="4205925" y="1672717"/>
            <a:ext cx="1794095" cy="622667"/>
          </a:xfrm>
          <a:prstGeom prst="rect">
            <a:avLst/>
          </a:prstGeom>
          <a:noFill/>
          <a:ln>
            <a:noFill/>
          </a:ln>
        </p:spPr>
      </p:pic>
      <p:sp>
        <p:nvSpPr>
          <p:cNvPr id="507" name="Google Shape;507;p83"/>
          <p:cNvSpPr txBox="1"/>
          <p:nvPr/>
        </p:nvSpPr>
        <p:spPr>
          <a:xfrm>
            <a:off x="459865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4-21 - Split Stories</a:t>
            </a:r>
            <a:endParaRPr/>
          </a:p>
        </p:txBody>
      </p:sp>
      <p:pic>
        <p:nvPicPr>
          <p:cNvPr id="508" name="Google Shape;508;p83"/>
          <p:cNvPicPr preferRelativeResize="0"/>
          <p:nvPr/>
        </p:nvPicPr>
        <p:blipFill>
          <a:blip r:embed="rId3">
            <a:alphaModFix/>
          </a:blip>
          <a:stretch>
            <a:fillRect/>
          </a:stretch>
        </p:blipFill>
        <p:spPr>
          <a:xfrm>
            <a:off x="4205925" y="2371583"/>
            <a:ext cx="1794095" cy="622667"/>
          </a:xfrm>
          <a:prstGeom prst="rect">
            <a:avLst/>
          </a:prstGeom>
          <a:noFill/>
          <a:ln>
            <a:noFill/>
          </a:ln>
        </p:spPr>
      </p:pic>
      <p:sp>
        <p:nvSpPr>
          <p:cNvPr id="509" name="Google Shape;509;p83"/>
          <p:cNvSpPr txBox="1"/>
          <p:nvPr/>
        </p:nvSpPr>
        <p:spPr>
          <a:xfrm>
            <a:off x="4598650" y="237158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4-28 - Develop a Story Map</a:t>
            </a:r>
            <a:endParaRPr/>
          </a:p>
        </p:txBody>
      </p:sp>
      <p:pic>
        <p:nvPicPr>
          <p:cNvPr id="510" name="Google Shape;510;p83"/>
          <p:cNvPicPr preferRelativeResize="0"/>
          <p:nvPr/>
        </p:nvPicPr>
        <p:blipFill>
          <a:blip r:embed="rId3">
            <a:alphaModFix/>
          </a:blip>
          <a:stretch>
            <a:fillRect/>
          </a:stretch>
        </p:blipFill>
        <p:spPr>
          <a:xfrm>
            <a:off x="4205925" y="3070450"/>
            <a:ext cx="1794095" cy="622667"/>
          </a:xfrm>
          <a:prstGeom prst="rect">
            <a:avLst/>
          </a:prstGeom>
          <a:noFill/>
          <a:ln>
            <a:noFill/>
          </a:ln>
        </p:spPr>
      </p:pic>
      <p:sp>
        <p:nvSpPr>
          <p:cNvPr id="511" name="Google Shape;511;p83"/>
          <p:cNvSpPr txBox="1"/>
          <p:nvPr/>
        </p:nvSpPr>
        <p:spPr>
          <a:xfrm>
            <a:off x="4598650"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4-44 - Estimate Stories</a:t>
            </a:r>
            <a:endParaRPr/>
          </a:p>
        </p:txBody>
      </p:sp>
      <p:pic>
        <p:nvPicPr>
          <p:cNvPr id="512" name="Google Shape;512;p83"/>
          <p:cNvPicPr preferRelativeResize="0"/>
          <p:nvPr/>
        </p:nvPicPr>
        <p:blipFill>
          <a:blip r:embed="rId3">
            <a:alphaModFix/>
          </a:blip>
          <a:stretch>
            <a:fillRect/>
          </a:stretch>
        </p:blipFill>
        <p:spPr>
          <a:xfrm>
            <a:off x="6144575" y="942563"/>
            <a:ext cx="1794095" cy="622667"/>
          </a:xfrm>
          <a:prstGeom prst="rect">
            <a:avLst/>
          </a:prstGeom>
          <a:noFill/>
          <a:ln>
            <a:noFill/>
          </a:ln>
        </p:spPr>
      </p:pic>
      <p:sp>
        <p:nvSpPr>
          <p:cNvPr id="513" name="Google Shape;513;p83"/>
          <p:cNvSpPr txBox="1"/>
          <p:nvPr/>
        </p:nvSpPr>
        <p:spPr>
          <a:xfrm>
            <a:off x="6537300" y="94256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4-44 - Estimate Stories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4"/>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2"/>
              </a:buClr>
              <a:buSzPts val="1100"/>
              <a:buFont typeface="Arial"/>
              <a:buNone/>
            </a:pPr>
            <a:r>
              <a:rPr lang="en"/>
              <a:t>Video Library for the Course</a:t>
            </a:r>
            <a:endParaRPr/>
          </a:p>
        </p:txBody>
      </p:sp>
      <p:sp>
        <p:nvSpPr>
          <p:cNvPr id="519" name="Google Shape;519;p84"/>
          <p:cNvSpPr txBox="1"/>
          <p:nvPr/>
        </p:nvSpPr>
        <p:spPr>
          <a:xfrm>
            <a:off x="281550" y="833800"/>
            <a:ext cx="8706000" cy="40608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a:t>1-7 - TTC History and Business Context - </a:t>
            </a:r>
            <a:r>
              <a:rPr lang="en" sz="1200" u="sng">
                <a:solidFill>
                  <a:schemeClr val="accent1"/>
                </a:solidFill>
                <a:hlinkClick r:id="rId3"/>
              </a:rPr>
              <a:t>https://vimeo.com/296743657/e22b54b952</a:t>
            </a:r>
            <a:endParaRPr sz="1200">
              <a:solidFill>
                <a:schemeClr val="accent1"/>
              </a:solidFill>
            </a:endParaRPr>
          </a:p>
          <a:p>
            <a:pPr marL="457200" lvl="0" indent="-304800" algn="l" rtl="0">
              <a:spcBef>
                <a:spcPts val="0"/>
              </a:spcBef>
              <a:spcAft>
                <a:spcPts val="0"/>
              </a:spcAft>
              <a:buSzPts val="1200"/>
              <a:buChar char="●"/>
            </a:pPr>
            <a:r>
              <a:rPr lang="en" sz="1200"/>
              <a:t>2-4 - SAFe at TravelPort: The Power of PI Planning - </a:t>
            </a:r>
            <a:r>
              <a:rPr lang="en" sz="1200" u="sng">
                <a:solidFill>
                  <a:schemeClr val="accent1"/>
                </a:solidFill>
                <a:hlinkClick r:id="rId4"/>
              </a:rPr>
              <a:t>https://vimeo.com/356905724/60d2ba24bf</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2-12 - TTC All Hands - </a:t>
            </a:r>
            <a:r>
              <a:rPr lang="en" sz="1200" u="sng">
                <a:solidFill>
                  <a:schemeClr val="accent1"/>
                </a:solidFill>
                <a:hlinkClick r:id="rId5"/>
              </a:rPr>
              <a:t>https://vimeo.com/310890102/890a0eaa12</a:t>
            </a:r>
            <a:endParaRPr sz="1200">
              <a:solidFill>
                <a:schemeClr val="accent1"/>
              </a:solidFill>
            </a:endParaRPr>
          </a:p>
          <a:p>
            <a:pPr marL="457200" lvl="0" indent="-304800" algn="l" rtl="0">
              <a:spcBef>
                <a:spcPts val="0"/>
              </a:spcBef>
              <a:spcAft>
                <a:spcPts val="0"/>
              </a:spcAft>
              <a:buSzPts val="1200"/>
              <a:buChar char="●"/>
            </a:pPr>
            <a:r>
              <a:rPr lang="en" sz="1200"/>
              <a:t>3-28 - The Program Board - </a:t>
            </a:r>
            <a:r>
              <a:rPr lang="en" sz="1200" u="sng">
                <a:solidFill>
                  <a:schemeClr val="accent1"/>
                </a:solidFill>
                <a:hlinkClick r:id="rId6"/>
              </a:rPr>
              <a:t>https://vimeo.com/355401474/4ed0fa500e</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4-30 - Running an effective SAFe Iteration Planning Meeting - </a:t>
            </a:r>
            <a:r>
              <a:rPr lang="en" sz="1200" u="sng">
                <a:solidFill>
                  <a:schemeClr val="accent1"/>
                </a:solidFill>
                <a:hlinkClick r:id="rId7"/>
              </a:rPr>
              <a:t>https://vimeo.com/299054038/ae429609f1</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4-51 - Running an Effective SAFe DSU - </a:t>
            </a:r>
            <a:r>
              <a:rPr lang="en" sz="1200" u="sng">
                <a:solidFill>
                  <a:schemeClr val="accent1"/>
                </a:solidFill>
                <a:hlinkClick r:id="rId8"/>
              </a:rPr>
              <a:t>https://vimeo.com/289123257/0de749d63e</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4-59 - How to Run an Effective SAFe Iteration Review Meeting - </a:t>
            </a:r>
            <a:r>
              <a:rPr lang="en" sz="1200" u="sng">
                <a:solidFill>
                  <a:schemeClr val="accent1"/>
                </a:solidFill>
                <a:hlinkClick r:id="rId9"/>
              </a:rPr>
              <a:t>https://vimeo.com/309353242/e486372f18</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4-66 - How to Run an Effective SAFe Iteration Retrospective - </a:t>
            </a:r>
            <a:r>
              <a:rPr lang="en" sz="1200" u="sng">
                <a:solidFill>
                  <a:schemeClr val="accent1"/>
                </a:solidFill>
                <a:hlinkClick r:id="rId10"/>
              </a:rPr>
              <a:t>https://vimeo.com/289517223/5216eafd10</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4-70 - What is DevOps? - </a:t>
            </a:r>
            <a:r>
              <a:rPr lang="en" sz="1200" u="sng">
                <a:solidFill>
                  <a:schemeClr val="accent1"/>
                </a:solidFill>
                <a:hlinkClick r:id="rId11"/>
              </a:rPr>
              <a:t>https://vimeo.com/342037390/3a25026214</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4-71 - The Continuous Delivery Pipeline - </a:t>
            </a:r>
            <a:r>
              <a:rPr lang="en" sz="1200" u="sng">
                <a:solidFill>
                  <a:schemeClr val="accent1"/>
                </a:solidFill>
                <a:hlinkClick r:id="rId12"/>
              </a:rPr>
              <a:t>https://vimeo.com/342037858/f10a115479</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5-31 - The Retrospective and Problem-Solving Workshop Overview - </a:t>
            </a:r>
            <a:r>
              <a:rPr lang="en" sz="1200" u="sng">
                <a:solidFill>
                  <a:schemeClr val="accent1"/>
                </a:solidFill>
                <a:hlinkClick r:id="rId13"/>
              </a:rPr>
              <a:t>https://vimeo.com/351678406/ce4e8a1cfa</a:t>
            </a:r>
            <a:endParaRPr sz="1200"/>
          </a:p>
          <a:p>
            <a:pPr marL="457200" lvl="0" indent="-304800" algn="l" rtl="0">
              <a:spcBef>
                <a:spcPts val="0"/>
              </a:spcBef>
              <a:spcAft>
                <a:spcPts val="0"/>
              </a:spcAft>
              <a:buSzPts val="1200"/>
              <a:buChar char="●"/>
            </a:pPr>
            <a:r>
              <a:rPr lang="en" sz="1200"/>
              <a:t>6-3 - SAFe Certification Benefits - </a:t>
            </a:r>
            <a:r>
              <a:rPr lang="en" sz="1200" u="sng">
                <a:solidFill>
                  <a:schemeClr val="accent1"/>
                </a:solidFill>
                <a:hlinkClick r:id="rId14"/>
              </a:rPr>
              <a:t>https://vimeo.com/307578726</a:t>
            </a:r>
            <a:r>
              <a:rPr lang="en" sz="1200">
                <a:solidFill>
                  <a:schemeClr val="accent1"/>
                </a:solidFill>
              </a:rPr>
              <a:t> </a:t>
            </a:r>
            <a:endParaRPr sz="1200">
              <a:solidFill>
                <a:schemeClr val="accent1"/>
              </a:solidFill>
            </a:endParaRPr>
          </a:p>
          <a:p>
            <a:pPr marL="457200" lvl="0" indent="-304800" algn="l" rtl="0">
              <a:spcBef>
                <a:spcPts val="0"/>
              </a:spcBef>
              <a:spcAft>
                <a:spcPts val="0"/>
              </a:spcAft>
              <a:buSzPts val="1200"/>
              <a:buChar char="●"/>
            </a:pPr>
            <a:r>
              <a:rPr lang="en" sz="1200"/>
              <a:t>6-4 - Welcome to the SAFe Community Platform - </a:t>
            </a:r>
            <a:r>
              <a:rPr lang="en" sz="1200" u="sng">
                <a:solidFill>
                  <a:schemeClr val="accent1"/>
                </a:solidFill>
                <a:hlinkClick r:id="rId15"/>
              </a:rPr>
              <a:t>https://vimeo.com/201877314</a:t>
            </a:r>
            <a:r>
              <a:rPr lang="en" sz="1200">
                <a:solidFill>
                  <a:schemeClr val="accent1"/>
                </a:solidFill>
              </a:rPr>
              <a:t> </a:t>
            </a:r>
            <a:r>
              <a:rPr lang="en" sz="1200"/>
              <a:t> </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5"/>
          <p:cNvSpPr txBox="1">
            <a:spLocks noGrp="1"/>
          </p:cNvSpPr>
          <p:nvPr>
            <p:ph type="title"/>
          </p:nvPr>
        </p:nvSpPr>
        <p:spPr>
          <a:xfrm>
            <a:off x="0" y="1683875"/>
            <a:ext cx="9144000" cy="1775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Activity Worksheets</a:t>
            </a:r>
            <a:endParaRPr/>
          </a:p>
          <a:p>
            <a:pPr marL="0" lvl="0" indent="0" algn="ctr" rtl="0">
              <a:spcBef>
                <a:spcPts val="0"/>
              </a:spcBef>
              <a:spcAft>
                <a:spcPts val="0"/>
              </a:spcAft>
              <a:buNone/>
            </a:pPr>
            <a:endParaRPr sz="1400"/>
          </a:p>
          <a:p>
            <a:pPr marL="0" lvl="0" indent="0" algn="ctr" rtl="0">
              <a:spcBef>
                <a:spcPts val="0"/>
              </a:spcBef>
              <a:spcAft>
                <a:spcPts val="0"/>
              </a:spcAft>
              <a:buNone/>
            </a:pPr>
            <a:r>
              <a:rPr lang="en">
                <a:solidFill>
                  <a:schemeClr val="accent1"/>
                </a:solidFill>
              </a:rPr>
              <a:t>&lt;Group name&gt;</a:t>
            </a:r>
            <a:endParaRPr>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9170D04-EF1E-4CB2-AFD4-0E2CD94176EA}"/>
              </a:ext>
            </a:extLst>
          </p:cNvPr>
          <p:cNvGraphicFramePr>
            <a:graphicFrameLocks noGrp="1"/>
          </p:cNvGraphicFramePr>
          <p:nvPr>
            <p:extLst>
              <p:ext uri="{D42A27DB-BD31-4B8C-83A1-F6EECF244321}">
                <p14:modId xmlns:p14="http://schemas.microsoft.com/office/powerpoint/2010/main" val="1250142555"/>
              </p:ext>
            </p:extLst>
          </p:nvPr>
        </p:nvGraphicFramePr>
        <p:xfrm>
          <a:off x="1271981" y="1040780"/>
          <a:ext cx="6600002" cy="3549492"/>
        </p:xfrm>
        <a:graphic>
          <a:graphicData uri="http://schemas.openxmlformats.org/drawingml/2006/table">
            <a:tbl>
              <a:tblPr firstRow="1" bandRow="1">
                <a:tableStyleId>{FD41FC3E-183F-424A-9F1C-F722A5223572}</a:tableStyleId>
              </a:tblPr>
              <a:tblGrid>
                <a:gridCol w="3300001">
                  <a:extLst>
                    <a:ext uri="{9D8B030D-6E8A-4147-A177-3AD203B41FA5}">
                      <a16:colId xmlns:a16="http://schemas.microsoft.com/office/drawing/2014/main" val="3176101535"/>
                    </a:ext>
                  </a:extLst>
                </a:gridCol>
                <a:gridCol w="3300001">
                  <a:extLst>
                    <a:ext uri="{9D8B030D-6E8A-4147-A177-3AD203B41FA5}">
                      <a16:colId xmlns:a16="http://schemas.microsoft.com/office/drawing/2014/main" val="1331210777"/>
                    </a:ext>
                  </a:extLst>
                </a:gridCol>
              </a:tblGrid>
              <a:tr h="1774746">
                <a:tc>
                  <a:txBody>
                    <a:bodyPr/>
                    <a:lstStyle/>
                    <a:p>
                      <a:pPr marL="285750" indent="-285750">
                        <a:buFont typeface="Arial" panose="020B0604020202020204" pitchFamily="34" charset="0"/>
                        <a:buChar char="•"/>
                      </a:pPr>
                      <a:r>
                        <a:rPr lang="en-US" dirty="0"/>
                        <a:t>s</a:t>
                      </a:r>
                    </a:p>
                  </a:txBody>
                  <a:tcPr/>
                </a:tc>
                <a:tc>
                  <a:txBody>
                    <a:bodyPr/>
                    <a:lstStyle/>
                    <a:p>
                      <a:pPr marL="285750" indent="-285750">
                        <a:buFont typeface="Arial" panose="020B0604020202020204" pitchFamily="34" charset="0"/>
                        <a:buChar char="•"/>
                      </a:pPr>
                      <a:r>
                        <a:rPr lang="en-US" dirty="0"/>
                        <a:t>s</a:t>
                      </a:r>
                    </a:p>
                  </a:txBody>
                  <a:tcPr/>
                </a:tc>
                <a:extLst>
                  <a:ext uri="{0D108BD9-81ED-4DB2-BD59-A6C34878D82A}">
                    <a16:rowId xmlns:a16="http://schemas.microsoft.com/office/drawing/2014/main" val="760751503"/>
                  </a:ext>
                </a:extLst>
              </a:tr>
              <a:tr h="1774746">
                <a:tc>
                  <a:txBody>
                    <a:bodyPr/>
                    <a:lstStyle/>
                    <a:p>
                      <a:pPr marL="285750" indent="-285750">
                        <a:buFont typeface="Arial" panose="020B0604020202020204" pitchFamily="34" charset="0"/>
                        <a:buChar char="•"/>
                      </a:pPr>
                      <a:r>
                        <a:rPr lang="en-US" dirty="0"/>
                        <a:t>s</a:t>
                      </a:r>
                    </a:p>
                  </a:txBody>
                  <a:tcPr/>
                </a:tc>
                <a:tc>
                  <a:txBody>
                    <a:bodyPr/>
                    <a:lstStyle/>
                    <a:p>
                      <a:pPr marL="285750" indent="-285750">
                        <a:buFont typeface="Arial" panose="020B0604020202020204" pitchFamily="34" charset="0"/>
                        <a:buChar char="•"/>
                      </a:pPr>
                      <a:r>
                        <a:rPr lang="en-US" dirty="0"/>
                        <a:t>s</a:t>
                      </a:r>
                    </a:p>
                  </a:txBody>
                  <a:tcPr/>
                </a:tc>
                <a:extLst>
                  <a:ext uri="{0D108BD9-81ED-4DB2-BD59-A6C34878D82A}">
                    <a16:rowId xmlns:a16="http://schemas.microsoft.com/office/drawing/2014/main" val="95185643"/>
                  </a:ext>
                </a:extLst>
              </a:tr>
            </a:tbl>
          </a:graphicData>
        </a:graphic>
      </p:graphicFrame>
      <p:sp>
        <p:nvSpPr>
          <p:cNvPr id="7" name="Google Shape;529;p86">
            <a:extLst>
              <a:ext uri="{FF2B5EF4-FFF2-40B4-BE49-F238E27FC236}">
                <a16:creationId xmlns:a16="http://schemas.microsoft.com/office/drawing/2014/main" id="{E91B5BB6-D848-4998-85A2-E54578CBED5C}"/>
              </a:ext>
            </a:extLst>
          </p:cNvPr>
          <p:cNvSpPr txBox="1">
            <a:spLocks noGrp="1"/>
          </p:cNvSpPr>
          <p:nvPr>
            <p:ph type="title"/>
          </p:nvPr>
        </p:nvSpPr>
        <p:spPr>
          <a:xfrm>
            <a:off x="434232" y="171450"/>
            <a:ext cx="8275500" cy="36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2-9 – </a:t>
            </a:r>
            <a:r>
              <a:rPr lang="en-US" b="1" dirty="0"/>
              <a:t>Just Enough Pre-Planning</a:t>
            </a:r>
            <a:endParaRPr b="1" dirty="0"/>
          </a:p>
        </p:txBody>
      </p:sp>
      <p:sp>
        <p:nvSpPr>
          <p:cNvPr id="8" name="Google Shape;649;p96">
            <a:extLst>
              <a:ext uri="{FF2B5EF4-FFF2-40B4-BE49-F238E27FC236}">
                <a16:creationId xmlns:a16="http://schemas.microsoft.com/office/drawing/2014/main" id="{6B5F7EB4-2D4C-422E-A2A6-88346F7EB29A}"/>
              </a:ext>
            </a:extLst>
          </p:cNvPr>
          <p:cNvSpPr txBox="1"/>
          <p:nvPr/>
        </p:nvSpPr>
        <p:spPr>
          <a:xfrm>
            <a:off x="3442186" y="663185"/>
            <a:ext cx="2852059"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rPr>
              <a:t>More </a:t>
            </a:r>
            <a:r>
              <a:rPr lang="en-US" dirty="0">
                <a:solidFill>
                  <a:schemeClr val="accent2"/>
                </a:solidFill>
              </a:rPr>
              <a:t>pre-Planning</a:t>
            </a:r>
            <a:endParaRPr dirty="0">
              <a:solidFill>
                <a:schemeClr val="accent2"/>
              </a:solidFill>
            </a:endParaRPr>
          </a:p>
        </p:txBody>
      </p:sp>
      <p:sp>
        <p:nvSpPr>
          <p:cNvPr id="9" name="Google Shape;649;p96">
            <a:extLst>
              <a:ext uri="{FF2B5EF4-FFF2-40B4-BE49-F238E27FC236}">
                <a16:creationId xmlns:a16="http://schemas.microsoft.com/office/drawing/2014/main" id="{6E6D1966-DFD4-492E-A57F-1FAA233C3478}"/>
              </a:ext>
            </a:extLst>
          </p:cNvPr>
          <p:cNvSpPr txBox="1"/>
          <p:nvPr/>
        </p:nvSpPr>
        <p:spPr>
          <a:xfrm>
            <a:off x="3390147" y="4590272"/>
            <a:ext cx="2852059"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Less</a:t>
            </a:r>
            <a:r>
              <a:rPr lang="en" dirty="0">
                <a:solidFill>
                  <a:schemeClr val="accent2"/>
                </a:solidFill>
              </a:rPr>
              <a:t> </a:t>
            </a:r>
            <a:r>
              <a:rPr lang="en-US" dirty="0">
                <a:solidFill>
                  <a:schemeClr val="accent2"/>
                </a:solidFill>
              </a:rPr>
              <a:t>pre-Planning</a:t>
            </a:r>
            <a:endParaRPr dirty="0">
              <a:solidFill>
                <a:schemeClr val="accent2"/>
              </a:solidFill>
            </a:endParaRPr>
          </a:p>
        </p:txBody>
      </p:sp>
      <p:sp>
        <p:nvSpPr>
          <p:cNvPr id="10" name="Google Shape;649;p96">
            <a:extLst>
              <a:ext uri="{FF2B5EF4-FFF2-40B4-BE49-F238E27FC236}">
                <a16:creationId xmlns:a16="http://schemas.microsoft.com/office/drawing/2014/main" id="{6C2F03F4-3A42-475F-9457-94212E779A1A}"/>
              </a:ext>
            </a:extLst>
          </p:cNvPr>
          <p:cNvSpPr txBox="1"/>
          <p:nvPr/>
        </p:nvSpPr>
        <p:spPr>
          <a:xfrm rot="5400000">
            <a:off x="7618780" y="2919045"/>
            <a:ext cx="1338778"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Negative</a:t>
            </a:r>
            <a:endParaRPr dirty="0">
              <a:solidFill>
                <a:schemeClr val="accent2"/>
              </a:solidFill>
            </a:endParaRPr>
          </a:p>
        </p:txBody>
      </p:sp>
      <p:sp>
        <p:nvSpPr>
          <p:cNvPr id="11" name="Google Shape;649;p96">
            <a:extLst>
              <a:ext uri="{FF2B5EF4-FFF2-40B4-BE49-F238E27FC236}">
                <a16:creationId xmlns:a16="http://schemas.microsoft.com/office/drawing/2014/main" id="{3EC060AF-148C-4781-931B-3D06A2FB0B22}"/>
              </a:ext>
            </a:extLst>
          </p:cNvPr>
          <p:cNvSpPr txBox="1"/>
          <p:nvPr/>
        </p:nvSpPr>
        <p:spPr>
          <a:xfrm rot="16200000">
            <a:off x="-108306" y="2346299"/>
            <a:ext cx="1372065"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Positive</a:t>
            </a:r>
            <a:endParaRPr dirty="0">
              <a:solidFill>
                <a:schemeClr val="accent2"/>
              </a:solidFill>
            </a:endParaRPr>
          </a:p>
        </p:txBody>
      </p:sp>
      <p:sp>
        <p:nvSpPr>
          <p:cNvPr id="12" name="Rectangle 11">
            <a:extLst>
              <a:ext uri="{FF2B5EF4-FFF2-40B4-BE49-F238E27FC236}">
                <a16:creationId xmlns:a16="http://schemas.microsoft.com/office/drawing/2014/main" id="{00BC33E2-B897-4CA1-84CA-DFDCD921F8A4}"/>
              </a:ext>
            </a:extLst>
          </p:cNvPr>
          <p:cNvSpPr/>
          <p:nvPr/>
        </p:nvSpPr>
        <p:spPr>
          <a:xfrm>
            <a:off x="6452840" y="201186"/>
            <a:ext cx="2575932" cy="707886"/>
          </a:xfrm>
          <a:prstGeom prst="rect">
            <a:avLst/>
          </a:prstGeom>
        </p:spPr>
        <p:txBody>
          <a:bodyPr wrap="square">
            <a:spAutoFit/>
          </a:bodyPr>
          <a:lstStyle/>
          <a:p>
            <a:r>
              <a:rPr lang="en-US" sz="1000" dirty="0"/>
              <a:t>Think about </a:t>
            </a:r>
            <a:r>
              <a:rPr lang="en-US" sz="1000" dirty="0" err="1"/>
              <a:t>SAFe</a:t>
            </a:r>
            <a:r>
              <a:rPr lang="en-US" sz="1000" dirty="0"/>
              <a:t> core values and principles as well as different </a:t>
            </a:r>
            <a:r>
              <a:rPr lang="en-US" sz="1000" dirty="0" err="1"/>
              <a:t>SAFe</a:t>
            </a:r>
            <a:r>
              <a:rPr lang="en-US" sz="1000" dirty="0"/>
              <a:t> practices that influence or enable PI planning preparedness.</a:t>
            </a:r>
          </a:p>
        </p:txBody>
      </p:sp>
    </p:spTree>
    <p:extLst>
      <p:ext uri="{BB962C8B-B14F-4D97-AF65-F5344CB8AC3E}">
        <p14:creationId xmlns:p14="http://schemas.microsoft.com/office/powerpoint/2010/main" val="196044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86"/>
          <p:cNvSpPr txBox="1">
            <a:spLocks noGrp="1"/>
          </p:cNvSpPr>
          <p:nvPr>
            <p:ph type="title"/>
          </p:nvPr>
        </p:nvSpPr>
        <p:spPr>
          <a:xfrm>
            <a:off x="434232" y="171450"/>
            <a:ext cx="8275500" cy="36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2-19 - Create Epics to Fulfill the Vision</a:t>
            </a:r>
            <a:endParaRPr b="1" dirty="0"/>
          </a:p>
        </p:txBody>
      </p:sp>
      <p:pic>
        <p:nvPicPr>
          <p:cNvPr id="530" name="Google Shape;530;p86"/>
          <p:cNvPicPr preferRelativeResize="0"/>
          <p:nvPr/>
        </p:nvPicPr>
        <p:blipFill>
          <a:blip r:embed="rId3">
            <a:alphaModFix/>
          </a:blip>
          <a:stretch>
            <a:fillRect/>
          </a:stretch>
        </p:blipFill>
        <p:spPr>
          <a:xfrm>
            <a:off x="6530313" y="1017713"/>
            <a:ext cx="2390775" cy="3800475"/>
          </a:xfrm>
          <a:prstGeom prst="rect">
            <a:avLst/>
          </a:prstGeom>
          <a:noFill/>
          <a:ln w="9525" cap="flat" cmpd="sng">
            <a:solidFill>
              <a:srgbClr val="FFFFFF"/>
            </a:solidFill>
            <a:prstDash val="solid"/>
            <a:round/>
            <a:headEnd type="none" w="sm" len="sm"/>
            <a:tailEnd type="none" w="sm" len="sm"/>
          </a:ln>
        </p:spPr>
      </p:pic>
      <p:sp>
        <p:nvSpPr>
          <p:cNvPr id="531" name="Google Shape;531;p86"/>
          <p:cNvSpPr/>
          <p:nvPr/>
        </p:nvSpPr>
        <p:spPr>
          <a:xfrm>
            <a:off x="1712750" y="1536013"/>
            <a:ext cx="3644400" cy="27639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one additional Epic here]</a:t>
            </a:r>
            <a:endParaRPr/>
          </a:p>
        </p:txBody>
      </p:sp>
      <p:pic>
        <p:nvPicPr>
          <p:cNvPr id="5" name="Picture 4">
            <a:extLst>
              <a:ext uri="{FF2B5EF4-FFF2-40B4-BE49-F238E27FC236}">
                <a16:creationId xmlns:a16="http://schemas.microsoft.com/office/drawing/2014/main" id="{4E46490F-14B9-47E6-8B04-D8F0933CA63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86653" y="181423"/>
            <a:ext cx="844402" cy="844402"/>
          </a:xfrm>
          <a:prstGeom prst="rect">
            <a:avLst/>
          </a:prstGeom>
        </p:spPr>
      </p:pic>
      <p:sp>
        <p:nvSpPr>
          <p:cNvPr id="6" name="Text Placeholder 18">
            <a:extLst>
              <a:ext uri="{FF2B5EF4-FFF2-40B4-BE49-F238E27FC236}">
                <a16:creationId xmlns:a16="http://schemas.microsoft.com/office/drawing/2014/main" id="{5C2A80CB-756A-4183-B4F0-8F43BFDA69A6}"/>
              </a:ext>
            </a:extLst>
          </p:cNvPr>
          <p:cNvSpPr txBox="1">
            <a:spLocks/>
          </p:cNvSpPr>
          <p:nvPr/>
        </p:nvSpPr>
        <p:spPr>
          <a:xfrm>
            <a:off x="8291599" y="367434"/>
            <a:ext cx="634511" cy="40121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400" b="1" i="0" u="none" strike="noStrike" cap="none">
                <a:solidFill>
                  <a:schemeClr val="bg1"/>
                </a:solidFill>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00" b="1" i="0" u="none" strike="noStrike" cap="none">
                <a:solidFill>
                  <a:srgbClr val="000000"/>
                </a:solidFill>
                <a:latin typeface="Arial" panose="020B0503020202020204" pitchFamily="34" charset="0"/>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10</a:t>
            </a:r>
          </a:p>
        </p:txBody>
      </p:sp>
      <p:sp>
        <p:nvSpPr>
          <p:cNvPr id="7" name="Text Placeholder 16">
            <a:extLst>
              <a:ext uri="{FF2B5EF4-FFF2-40B4-BE49-F238E27FC236}">
                <a16:creationId xmlns:a16="http://schemas.microsoft.com/office/drawing/2014/main" id="{453A9E71-C8EE-4DA2-9D18-4387DB16E297}"/>
              </a:ext>
            </a:extLst>
          </p:cNvPr>
          <p:cNvSpPr txBox="1">
            <a:spLocks/>
          </p:cNvSpPr>
          <p:nvPr/>
        </p:nvSpPr>
        <p:spPr>
          <a:xfrm>
            <a:off x="8073708" y="0"/>
            <a:ext cx="1070292" cy="27946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200" b="1" i="0" u="none" strike="noStrike" cap="none" spc="0">
                <a:ln>
                  <a:noFill/>
                </a:ln>
                <a:solidFill>
                  <a:schemeClr val="tx1"/>
                </a:solidFill>
                <a:effectLst/>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67" b="0" i="0" u="none" strike="noStrike" cap="none">
                <a:solidFill>
                  <a:srgbClr val="000000"/>
                </a:solidFill>
                <a:latin typeface="Arial"/>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Share</a:t>
            </a:r>
          </a:p>
        </p:txBody>
      </p:sp>
      <p:pic>
        <p:nvPicPr>
          <p:cNvPr id="8" name="Picture 7">
            <a:extLst>
              <a:ext uri="{FF2B5EF4-FFF2-40B4-BE49-F238E27FC236}">
                <a16:creationId xmlns:a16="http://schemas.microsoft.com/office/drawing/2014/main" id="{C0CFEB30-8511-4809-B138-26CB81532C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0049" y="181423"/>
            <a:ext cx="844402" cy="844402"/>
          </a:xfrm>
          <a:prstGeom prst="rect">
            <a:avLst/>
          </a:prstGeom>
        </p:spPr>
      </p:pic>
      <p:sp>
        <p:nvSpPr>
          <p:cNvPr id="9" name="Text Placeholder 18">
            <a:extLst>
              <a:ext uri="{FF2B5EF4-FFF2-40B4-BE49-F238E27FC236}">
                <a16:creationId xmlns:a16="http://schemas.microsoft.com/office/drawing/2014/main" id="{FB931142-F905-4306-8E8E-3EF252B9AD4F}"/>
              </a:ext>
            </a:extLst>
          </p:cNvPr>
          <p:cNvSpPr txBox="1">
            <a:spLocks/>
          </p:cNvSpPr>
          <p:nvPr/>
        </p:nvSpPr>
        <p:spPr>
          <a:xfrm>
            <a:off x="7184995" y="367434"/>
            <a:ext cx="634511" cy="40121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400" b="1" i="0" u="none" strike="noStrike" cap="none">
                <a:solidFill>
                  <a:schemeClr val="bg1"/>
                </a:solidFill>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00" b="1" i="0" u="none" strike="noStrike" cap="none">
                <a:solidFill>
                  <a:srgbClr val="000000"/>
                </a:solidFill>
                <a:latin typeface="Arial" panose="020B0503020202020204" pitchFamily="34" charset="0"/>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5</a:t>
            </a:r>
          </a:p>
        </p:txBody>
      </p:sp>
      <p:sp>
        <p:nvSpPr>
          <p:cNvPr id="10" name="Text Placeholder 16">
            <a:extLst>
              <a:ext uri="{FF2B5EF4-FFF2-40B4-BE49-F238E27FC236}">
                <a16:creationId xmlns:a16="http://schemas.microsoft.com/office/drawing/2014/main" id="{D8D983E6-10F6-4F08-89CF-46BF6DB24BF6}"/>
              </a:ext>
            </a:extLst>
          </p:cNvPr>
          <p:cNvSpPr txBox="1">
            <a:spLocks/>
          </p:cNvSpPr>
          <p:nvPr/>
        </p:nvSpPr>
        <p:spPr>
          <a:xfrm>
            <a:off x="6967104" y="0"/>
            <a:ext cx="1070292" cy="27946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200" b="1" i="0" u="none" strike="noStrike" cap="none" spc="0">
                <a:ln>
                  <a:noFill/>
                </a:ln>
                <a:solidFill>
                  <a:schemeClr val="tx1"/>
                </a:solidFill>
                <a:effectLst/>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67" b="0" i="0" u="none" strike="noStrike" cap="none">
                <a:solidFill>
                  <a:srgbClr val="000000"/>
                </a:solidFill>
                <a:latin typeface="Arial"/>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Prepare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87"/>
          <p:cNvSpPr txBox="1">
            <a:spLocks noGrp="1"/>
          </p:cNvSpPr>
          <p:nvPr>
            <p:ph type="title"/>
          </p:nvPr>
        </p:nvSpPr>
        <p:spPr>
          <a:xfrm>
            <a:off x="434232" y="171450"/>
            <a:ext cx="8275500" cy="36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1800" b="1"/>
              <a:t>Activity 2-27 - Consider market rhythms for optimum release timing</a:t>
            </a:r>
            <a:endParaRPr sz="18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88"/>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b="1"/>
              <a:t>Activity 2-40 - Decompose an Epic using Feature storming</a:t>
            </a:r>
            <a:endParaRPr sz="1800"/>
          </a:p>
        </p:txBody>
      </p:sp>
      <p:pic>
        <p:nvPicPr>
          <p:cNvPr id="542" name="Google Shape;542;p88"/>
          <p:cNvPicPr preferRelativeResize="0"/>
          <p:nvPr/>
        </p:nvPicPr>
        <p:blipFill>
          <a:blip r:embed="rId3">
            <a:alphaModFix/>
          </a:blip>
          <a:stretch>
            <a:fillRect/>
          </a:stretch>
        </p:blipFill>
        <p:spPr>
          <a:xfrm>
            <a:off x="6393350" y="907796"/>
            <a:ext cx="2291050" cy="1556050"/>
          </a:xfrm>
          <a:prstGeom prst="rect">
            <a:avLst/>
          </a:prstGeom>
          <a:noFill/>
          <a:ln>
            <a:noFill/>
          </a:ln>
        </p:spPr>
      </p:pic>
      <p:sp>
        <p:nvSpPr>
          <p:cNvPr id="543" name="Google Shape;543;p88"/>
          <p:cNvSpPr/>
          <p:nvPr/>
        </p:nvSpPr>
        <p:spPr>
          <a:xfrm>
            <a:off x="419100"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4" name="Google Shape;544;p88"/>
          <p:cNvSpPr/>
          <p:nvPr/>
        </p:nvSpPr>
        <p:spPr>
          <a:xfrm>
            <a:off x="2161675"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5" name="Google Shape;545;p88"/>
          <p:cNvSpPr/>
          <p:nvPr/>
        </p:nvSpPr>
        <p:spPr>
          <a:xfrm>
            <a:off x="3918000"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6" name="Google Shape;546;p88"/>
          <p:cNvSpPr/>
          <p:nvPr/>
        </p:nvSpPr>
        <p:spPr>
          <a:xfrm>
            <a:off x="419100"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7" name="Google Shape;547;p88"/>
          <p:cNvSpPr/>
          <p:nvPr/>
        </p:nvSpPr>
        <p:spPr>
          <a:xfrm>
            <a:off x="2161675"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8" name="Google Shape;548;p88"/>
          <p:cNvSpPr/>
          <p:nvPr/>
        </p:nvSpPr>
        <p:spPr>
          <a:xfrm>
            <a:off x="3918000"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9" name="Google Shape;549;p88"/>
          <p:cNvSpPr/>
          <p:nvPr/>
        </p:nvSpPr>
        <p:spPr>
          <a:xfrm>
            <a:off x="419100"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50" name="Google Shape;550;p88"/>
          <p:cNvSpPr/>
          <p:nvPr/>
        </p:nvSpPr>
        <p:spPr>
          <a:xfrm>
            <a:off x="2161675"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51" name="Google Shape;551;p88"/>
          <p:cNvSpPr/>
          <p:nvPr/>
        </p:nvSpPr>
        <p:spPr>
          <a:xfrm>
            <a:off x="3918000"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89"/>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2-41 - Feature Refinement</a:t>
            </a:r>
            <a:endParaRPr/>
          </a:p>
        </p:txBody>
      </p:sp>
      <p:sp>
        <p:nvSpPr>
          <p:cNvPr id="557" name="Google Shape;557;p89"/>
          <p:cNvSpPr/>
          <p:nvPr/>
        </p:nvSpPr>
        <p:spPr>
          <a:xfrm>
            <a:off x="245900" y="745900"/>
            <a:ext cx="2802300" cy="4299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t>Description: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Benefit Hypothesis: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Acceptance Criteria:</a:t>
            </a:r>
            <a:endParaRPr b="1"/>
          </a:p>
          <a:p>
            <a:pPr marL="457200" lvl="0" indent="-317500" algn="l" rtl="0">
              <a:spcBef>
                <a:spcPts val="0"/>
              </a:spcBef>
              <a:spcAft>
                <a:spcPts val="0"/>
              </a:spcAft>
              <a:buSzPts val="1400"/>
              <a:buChar char="●"/>
            </a:pPr>
            <a:endParaRPr/>
          </a:p>
        </p:txBody>
      </p:sp>
      <p:sp>
        <p:nvSpPr>
          <p:cNvPr id="558" name="Google Shape;558;p89"/>
          <p:cNvSpPr/>
          <p:nvPr/>
        </p:nvSpPr>
        <p:spPr>
          <a:xfrm>
            <a:off x="3170850" y="745900"/>
            <a:ext cx="2802300" cy="4299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Description: </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 b="1" dirty="0"/>
              <a:t>Benefit Hypothesis: </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 b="1" dirty="0"/>
              <a:t>Acceptance Criteria:</a:t>
            </a:r>
            <a:endParaRPr b="1" dirty="0"/>
          </a:p>
          <a:p>
            <a:pPr marL="457200" lvl="0" indent="-317500" algn="l" rtl="0">
              <a:spcBef>
                <a:spcPts val="0"/>
              </a:spcBef>
              <a:spcAft>
                <a:spcPts val="0"/>
              </a:spcAft>
              <a:buSzPts val="1400"/>
              <a:buChar char="●"/>
            </a:pPr>
            <a:endParaRPr dirty="0"/>
          </a:p>
        </p:txBody>
      </p:sp>
      <p:sp>
        <p:nvSpPr>
          <p:cNvPr id="559" name="Google Shape;559;p89"/>
          <p:cNvSpPr/>
          <p:nvPr/>
        </p:nvSpPr>
        <p:spPr>
          <a:xfrm>
            <a:off x="6095800" y="1327875"/>
            <a:ext cx="2802300" cy="3717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t>Description: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Benefit Hypothesis: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Acceptance Criteria:</a:t>
            </a:r>
            <a:endParaRPr b="1"/>
          </a:p>
          <a:p>
            <a:pPr marL="457200" lvl="0" indent="-317500" algn="l" rtl="0">
              <a:spcBef>
                <a:spcPts val="0"/>
              </a:spcBef>
              <a:spcAft>
                <a:spcPts val="0"/>
              </a:spcAft>
              <a:buSzPts val="1400"/>
              <a:buChar char="●"/>
            </a:pPr>
            <a:endParaRPr/>
          </a:p>
        </p:txBody>
      </p:sp>
      <p:pic>
        <p:nvPicPr>
          <p:cNvPr id="560" name="Google Shape;560;p89"/>
          <p:cNvPicPr preferRelativeResize="0"/>
          <p:nvPr/>
        </p:nvPicPr>
        <p:blipFill>
          <a:blip r:embed="rId3">
            <a:alphaModFix/>
          </a:blip>
          <a:stretch>
            <a:fillRect/>
          </a:stretch>
        </p:blipFill>
        <p:spPr>
          <a:xfrm>
            <a:off x="6158251" y="57350"/>
            <a:ext cx="2891626" cy="1154700"/>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90"/>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2-57 - Prioritizing the Program Backlog</a:t>
            </a:r>
            <a:endParaRPr b="1"/>
          </a:p>
        </p:txBody>
      </p:sp>
      <p:pic>
        <p:nvPicPr>
          <p:cNvPr id="566" name="Google Shape;566;p90"/>
          <p:cNvPicPr preferRelativeResize="0"/>
          <p:nvPr/>
        </p:nvPicPr>
        <p:blipFill rotWithShape="1">
          <a:blip r:embed="rId3">
            <a:alphaModFix/>
          </a:blip>
          <a:srcRect t="74690"/>
          <a:stretch/>
        </p:blipFill>
        <p:spPr>
          <a:xfrm>
            <a:off x="1245552" y="3951875"/>
            <a:ext cx="6348100" cy="556700"/>
          </a:xfrm>
          <a:prstGeom prst="rect">
            <a:avLst/>
          </a:prstGeom>
          <a:noFill/>
          <a:ln>
            <a:noFill/>
          </a:ln>
        </p:spPr>
      </p:pic>
      <p:graphicFrame>
        <p:nvGraphicFramePr>
          <p:cNvPr id="567" name="Google Shape;567;p90"/>
          <p:cNvGraphicFramePr/>
          <p:nvPr/>
        </p:nvGraphicFramePr>
        <p:xfrm>
          <a:off x="-100" y="1809750"/>
          <a:ext cx="9144025" cy="1737330"/>
        </p:xfrm>
        <a:graphic>
          <a:graphicData uri="http://schemas.openxmlformats.org/drawingml/2006/table">
            <a:tbl>
              <a:tblPr>
                <a:noFill/>
                <a:tableStyleId>{FD41FC3E-183F-424A-9F1C-F722A5223572}</a:tableStyleId>
              </a:tblPr>
              <a:tblGrid>
                <a:gridCol w="2443000">
                  <a:extLst>
                    <a:ext uri="{9D8B030D-6E8A-4147-A177-3AD203B41FA5}">
                      <a16:colId xmlns:a16="http://schemas.microsoft.com/office/drawing/2014/main" val="20000"/>
                    </a:ext>
                  </a:extLst>
                </a:gridCol>
                <a:gridCol w="744925">
                  <a:extLst>
                    <a:ext uri="{9D8B030D-6E8A-4147-A177-3AD203B41FA5}">
                      <a16:colId xmlns:a16="http://schemas.microsoft.com/office/drawing/2014/main" val="20001"/>
                    </a:ext>
                  </a:extLst>
                </a:gridCol>
                <a:gridCol w="435475">
                  <a:extLst>
                    <a:ext uri="{9D8B030D-6E8A-4147-A177-3AD203B41FA5}">
                      <a16:colId xmlns:a16="http://schemas.microsoft.com/office/drawing/2014/main" val="20002"/>
                    </a:ext>
                  </a:extLst>
                </a:gridCol>
                <a:gridCol w="796300">
                  <a:extLst>
                    <a:ext uri="{9D8B030D-6E8A-4147-A177-3AD203B41FA5}">
                      <a16:colId xmlns:a16="http://schemas.microsoft.com/office/drawing/2014/main" val="20003"/>
                    </a:ext>
                  </a:extLst>
                </a:gridCol>
                <a:gridCol w="459350">
                  <a:extLst>
                    <a:ext uri="{9D8B030D-6E8A-4147-A177-3AD203B41FA5}">
                      <a16:colId xmlns:a16="http://schemas.microsoft.com/office/drawing/2014/main" val="20004"/>
                    </a:ext>
                  </a:extLst>
                </a:gridCol>
                <a:gridCol w="806125">
                  <a:extLst>
                    <a:ext uri="{9D8B030D-6E8A-4147-A177-3AD203B41FA5}">
                      <a16:colId xmlns:a16="http://schemas.microsoft.com/office/drawing/2014/main" val="20005"/>
                    </a:ext>
                  </a:extLst>
                </a:gridCol>
                <a:gridCol w="386775">
                  <a:extLst>
                    <a:ext uri="{9D8B030D-6E8A-4147-A177-3AD203B41FA5}">
                      <a16:colId xmlns:a16="http://schemas.microsoft.com/office/drawing/2014/main" val="20006"/>
                    </a:ext>
                  </a:extLst>
                </a:gridCol>
                <a:gridCol w="738475">
                  <a:extLst>
                    <a:ext uri="{9D8B030D-6E8A-4147-A177-3AD203B41FA5}">
                      <a16:colId xmlns:a16="http://schemas.microsoft.com/office/drawing/2014/main" val="20007"/>
                    </a:ext>
                  </a:extLst>
                </a:gridCol>
                <a:gridCol w="382850">
                  <a:extLst>
                    <a:ext uri="{9D8B030D-6E8A-4147-A177-3AD203B41FA5}">
                      <a16:colId xmlns:a16="http://schemas.microsoft.com/office/drawing/2014/main" val="20008"/>
                    </a:ext>
                  </a:extLst>
                </a:gridCol>
                <a:gridCol w="729050">
                  <a:extLst>
                    <a:ext uri="{9D8B030D-6E8A-4147-A177-3AD203B41FA5}">
                      <a16:colId xmlns:a16="http://schemas.microsoft.com/office/drawing/2014/main" val="20009"/>
                    </a:ext>
                  </a:extLst>
                </a:gridCol>
                <a:gridCol w="382850">
                  <a:extLst>
                    <a:ext uri="{9D8B030D-6E8A-4147-A177-3AD203B41FA5}">
                      <a16:colId xmlns:a16="http://schemas.microsoft.com/office/drawing/2014/main" val="20010"/>
                    </a:ext>
                  </a:extLst>
                </a:gridCol>
                <a:gridCol w="838850">
                  <a:extLst>
                    <a:ext uri="{9D8B030D-6E8A-4147-A177-3AD203B41FA5}">
                      <a16:colId xmlns:a16="http://schemas.microsoft.com/office/drawing/2014/main" val="20011"/>
                    </a:ext>
                  </a:extLst>
                </a:gridCol>
              </a:tblGrid>
              <a:tr h="381000">
                <a:tc>
                  <a:txBody>
                    <a:bodyPr/>
                    <a:lstStyle/>
                    <a:p>
                      <a:pPr marL="0" lvl="0" indent="0" algn="ctr" rtl="0">
                        <a:spcBef>
                          <a:spcPts val="0"/>
                        </a:spcBef>
                        <a:spcAft>
                          <a:spcPts val="0"/>
                        </a:spcAft>
                        <a:buNone/>
                      </a:pPr>
                      <a:r>
                        <a:rPr lang="en" sz="1000" b="1">
                          <a:solidFill>
                            <a:srgbClr val="FFFFFF"/>
                          </a:solidFill>
                        </a:rPr>
                        <a:t>Feature</a:t>
                      </a:r>
                      <a:endParaRPr sz="10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User- Business Value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Time Criticality</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RR or OE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Cost of Delay</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Job Size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WSJF</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200" b="1">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b="1">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91"/>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2-61 - Draft Your Capacity Allocation Policy</a:t>
            </a:r>
            <a:endParaRPr b="1"/>
          </a:p>
        </p:txBody>
      </p:sp>
      <p:sp>
        <p:nvSpPr>
          <p:cNvPr id="573" name="Google Shape;573;p91"/>
          <p:cNvSpPr/>
          <p:nvPr/>
        </p:nvSpPr>
        <p:spPr>
          <a:xfrm>
            <a:off x="419100" y="819150"/>
            <a:ext cx="5496600" cy="3990600"/>
          </a:xfrm>
          <a:prstGeom prst="roundRect">
            <a:avLst>
              <a:gd name="adj" fmla="val 6820"/>
            </a:avLst>
          </a:prstGeom>
          <a:solidFill>
            <a:srgbClr val="CFE2F3"/>
          </a:solid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Capacity allocation policies</a:t>
            </a:r>
            <a:endParaRPr b="1"/>
          </a:p>
          <a:p>
            <a:pPr marL="457200" lvl="0" indent="-317500" algn="l" rtl="0">
              <a:spcBef>
                <a:spcPts val="0"/>
              </a:spcBef>
              <a:spcAft>
                <a:spcPts val="0"/>
              </a:spcAft>
              <a:buSzPts val="1400"/>
              <a:buAutoNum type="arabicPeriod"/>
            </a:pPr>
            <a:endParaRPr/>
          </a:p>
        </p:txBody>
      </p:sp>
      <p:pic>
        <p:nvPicPr>
          <p:cNvPr id="574" name="Google Shape;574;p91"/>
          <p:cNvPicPr preferRelativeResize="0"/>
          <p:nvPr/>
        </p:nvPicPr>
        <p:blipFill rotWithShape="1">
          <a:blip r:embed="rId3">
            <a:alphaModFix/>
          </a:blip>
          <a:srcRect t="40305" r="46785"/>
          <a:stretch/>
        </p:blipFill>
        <p:spPr>
          <a:xfrm>
            <a:off x="5964625" y="1827888"/>
            <a:ext cx="3154199" cy="1487725"/>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91"/>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3-14 – </a:t>
            </a:r>
            <a:r>
              <a:rPr lang="en-US" b="1" dirty="0"/>
              <a:t>Communicate the Vision</a:t>
            </a:r>
            <a:endParaRPr b="1" dirty="0"/>
          </a:p>
        </p:txBody>
      </p:sp>
      <p:sp>
        <p:nvSpPr>
          <p:cNvPr id="573" name="Google Shape;573;p91"/>
          <p:cNvSpPr/>
          <p:nvPr/>
        </p:nvSpPr>
        <p:spPr>
          <a:xfrm>
            <a:off x="419099" y="819150"/>
            <a:ext cx="7559647" cy="3990600"/>
          </a:xfrm>
          <a:prstGeom prst="roundRect">
            <a:avLst>
              <a:gd name="adj" fmla="val 6820"/>
            </a:avLst>
          </a:prstGeom>
          <a:solidFill>
            <a:srgbClr val="CFE2F3"/>
          </a:solid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Vision</a:t>
            </a:r>
            <a:endParaRPr b="1" dirty="0"/>
          </a:p>
          <a:p>
            <a:pPr marL="457200" lvl="0" indent="-317500" algn="l" rtl="0">
              <a:spcBef>
                <a:spcPts val="0"/>
              </a:spcBef>
              <a:spcAft>
                <a:spcPts val="0"/>
              </a:spcAft>
              <a:buSzPts val="1400"/>
              <a:buAutoNum type="arabicPeriod"/>
            </a:pPr>
            <a:endParaRPr dirty="0"/>
          </a:p>
        </p:txBody>
      </p:sp>
    </p:spTree>
    <p:extLst>
      <p:ext uri="{BB962C8B-B14F-4D97-AF65-F5344CB8AC3E}">
        <p14:creationId xmlns:p14="http://schemas.microsoft.com/office/powerpoint/2010/main" val="1234991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92"/>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4-14 - Decompose Features into Stories</a:t>
            </a:r>
            <a:endParaRPr/>
          </a:p>
        </p:txBody>
      </p:sp>
      <p:sp>
        <p:nvSpPr>
          <p:cNvPr id="580" name="Google Shape;580;p92"/>
          <p:cNvSpPr/>
          <p:nvPr/>
        </p:nvSpPr>
        <p:spPr>
          <a:xfrm>
            <a:off x="494000" y="9078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p>
        </p:txBody>
      </p:sp>
      <p:sp>
        <p:nvSpPr>
          <p:cNvPr id="581" name="Google Shape;581;p92"/>
          <p:cNvSpPr/>
          <p:nvPr/>
        </p:nvSpPr>
        <p:spPr>
          <a:xfrm>
            <a:off x="494000" y="22554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2" name="Google Shape;582;p92"/>
          <p:cNvSpPr/>
          <p:nvPr/>
        </p:nvSpPr>
        <p:spPr>
          <a:xfrm>
            <a:off x="494000" y="36030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3" name="Google Shape;583;p92"/>
          <p:cNvSpPr/>
          <p:nvPr/>
        </p:nvSpPr>
        <p:spPr>
          <a:xfrm>
            <a:off x="3265050" y="9078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p>
        </p:txBody>
      </p:sp>
      <p:sp>
        <p:nvSpPr>
          <p:cNvPr id="584" name="Google Shape;584;p92"/>
          <p:cNvSpPr/>
          <p:nvPr/>
        </p:nvSpPr>
        <p:spPr>
          <a:xfrm>
            <a:off x="3265050" y="22554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5" name="Google Shape;585;p92"/>
          <p:cNvSpPr/>
          <p:nvPr/>
        </p:nvSpPr>
        <p:spPr>
          <a:xfrm>
            <a:off x="3265050" y="36030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pic>
        <p:nvPicPr>
          <p:cNvPr id="586" name="Google Shape;586;p92"/>
          <p:cNvPicPr preferRelativeResize="0"/>
          <p:nvPr/>
        </p:nvPicPr>
        <p:blipFill rotWithShape="1">
          <a:blip r:embed="rId3">
            <a:alphaModFix/>
          </a:blip>
          <a:srcRect l="58642" r="961" b="6296"/>
          <a:stretch/>
        </p:blipFill>
        <p:spPr>
          <a:xfrm>
            <a:off x="6036100" y="1036125"/>
            <a:ext cx="2996800" cy="3291800"/>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93"/>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4-19 - Write Acceptance Criteria</a:t>
            </a:r>
            <a:endParaRPr/>
          </a:p>
        </p:txBody>
      </p:sp>
      <p:sp>
        <p:nvSpPr>
          <p:cNvPr id="592" name="Google Shape;592;p93"/>
          <p:cNvSpPr/>
          <p:nvPr/>
        </p:nvSpPr>
        <p:spPr>
          <a:xfrm>
            <a:off x="494000" y="754200"/>
            <a:ext cx="2613900" cy="4158600"/>
          </a:xfrm>
          <a:prstGeom prst="foldedCorner">
            <a:avLst>
              <a:gd name="adj" fmla="val 7054"/>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p:txBody>
      </p:sp>
      <p:sp>
        <p:nvSpPr>
          <p:cNvPr id="593" name="Google Shape;593;p93"/>
          <p:cNvSpPr/>
          <p:nvPr/>
        </p:nvSpPr>
        <p:spPr>
          <a:xfrm>
            <a:off x="3265050" y="754100"/>
            <a:ext cx="2613900" cy="4158600"/>
          </a:xfrm>
          <a:prstGeom prst="foldedCorner">
            <a:avLst>
              <a:gd name="adj" fmla="val 6753"/>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
        <p:nvSpPr>
          <p:cNvPr id="594" name="Google Shape;594;p93"/>
          <p:cNvSpPr/>
          <p:nvPr/>
        </p:nvSpPr>
        <p:spPr>
          <a:xfrm>
            <a:off x="6036100" y="1549200"/>
            <a:ext cx="2613900" cy="3363600"/>
          </a:xfrm>
          <a:prstGeom prst="foldedCorner">
            <a:avLst>
              <a:gd name="adj" fmla="val 7051"/>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pic>
        <p:nvPicPr>
          <p:cNvPr id="595" name="Google Shape;595;p93"/>
          <p:cNvPicPr preferRelativeResize="0"/>
          <p:nvPr/>
        </p:nvPicPr>
        <p:blipFill>
          <a:blip r:embed="rId3">
            <a:alphaModFix/>
          </a:blip>
          <a:stretch>
            <a:fillRect/>
          </a:stretch>
        </p:blipFill>
        <p:spPr>
          <a:xfrm>
            <a:off x="6500075" y="32000"/>
            <a:ext cx="2589424" cy="1404275"/>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94"/>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4-21 - Split Stories</a:t>
            </a:r>
            <a:endParaRPr/>
          </a:p>
        </p:txBody>
      </p:sp>
      <p:sp>
        <p:nvSpPr>
          <p:cNvPr id="601" name="Google Shape;601;p94"/>
          <p:cNvSpPr/>
          <p:nvPr/>
        </p:nvSpPr>
        <p:spPr>
          <a:xfrm>
            <a:off x="494000" y="907800"/>
            <a:ext cx="2613900" cy="4005000"/>
          </a:xfrm>
          <a:prstGeom prst="foldedCorner">
            <a:avLst>
              <a:gd name="adj" fmla="val 7054"/>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p:txBody>
      </p:sp>
      <p:sp>
        <p:nvSpPr>
          <p:cNvPr id="602" name="Google Shape;602;p94"/>
          <p:cNvSpPr/>
          <p:nvPr/>
        </p:nvSpPr>
        <p:spPr>
          <a:xfrm>
            <a:off x="3265050" y="907800"/>
            <a:ext cx="2613900" cy="4005000"/>
          </a:xfrm>
          <a:prstGeom prst="foldedCorner">
            <a:avLst>
              <a:gd name="adj" fmla="val 6753"/>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
        <p:nvSpPr>
          <p:cNvPr id="603" name="Google Shape;603;p94"/>
          <p:cNvSpPr/>
          <p:nvPr/>
        </p:nvSpPr>
        <p:spPr>
          <a:xfrm>
            <a:off x="6036100" y="907800"/>
            <a:ext cx="2613900" cy="4005000"/>
          </a:xfrm>
          <a:prstGeom prst="foldedCorner">
            <a:avLst>
              <a:gd name="adj" fmla="val 7051"/>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5"/>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4-28 - Develop a Story Map</a:t>
            </a:r>
            <a:endParaRPr/>
          </a:p>
        </p:txBody>
      </p:sp>
      <p:sp>
        <p:nvSpPr>
          <p:cNvPr id="609" name="Google Shape;609;p95"/>
          <p:cNvSpPr/>
          <p:nvPr/>
        </p:nvSpPr>
        <p:spPr>
          <a:xfrm>
            <a:off x="1055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0" name="Google Shape;610;p95"/>
          <p:cNvSpPr/>
          <p:nvPr/>
        </p:nvSpPr>
        <p:spPr>
          <a:xfrm>
            <a:off x="14891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1" name="Google Shape;611;p95"/>
          <p:cNvSpPr/>
          <p:nvPr/>
        </p:nvSpPr>
        <p:spPr>
          <a:xfrm>
            <a:off x="28727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2" name="Google Shape;612;p95"/>
          <p:cNvSpPr/>
          <p:nvPr/>
        </p:nvSpPr>
        <p:spPr>
          <a:xfrm>
            <a:off x="42563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3" name="Google Shape;613;p95"/>
          <p:cNvSpPr/>
          <p:nvPr/>
        </p:nvSpPr>
        <p:spPr>
          <a:xfrm>
            <a:off x="56399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4" name="Google Shape;614;p95"/>
          <p:cNvSpPr/>
          <p:nvPr/>
        </p:nvSpPr>
        <p:spPr>
          <a:xfrm>
            <a:off x="70235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5" name="Google Shape;615;p95"/>
          <p:cNvSpPr/>
          <p:nvPr/>
        </p:nvSpPr>
        <p:spPr>
          <a:xfrm>
            <a:off x="8407125" y="789500"/>
            <a:ext cx="645000" cy="426000"/>
          </a:xfrm>
          <a:prstGeom prst="homePlate">
            <a:avLst>
              <a:gd name="adj" fmla="val 50000"/>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cxnSp>
        <p:nvCxnSpPr>
          <p:cNvPr id="616" name="Google Shape;616;p95"/>
          <p:cNvCxnSpPr/>
          <p:nvPr/>
        </p:nvCxnSpPr>
        <p:spPr>
          <a:xfrm>
            <a:off x="113350" y="3181475"/>
            <a:ext cx="8938500" cy="0"/>
          </a:xfrm>
          <a:prstGeom prst="straightConnector1">
            <a:avLst/>
          </a:prstGeom>
          <a:noFill/>
          <a:ln w="38100" cap="flat" cmpd="sng">
            <a:solidFill>
              <a:schemeClr val="dk2"/>
            </a:solidFill>
            <a:prstDash val="solid"/>
            <a:round/>
            <a:headEnd type="none" w="med" len="med"/>
            <a:tailEnd type="none" w="med" len="med"/>
          </a:ln>
        </p:spPr>
      </p:cxnSp>
      <p:sp>
        <p:nvSpPr>
          <p:cNvPr id="617" name="Google Shape;617;p95"/>
          <p:cNvSpPr/>
          <p:nvPr/>
        </p:nvSpPr>
        <p:spPr>
          <a:xfrm>
            <a:off x="113350" y="128975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18" name="Google Shape;618;p95"/>
          <p:cNvSpPr/>
          <p:nvPr/>
        </p:nvSpPr>
        <p:spPr>
          <a:xfrm>
            <a:off x="105525" y="177045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19" name="Google Shape;619;p95"/>
          <p:cNvSpPr/>
          <p:nvPr/>
        </p:nvSpPr>
        <p:spPr>
          <a:xfrm>
            <a:off x="6824100" y="3478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0" name="Google Shape;620;p95"/>
          <p:cNvSpPr/>
          <p:nvPr/>
        </p:nvSpPr>
        <p:spPr>
          <a:xfrm>
            <a:off x="6976500" y="3630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1" name="Google Shape;621;p95"/>
          <p:cNvSpPr/>
          <p:nvPr/>
        </p:nvSpPr>
        <p:spPr>
          <a:xfrm>
            <a:off x="7128900" y="37832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2" name="Google Shape;622;p95"/>
          <p:cNvSpPr/>
          <p:nvPr/>
        </p:nvSpPr>
        <p:spPr>
          <a:xfrm>
            <a:off x="7281300" y="39356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3" name="Google Shape;623;p95"/>
          <p:cNvSpPr/>
          <p:nvPr/>
        </p:nvSpPr>
        <p:spPr>
          <a:xfrm>
            <a:off x="7433700" y="40880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4" name="Google Shape;624;p95"/>
          <p:cNvSpPr/>
          <p:nvPr/>
        </p:nvSpPr>
        <p:spPr>
          <a:xfrm>
            <a:off x="7586100" y="4240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5" name="Google Shape;625;p95"/>
          <p:cNvSpPr/>
          <p:nvPr/>
        </p:nvSpPr>
        <p:spPr>
          <a:xfrm>
            <a:off x="7738500" y="4392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6" name="Google Shape;626;p95"/>
          <p:cNvSpPr/>
          <p:nvPr/>
        </p:nvSpPr>
        <p:spPr>
          <a:xfrm>
            <a:off x="5225350" y="3478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7" name="Google Shape;627;p95"/>
          <p:cNvSpPr/>
          <p:nvPr/>
        </p:nvSpPr>
        <p:spPr>
          <a:xfrm>
            <a:off x="5377750" y="3630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8" name="Google Shape;628;p95"/>
          <p:cNvSpPr/>
          <p:nvPr/>
        </p:nvSpPr>
        <p:spPr>
          <a:xfrm>
            <a:off x="5530150" y="37832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9" name="Google Shape;629;p95"/>
          <p:cNvSpPr/>
          <p:nvPr/>
        </p:nvSpPr>
        <p:spPr>
          <a:xfrm>
            <a:off x="5682550" y="39356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0" name="Google Shape;630;p95"/>
          <p:cNvSpPr/>
          <p:nvPr/>
        </p:nvSpPr>
        <p:spPr>
          <a:xfrm>
            <a:off x="5834950" y="40880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1" name="Google Shape;631;p95"/>
          <p:cNvSpPr/>
          <p:nvPr/>
        </p:nvSpPr>
        <p:spPr>
          <a:xfrm>
            <a:off x="5987350" y="4240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2" name="Google Shape;632;p95"/>
          <p:cNvSpPr/>
          <p:nvPr/>
        </p:nvSpPr>
        <p:spPr>
          <a:xfrm>
            <a:off x="6139750" y="4392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3" name="Google Shape;633;p95"/>
          <p:cNvSpPr txBox="1"/>
          <p:nvPr/>
        </p:nvSpPr>
        <p:spPr>
          <a:xfrm>
            <a:off x="7670400" y="2910175"/>
            <a:ext cx="1473600" cy="21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t>⬆Essentials</a:t>
            </a:r>
            <a:endParaRPr sz="1000"/>
          </a:p>
        </p:txBody>
      </p:sp>
      <p:sp>
        <p:nvSpPr>
          <p:cNvPr id="634" name="Google Shape;634;p95"/>
          <p:cNvSpPr txBox="1"/>
          <p:nvPr/>
        </p:nvSpPr>
        <p:spPr>
          <a:xfrm>
            <a:off x="7693500" y="3145413"/>
            <a:ext cx="1473600" cy="21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t>⬇Improvements</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96"/>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4-44 - Estimate Stories</a:t>
            </a:r>
            <a:endParaRPr/>
          </a:p>
        </p:txBody>
      </p:sp>
      <p:pic>
        <p:nvPicPr>
          <p:cNvPr id="640" name="Google Shape;640;p96"/>
          <p:cNvPicPr preferRelativeResize="0"/>
          <p:nvPr/>
        </p:nvPicPr>
        <p:blipFill>
          <a:blip r:embed="rId3">
            <a:alphaModFix/>
          </a:blip>
          <a:stretch>
            <a:fillRect/>
          </a:stretch>
        </p:blipFill>
        <p:spPr>
          <a:xfrm>
            <a:off x="6497275" y="658875"/>
            <a:ext cx="2036775" cy="1777101"/>
          </a:xfrm>
          <a:prstGeom prst="rect">
            <a:avLst/>
          </a:prstGeom>
          <a:noFill/>
          <a:ln>
            <a:noFill/>
          </a:ln>
        </p:spPr>
      </p:pic>
      <p:pic>
        <p:nvPicPr>
          <p:cNvPr id="641" name="Google Shape;641;p96"/>
          <p:cNvPicPr preferRelativeResize="0"/>
          <p:nvPr/>
        </p:nvPicPr>
        <p:blipFill>
          <a:blip r:embed="rId4">
            <a:alphaModFix/>
          </a:blip>
          <a:stretch>
            <a:fillRect/>
          </a:stretch>
        </p:blipFill>
        <p:spPr>
          <a:xfrm>
            <a:off x="6497275" y="2417397"/>
            <a:ext cx="2084124" cy="2664679"/>
          </a:xfrm>
          <a:prstGeom prst="rect">
            <a:avLst/>
          </a:prstGeom>
          <a:noFill/>
          <a:ln>
            <a:noFill/>
          </a:ln>
        </p:spPr>
      </p:pic>
      <p:sp>
        <p:nvSpPr>
          <p:cNvPr id="642" name="Google Shape;642;p96"/>
          <p:cNvSpPr/>
          <p:nvPr/>
        </p:nvSpPr>
        <p:spPr>
          <a:xfrm>
            <a:off x="8711475" y="1690250"/>
            <a:ext cx="232800" cy="232800"/>
          </a:xfrm>
          <a:prstGeom prst="flowChartSummingJunction">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96"/>
          <p:cNvSpPr/>
          <p:nvPr/>
        </p:nvSpPr>
        <p:spPr>
          <a:xfrm>
            <a:off x="8711475" y="1949300"/>
            <a:ext cx="232800" cy="232800"/>
          </a:xfrm>
          <a:prstGeom prst="flowChartSummingJunction">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6"/>
          <p:cNvSpPr/>
          <p:nvPr/>
        </p:nvSpPr>
        <p:spPr>
          <a:xfrm>
            <a:off x="8711475" y="2208350"/>
            <a:ext cx="232800" cy="232800"/>
          </a:xfrm>
          <a:prstGeom prst="flowChartSummingJunction">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6"/>
          <p:cNvSpPr/>
          <p:nvPr/>
        </p:nvSpPr>
        <p:spPr>
          <a:xfrm>
            <a:off x="8711475" y="2467400"/>
            <a:ext cx="232800" cy="232800"/>
          </a:xfrm>
          <a:prstGeom prst="flowChartSummingJunction">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6"/>
          <p:cNvSpPr/>
          <p:nvPr/>
        </p:nvSpPr>
        <p:spPr>
          <a:xfrm>
            <a:off x="8711475" y="2726450"/>
            <a:ext cx="232800" cy="232800"/>
          </a:xfrm>
          <a:prstGeom prst="flowChartSummingJunction">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6"/>
          <p:cNvSpPr/>
          <p:nvPr/>
        </p:nvSpPr>
        <p:spPr>
          <a:xfrm>
            <a:off x="8711475" y="2985500"/>
            <a:ext cx="232800" cy="232800"/>
          </a:xfrm>
          <a:prstGeom prst="flowChartSummingJunction">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6"/>
          <p:cNvSpPr txBox="1"/>
          <p:nvPr/>
        </p:nvSpPr>
        <p:spPr>
          <a:xfrm>
            <a:off x="8568525" y="702750"/>
            <a:ext cx="518700" cy="2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b="1"/>
              <a:t>Each person chooses a marker below and places it on their vote</a:t>
            </a:r>
            <a:endParaRPr sz="600" b="1"/>
          </a:p>
        </p:txBody>
      </p:sp>
      <p:sp>
        <p:nvSpPr>
          <p:cNvPr id="649" name="Google Shape;649;p96"/>
          <p:cNvSpPr txBox="1"/>
          <p:nvPr/>
        </p:nvSpPr>
        <p:spPr>
          <a:xfrm>
            <a:off x="327875" y="658875"/>
            <a:ext cx="6065700"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[Copy your stories from </a:t>
            </a:r>
            <a:r>
              <a:rPr lang="en" u="sng">
                <a:solidFill>
                  <a:schemeClr val="accent2"/>
                </a:solidFill>
                <a:hlinkClick r:id="rId5" action="ppaction://hlinksldjump"/>
              </a:rPr>
              <a:t>slide 15</a:t>
            </a:r>
            <a:r>
              <a:rPr lang="en">
                <a:solidFill>
                  <a:schemeClr val="accent2"/>
                </a:solidFill>
              </a:rPr>
              <a:t> here to add estimates]</a:t>
            </a:r>
            <a:endParaRPr>
              <a:solidFill>
                <a:schemeClr val="accent2"/>
              </a:solidFill>
            </a:endParaRPr>
          </a:p>
        </p:txBody>
      </p:sp>
    </p:spTree>
  </p:cSld>
  <p:clrMapOvr>
    <a:masterClrMapping/>
  </p:clrMapOvr>
</p:sld>
</file>

<file path=ppt/theme/theme1.xml><?xml version="1.0" encoding="utf-8"?>
<a:theme xmlns:a="http://schemas.openxmlformats.org/drawingml/2006/main" name="Courseware Template-V8_with reference">
  <a:themeElements>
    <a:clrScheme name="Jeff Changed">
      <a:dk1>
        <a:srgbClr val="565656"/>
      </a:dk1>
      <a:lt1>
        <a:srgbClr val="FFFFFF"/>
      </a:lt1>
      <a:dk2>
        <a:srgbClr val="000000"/>
      </a:dk2>
      <a:lt2>
        <a:srgbClr val="E2E2E2"/>
      </a:lt2>
      <a:accent1>
        <a:srgbClr val="3C75BA"/>
      </a:accent1>
      <a:accent2>
        <a:srgbClr val="E05E0D"/>
      </a:accent2>
      <a:accent3>
        <a:srgbClr val="F4AD3E"/>
      </a:accent3>
      <a:accent4>
        <a:srgbClr val="465064"/>
      </a:accent4>
      <a:accent5>
        <a:srgbClr val="9EB31C"/>
      </a:accent5>
      <a:accent6>
        <a:srgbClr val="33353A"/>
      </a:accent6>
      <a:hlink>
        <a:srgbClr val="333333"/>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aseMaster1">
  <a:themeElements>
    <a:clrScheme name="Custom 1">
      <a:dk1>
        <a:srgbClr val="565656"/>
      </a:dk1>
      <a:lt1>
        <a:srgbClr val="FFFFFF"/>
      </a:lt1>
      <a:dk2>
        <a:srgbClr val="000000"/>
      </a:dk2>
      <a:lt2>
        <a:srgbClr val="E4E5E4"/>
      </a:lt2>
      <a:accent1>
        <a:srgbClr val="3C75BA"/>
      </a:accent1>
      <a:accent2>
        <a:srgbClr val="E05E0D"/>
      </a:accent2>
      <a:accent3>
        <a:srgbClr val="F4AD3E"/>
      </a:accent3>
      <a:accent4>
        <a:srgbClr val="465064"/>
      </a:accent4>
      <a:accent5>
        <a:srgbClr val="9EB31C"/>
      </a:accent5>
      <a:accent6>
        <a:srgbClr val="33353A"/>
      </a:accent6>
      <a:hlink>
        <a:srgbClr val="548ED4"/>
      </a:hlink>
      <a:folHlink>
        <a:srgbClr val="4777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TotalTime>
  <Words>1594</Words>
  <Application>Microsoft Office PowerPoint</Application>
  <PresentationFormat>On-screen Show (16:9)</PresentationFormat>
  <Paragraphs>242</Paragraphs>
  <Slides>19</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Arial Black</vt:lpstr>
      <vt:lpstr>Arimo</vt:lpstr>
      <vt:lpstr>Avenir</vt:lpstr>
      <vt:lpstr>Calibri</vt:lpstr>
      <vt:lpstr>Merriweather Sans</vt:lpstr>
      <vt:lpstr>Noto Sans Symbols</vt:lpstr>
      <vt:lpstr>Courseware Template-V8_with reference</vt:lpstr>
      <vt:lpstr>BaseMaster1</vt:lpstr>
      <vt:lpstr>PowerPoint Presentation</vt:lpstr>
      <vt:lpstr>PowerPoint Presentation</vt:lpstr>
      <vt:lpstr>SAFe Product Owner/Product Manager 5.0</vt:lpstr>
      <vt:lpstr>Group Activity Worksheets</vt:lpstr>
      <vt:lpstr>Video Library for the Course</vt:lpstr>
      <vt:lpstr>Activity Worksheets  &lt;Group name&gt;</vt:lpstr>
      <vt:lpstr>Activity 2-9 – Just Enough Pre-Planning</vt:lpstr>
      <vt:lpstr>Activity 2-19 - Create Epics to Fulfill the Vision</vt:lpstr>
      <vt:lpstr>Activity 2-27 - Consider market rhythms for optimum release timing</vt:lpstr>
      <vt:lpstr>Activity 2-40 - Decompose an Epic using Feature storming</vt:lpstr>
      <vt:lpstr>Activity 2-41 - Feature Refinement</vt:lpstr>
      <vt:lpstr>Activity 2-57 - Prioritizing the Program Backlog</vt:lpstr>
      <vt:lpstr>Activity 2-61 - Draft Your Capacity Allocation Policy</vt:lpstr>
      <vt:lpstr>Activity 3-14 – Communicate the Vision</vt:lpstr>
      <vt:lpstr>Activity 4-14 - Decompose Features into Stories</vt:lpstr>
      <vt:lpstr>Activity 4-19 - Write Acceptance Criteria</vt:lpstr>
      <vt:lpstr>Activity 4-21 - Split Stories</vt:lpstr>
      <vt:lpstr>Activity 4-28 - Develop a Story Map</vt:lpstr>
      <vt:lpstr>Activity 4-44 - Estimate Stories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Fazal, Imtiaz Y.</cp:lastModifiedBy>
  <cp:revision>5</cp:revision>
  <dcterms:modified xsi:type="dcterms:W3CDTF">2020-04-17T00:38:37Z</dcterms:modified>
</cp:coreProperties>
</file>