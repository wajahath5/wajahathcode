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725" r:id="rId1"/>
    <p:sldMasterId id="2147483726" r:id="rId2"/>
  </p:sldMasterIdLst>
  <p:notesMasterIdLst>
    <p:notesMasterId r:id="rId22"/>
  </p:notesMasterIdLst>
  <p:sldIdLst>
    <p:sldId id="256" r:id="rId3"/>
    <p:sldId id="257" r:id="rId4"/>
    <p:sldId id="258" r:id="rId5"/>
    <p:sldId id="259" r:id="rId6"/>
    <p:sldId id="260" r:id="rId7"/>
    <p:sldId id="261" r:id="rId8"/>
    <p:sldId id="273" r:id="rId9"/>
    <p:sldId id="262" r:id="rId10"/>
    <p:sldId id="263" r:id="rId11"/>
    <p:sldId id="264" r:id="rId12"/>
    <p:sldId id="265" r:id="rId13"/>
    <p:sldId id="266" r:id="rId14"/>
    <p:sldId id="267" r:id="rId15"/>
    <p:sldId id="274" r:id="rId16"/>
    <p:sldId id="268" r:id="rId17"/>
    <p:sldId id="269" r:id="rId18"/>
    <p:sldId id="270" r:id="rId19"/>
    <p:sldId id="271" r:id="rId20"/>
    <p:sldId id="272" r:id="rId2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41FC3E-183F-424A-9F1C-F722A5223572}">
  <a:tblStyle styleId="{FD41FC3E-183F-424A-9F1C-F722A522357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221" autoAdjust="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71c0d608f0_0_28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71c0d608f0_0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71c0d608f0_0_2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71c0d608f0_0_2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81ba502fef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81ba502fe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81b2953a73_0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81b2953a73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8186b55a02_1_20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8186b55a02_1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81b2953a73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81b2953a73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None/>
            </a:pPr>
            <a:r>
              <a:rPr lang="en" sz="1200">
                <a:solidFill>
                  <a:srgbClr val="A6A6A6"/>
                </a:solidFill>
              </a:rPr>
              <a:t>►</a:t>
            </a:r>
            <a:r>
              <a:rPr lang="en" sz="1200">
                <a:solidFill>
                  <a:schemeClr val="dk1"/>
                </a:solidFill>
              </a:rPr>
              <a:t>The Van Maintenance Advisor is a substantial new offering. It will consist of several Epics representing significant development initiatives.</a:t>
            </a:r>
            <a:endParaRPr sz="1200">
              <a:solidFill>
                <a:schemeClr val="dk1"/>
              </a:solidFill>
            </a:endParaRPr>
          </a:p>
          <a:p>
            <a:pPr marL="0" lvl="0" indent="0" algn="l" rtl="0">
              <a:lnSpc>
                <a:spcPct val="110000"/>
              </a:lnSpc>
              <a:spcBef>
                <a:spcPts val="0"/>
              </a:spcBef>
              <a:spcAft>
                <a:spcPts val="0"/>
              </a:spcAft>
              <a:buNone/>
            </a:pPr>
            <a:r>
              <a:rPr lang="en" sz="1200">
                <a:solidFill>
                  <a:srgbClr val="A6A6A6"/>
                </a:solidFill>
              </a:rPr>
              <a:t>►</a:t>
            </a:r>
            <a:r>
              <a:rPr lang="en" sz="1200">
                <a:solidFill>
                  <a:schemeClr val="dk1"/>
                </a:solidFill>
              </a:rPr>
              <a:t>Working as a team, review these three Epics that support the Van Maintenance Advisor offering. Can you add one additional Epic?</a:t>
            </a:r>
            <a:endParaRPr sz="1200">
              <a:solidFill>
                <a:schemeClr val="dk1"/>
              </a:solidFill>
            </a:endParaRPr>
          </a:p>
          <a:p>
            <a:pPr marL="0" lvl="0" indent="0" algn="l" rtl="0">
              <a:spcBef>
                <a:spcPts val="0"/>
              </a:spcBef>
              <a:spcAft>
                <a:spcPts val="0"/>
              </a:spcAft>
              <a:buNone/>
            </a:pPr>
            <a:endParaRPr sz="2100">
              <a:solidFill>
                <a:srgbClr val="A6A6A6"/>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826d617c47_0_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826d617c47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The System Architect has informed the Product Management team that Customers will have to take their vans out of service for approximately one day to install the new hardware required by the Van Maintenance Advisor.</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Approximately 1/3 of your van Customers are serving the the local retail market while 1/3 are serving the medical specimen market.</a:t>
            </a:r>
            <a:endParaRPr sz="1200">
              <a:solidFill>
                <a:srgbClr val="A6A6A6"/>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1: Draw a market rhythms chart with one line for each market segment to help determine when you could release the new hardware to minimize disruptions to your customers.</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2: Be prepared to share with the class.</a:t>
            </a:r>
            <a:endParaRPr sz="1200">
              <a:solidFill>
                <a:schemeClr val="dk1"/>
              </a:solidFill>
            </a:endParaRPr>
          </a:p>
          <a:p>
            <a:pPr marL="0" lvl="0" indent="0" algn="l" rtl="0">
              <a:spcBef>
                <a:spcPts val="0"/>
              </a:spcBef>
              <a:spcAft>
                <a:spcPts val="0"/>
              </a:spcAft>
              <a:buNone/>
            </a:pPr>
            <a:endParaRPr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8186b55a02_1_2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8186b55a02_1_2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1: Working in your groups, decompose this Epic by creating as many Features as possible</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Leverage the Mike the Fleet Manager</a:t>
            </a:r>
            <a:r>
              <a:rPr lang="en" sz="1200" i="1">
                <a:solidFill>
                  <a:schemeClr val="dk1"/>
                </a:solidFill>
              </a:rPr>
              <a:t> </a:t>
            </a:r>
            <a:r>
              <a:rPr lang="en" sz="1200">
                <a:solidFill>
                  <a:schemeClr val="dk1"/>
                </a:solidFill>
              </a:rPr>
              <a:t>persona and Solution Context to help create a more complete set of Features</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2: Be prepared to share with the class.</a:t>
            </a:r>
            <a:endParaRPr sz="12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g81b2953a73_0_1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4" name="Google Shape;554;g81b2953a73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1: Take three of the Features that you have created. Using a flip chart, refine them with a description, benefit hypothesis, and acceptance criteria.</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2: Identify who is the primary beneficiary of acceptance criteria.</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3: Be prepared to share with the class.</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818fc5a0f6_2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818fc5a0f6_2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1: Select three Features from the previous activity and prioritize them using the WSJF template in your workbook</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2: Do one column at a time. Start by picking the smallest item and giving it a “1.” There must be at least one number “1” in each column of the template.</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3: Be prepared to share your WSJF prioritization.</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81b2953a73_0_14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81b2953a73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1: Consider how you would use capacity allocation in your Enterprise</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2: Draft a capacity allocation policy that you could bring back for discussion with your key collaborators</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3: Be prepared to share with the class</a:t>
            </a:r>
            <a:endParaRPr sz="1200">
              <a:solidFill>
                <a:schemeClr val="dk1"/>
              </a:solidFill>
            </a:endParaRPr>
          </a:p>
          <a:p>
            <a:pPr marL="0" lvl="0" indent="0" algn="l" rtl="0">
              <a:spcBef>
                <a:spcPts val="0"/>
              </a:spcBef>
              <a:spcAft>
                <a:spcPts val="0"/>
              </a:spcAft>
              <a:buNone/>
            </a:pPr>
            <a:endParaRPr sz="12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g81b2953a73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0" name="Google Shape;570;g81b2953a73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1: Consider how you would use capacity allocation in your Enterprise</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2: Draft a capacity allocation policy that you could bring back for discussion with your key collaborators</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Step 3: Be prepared to share with the class</a:t>
            </a:r>
            <a:endParaRPr sz="1200">
              <a:solidFill>
                <a:schemeClr val="dk1"/>
              </a:solidFill>
            </a:endParaRPr>
          </a:p>
          <a:p>
            <a:pPr marL="0" lvl="0" indent="0" algn="l" rtl="0">
              <a:spcBef>
                <a:spcPts val="0"/>
              </a:spcBef>
              <a:spcAft>
                <a:spcPts val="0"/>
              </a:spcAft>
              <a:buNone/>
            </a:pPr>
            <a:endParaRPr sz="1200"/>
          </a:p>
        </p:txBody>
      </p:sp>
    </p:spTree>
    <p:extLst>
      <p:ext uri="{BB962C8B-B14F-4D97-AF65-F5344CB8AC3E}">
        <p14:creationId xmlns:p14="http://schemas.microsoft.com/office/powerpoint/2010/main" val="373149366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g81b2953a73_0_1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7" name="Google Shape;577;g81b2953a73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1: </a:t>
            </a:r>
            <a:r>
              <a:rPr lang="en" sz="1200">
                <a:solidFill>
                  <a:schemeClr val="dk1"/>
                </a:solidFill>
              </a:rPr>
              <a:t>With your group, select three Features you created and decompose these Features into Stories</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2: </a:t>
            </a:r>
            <a:r>
              <a:rPr lang="en" sz="1200">
                <a:solidFill>
                  <a:schemeClr val="dk1"/>
                </a:solidFill>
              </a:rPr>
              <a:t>Write these Stories in the User Story format:</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As a (user role) I want (activity) so that (business value).</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81b2953a73_0_18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9" name="Google Shape;589;g81b2953a73_0_18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1: </a:t>
            </a:r>
            <a:r>
              <a:rPr lang="en" sz="1200">
                <a:solidFill>
                  <a:schemeClr val="dk1"/>
                </a:solidFill>
              </a:rPr>
              <a:t>With your group, write acceptance criteria in the Given-When-Then format for three Stories you have created.</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2: </a:t>
            </a:r>
            <a:r>
              <a:rPr lang="en" sz="1200">
                <a:solidFill>
                  <a:schemeClr val="dk1"/>
                </a:solidFill>
              </a:rPr>
              <a:t>Make sure the acceptance criteria are testable.</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3: </a:t>
            </a:r>
            <a:r>
              <a:rPr lang="en" sz="1200">
                <a:solidFill>
                  <a:schemeClr val="dk1"/>
                </a:solidFill>
              </a:rPr>
              <a:t>Discuss with your group:</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Did writing acceptance criteria in the Given-When-Then format identify the need for any additional details?</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81b2953a73_0_1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81b2953a73_0_1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Choose a Story from the ones you created that may not fit into an Iteration and, with your table group, split it.</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How can you ensure that split Stories provide end-user value?</a:t>
            </a:r>
            <a:endParaRPr sz="1200">
              <a:solidFill>
                <a:schemeClr val="dk1"/>
              </a:solidFill>
            </a:endParaRPr>
          </a:p>
          <a:p>
            <a:pPr marL="0" lvl="0" indent="0" algn="l" rtl="0">
              <a:spcBef>
                <a:spcPts val="0"/>
              </a:spcBef>
              <a:spcAft>
                <a:spcPts val="0"/>
              </a:spcAft>
              <a:buNone/>
            </a:pPr>
            <a:endParaRPr sz="120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81b2953a73_0_20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81b2953a73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a:solidFill>
                  <a:schemeClr val="dk1"/>
                </a:solidFill>
              </a:rPr>
              <a:t>Story maps are useful even when there are a small number of steps in the workflow.</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1:</a:t>
            </a:r>
            <a:r>
              <a:rPr lang="en" sz="1200">
                <a:solidFill>
                  <a:schemeClr val="dk1"/>
                </a:solidFill>
              </a:rPr>
              <a:t> With your group, create a Story map for this Story and answer these questions:</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What are the main tasks?</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What is the minimum number of Stories required to accomplish the user’s goal?</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What Stories can make the user’s workflow easier?</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endParaRPr sz="1200">
              <a:solidFill>
                <a:srgbClr val="A6A6A6"/>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2:</a:t>
            </a:r>
            <a:r>
              <a:rPr lang="en" sz="1200">
                <a:solidFill>
                  <a:schemeClr val="dk1"/>
                </a:solidFill>
              </a:rPr>
              <a:t> Be prepared to share with the class.</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5"/>
        <p:cNvGrpSpPr/>
        <p:nvPr/>
      </p:nvGrpSpPr>
      <p:grpSpPr>
        <a:xfrm>
          <a:off x="0" y="0"/>
          <a:ext cx="0" cy="0"/>
          <a:chOff x="0" y="0"/>
          <a:chExt cx="0" cy="0"/>
        </a:xfrm>
      </p:grpSpPr>
      <p:sp>
        <p:nvSpPr>
          <p:cNvPr id="636" name="Google Shape;636;g81b2953a73_0_2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7" name="Google Shape;637;g81b2953a73_0_2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1: </a:t>
            </a:r>
            <a:r>
              <a:rPr lang="en" sz="1200">
                <a:solidFill>
                  <a:schemeClr val="dk1"/>
                </a:solidFill>
              </a:rPr>
              <a:t>With your table group, use the Estimating Poker cards to estimate the Stories you previously created.</a:t>
            </a:r>
            <a:endParaRPr sz="1200">
              <a:solidFill>
                <a:schemeClr val="dk1"/>
              </a:solidFill>
            </a:endParaRPr>
          </a:p>
          <a:p>
            <a:pPr marL="0" lvl="0" indent="0" algn="l" rtl="0">
              <a:lnSpc>
                <a:spcPct val="110000"/>
              </a:lnSpc>
              <a:spcBef>
                <a:spcPts val="0"/>
              </a:spcBef>
              <a:spcAft>
                <a:spcPts val="0"/>
              </a:spcAft>
              <a:buClr>
                <a:schemeClr val="dk2"/>
              </a:buClr>
              <a:buSzPts val="1100"/>
              <a:buFont typeface="Arial"/>
              <a:buNone/>
            </a:pPr>
            <a:r>
              <a:rPr lang="en" sz="1200">
                <a:solidFill>
                  <a:srgbClr val="A6A6A6"/>
                </a:solidFill>
              </a:rPr>
              <a:t>►</a:t>
            </a:r>
            <a:r>
              <a:rPr lang="en" sz="1200" b="1">
                <a:solidFill>
                  <a:schemeClr val="dk1"/>
                </a:solidFill>
              </a:rPr>
              <a:t>Step 2:</a:t>
            </a:r>
            <a:r>
              <a:rPr lang="en" sz="1200">
                <a:solidFill>
                  <a:schemeClr val="dk1"/>
                </a:solidFill>
              </a:rPr>
              <a:t> Share with the class:</a:t>
            </a:r>
            <a:endParaRPr sz="1200">
              <a:solidFill>
                <a:srgbClr val="7F7F7F"/>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Where do you find challenges when engaged in Story estimation?</a:t>
            </a:r>
            <a:endParaRPr sz="1200">
              <a:solidFill>
                <a:schemeClr val="dk1"/>
              </a:solidFill>
            </a:endParaRPr>
          </a:p>
          <a:p>
            <a:pPr marL="457200" lvl="0" indent="0" algn="l" rtl="0">
              <a:lnSpc>
                <a:spcPct val="110000"/>
              </a:lnSpc>
              <a:spcBef>
                <a:spcPts val="0"/>
              </a:spcBef>
              <a:spcAft>
                <a:spcPts val="0"/>
              </a:spcAft>
              <a:buClr>
                <a:schemeClr val="dk2"/>
              </a:buClr>
              <a:buSzPts val="1100"/>
              <a:buFont typeface="Arial"/>
              <a:buNone/>
            </a:pPr>
            <a:r>
              <a:rPr lang="en" sz="1200">
                <a:solidFill>
                  <a:srgbClr val="7F7F7F"/>
                </a:solidFill>
              </a:rPr>
              <a:t>–</a:t>
            </a:r>
            <a:r>
              <a:rPr lang="en" sz="1200">
                <a:solidFill>
                  <a:schemeClr val="dk1"/>
                </a:solidFill>
              </a:rPr>
              <a:t>Are you as a team aligned around the combination of qualities that represent a Story point (volume, complexity, knowledge, uncertainty)?</a:t>
            </a:r>
            <a:endParaRPr sz="1200">
              <a:solidFill>
                <a:schemeClr val="dk1"/>
              </a:solidFill>
            </a:endParaRPr>
          </a:p>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9.jp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3"/>
        <p:cNvGrpSpPr/>
        <p:nvPr/>
      </p:nvGrpSpPr>
      <p:grpSpPr>
        <a:xfrm>
          <a:off x="0" y="0"/>
          <a:ext cx="0" cy="0"/>
          <a:chOff x="0" y="0"/>
          <a:chExt cx="0" cy="0"/>
        </a:xfrm>
      </p:grpSpPr>
      <p:pic>
        <p:nvPicPr>
          <p:cNvPr id="14" name="Google Shape;14;p2" descr="4.5-PPT-Master-Background-Textures_01-Cover-Blue.jpg"/>
          <p:cNvPicPr preferRelativeResize="0"/>
          <p:nvPr/>
        </p:nvPicPr>
        <p:blipFill rotWithShape="1">
          <a:blip r:embed="rId2">
            <a:alphaModFix/>
          </a:blip>
          <a:srcRect/>
          <a:stretch/>
        </p:blipFill>
        <p:spPr>
          <a:xfrm>
            <a:off x="0" y="0"/>
            <a:ext cx="9168381" cy="5157218"/>
          </a:xfrm>
          <a:prstGeom prst="rect">
            <a:avLst/>
          </a:prstGeom>
          <a:noFill/>
          <a:ln>
            <a:noFill/>
          </a:ln>
        </p:spPr>
      </p:pic>
      <p:sp>
        <p:nvSpPr>
          <p:cNvPr id="15" name="Google Shape;15;p2"/>
          <p:cNvSpPr txBox="1">
            <a:spLocks noGrp="1"/>
          </p:cNvSpPr>
          <p:nvPr>
            <p:ph type="ctrTitle"/>
          </p:nvPr>
        </p:nvSpPr>
        <p:spPr>
          <a:xfrm>
            <a:off x="434340" y="604648"/>
            <a:ext cx="8275200" cy="9930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45700" rIns="0" bIns="0" anchor="b" anchorCtr="0">
            <a:noAutofit/>
          </a:bodyPr>
          <a:lstStyle>
            <a:lvl1pPr lvl="0" algn="l" rtl="0">
              <a:lnSpc>
                <a:spcPct val="100000"/>
              </a:lnSpc>
              <a:spcBef>
                <a:spcPts val="0"/>
              </a:spcBef>
              <a:spcAft>
                <a:spcPts val="0"/>
              </a:spcAft>
              <a:buSzPts val="1400"/>
              <a:buNone/>
              <a:defRPr sz="3600" b="1" i="0">
                <a:solidFill>
                  <a:schemeClr val="lt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6" name="Google Shape;16;p2"/>
          <p:cNvSpPr txBox="1">
            <a:spLocks noGrp="1"/>
          </p:cNvSpPr>
          <p:nvPr>
            <p:ph type="subTitle" idx="1"/>
          </p:nvPr>
        </p:nvSpPr>
        <p:spPr>
          <a:xfrm>
            <a:off x="434340" y="1626489"/>
            <a:ext cx="8275200" cy="3924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0" rIns="0" bIns="0" anchor="t" anchorCtr="0">
            <a:noAutofit/>
          </a:bodyPr>
          <a:lstStyle>
            <a:lvl1pPr lvl="0" algn="l" rtl="0">
              <a:lnSpc>
                <a:spcPct val="100000"/>
              </a:lnSpc>
              <a:spcBef>
                <a:spcPts val="0"/>
              </a:spcBef>
              <a:spcAft>
                <a:spcPts val="0"/>
              </a:spcAft>
              <a:buClr>
                <a:schemeClr val="dk2"/>
              </a:buClr>
              <a:buSzPts val="2200"/>
              <a:buFont typeface="Noto Sans Symbols"/>
              <a:buNone/>
              <a:defRPr sz="2200" b="0">
                <a:solidFill>
                  <a:schemeClr val="lt2"/>
                </a:solidFill>
                <a:latin typeface="Arial"/>
                <a:ea typeface="Arial"/>
                <a:cs typeface="Arial"/>
                <a:sym typeface="Arial"/>
              </a:defRPr>
            </a:lvl1pPr>
            <a:lvl2pPr lvl="1" algn="l" rtl="0">
              <a:lnSpc>
                <a:spcPct val="100000"/>
              </a:lnSpc>
              <a:spcBef>
                <a:spcPts val="600"/>
              </a:spcBef>
              <a:spcAft>
                <a:spcPts val="0"/>
              </a:spcAft>
              <a:buSzPts val="2106"/>
              <a:buChar char="-"/>
              <a:defRPr/>
            </a:lvl2pPr>
            <a:lvl3pPr lvl="2" algn="l" rtl="0">
              <a:lnSpc>
                <a:spcPct val="100000"/>
              </a:lnSpc>
              <a:spcBef>
                <a:spcPts val="600"/>
              </a:spcBef>
              <a:spcAft>
                <a:spcPts val="0"/>
              </a:spcAft>
              <a:buSzPts val="1980"/>
              <a:buChar char="-"/>
              <a:defRPr/>
            </a:lvl3pPr>
            <a:lvl4pPr lvl="3" algn="l" rtl="0">
              <a:lnSpc>
                <a:spcPct val="100000"/>
              </a:lnSpc>
              <a:spcBef>
                <a:spcPts val="600"/>
              </a:spcBef>
              <a:spcAft>
                <a:spcPts val="0"/>
              </a:spcAft>
              <a:buSzPts val="1980"/>
              <a:buChar char="-"/>
              <a:defRPr/>
            </a:lvl4pPr>
            <a:lvl5pPr lvl="4" algn="l" rtl="0">
              <a:lnSpc>
                <a:spcPct val="100000"/>
              </a:lnSpc>
              <a:spcBef>
                <a:spcPts val="600"/>
              </a:spcBef>
              <a:spcAft>
                <a:spcPts val="0"/>
              </a:spcAft>
              <a:buSzPts val="1980"/>
              <a:buChar char="–"/>
              <a:defRPr/>
            </a:lvl5pPr>
            <a:lvl6pPr lvl="5" algn="l" rtl="0">
              <a:lnSpc>
                <a:spcPct val="100000"/>
              </a:lnSpc>
              <a:spcBef>
                <a:spcPts val="360"/>
              </a:spcBef>
              <a:spcAft>
                <a:spcPts val="0"/>
              </a:spcAft>
              <a:buSzPts val="1440"/>
              <a:buChar char="▪"/>
              <a:defRPr/>
            </a:lvl6pPr>
            <a:lvl7pPr lvl="6" algn="l" rtl="0">
              <a:lnSpc>
                <a:spcPct val="100000"/>
              </a:lnSpc>
              <a:spcBef>
                <a:spcPts val="360"/>
              </a:spcBef>
              <a:spcAft>
                <a:spcPts val="0"/>
              </a:spcAft>
              <a:buSzPts val="1440"/>
              <a:buChar char="▪"/>
              <a:defRPr/>
            </a:lvl7pPr>
            <a:lvl8pPr lvl="7" algn="l" rtl="0">
              <a:lnSpc>
                <a:spcPct val="100000"/>
              </a:lnSpc>
              <a:spcBef>
                <a:spcPts val="360"/>
              </a:spcBef>
              <a:spcAft>
                <a:spcPts val="0"/>
              </a:spcAft>
              <a:buSzPts val="1440"/>
              <a:buChar char="▪"/>
              <a:defRPr/>
            </a:lvl8pPr>
            <a:lvl9pPr lvl="8" algn="l" rtl="0">
              <a:lnSpc>
                <a:spcPct val="100000"/>
              </a:lnSpc>
              <a:spcBef>
                <a:spcPts val="360"/>
              </a:spcBef>
              <a:spcAft>
                <a:spcPts val="0"/>
              </a:spcAft>
              <a:buSzPts val="1440"/>
              <a:buChar char="▪"/>
              <a:defRPr/>
            </a:lvl9pPr>
          </a:lstStyle>
          <a:p>
            <a:endParaRPr/>
          </a:p>
        </p:txBody>
      </p:sp>
      <p:sp>
        <p:nvSpPr>
          <p:cNvPr id="17" name="Google Shape;17;p2"/>
          <p:cNvSpPr txBox="1"/>
          <p:nvPr/>
        </p:nvSpPr>
        <p:spPr>
          <a:xfrm>
            <a:off x="6684986" y="4861904"/>
            <a:ext cx="2107500" cy="207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750"/>
              <a:buFont typeface="Arial"/>
              <a:buNone/>
            </a:pPr>
            <a:r>
              <a:rPr lang="en" sz="750" b="0" i="0" u="none" strike="noStrike" cap="none">
                <a:solidFill>
                  <a:srgbClr val="999999"/>
                </a:solidFill>
                <a:latin typeface="Arial"/>
                <a:ea typeface="Arial"/>
                <a:cs typeface="Arial"/>
                <a:sym typeface="Arial"/>
              </a:rPr>
              <a:t>© Scaled Agile, Inc. </a:t>
            </a:r>
            <a:endParaRPr sz="750" b="0" i="0" u="none" strike="noStrike" cap="none">
              <a:solidFill>
                <a:srgbClr val="999999"/>
              </a:solidFill>
              <a:latin typeface="Arial"/>
              <a:ea typeface="Arial"/>
              <a:cs typeface="Arial"/>
              <a:sym typeface="Arial"/>
            </a:endParaRPr>
          </a:p>
        </p:txBody>
      </p:sp>
      <p:pic>
        <p:nvPicPr>
          <p:cNvPr id="18" name="Google Shape;18;p2" descr="PPT-sized.png"/>
          <p:cNvPicPr preferRelativeResize="0"/>
          <p:nvPr/>
        </p:nvPicPr>
        <p:blipFill rotWithShape="1">
          <a:blip r:embed="rId3">
            <a:alphaModFix/>
          </a:blip>
          <a:srcRect/>
          <a:stretch/>
        </p:blipFill>
        <p:spPr>
          <a:xfrm>
            <a:off x="6700947" y="4591426"/>
            <a:ext cx="2133600" cy="2432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1">
  <p:cSld name="Title Slide_1">
    <p:spTree>
      <p:nvGrpSpPr>
        <p:cNvPr id="1" name="Shape 19"/>
        <p:cNvGrpSpPr/>
        <p:nvPr/>
      </p:nvGrpSpPr>
      <p:grpSpPr>
        <a:xfrm>
          <a:off x="0" y="0"/>
          <a:ext cx="0" cy="0"/>
          <a:chOff x="0" y="0"/>
          <a:chExt cx="0" cy="0"/>
        </a:xfrm>
      </p:grpSpPr>
      <p:pic>
        <p:nvPicPr>
          <p:cNvPr id="20" name="Google Shape;20;p3" descr="4.5-PPT-Master-Background-Textures_01-Cover-Blue.jpg"/>
          <p:cNvPicPr preferRelativeResize="0"/>
          <p:nvPr/>
        </p:nvPicPr>
        <p:blipFill rotWithShape="1">
          <a:blip r:embed="rId2">
            <a:alphaModFix/>
          </a:blip>
          <a:srcRect/>
          <a:stretch/>
        </p:blipFill>
        <p:spPr>
          <a:xfrm>
            <a:off x="0" y="0"/>
            <a:ext cx="9168381" cy="5157218"/>
          </a:xfrm>
          <a:prstGeom prst="rect">
            <a:avLst/>
          </a:prstGeom>
          <a:noFill/>
          <a:ln>
            <a:noFill/>
          </a:ln>
        </p:spPr>
      </p:pic>
      <p:sp>
        <p:nvSpPr>
          <p:cNvPr id="21" name="Google Shape;21;p3"/>
          <p:cNvSpPr txBox="1">
            <a:spLocks noGrp="1"/>
          </p:cNvSpPr>
          <p:nvPr>
            <p:ph type="ctrTitle"/>
          </p:nvPr>
        </p:nvSpPr>
        <p:spPr>
          <a:xfrm>
            <a:off x="434340" y="604648"/>
            <a:ext cx="8275200" cy="9930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45700" rIns="0" bIns="0" anchor="b" anchorCtr="0">
            <a:noAutofit/>
          </a:bodyPr>
          <a:lstStyle>
            <a:lvl1pPr lvl="0" algn="l" rtl="0">
              <a:lnSpc>
                <a:spcPct val="100000"/>
              </a:lnSpc>
              <a:spcBef>
                <a:spcPts val="0"/>
              </a:spcBef>
              <a:spcAft>
                <a:spcPts val="0"/>
              </a:spcAft>
              <a:buSzPts val="1400"/>
              <a:buNone/>
              <a:defRPr sz="3600" b="1" i="0">
                <a:solidFill>
                  <a:schemeClr val="lt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22" name="Google Shape;22;p3"/>
          <p:cNvSpPr txBox="1">
            <a:spLocks noGrp="1"/>
          </p:cNvSpPr>
          <p:nvPr>
            <p:ph type="subTitle" idx="1"/>
          </p:nvPr>
        </p:nvSpPr>
        <p:spPr>
          <a:xfrm>
            <a:off x="434340" y="1626489"/>
            <a:ext cx="8275200" cy="3924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0" rIns="0" bIns="0" anchor="t" anchorCtr="0">
            <a:noAutofit/>
          </a:bodyPr>
          <a:lstStyle>
            <a:lvl1pPr lvl="0" algn="l" rtl="0">
              <a:lnSpc>
                <a:spcPct val="100000"/>
              </a:lnSpc>
              <a:spcBef>
                <a:spcPts val="0"/>
              </a:spcBef>
              <a:spcAft>
                <a:spcPts val="0"/>
              </a:spcAft>
              <a:buClr>
                <a:schemeClr val="dk2"/>
              </a:buClr>
              <a:buSzPts val="2200"/>
              <a:buFont typeface="Noto Sans Symbols"/>
              <a:buNone/>
              <a:defRPr sz="2200" b="0">
                <a:solidFill>
                  <a:schemeClr val="lt2"/>
                </a:solidFill>
                <a:latin typeface="Arial"/>
                <a:ea typeface="Arial"/>
                <a:cs typeface="Arial"/>
                <a:sym typeface="Arial"/>
              </a:defRPr>
            </a:lvl1pPr>
            <a:lvl2pPr lvl="1" algn="l" rtl="0">
              <a:lnSpc>
                <a:spcPct val="100000"/>
              </a:lnSpc>
              <a:spcBef>
                <a:spcPts val="600"/>
              </a:spcBef>
              <a:spcAft>
                <a:spcPts val="0"/>
              </a:spcAft>
              <a:buSzPts val="2106"/>
              <a:buChar char="-"/>
              <a:defRPr/>
            </a:lvl2pPr>
            <a:lvl3pPr lvl="2" algn="l" rtl="0">
              <a:lnSpc>
                <a:spcPct val="100000"/>
              </a:lnSpc>
              <a:spcBef>
                <a:spcPts val="600"/>
              </a:spcBef>
              <a:spcAft>
                <a:spcPts val="0"/>
              </a:spcAft>
              <a:buSzPts val="1980"/>
              <a:buChar char="-"/>
              <a:defRPr/>
            </a:lvl3pPr>
            <a:lvl4pPr lvl="3" algn="l" rtl="0">
              <a:lnSpc>
                <a:spcPct val="100000"/>
              </a:lnSpc>
              <a:spcBef>
                <a:spcPts val="600"/>
              </a:spcBef>
              <a:spcAft>
                <a:spcPts val="0"/>
              </a:spcAft>
              <a:buSzPts val="1980"/>
              <a:buChar char="-"/>
              <a:defRPr/>
            </a:lvl4pPr>
            <a:lvl5pPr lvl="4" algn="l" rtl="0">
              <a:lnSpc>
                <a:spcPct val="100000"/>
              </a:lnSpc>
              <a:spcBef>
                <a:spcPts val="600"/>
              </a:spcBef>
              <a:spcAft>
                <a:spcPts val="0"/>
              </a:spcAft>
              <a:buSzPts val="1980"/>
              <a:buChar char="–"/>
              <a:defRPr/>
            </a:lvl5pPr>
            <a:lvl6pPr lvl="5" algn="l" rtl="0">
              <a:lnSpc>
                <a:spcPct val="100000"/>
              </a:lnSpc>
              <a:spcBef>
                <a:spcPts val="360"/>
              </a:spcBef>
              <a:spcAft>
                <a:spcPts val="0"/>
              </a:spcAft>
              <a:buSzPts val="1440"/>
              <a:buChar char="▪"/>
              <a:defRPr/>
            </a:lvl6pPr>
            <a:lvl7pPr lvl="6" algn="l" rtl="0">
              <a:lnSpc>
                <a:spcPct val="100000"/>
              </a:lnSpc>
              <a:spcBef>
                <a:spcPts val="360"/>
              </a:spcBef>
              <a:spcAft>
                <a:spcPts val="0"/>
              </a:spcAft>
              <a:buSzPts val="1440"/>
              <a:buChar char="▪"/>
              <a:defRPr/>
            </a:lvl7pPr>
            <a:lvl8pPr lvl="7" algn="l" rtl="0">
              <a:lnSpc>
                <a:spcPct val="100000"/>
              </a:lnSpc>
              <a:spcBef>
                <a:spcPts val="360"/>
              </a:spcBef>
              <a:spcAft>
                <a:spcPts val="0"/>
              </a:spcAft>
              <a:buSzPts val="1440"/>
              <a:buChar char="▪"/>
              <a:defRPr/>
            </a:lvl8pPr>
            <a:lvl9pPr lvl="8" algn="l" rtl="0">
              <a:lnSpc>
                <a:spcPct val="100000"/>
              </a:lnSpc>
              <a:spcBef>
                <a:spcPts val="360"/>
              </a:spcBef>
              <a:spcAft>
                <a:spcPts val="0"/>
              </a:spcAft>
              <a:buSzPts val="1440"/>
              <a:buChar char="▪"/>
              <a:defRPr/>
            </a:lvl9pPr>
          </a:lstStyle>
          <a:p>
            <a:endParaRPr/>
          </a:p>
        </p:txBody>
      </p:sp>
      <p:sp>
        <p:nvSpPr>
          <p:cNvPr id="23" name="Google Shape;23;p3"/>
          <p:cNvSpPr txBox="1"/>
          <p:nvPr/>
        </p:nvSpPr>
        <p:spPr>
          <a:xfrm>
            <a:off x="6684986" y="4861904"/>
            <a:ext cx="2107500" cy="2076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750"/>
              <a:buFont typeface="Arial"/>
              <a:buNone/>
            </a:pPr>
            <a:r>
              <a:rPr lang="en" sz="750" b="0" i="0" u="none" strike="noStrike" cap="none">
                <a:solidFill>
                  <a:srgbClr val="999999"/>
                </a:solidFill>
                <a:latin typeface="Arial"/>
                <a:ea typeface="Arial"/>
                <a:cs typeface="Arial"/>
                <a:sym typeface="Arial"/>
              </a:rPr>
              <a:t>© Scaled Agile, Inc. </a:t>
            </a:r>
            <a:endParaRPr sz="750" b="0" i="0" u="none" strike="noStrike" cap="none">
              <a:solidFill>
                <a:srgbClr val="999999"/>
              </a:solidFill>
              <a:latin typeface="Arial"/>
              <a:ea typeface="Arial"/>
              <a:cs typeface="Arial"/>
              <a:sym typeface="Arial"/>
            </a:endParaRPr>
          </a:p>
        </p:txBody>
      </p:sp>
      <p:pic>
        <p:nvPicPr>
          <p:cNvPr id="24" name="Google Shape;24;p3" descr="PPT-sized.png"/>
          <p:cNvPicPr preferRelativeResize="0"/>
          <p:nvPr/>
        </p:nvPicPr>
        <p:blipFill rotWithShape="1">
          <a:blip r:embed="rId3">
            <a:alphaModFix/>
          </a:blip>
          <a:srcRect/>
          <a:stretch/>
        </p:blipFill>
        <p:spPr>
          <a:xfrm>
            <a:off x="6700947" y="4591426"/>
            <a:ext cx="2133600" cy="2432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odule title">
  <p:cSld name="Module title">
    <p:spTree>
      <p:nvGrpSpPr>
        <p:cNvPr id="1" name="Shape 25"/>
        <p:cNvGrpSpPr/>
        <p:nvPr/>
      </p:nvGrpSpPr>
      <p:grpSpPr>
        <a:xfrm>
          <a:off x="0" y="0"/>
          <a:ext cx="0" cy="0"/>
          <a:chOff x="0" y="0"/>
          <a:chExt cx="0" cy="0"/>
        </a:xfrm>
      </p:grpSpPr>
      <p:pic>
        <p:nvPicPr>
          <p:cNvPr id="26" name="Google Shape;26;p4" descr="4.5-PPTBackgrounds-10.jpg"/>
          <p:cNvPicPr preferRelativeResize="0"/>
          <p:nvPr/>
        </p:nvPicPr>
        <p:blipFill rotWithShape="1">
          <a:blip r:embed="rId2">
            <a:alphaModFix/>
          </a:blip>
          <a:srcRect/>
          <a:stretch/>
        </p:blipFill>
        <p:spPr>
          <a:xfrm>
            <a:off x="-1" y="0"/>
            <a:ext cx="9171431" cy="5164850"/>
          </a:xfrm>
          <a:prstGeom prst="rect">
            <a:avLst/>
          </a:prstGeom>
          <a:noFill/>
          <a:ln>
            <a:noFill/>
          </a:ln>
        </p:spPr>
      </p:pic>
      <p:sp>
        <p:nvSpPr>
          <p:cNvPr id="27" name="Google Shape;27;p4"/>
          <p:cNvSpPr/>
          <p:nvPr/>
        </p:nvSpPr>
        <p:spPr>
          <a:xfrm>
            <a:off x="0" y="2605366"/>
            <a:ext cx="9171300" cy="1467900"/>
          </a:xfrm>
          <a:prstGeom prst="rect">
            <a:avLst/>
          </a:prstGeom>
          <a:solidFill>
            <a:schemeClr val="accent5">
              <a:alpha val="87060"/>
            </a:schemeClr>
          </a:solid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650"/>
              <a:buFont typeface="Arial"/>
              <a:buNone/>
            </a:pPr>
            <a:endParaRPr sz="1650" b="0" i="1" u="none" strike="noStrike" cap="none">
              <a:solidFill>
                <a:schemeClr val="dk1"/>
              </a:solidFill>
              <a:latin typeface="Arial"/>
              <a:ea typeface="Arial"/>
              <a:cs typeface="Arial"/>
              <a:sym typeface="Arial"/>
            </a:endParaRPr>
          </a:p>
        </p:txBody>
      </p:sp>
      <p:sp>
        <p:nvSpPr>
          <p:cNvPr id="28" name="Google Shape;28;p4"/>
          <p:cNvSpPr txBox="1">
            <a:spLocks noGrp="1"/>
          </p:cNvSpPr>
          <p:nvPr>
            <p:ph type="body" idx="1"/>
          </p:nvPr>
        </p:nvSpPr>
        <p:spPr>
          <a:xfrm>
            <a:off x="419100" y="1171575"/>
            <a:ext cx="8305800" cy="12003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0" rIns="0" bIns="0" anchor="b" anchorCtr="0">
            <a:noAutofit/>
          </a:bodyPr>
          <a:lstStyle>
            <a:lvl1pPr marL="457200" lvl="0" indent="-228600" algn="ctr" rtl="0">
              <a:lnSpc>
                <a:spcPct val="100000"/>
              </a:lnSpc>
              <a:spcBef>
                <a:spcPts val="450"/>
              </a:spcBef>
              <a:spcAft>
                <a:spcPts val="0"/>
              </a:spcAft>
              <a:buClr>
                <a:srgbClr val="A5A5A5"/>
              </a:buClr>
              <a:buSzPts val="6000"/>
              <a:buFont typeface="Arimo"/>
              <a:buNone/>
              <a:defRPr sz="6000" b="1" i="0">
                <a:solidFill>
                  <a:schemeClr val="dk1"/>
                </a:solidFill>
                <a:latin typeface="Arial"/>
                <a:ea typeface="Arial"/>
                <a:cs typeface="Arial"/>
                <a:sym typeface="Arial"/>
              </a:defRPr>
            </a:lvl1pPr>
            <a:lvl2pPr marL="914400" lvl="1" indent="-362331" algn="l" rtl="0">
              <a:lnSpc>
                <a:spcPct val="100000"/>
              </a:lnSpc>
              <a:spcBef>
                <a:spcPts val="600"/>
              </a:spcBef>
              <a:spcAft>
                <a:spcPts val="0"/>
              </a:spcAft>
              <a:buSzPts val="2106"/>
              <a:buChar char="-"/>
              <a:defRPr/>
            </a:lvl2pPr>
            <a:lvl3pPr marL="1371600" lvl="2" indent="-354330" algn="l" rtl="0">
              <a:lnSpc>
                <a:spcPct val="100000"/>
              </a:lnSpc>
              <a:spcBef>
                <a:spcPts val="600"/>
              </a:spcBef>
              <a:spcAft>
                <a:spcPts val="0"/>
              </a:spcAft>
              <a:buSzPts val="1980"/>
              <a:buChar char="-"/>
              <a:defRPr/>
            </a:lvl3pPr>
            <a:lvl4pPr marL="1828800" lvl="3" indent="-354330" algn="l" rtl="0">
              <a:lnSpc>
                <a:spcPct val="100000"/>
              </a:lnSpc>
              <a:spcBef>
                <a:spcPts val="600"/>
              </a:spcBef>
              <a:spcAft>
                <a:spcPts val="0"/>
              </a:spcAft>
              <a:buSzPts val="1980"/>
              <a:buChar char="-"/>
              <a:defRPr/>
            </a:lvl4pPr>
            <a:lvl5pPr marL="2286000" lvl="4" indent="-354329" algn="l" rtl="0">
              <a:lnSpc>
                <a:spcPct val="100000"/>
              </a:lnSpc>
              <a:spcBef>
                <a:spcPts val="600"/>
              </a:spcBef>
              <a:spcAft>
                <a:spcPts val="0"/>
              </a:spcAft>
              <a:buSzPts val="1980"/>
              <a:buChar char="–"/>
              <a:defRPr/>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sp>
        <p:nvSpPr>
          <p:cNvPr id="29" name="Google Shape;29;p4"/>
          <p:cNvSpPr txBox="1">
            <a:spLocks noGrp="1"/>
          </p:cNvSpPr>
          <p:nvPr>
            <p:ph type="body" idx="2"/>
          </p:nvPr>
        </p:nvSpPr>
        <p:spPr>
          <a:xfrm>
            <a:off x="419100" y="2625081"/>
            <a:ext cx="8305800" cy="14484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0" rIns="0" bIns="0" anchor="ctr" anchorCtr="0">
            <a:noAutofit/>
          </a:bodyPr>
          <a:lstStyle>
            <a:lvl1pPr marL="457200" lvl="0" indent="-228600" algn="ctr" rtl="0">
              <a:lnSpc>
                <a:spcPct val="100000"/>
              </a:lnSpc>
              <a:spcBef>
                <a:spcPts val="0"/>
              </a:spcBef>
              <a:spcAft>
                <a:spcPts val="0"/>
              </a:spcAft>
              <a:buSzPts val="3600"/>
              <a:buNone/>
              <a:defRPr sz="3600" b="0">
                <a:solidFill>
                  <a:schemeClr val="lt1"/>
                </a:solidFill>
                <a:latin typeface="Arial"/>
                <a:ea typeface="Arial"/>
                <a:cs typeface="Arial"/>
                <a:sym typeface="Arial"/>
              </a:defRPr>
            </a:lvl1pPr>
            <a:lvl2pPr marL="914400" lvl="1" indent="-496061" algn="ctr" rtl="0">
              <a:lnSpc>
                <a:spcPct val="100000"/>
              </a:lnSpc>
              <a:spcBef>
                <a:spcPts val="0"/>
              </a:spcBef>
              <a:spcAft>
                <a:spcPts val="0"/>
              </a:spcAft>
              <a:buSzPts val="4212"/>
              <a:buChar char="-"/>
              <a:defRPr sz="3600" b="0">
                <a:solidFill>
                  <a:schemeClr val="lt1"/>
                </a:solidFill>
                <a:latin typeface="Arial"/>
                <a:ea typeface="Arial"/>
                <a:cs typeface="Arial"/>
                <a:sym typeface="Arial"/>
              </a:defRPr>
            </a:lvl2pPr>
            <a:lvl3pPr marL="1371600" lvl="2" indent="-480060" algn="ctr" rtl="0">
              <a:lnSpc>
                <a:spcPct val="100000"/>
              </a:lnSpc>
              <a:spcBef>
                <a:spcPts val="0"/>
              </a:spcBef>
              <a:spcAft>
                <a:spcPts val="0"/>
              </a:spcAft>
              <a:buSzPts val="3960"/>
              <a:buChar char="-"/>
              <a:defRPr sz="3600" b="0">
                <a:solidFill>
                  <a:schemeClr val="lt1"/>
                </a:solidFill>
                <a:latin typeface="Arial"/>
                <a:ea typeface="Arial"/>
                <a:cs typeface="Arial"/>
                <a:sym typeface="Arial"/>
              </a:defRPr>
            </a:lvl3pPr>
            <a:lvl4pPr marL="1828800" lvl="3" indent="-480060" algn="ctr" rtl="0">
              <a:lnSpc>
                <a:spcPct val="100000"/>
              </a:lnSpc>
              <a:spcBef>
                <a:spcPts val="0"/>
              </a:spcBef>
              <a:spcAft>
                <a:spcPts val="0"/>
              </a:spcAft>
              <a:buSzPts val="3960"/>
              <a:buChar char="-"/>
              <a:defRPr sz="3600" b="0">
                <a:solidFill>
                  <a:schemeClr val="lt1"/>
                </a:solidFill>
                <a:latin typeface="Arial"/>
                <a:ea typeface="Arial"/>
                <a:cs typeface="Arial"/>
                <a:sym typeface="Arial"/>
              </a:defRPr>
            </a:lvl4pPr>
            <a:lvl5pPr marL="2286000" lvl="4" indent="-480060" algn="ctr" rtl="0">
              <a:lnSpc>
                <a:spcPct val="100000"/>
              </a:lnSpc>
              <a:spcBef>
                <a:spcPts val="0"/>
              </a:spcBef>
              <a:spcAft>
                <a:spcPts val="0"/>
              </a:spcAft>
              <a:buSzPts val="3960"/>
              <a:buChar char="–"/>
              <a:defRPr sz="3600" b="0">
                <a:solidFill>
                  <a:schemeClr val="lt1"/>
                </a:solidFill>
                <a:latin typeface="Arial"/>
                <a:ea typeface="Arial"/>
                <a:cs typeface="Arial"/>
                <a:sym typeface="Arial"/>
              </a:defRPr>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pic>
        <p:nvPicPr>
          <p:cNvPr id="30" name="Google Shape;30;p4" descr="PPT-sized.png"/>
          <p:cNvPicPr preferRelativeResize="0"/>
          <p:nvPr/>
        </p:nvPicPr>
        <p:blipFill rotWithShape="1">
          <a:blip r:embed="rId3">
            <a:alphaModFix/>
          </a:blip>
          <a:srcRect/>
          <a:stretch/>
        </p:blipFill>
        <p:spPr>
          <a:xfrm>
            <a:off x="400050" y="4934417"/>
            <a:ext cx="1117600" cy="127127"/>
          </a:xfrm>
          <a:prstGeom prst="rect">
            <a:avLst/>
          </a:prstGeom>
          <a:noFill/>
          <a:ln>
            <a:noFill/>
          </a:ln>
        </p:spPr>
      </p:pic>
      <p:sp>
        <p:nvSpPr>
          <p:cNvPr id="31" name="Google Shape;31;p4"/>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7F7F7F"/>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
        <p:cNvGrpSpPr/>
        <p:nvPr/>
      </p:nvGrpSpPr>
      <p:grpSpPr>
        <a:xfrm>
          <a:off x="0" y="0"/>
          <a:ext cx="0" cy="0"/>
          <a:chOff x="0" y="0"/>
          <a:chExt cx="0" cy="0"/>
        </a:xfrm>
      </p:grpSpPr>
      <p:sp>
        <p:nvSpPr>
          <p:cNvPr id="33" name="Google Shape;33;p5"/>
          <p:cNvSpPr/>
          <p:nvPr/>
        </p:nvSpPr>
        <p:spPr>
          <a:xfrm>
            <a:off x="0" y="0"/>
            <a:ext cx="9144000" cy="4714800"/>
          </a:xfrm>
          <a:prstGeom prst="rect">
            <a:avLst/>
          </a:prstGeom>
          <a:solidFill>
            <a:schemeClr val="lt1"/>
          </a:solidFill>
          <a:ln w="19050" cap="flat" cmpd="sng">
            <a:solidFill>
              <a:schemeClr val="lt1">
                <a:alpha val="0"/>
              </a:schemeClr>
            </a:solidFill>
            <a:prstDash val="solid"/>
            <a:round/>
            <a:headEnd type="none" w="sm" len="sm"/>
            <a:tailEnd type="none" w="sm" len="sm"/>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650"/>
              <a:buFont typeface="Arial"/>
              <a:buNone/>
            </a:pPr>
            <a:endParaRPr sz="1650" b="0" i="1" u="none" strike="noStrike" cap="none">
              <a:solidFill>
                <a:schemeClr val="dk1"/>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1" type="titleOnly">
  <p:cSld name="TITLE_ONLY">
    <p:spTree>
      <p:nvGrpSpPr>
        <p:cNvPr id="1" name="Shape 34"/>
        <p:cNvGrpSpPr/>
        <p:nvPr/>
      </p:nvGrpSpPr>
      <p:grpSpPr>
        <a:xfrm>
          <a:off x="0" y="0"/>
          <a:ext cx="0" cy="0"/>
          <a:chOff x="0" y="0"/>
          <a:chExt cx="0" cy="0"/>
        </a:xfrm>
      </p:grpSpPr>
      <p:sp>
        <p:nvSpPr>
          <p:cNvPr id="35" name="Google Shape;35;p6"/>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Autofit/>
          </a:bodyPr>
          <a:lstStyle>
            <a:lvl1pPr lvl="0" algn="l" rtl="0">
              <a:lnSpc>
                <a:spcPct val="90000"/>
              </a:lnSpc>
              <a:spcBef>
                <a:spcPts val="0"/>
              </a:spcBef>
              <a:spcAft>
                <a:spcPts val="0"/>
              </a:spcAft>
              <a:buClr>
                <a:schemeClr val="dk1"/>
              </a:buClr>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6" name="Google Shape;36;p6"/>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37" name="Google Shape;37;p6"/>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38" name="Google Shape;38;p6"/>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wo Content" type="twoObj">
  <p:cSld name="TWO_OBJECTS">
    <p:spTree>
      <p:nvGrpSpPr>
        <p:cNvPr id="1" name="Shape 39"/>
        <p:cNvGrpSpPr/>
        <p:nvPr/>
      </p:nvGrpSpPr>
      <p:grpSpPr>
        <a:xfrm>
          <a:off x="0" y="0"/>
          <a:ext cx="0" cy="0"/>
          <a:chOff x="0" y="0"/>
          <a:chExt cx="0" cy="0"/>
        </a:xfrm>
      </p:grpSpPr>
      <p:sp>
        <p:nvSpPr>
          <p:cNvPr id="40" name="Google Shape;40;p7"/>
          <p:cNvSpPr txBox="1">
            <a:spLocks noGrp="1"/>
          </p:cNvSpPr>
          <p:nvPr>
            <p:ph type="title"/>
          </p:nvPr>
        </p:nvSpPr>
        <p:spPr>
          <a:xfrm>
            <a:off x="457200" y="171450"/>
            <a:ext cx="8242200" cy="3018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400"/>
              <a:buNone/>
              <a:defRPr sz="2400" b="0">
                <a:solidFill>
                  <a:schemeClr val="dk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41" name="Google Shape;41;p7"/>
          <p:cNvSpPr txBox="1">
            <a:spLocks noGrp="1"/>
          </p:cNvSpPr>
          <p:nvPr>
            <p:ph type="body" idx="1"/>
          </p:nvPr>
        </p:nvSpPr>
        <p:spPr>
          <a:xfrm>
            <a:off x="394136" y="959171"/>
            <a:ext cx="3886200" cy="3714900"/>
          </a:xfrm>
          <a:prstGeom prst="rect">
            <a:avLst/>
          </a:prstGeom>
          <a:noFill/>
          <a:ln>
            <a:noFill/>
          </a:ln>
        </p:spPr>
        <p:txBody>
          <a:bodyPr spcFirstLastPara="1" wrap="square" lIns="0" tIns="0" rIns="0" bIns="0" anchor="t" anchorCtr="0">
            <a:noAutofit/>
          </a:bodyPr>
          <a:lstStyle>
            <a:lvl1pPr marL="457200" lvl="0" indent="-355600" algn="l" rtl="0">
              <a:lnSpc>
                <a:spcPct val="100000"/>
              </a:lnSpc>
              <a:spcBef>
                <a:spcPts val="600"/>
              </a:spcBef>
              <a:spcAft>
                <a:spcPts val="0"/>
              </a:spcAft>
              <a:buSzPts val="2000"/>
              <a:buChar char="4"/>
              <a:defRPr sz="1800">
                <a:solidFill>
                  <a:schemeClr val="dk1"/>
                </a:solidFill>
              </a:defRPr>
            </a:lvl1pPr>
            <a:lvl2pPr marL="914400" lvl="1" indent="-362331" algn="l" rtl="0">
              <a:lnSpc>
                <a:spcPct val="100000"/>
              </a:lnSpc>
              <a:spcBef>
                <a:spcPts val="600"/>
              </a:spcBef>
              <a:spcAft>
                <a:spcPts val="0"/>
              </a:spcAft>
              <a:buSzPts val="2106"/>
              <a:buChar char="-"/>
              <a:defRPr sz="1600">
                <a:solidFill>
                  <a:schemeClr val="dk1"/>
                </a:solidFill>
              </a:defRPr>
            </a:lvl2pPr>
            <a:lvl3pPr marL="1371600" lvl="2" indent="-354330" algn="l" rtl="0">
              <a:lnSpc>
                <a:spcPct val="100000"/>
              </a:lnSpc>
              <a:spcBef>
                <a:spcPts val="600"/>
              </a:spcBef>
              <a:spcAft>
                <a:spcPts val="0"/>
              </a:spcAft>
              <a:buSzPts val="1980"/>
              <a:buChar char="-"/>
              <a:defRPr sz="1600">
                <a:solidFill>
                  <a:schemeClr val="dk1"/>
                </a:solidFill>
              </a:defRPr>
            </a:lvl3pPr>
            <a:lvl4pPr marL="1828800" lvl="3" indent="-354330" algn="l" rtl="0">
              <a:lnSpc>
                <a:spcPct val="100000"/>
              </a:lnSpc>
              <a:spcBef>
                <a:spcPts val="600"/>
              </a:spcBef>
              <a:spcAft>
                <a:spcPts val="0"/>
              </a:spcAft>
              <a:buSzPts val="1980"/>
              <a:buChar char="-"/>
              <a:defRPr sz="1350">
                <a:solidFill>
                  <a:srgbClr val="3C3C3C"/>
                </a:solidFill>
              </a:defRPr>
            </a:lvl4pPr>
            <a:lvl5pPr marL="2286000" lvl="4" indent="-354329" algn="l" rtl="0">
              <a:lnSpc>
                <a:spcPct val="100000"/>
              </a:lnSpc>
              <a:spcBef>
                <a:spcPts val="600"/>
              </a:spcBef>
              <a:spcAft>
                <a:spcPts val="0"/>
              </a:spcAft>
              <a:buSzPts val="1980"/>
              <a:buChar char="–"/>
              <a:defRPr sz="1350">
                <a:solidFill>
                  <a:srgbClr val="3C3C3C"/>
                </a:solidFill>
              </a:defRPr>
            </a:lvl5pPr>
            <a:lvl6pPr marL="2743200" lvl="5" indent="-304800" algn="l" rtl="0">
              <a:lnSpc>
                <a:spcPct val="100000"/>
              </a:lnSpc>
              <a:spcBef>
                <a:spcPts val="300"/>
              </a:spcBef>
              <a:spcAft>
                <a:spcPts val="0"/>
              </a:spcAft>
              <a:buSzPts val="1200"/>
              <a:buChar char="▪"/>
              <a:defRPr sz="1350"/>
            </a:lvl6pPr>
            <a:lvl7pPr marL="3200400" lvl="6" indent="-304800" algn="l" rtl="0">
              <a:lnSpc>
                <a:spcPct val="100000"/>
              </a:lnSpc>
              <a:spcBef>
                <a:spcPts val="300"/>
              </a:spcBef>
              <a:spcAft>
                <a:spcPts val="0"/>
              </a:spcAft>
              <a:buSzPts val="1200"/>
              <a:buChar char="▪"/>
              <a:defRPr sz="1350"/>
            </a:lvl7pPr>
            <a:lvl8pPr marL="3657600" lvl="7" indent="-304800" algn="l" rtl="0">
              <a:lnSpc>
                <a:spcPct val="100000"/>
              </a:lnSpc>
              <a:spcBef>
                <a:spcPts val="300"/>
              </a:spcBef>
              <a:spcAft>
                <a:spcPts val="0"/>
              </a:spcAft>
              <a:buSzPts val="1200"/>
              <a:buChar char="▪"/>
              <a:defRPr sz="1350"/>
            </a:lvl8pPr>
            <a:lvl9pPr marL="4114800" lvl="8" indent="-304800" algn="l" rtl="0">
              <a:lnSpc>
                <a:spcPct val="100000"/>
              </a:lnSpc>
              <a:spcBef>
                <a:spcPts val="300"/>
              </a:spcBef>
              <a:spcAft>
                <a:spcPts val="0"/>
              </a:spcAft>
              <a:buSzPts val="1200"/>
              <a:buChar char="▪"/>
              <a:defRPr sz="1350"/>
            </a:lvl9pPr>
          </a:lstStyle>
          <a:p>
            <a:endParaRPr/>
          </a:p>
        </p:txBody>
      </p:sp>
      <p:sp>
        <p:nvSpPr>
          <p:cNvPr id="42" name="Google Shape;42;p7"/>
          <p:cNvSpPr txBox="1">
            <a:spLocks noGrp="1"/>
          </p:cNvSpPr>
          <p:nvPr>
            <p:ph type="body" idx="2"/>
          </p:nvPr>
        </p:nvSpPr>
        <p:spPr>
          <a:xfrm>
            <a:off x="4737536" y="959171"/>
            <a:ext cx="3886200" cy="3714900"/>
          </a:xfrm>
          <a:prstGeom prst="rect">
            <a:avLst/>
          </a:prstGeom>
          <a:noFill/>
          <a:ln>
            <a:noFill/>
          </a:ln>
        </p:spPr>
        <p:txBody>
          <a:bodyPr spcFirstLastPara="1" wrap="square" lIns="0" tIns="0" rIns="0" bIns="0" anchor="t" anchorCtr="0">
            <a:noAutofit/>
          </a:bodyPr>
          <a:lstStyle>
            <a:lvl1pPr marL="457200" lvl="0" indent="-355600" algn="l" rtl="0">
              <a:lnSpc>
                <a:spcPct val="100000"/>
              </a:lnSpc>
              <a:spcBef>
                <a:spcPts val="600"/>
              </a:spcBef>
              <a:spcAft>
                <a:spcPts val="0"/>
              </a:spcAft>
              <a:buSzPts val="2000"/>
              <a:buChar char="4"/>
              <a:defRPr sz="1800">
                <a:solidFill>
                  <a:schemeClr val="dk1"/>
                </a:solidFill>
              </a:defRPr>
            </a:lvl1pPr>
            <a:lvl2pPr marL="914400" lvl="1" indent="-362331" algn="l" rtl="0">
              <a:lnSpc>
                <a:spcPct val="100000"/>
              </a:lnSpc>
              <a:spcBef>
                <a:spcPts val="600"/>
              </a:spcBef>
              <a:spcAft>
                <a:spcPts val="0"/>
              </a:spcAft>
              <a:buSzPts val="2106"/>
              <a:buChar char="-"/>
              <a:defRPr sz="1600">
                <a:solidFill>
                  <a:schemeClr val="dk1"/>
                </a:solidFill>
              </a:defRPr>
            </a:lvl2pPr>
            <a:lvl3pPr marL="1371600" lvl="2" indent="-354330" algn="l" rtl="0">
              <a:lnSpc>
                <a:spcPct val="100000"/>
              </a:lnSpc>
              <a:spcBef>
                <a:spcPts val="600"/>
              </a:spcBef>
              <a:spcAft>
                <a:spcPts val="0"/>
              </a:spcAft>
              <a:buSzPts val="1980"/>
              <a:buChar char="-"/>
              <a:defRPr sz="1600">
                <a:solidFill>
                  <a:schemeClr val="dk1"/>
                </a:solidFill>
              </a:defRPr>
            </a:lvl3pPr>
            <a:lvl4pPr marL="1828800" lvl="3" indent="-354330" algn="l" rtl="0">
              <a:lnSpc>
                <a:spcPct val="100000"/>
              </a:lnSpc>
              <a:spcBef>
                <a:spcPts val="600"/>
              </a:spcBef>
              <a:spcAft>
                <a:spcPts val="0"/>
              </a:spcAft>
              <a:buSzPts val="1980"/>
              <a:buChar char="-"/>
              <a:defRPr sz="1200">
                <a:solidFill>
                  <a:srgbClr val="3C3C3C"/>
                </a:solidFill>
              </a:defRPr>
            </a:lvl4pPr>
            <a:lvl5pPr marL="2286000" lvl="4" indent="-354329" algn="l" rtl="0">
              <a:lnSpc>
                <a:spcPct val="100000"/>
              </a:lnSpc>
              <a:spcBef>
                <a:spcPts val="600"/>
              </a:spcBef>
              <a:spcAft>
                <a:spcPts val="0"/>
              </a:spcAft>
              <a:buSzPts val="1980"/>
              <a:buChar char="–"/>
              <a:defRPr sz="1200">
                <a:solidFill>
                  <a:srgbClr val="3C3C3C"/>
                </a:solidFill>
              </a:defRPr>
            </a:lvl5pPr>
            <a:lvl6pPr marL="2743200" lvl="5" indent="-304800" algn="l" rtl="0">
              <a:lnSpc>
                <a:spcPct val="100000"/>
              </a:lnSpc>
              <a:spcBef>
                <a:spcPts val="300"/>
              </a:spcBef>
              <a:spcAft>
                <a:spcPts val="0"/>
              </a:spcAft>
              <a:buSzPts val="1200"/>
              <a:buChar char="▪"/>
              <a:defRPr sz="1350"/>
            </a:lvl6pPr>
            <a:lvl7pPr marL="3200400" lvl="6" indent="-304800" algn="l" rtl="0">
              <a:lnSpc>
                <a:spcPct val="100000"/>
              </a:lnSpc>
              <a:spcBef>
                <a:spcPts val="300"/>
              </a:spcBef>
              <a:spcAft>
                <a:spcPts val="0"/>
              </a:spcAft>
              <a:buSzPts val="1200"/>
              <a:buChar char="▪"/>
              <a:defRPr sz="1350"/>
            </a:lvl7pPr>
            <a:lvl8pPr marL="3657600" lvl="7" indent="-304800" algn="l" rtl="0">
              <a:lnSpc>
                <a:spcPct val="100000"/>
              </a:lnSpc>
              <a:spcBef>
                <a:spcPts val="300"/>
              </a:spcBef>
              <a:spcAft>
                <a:spcPts val="0"/>
              </a:spcAft>
              <a:buSzPts val="1200"/>
              <a:buChar char="▪"/>
              <a:defRPr sz="1350"/>
            </a:lvl8pPr>
            <a:lvl9pPr marL="4114800" lvl="8" indent="-304800" algn="l" rtl="0">
              <a:lnSpc>
                <a:spcPct val="100000"/>
              </a:lnSpc>
              <a:spcBef>
                <a:spcPts val="300"/>
              </a:spcBef>
              <a:spcAft>
                <a:spcPts val="0"/>
              </a:spcAft>
              <a:buSzPts val="1200"/>
              <a:buChar char="▪"/>
              <a:defRPr sz="135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Variation-Background Only Light">
  <p:cSld name="1_Variation-Background Only Light">
    <p:spTree>
      <p:nvGrpSpPr>
        <p:cNvPr id="1" name="Shape 43"/>
        <p:cNvGrpSpPr/>
        <p:nvPr/>
      </p:nvGrpSpPr>
      <p:grpSpPr>
        <a:xfrm>
          <a:off x="0" y="0"/>
          <a:ext cx="0" cy="0"/>
          <a:chOff x="0" y="0"/>
          <a:chExt cx="0" cy="0"/>
        </a:xfrm>
      </p:grpSpPr>
      <p:pic>
        <p:nvPicPr>
          <p:cNvPr id="44" name="Google Shape;44;p8" descr="4.5-PPTBackgrounds-10.jpg"/>
          <p:cNvPicPr preferRelativeResize="0"/>
          <p:nvPr/>
        </p:nvPicPr>
        <p:blipFill rotWithShape="1">
          <a:blip r:embed="rId2">
            <a:alphaModFix/>
          </a:blip>
          <a:srcRect/>
          <a:stretch/>
        </p:blipFill>
        <p:spPr>
          <a:xfrm>
            <a:off x="-1" y="0"/>
            <a:ext cx="9171431" cy="5164850"/>
          </a:xfrm>
          <a:prstGeom prst="rect">
            <a:avLst/>
          </a:prstGeom>
          <a:noFill/>
          <a:ln>
            <a:noFill/>
          </a:ln>
        </p:spPr>
      </p:pic>
      <p:sp>
        <p:nvSpPr>
          <p:cNvPr id="45" name="Google Shape;45;p8"/>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46" name="Google Shape;46;p8"/>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47" name="Google Shape;47;p8" descr="PPT-sized.png"/>
          <p:cNvPicPr preferRelativeResize="0"/>
          <p:nvPr/>
        </p:nvPicPr>
        <p:blipFill rotWithShape="1">
          <a:blip r:embed="rId3">
            <a:alphaModFix/>
          </a:blip>
          <a:srcRect/>
          <a:stretch/>
        </p:blipFill>
        <p:spPr>
          <a:xfrm>
            <a:off x="400050" y="4934417"/>
            <a:ext cx="1117600" cy="127127"/>
          </a:xfrm>
          <a:prstGeom prst="rect">
            <a:avLst/>
          </a:prstGeom>
          <a:noFill/>
          <a:ln>
            <a:noFill/>
          </a:ln>
        </p:spPr>
      </p:pic>
      <p:sp>
        <p:nvSpPr>
          <p:cNvPr id="48" name="Google Shape;48;p8"/>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7F7F7F"/>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
        <p:nvSpPr>
          <p:cNvPr id="49" name="Google Shape;49;p8"/>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50"/>
        <p:cNvGrpSpPr/>
        <p:nvPr/>
      </p:nvGrpSpPr>
      <p:grpSpPr>
        <a:xfrm>
          <a:off x="0" y="0"/>
          <a:ext cx="0" cy="0"/>
          <a:chOff x="0" y="0"/>
          <a:chExt cx="0" cy="0"/>
        </a:xfrm>
      </p:grpSpPr>
      <p:pic>
        <p:nvPicPr>
          <p:cNvPr id="51" name="Google Shape;51;p9" descr="4.5-PPTBackgrounds_Test-Yellow-FullFrame.jpg"/>
          <p:cNvPicPr preferRelativeResize="0"/>
          <p:nvPr/>
        </p:nvPicPr>
        <p:blipFill rotWithShape="1">
          <a:blip r:embed="rId2">
            <a:alphaModFix/>
          </a:blip>
          <a:srcRect/>
          <a:stretch/>
        </p:blipFill>
        <p:spPr>
          <a:xfrm>
            <a:off x="0" y="0"/>
            <a:ext cx="9144000" cy="5143501"/>
          </a:xfrm>
          <a:prstGeom prst="rect">
            <a:avLst/>
          </a:prstGeom>
          <a:noFill/>
          <a:ln>
            <a:noFill/>
          </a:ln>
        </p:spPr>
      </p:pic>
      <p:sp>
        <p:nvSpPr>
          <p:cNvPr id="52" name="Google Shape;52;p9"/>
          <p:cNvSpPr txBox="1">
            <a:spLocks noGrp="1"/>
          </p:cNvSpPr>
          <p:nvPr>
            <p:ph type="title"/>
          </p:nvPr>
        </p:nvSpPr>
        <p:spPr>
          <a:xfrm>
            <a:off x="0" y="1683875"/>
            <a:ext cx="9144000" cy="1775700"/>
          </a:xfrm>
          <a:prstGeom prst="rect">
            <a:avLst/>
          </a:prstGeom>
          <a:solidFill>
            <a:schemeClr val="lt1"/>
          </a:solidFill>
          <a:ln w="9525" cap="flat" cmpd="sng">
            <a:solidFill>
              <a:schemeClr val="lt1">
                <a:alpha val="0"/>
              </a:schemeClr>
            </a:solidFill>
            <a:prstDash val="solid"/>
            <a:miter lim="800000"/>
            <a:headEnd type="none" w="sm" len="sm"/>
            <a:tailEnd type="none" w="sm" len="sm"/>
          </a:ln>
        </p:spPr>
        <p:txBody>
          <a:bodyPr spcFirstLastPara="1" wrap="square" lIns="91425" tIns="45700" rIns="91425" bIns="45700" anchor="ctr" anchorCtr="0">
            <a:noAutofit/>
          </a:bodyPr>
          <a:lstStyle>
            <a:lvl1pPr lvl="0" algn="ctr" rtl="0">
              <a:lnSpc>
                <a:spcPct val="100000"/>
              </a:lnSpc>
              <a:spcBef>
                <a:spcPts val="0"/>
              </a:spcBef>
              <a:spcAft>
                <a:spcPts val="0"/>
              </a:spcAft>
              <a:buSzPts val="1400"/>
              <a:buNone/>
              <a:defRPr sz="3000" b="0" cap="none">
                <a:solidFill>
                  <a:schemeClr val="dk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53" name="Google Shape;53;p9" descr="PPT-sized.png"/>
          <p:cNvPicPr preferRelativeResize="0"/>
          <p:nvPr/>
        </p:nvPicPr>
        <p:blipFill rotWithShape="1">
          <a:blip r:embed="rId3">
            <a:alphaModFix/>
          </a:blip>
          <a:srcRect/>
          <a:stretch/>
        </p:blipFill>
        <p:spPr>
          <a:xfrm>
            <a:off x="400050" y="4934417"/>
            <a:ext cx="1117600" cy="127127"/>
          </a:xfrm>
          <a:prstGeom prst="rect">
            <a:avLst/>
          </a:prstGeom>
          <a:noFill/>
          <a:ln>
            <a:noFill/>
          </a:ln>
        </p:spPr>
      </p:pic>
      <p:sp>
        <p:nvSpPr>
          <p:cNvPr id="54" name="Google Shape;54;p9"/>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ody Style A 01">
  <p:cSld name="Body Style A 01">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393191" y="1"/>
            <a:ext cx="8370600" cy="661200"/>
          </a:xfrm>
          <a:prstGeom prst="rect">
            <a:avLst/>
          </a:prstGeom>
          <a:noFill/>
          <a:ln>
            <a:noFill/>
          </a:ln>
        </p:spPr>
        <p:txBody>
          <a:bodyPr spcFirstLastPara="1" wrap="square" lIns="0" tIns="36575" rIns="0" bIns="0" anchor="ctr"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57" name="Google Shape;57;p10"/>
          <p:cNvSpPr txBox="1">
            <a:spLocks noGrp="1"/>
          </p:cNvSpPr>
          <p:nvPr>
            <p:ph type="body" idx="1"/>
          </p:nvPr>
        </p:nvSpPr>
        <p:spPr>
          <a:xfrm>
            <a:off x="395720" y="837844"/>
            <a:ext cx="8367900" cy="3752700"/>
          </a:xfrm>
          <a:prstGeom prst="rect">
            <a:avLst/>
          </a:prstGeom>
          <a:noFill/>
          <a:ln>
            <a:noFill/>
          </a:ln>
        </p:spPr>
        <p:txBody>
          <a:bodyPr spcFirstLastPara="1" wrap="square" lIns="91425" tIns="45700" rIns="91425" bIns="45700" anchor="t" anchorCtr="0">
            <a:noAutofit/>
          </a:bodyPr>
          <a:lstStyle>
            <a:lvl1pPr marL="457200" lvl="0" indent="-355600" algn="l" rtl="0">
              <a:lnSpc>
                <a:spcPct val="100000"/>
              </a:lnSpc>
              <a:spcBef>
                <a:spcPts val="600"/>
              </a:spcBef>
              <a:spcAft>
                <a:spcPts val="0"/>
              </a:spcAft>
              <a:buSzPts val="2000"/>
              <a:buChar char="4"/>
              <a:defRPr/>
            </a:lvl1pPr>
            <a:lvl2pPr marL="914400" lvl="1" indent="-362331" algn="l" rtl="0">
              <a:lnSpc>
                <a:spcPct val="100000"/>
              </a:lnSpc>
              <a:spcBef>
                <a:spcPts val="600"/>
              </a:spcBef>
              <a:spcAft>
                <a:spcPts val="0"/>
              </a:spcAft>
              <a:buSzPts val="2106"/>
              <a:buChar char="-"/>
              <a:defRPr/>
            </a:lvl2pPr>
            <a:lvl3pPr marL="1371600" lvl="2" indent="-362331" algn="l" rtl="0">
              <a:lnSpc>
                <a:spcPct val="110000"/>
              </a:lnSpc>
              <a:spcBef>
                <a:spcPts val="600"/>
              </a:spcBef>
              <a:spcAft>
                <a:spcPts val="0"/>
              </a:spcAft>
              <a:buClr>
                <a:srgbClr val="AAAAAA"/>
              </a:buClr>
              <a:buSzPts val="2106"/>
              <a:buFont typeface="Merriweather Sans"/>
              <a:buChar char="-"/>
              <a:defRPr sz="1800" b="0" i="0">
                <a:latin typeface="Arial"/>
                <a:ea typeface="Arial"/>
                <a:cs typeface="Arial"/>
                <a:sym typeface="Arial"/>
              </a:defRPr>
            </a:lvl3pPr>
            <a:lvl4pPr marL="1828800" lvl="3" indent="-354330" algn="l" rtl="0">
              <a:lnSpc>
                <a:spcPct val="100000"/>
              </a:lnSpc>
              <a:spcBef>
                <a:spcPts val="600"/>
              </a:spcBef>
              <a:spcAft>
                <a:spcPts val="0"/>
              </a:spcAft>
              <a:buSzPts val="1980"/>
              <a:buChar char="-"/>
              <a:defRPr/>
            </a:lvl4pPr>
            <a:lvl5pPr marL="2286000" lvl="4" indent="-354329" algn="l" rtl="0">
              <a:lnSpc>
                <a:spcPct val="100000"/>
              </a:lnSpc>
              <a:spcBef>
                <a:spcPts val="600"/>
              </a:spcBef>
              <a:spcAft>
                <a:spcPts val="0"/>
              </a:spcAft>
              <a:buSzPts val="1980"/>
              <a:buChar char="–"/>
              <a:defRPr/>
            </a:lvl5pPr>
            <a:lvl6pPr marL="2743200" lvl="5" indent="-304800" algn="l" rtl="0">
              <a:lnSpc>
                <a:spcPct val="100000"/>
              </a:lnSpc>
              <a:spcBef>
                <a:spcPts val="300"/>
              </a:spcBef>
              <a:spcAft>
                <a:spcPts val="0"/>
              </a:spcAft>
              <a:buSzPts val="1200"/>
              <a:buChar char="▪"/>
              <a:defRPr/>
            </a:lvl6pPr>
            <a:lvl7pPr marL="3200400" lvl="6" indent="-304800" algn="l" rtl="0">
              <a:lnSpc>
                <a:spcPct val="100000"/>
              </a:lnSpc>
              <a:spcBef>
                <a:spcPts val="300"/>
              </a:spcBef>
              <a:spcAft>
                <a:spcPts val="0"/>
              </a:spcAft>
              <a:buSzPts val="1200"/>
              <a:buChar char="▪"/>
              <a:defRPr/>
            </a:lvl7pPr>
            <a:lvl8pPr marL="3657600" lvl="7" indent="-304800" algn="l" rtl="0">
              <a:lnSpc>
                <a:spcPct val="100000"/>
              </a:lnSpc>
              <a:spcBef>
                <a:spcPts val="300"/>
              </a:spcBef>
              <a:spcAft>
                <a:spcPts val="0"/>
              </a:spcAft>
              <a:buSzPts val="1200"/>
              <a:buChar char="▪"/>
              <a:defRPr/>
            </a:lvl8pPr>
            <a:lvl9pPr marL="4114800" lvl="8" indent="-304800" algn="l" rtl="0">
              <a:lnSpc>
                <a:spcPct val="100000"/>
              </a:lnSpc>
              <a:spcBef>
                <a:spcPts val="300"/>
              </a:spcBef>
              <a:spcAft>
                <a:spcPts val="0"/>
              </a:spcAft>
              <a:buSzPts val="12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White">
  <p:cSld name="Blank White">
    <p:spTree>
      <p:nvGrpSpPr>
        <p:cNvPr id="1" name="Shape 58"/>
        <p:cNvGrpSpPr/>
        <p:nvPr/>
      </p:nvGrpSpPr>
      <p:grpSpPr>
        <a:xfrm>
          <a:off x="0" y="0"/>
          <a:ext cx="0" cy="0"/>
          <a:chOff x="0" y="0"/>
          <a:chExt cx="0" cy="0"/>
        </a:xfrm>
      </p:grpSpPr>
      <p:sp>
        <p:nvSpPr>
          <p:cNvPr id="59" name="Google Shape;59;p11"/>
          <p:cNvSpPr/>
          <p:nvPr/>
        </p:nvSpPr>
        <p:spPr>
          <a:xfrm>
            <a:off x="0" y="0"/>
            <a:ext cx="9144000" cy="51435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0" i="1"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itle and Content" type="obj">
  <p:cSld name="OBJECT">
    <p:spTree>
      <p:nvGrpSpPr>
        <p:cNvPr id="1" name="Shape 60"/>
        <p:cNvGrpSpPr/>
        <p:nvPr/>
      </p:nvGrpSpPr>
      <p:grpSpPr>
        <a:xfrm>
          <a:off x="0" y="0"/>
          <a:ext cx="0" cy="0"/>
          <a:chOff x="0" y="0"/>
          <a:chExt cx="0" cy="0"/>
        </a:xfrm>
      </p:grpSpPr>
      <p:sp>
        <p:nvSpPr>
          <p:cNvPr id="61" name="Google Shape;61;p12"/>
          <p:cNvSpPr txBox="1">
            <a:spLocks noGrp="1"/>
          </p:cNvSpPr>
          <p:nvPr>
            <p:ph type="title"/>
          </p:nvPr>
        </p:nvSpPr>
        <p:spPr>
          <a:xfrm>
            <a:off x="457200" y="171450"/>
            <a:ext cx="8227200" cy="337500"/>
          </a:xfrm>
          <a:prstGeom prst="rect">
            <a:avLst/>
          </a:prstGeom>
          <a:noFill/>
          <a:ln>
            <a:noFill/>
          </a:ln>
        </p:spPr>
        <p:txBody>
          <a:bodyPr spcFirstLastPara="1" wrap="square" lIns="0" tIns="0" rIns="0" bIns="0" anchor="t" anchorCtr="0">
            <a:noAutofit/>
          </a:bodyPr>
          <a:lstStyle>
            <a:lvl1pPr lvl="0" algn="l" rtl="0">
              <a:lnSpc>
                <a:spcPct val="100000"/>
              </a:lnSpc>
              <a:spcBef>
                <a:spcPts val="0"/>
              </a:spcBef>
              <a:spcAft>
                <a:spcPts val="0"/>
              </a:spcAft>
              <a:buSzPts val="1400"/>
              <a:buNone/>
              <a:defRPr sz="2400" b="0">
                <a:solidFill>
                  <a:schemeClr val="dk1"/>
                </a:solidFill>
                <a:latin typeface="Arial"/>
                <a:ea typeface="Arial"/>
                <a:cs typeface="Arial"/>
                <a:sym typeface="Aria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2" name="Google Shape;62;p12"/>
          <p:cNvSpPr txBox="1">
            <a:spLocks noGrp="1"/>
          </p:cNvSpPr>
          <p:nvPr>
            <p:ph type="body" idx="1"/>
          </p:nvPr>
        </p:nvSpPr>
        <p:spPr>
          <a:xfrm>
            <a:off x="394136" y="967054"/>
            <a:ext cx="8343900" cy="3838500"/>
          </a:xfrm>
          <a:prstGeom prst="rect">
            <a:avLst/>
          </a:prstGeom>
          <a:noFill/>
          <a:ln>
            <a:noFill/>
          </a:ln>
        </p:spPr>
        <p:txBody>
          <a:bodyPr spcFirstLastPara="1" wrap="square" lIns="0" tIns="0" rIns="0" bIns="0" anchor="t" anchorCtr="0">
            <a:noAutofit/>
          </a:bodyPr>
          <a:lstStyle>
            <a:lvl1pPr marL="457200" lvl="0" indent="-355600" algn="l" rtl="0">
              <a:lnSpc>
                <a:spcPct val="100000"/>
              </a:lnSpc>
              <a:spcBef>
                <a:spcPts val="800"/>
              </a:spcBef>
              <a:spcAft>
                <a:spcPts val="0"/>
              </a:spcAft>
              <a:buSzPts val="2000"/>
              <a:buChar char="4"/>
              <a:defRPr sz="2000">
                <a:solidFill>
                  <a:schemeClr val="dk1"/>
                </a:solidFill>
              </a:defRPr>
            </a:lvl1pPr>
            <a:lvl2pPr marL="914400" lvl="1" indent="-362331" algn="l" rtl="0">
              <a:lnSpc>
                <a:spcPct val="100000"/>
              </a:lnSpc>
              <a:spcBef>
                <a:spcPts val="800"/>
              </a:spcBef>
              <a:spcAft>
                <a:spcPts val="0"/>
              </a:spcAft>
              <a:buSzPts val="2106"/>
              <a:buFont typeface="Arial Black"/>
              <a:buChar char="–"/>
              <a:defRPr sz="1800">
                <a:solidFill>
                  <a:schemeClr val="dk1"/>
                </a:solidFill>
              </a:defRPr>
            </a:lvl2pPr>
            <a:lvl3pPr marL="1371600" lvl="2" indent="-362331" algn="l" rtl="0">
              <a:lnSpc>
                <a:spcPct val="100000"/>
              </a:lnSpc>
              <a:spcBef>
                <a:spcPts val="600"/>
              </a:spcBef>
              <a:spcAft>
                <a:spcPts val="0"/>
              </a:spcAft>
              <a:buSzPts val="2106"/>
              <a:buFont typeface="Merriweather Sans"/>
              <a:buChar char="-"/>
              <a:defRPr sz="1800">
                <a:solidFill>
                  <a:schemeClr val="dk1"/>
                </a:solidFill>
              </a:defRPr>
            </a:lvl3pPr>
            <a:lvl4pPr marL="1828800" lvl="3" indent="-354330" algn="l" rtl="0">
              <a:lnSpc>
                <a:spcPct val="100000"/>
              </a:lnSpc>
              <a:spcBef>
                <a:spcPts val="600"/>
              </a:spcBef>
              <a:spcAft>
                <a:spcPts val="0"/>
              </a:spcAft>
              <a:buSzPts val="1980"/>
              <a:buFont typeface="Arial Black"/>
              <a:buChar char="–"/>
              <a:defRPr/>
            </a:lvl4pPr>
            <a:lvl5pPr marL="2286000" lvl="4" indent="-312420" algn="l" rtl="0">
              <a:lnSpc>
                <a:spcPct val="100000"/>
              </a:lnSpc>
              <a:spcBef>
                <a:spcPts val="600"/>
              </a:spcBef>
              <a:spcAft>
                <a:spcPts val="0"/>
              </a:spcAft>
              <a:buSzPts val="1320"/>
              <a:buFont typeface="Arial Black"/>
              <a:buChar char="–"/>
              <a:defRPr sz="1200"/>
            </a:lvl5pPr>
            <a:lvl6pPr marL="2743200" lvl="5" indent="-304800" algn="l" rtl="0">
              <a:lnSpc>
                <a:spcPct val="100000"/>
              </a:lnSpc>
              <a:spcBef>
                <a:spcPts val="300"/>
              </a:spcBef>
              <a:spcAft>
                <a:spcPts val="0"/>
              </a:spcAft>
              <a:buSzPts val="1200"/>
              <a:buChar char="▪"/>
              <a:defRPr/>
            </a:lvl6pPr>
            <a:lvl7pPr marL="3200400" lvl="6" indent="-304800" algn="l" rtl="0">
              <a:lnSpc>
                <a:spcPct val="100000"/>
              </a:lnSpc>
              <a:spcBef>
                <a:spcPts val="300"/>
              </a:spcBef>
              <a:spcAft>
                <a:spcPts val="0"/>
              </a:spcAft>
              <a:buSzPts val="1200"/>
              <a:buChar char="▪"/>
              <a:defRPr/>
            </a:lvl7pPr>
            <a:lvl8pPr marL="3657600" lvl="7" indent="-304800" algn="l" rtl="0">
              <a:lnSpc>
                <a:spcPct val="100000"/>
              </a:lnSpc>
              <a:spcBef>
                <a:spcPts val="300"/>
              </a:spcBef>
              <a:spcAft>
                <a:spcPts val="0"/>
              </a:spcAft>
              <a:buSzPts val="1200"/>
              <a:buChar char="▪"/>
              <a:defRPr/>
            </a:lvl8pPr>
            <a:lvl9pPr marL="4114800" lvl="8" indent="-304800" algn="l" rtl="0">
              <a:lnSpc>
                <a:spcPct val="100000"/>
              </a:lnSpc>
              <a:spcBef>
                <a:spcPts val="300"/>
              </a:spcBef>
              <a:spcAft>
                <a:spcPts val="0"/>
              </a:spcAft>
              <a:buSzPts val="12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_Title and Kicker">
  <p:cSld name="2_Title and Kicker">
    <p:spTree>
      <p:nvGrpSpPr>
        <p:cNvPr id="1" name="Shape 63"/>
        <p:cNvGrpSpPr/>
        <p:nvPr/>
      </p:nvGrpSpPr>
      <p:grpSpPr>
        <a:xfrm>
          <a:off x="0" y="0"/>
          <a:ext cx="0" cy="0"/>
          <a:chOff x="0" y="0"/>
          <a:chExt cx="0" cy="0"/>
        </a:xfrm>
      </p:grpSpPr>
      <p:sp>
        <p:nvSpPr>
          <p:cNvPr id="64" name="Google Shape;64;p13"/>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solidFill>
                  <a:srgbClr val="565656"/>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65" name="Google Shape;65;p13"/>
          <p:cNvSpPr txBox="1">
            <a:spLocks noGrp="1"/>
          </p:cNvSpPr>
          <p:nvPr>
            <p:ph type="body" idx="1"/>
          </p:nvPr>
        </p:nvSpPr>
        <p:spPr>
          <a:xfrm>
            <a:off x="457200" y="846051"/>
            <a:ext cx="8255100" cy="6192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2000"/>
              <a:buNone/>
              <a:defRPr sz="2000">
                <a:solidFill>
                  <a:schemeClr val="dk1"/>
                </a:solidFill>
              </a:defRPr>
            </a:lvl1pPr>
            <a:lvl2pPr marL="914400" lvl="1" indent="-228600" algn="l" rtl="0">
              <a:lnSpc>
                <a:spcPct val="100000"/>
              </a:lnSpc>
              <a:spcBef>
                <a:spcPts val="0"/>
              </a:spcBef>
              <a:spcAft>
                <a:spcPts val="0"/>
              </a:spcAft>
              <a:buSzPts val="2106"/>
              <a:buNone/>
              <a:defRPr sz="1650"/>
            </a:lvl2pPr>
            <a:lvl3pPr marL="1371600" lvl="2" indent="-228600" algn="l" rtl="0">
              <a:lnSpc>
                <a:spcPct val="100000"/>
              </a:lnSpc>
              <a:spcBef>
                <a:spcPts val="0"/>
              </a:spcBef>
              <a:spcAft>
                <a:spcPts val="0"/>
              </a:spcAft>
              <a:buSzPts val="1980"/>
              <a:buNone/>
              <a:defRPr sz="1650"/>
            </a:lvl3pPr>
            <a:lvl4pPr marL="1828800" lvl="3" indent="-228600" algn="l" rtl="0">
              <a:lnSpc>
                <a:spcPct val="100000"/>
              </a:lnSpc>
              <a:spcBef>
                <a:spcPts val="0"/>
              </a:spcBef>
              <a:spcAft>
                <a:spcPts val="0"/>
              </a:spcAft>
              <a:buSzPts val="1980"/>
              <a:buNone/>
              <a:defRPr sz="1650"/>
            </a:lvl4pPr>
            <a:lvl5pPr marL="2286000" lvl="4" indent="-228600" algn="l" rtl="0">
              <a:lnSpc>
                <a:spcPct val="100000"/>
              </a:lnSpc>
              <a:spcBef>
                <a:spcPts val="0"/>
              </a:spcBef>
              <a:spcAft>
                <a:spcPts val="0"/>
              </a:spcAft>
              <a:buSzPts val="1980"/>
              <a:buNone/>
              <a:defRPr sz="1650"/>
            </a:lvl5pPr>
            <a:lvl6pPr marL="2743200" lvl="5" indent="-304800" algn="l" rtl="0">
              <a:lnSpc>
                <a:spcPct val="100000"/>
              </a:lnSpc>
              <a:spcBef>
                <a:spcPts val="300"/>
              </a:spcBef>
              <a:spcAft>
                <a:spcPts val="0"/>
              </a:spcAft>
              <a:buSzPts val="1200"/>
              <a:buChar char="▪"/>
              <a:defRPr/>
            </a:lvl6pPr>
            <a:lvl7pPr marL="3200400" lvl="6" indent="-304800" algn="l" rtl="0">
              <a:lnSpc>
                <a:spcPct val="100000"/>
              </a:lnSpc>
              <a:spcBef>
                <a:spcPts val="300"/>
              </a:spcBef>
              <a:spcAft>
                <a:spcPts val="0"/>
              </a:spcAft>
              <a:buSzPts val="1200"/>
              <a:buChar char="▪"/>
              <a:defRPr/>
            </a:lvl7pPr>
            <a:lvl8pPr marL="3657600" lvl="7" indent="-304800" algn="l" rtl="0">
              <a:lnSpc>
                <a:spcPct val="100000"/>
              </a:lnSpc>
              <a:spcBef>
                <a:spcPts val="300"/>
              </a:spcBef>
              <a:spcAft>
                <a:spcPts val="0"/>
              </a:spcAft>
              <a:buSzPts val="1200"/>
              <a:buChar char="▪"/>
              <a:defRPr/>
            </a:lvl8pPr>
            <a:lvl9pPr marL="4114800" lvl="8" indent="-304800" algn="l" rtl="0">
              <a:lnSpc>
                <a:spcPct val="100000"/>
              </a:lnSpc>
              <a:spcBef>
                <a:spcPts val="300"/>
              </a:spcBef>
              <a:spcAft>
                <a:spcPts val="0"/>
              </a:spcAft>
              <a:buSzPts val="12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_Variation-Background Only Dark">
  <p:cSld name="1_Variation-Background Only Dark">
    <p:spTree>
      <p:nvGrpSpPr>
        <p:cNvPr id="1" name="Shape 66"/>
        <p:cNvGrpSpPr/>
        <p:nvPr/>
      </p:nvGrpSpPr>
      <p:grpSpPr>
        <a:xfrm>
          <a:off x="0" y="0"/>
          <a:ext cx="0" cy="0"/>
          <a:chOff x="0" y="0"/>
          <a:chExt cx="0" cy="0"/>
        </a:xfrm>
      </p:grpSpPr>
      <p:pic>
        <p:nvPicPr>
          <p:cNvPr id="67" name="Google Shape;67;p14" descr="4.5-PPTBackgrounds_Blue-patter-Full-Screen.png"/>
          <p:cNvPicPr preferRelativeResize="0"/>
          <p:nvPr/>
        </p:nvPicPr>
        <p:blipFill rotWithShape="1">
          <a:blip r:embed="rId2">
            <a:alphaModFix/>
          </a:blip>
          <a:srcRect/>
          <a:stretch/>
        </p:blipFill>
        <p:spPr>
          <a:xfrm>
            <a:off x="1" y="0"/>
            <a:ext cx="9168381" cy="5157215"/>
          </a:xfrm>
          <a:prstGeom prst="rect">
            <a:avLst/>
          </a:prstGeom>
          <a:noFill/>
          <a:ln>
            <a:noFill/>
          </a:ln>
        </p:spPr>
      </p:pic>
      <p:sp>
        <p:nvSpPr>
          <p:cNvPr id="68" name="Google Shape;68;p14"/>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69" name="Google Shape;69;p14" descr="PPT-sized.png"/>
          <p:cNvPicPr preferRelativeResize="0"/>
          <p:nvPr/>
        </p:nvPicPr>
        <p:blipFill rotWithShape="1">
          <a:blip r:embed="rId3">
            <a:alphaModFix/>
          </a:blip>
          <a:srcRect/>
          <a:stretch/>
        </p:blipFill>
        <p:spPr>
          <a:xfrm>
            <a:off x="400050" y="4934417"/>
            <a:ext cx="1117600" cy="127127"/>
          </a:xfrm>
          <a:prstGeom prst="rect">
            <a:avLst/>
          </a:prstGeom>
          <a:noFill/>
          <a:ln>
            <a:noFill/>
          </a:ln>
        </p:spPr>
      </p:pic>
      <p:sp>
        <p:nvSpPr>
          <p:cNvPr id="70" name="Google Shape;70;p14"/>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Variation-Background Only Light">
  <p:cSld name="Variation-Background Only Light">
    <p:spTree>
      <p:nvGrpSpPr>
        <p:cNvPr id="1" name="Shape 71"/>
        <p:cNvGrpSpPr/>
        <p:nvPr/>
      </p:nvGrpSpPr>
      <p:grpSpPr>
        <a:xfrm>
          <a:off x="0" y="0"/>
          <a:ext cx="0" cy="0"/>
          <a:chOff x="0" y="0"/>
          <a:chExt cx="0" cy="0"/>
        </a:xfrm>
      </p:grpSpPr>
      <p:pic>
        <p:nvPicPr>
          <p:cNvPr id="72" name="Google Shape;72;p15" descr="4.5-PPTBackgrounds-10.jpg"/>
          <p:cNvPicPr preferRelativeResize="0"/>
          <p:nvPr/>
        </p:nvPicPr>
        <p:blipFill rotWithShape="1">
          <a:blip r:embed="rId2">
            <a:alphaModFix/>
          </a:blip>
          <a:srcRect/>
          <a:stretch/>
        </p:blipFill>
        <p:spPr>
          <a:xfrm>
            <a:off x="-1" y="0"/>
            <a:ext cx="9171431" cy="5164850"/>
          </a:xfrm>
          <a:prstGeom prst="rect">
            <a:avLst/>
          </a:prstGeom>
          <a:noFill/>
          <a:ln>
            <a:noFill/>
          </a:ln>
        </p:spPr>
      </p:pic>
      <p:sp>
        <p:nvSpPr>
          <p:cNvPr id="73" name="Google Shape;73;p15"/>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74" name="Google Shape;74;p15" descr="PPT-sized.png"/>
          <p:cNvPicPr preferRelativeResize="0"/>
          <p:nvPr/>
        </p:nvPicPr>
        <p:blipFill rotWithShape="1">
          <a:blip r:embed="rId3">
            <a:alphaModFix/>
          </a:blip>
          <a:srcRect/>
          <a:stretch/>
        </p:blipFill>
        <p:spPr>
          <a:xfrm>
            <a:off x="400050" y="4934417"/>
            <a:ext cx="1117600" cy="127127"/>
          </a:xfrm>
          <a:prstGeom prst="rect">
            <a:avLst/>
          </a:prstGeom>
          <a:noFill/>
          <a:ln>
            <a:noFill/>
          </a:ln>
        </p:spPr>
      </p:pic>
      <p:sp>
        <p:nvSpPr>
          <p:cNvPr id="75" name="Google Shape;75;p15"/>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7F7F7F"/>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_Title and Kicker">
  <p:cSld name="3_Title and Kicker">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solidFill>
                  <a:srgbClr val="565656"/>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78" name="Google Shape;78;p16"/>
          <p:cNvSpPr txBox="1">
            <a:spLocks noGrp="1"/>
          </p:cNvSpPr>
          <p:nvPr>
            <p:ph type="body" idx="1"/>
          </p:nvPr>
        </p:nvSpPr>
        <p:spPr>
          <a:xfrm>
            <a:off x="457200" y="846051"/>
            <a:ext cx="8255100" cy="6192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2000"/>
              <a:buNone/>
              <a:defRPr sz="2000">
                <a:solidFill>
                  <a:schemeClr val="dk1"/>
                </a:solidFill>
              </a:defRPr>
            </a:lvl1pPr>
            <a:lvl2pPr marL="914400" lvl="1" indent="-228600" algn="l" rtl="0">
              <a:lnSpc>
                <a:spcPct val="100000"/>
              </a:lnSpc>
              <a:spcBef>
                <a:spcPts val="0"/>
              </a:spcBef>
              <a:spcAft>
                <a:spcPts val="0"/>
              </a:spcAft>
              <a:buSzPts val="2106"/>
              <a:buNone/>
              <a:defRPr sz="1650"/>
            </a:lvl2pPr>
            <a:lvl3pPr marL="1371600" lvl="2" indent="-228600" algn="l" rtl="0">
              <a:lnSpc>
                <a:spcPct val="100000"/>
              </a:lnSpc>
              <a:spcBef>
                <a:spcPts val="0"/>
              </a:spcBef>
              <a:spcAft>
                <a:spcPts val="0"/>
              </a:spcAft>
              <a:buSzPts val="1980"/>
              <a:buNone/>
              <a:defRPr sz="1650"/>
            </a:lvl3pPr>
            <a:lvl4pPr marL="1828800" lvl="3" indent="-228600" algn="l" rtl="0">
              <a:lnSpc>
                <a:spcPct val="100000"/>
              </a:lnSpc>
              <a:spcBef>
                <a:spcPts val="0"/>
              </a:spcBef>
              <a:spcAft>
                <a:spcPts val="0"/>
              </a:spcAft>
              <a:buSzPts val="1980"/>
              <a:buNone/>
              <a:defRPr sz="1650"/>
            </a:lvl4pPr>
            <a:lvl5pPr marL="2286000" lvl="4" indent="-228600" algn="l" rtl="0">
              <a:lnSpc>
                <a:spcPct val="100000"/>
              </a:lnSpc>
              <a:spcBef>
                <a:spcPts val="0"/>
              </a:spcBef>
              <a:spcAft>
                <a:spcPts val="0"/>
              </a:spcAft>
              <a:buSzPts val="1980"/>
              <a:buNone/>
              <a:defRPr sz="1650"/>
            </a:lvl5pPr>
            <a:lvl6pPr marL="2743200" lvl="5" indent="-304800" algn="l" rtl="0">
              <a:lnSpc>
                <a:spcPct val="100000"/>
              </a:lnSpc>
              <a:spcBef>
                <a:spcPts val="300"/>
              </a:spcBef>
              <a:spcAft>
                <a:spcPts val="0"/>
              </a:spcAft>
              <a:buSzPts val="1200"/>
              <a:buChar char="▪"/>
              <a:defRPr/>
            </a:lvl6pPr>
            <a:lvl7pPr marL="3200400" lvl="6" indent="-304800" algn="l" rtl="0">
              <a:lnSpc>
                <a:spcPct val="100000"/>
              </a:lnSpc>
              <a:spcBef>
                <a:spcPts val="300"/>
              </a:spcBef>
              <a:spcAft>
                <a:spcPts val="0"/>
              </a:spcAft>
              <a:buSzPts val="1200"/>
              <a:buChar char="▪"/>
              <a:defRPr/>
            </a:lvl7pPr>
            <a:lvl8pPr marL="3657600" lvl="7" indent="-304800" algn="l" rtl="0">
              <a:lnSpc>
                <a:spcPct val="100000"/>
              </a:lnSpc>
              <a:spcBef>
                <a:spcPts val="300"/>
              </a:spcBef>
              <a:spcAft>
                <a:spcPts val="0"/>
              </a:spcAft>
              <a:buSzPts val="1200"/>
              <a:buChar char="▪"/>
              <a:defRPr/>
            </a:lvl8pPr>
            <a:lvl9pPr marL="4114800" lvl="8" indent="-304800" algn="l" rtl="0">
              <a:lnSpc>
                <a:spcPct val="100000"/>
              </a:lnSpc>
              <a:spcBef>
                <a:spcPts val="300"/>
              </a:spcBef>
              <a:spcAft>
                <a:spcPts val="0"/>
              </a:spcAft>
              <a:buSzPts val="12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1_Blank">
  <p:cSld name="1_Blank">
    <p:spTree>
      <p:nvGrpSpPr>
        <p:cNvPr id="1" name="Shape 79"/>
        <p:cNvGrpSpPr/>
        <p:nvPr/>
      </p:nvGrpSpPr>
      <p:grpSpPr>
        <a:xfrm>
          <a:off x="0" y="0"/>
          <a:ext cx="0" cy="0"/>
          <a:chOff x="0" y="0"/>
          <a:chExt cx="0" cy="0"/>
        </a:xfrm>
      </p:grpSpPr>
      <p:sp>
        <p:nvSpPr>
          <p:cNvPr id="80" name="Google Shape;80;p17"/>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81" name="Google Shape;81;p17" descr="PPT-sized.png"/>
          <p:cNvPicPr preferRelativeResize="0"/>
          <p:nvPr/>
        </p:nvPicPr>
        <p:blipFill rotWithShape="1">
          <a:blip r:embed="rId2">
            <a:alphaModFix/>
          </a:blip>
          <a:srcRect/>
          <a:stretch/>
        </p:blipFill>
        <p:spPr>
          <a:xfrm>
            <a:off x="400050" y="4934417"/>
            <a:ext cx="1117600" cy="127127"/>
          </a:xfrm>
          <a:prstGeom prst="rect">
            <a:avLst/>
          </a:prstGeom>
          <a:noFill/>
          <a:ln>
            <a:noFill/>
          </a:ln>
        </p:spPr>
      </p:pic>
      <p:sp>
        <p:nvSpPr>
          <p:cNvPr id="82" name="Google Shape;82;p17"/>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7F7F7F"/>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
        <p:nvSpPr>
          <p:cNvPr id="83" name="Google Shape;83;p17"/>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84" name="Google Shape;84;p17"/>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Module title">
  <p:cSld name="1_Module title">
    <p:spTree>
      <p:nvGrpSpPr>
        <p:cNvPr id="1" name="Shape 85"/>
        <p:cNvGrpSpPr/>
        <p:nvPr/>
      </p:nvGrpSpPr>
      <p:grpSpPr>
        <a:xfrm>
          <a:off x="0" y="0"/>
          <a:ext cx="0" cy="0"/>
          <a:chOff x="0" y="0"/>
          <a:chExt cx="0" cy="0"/>
        </a:xfrm>
      </p:grpSpPr>
      <p:pic>
        <p:nvPicPr>
          <p:cNvPr id="86" name="Google Shape;86;p18" descr="4.5-PPTBackgrounds-10.jpg"/>
          <p:cNvPicPr preferRelativeResize="0"/>
          <p:nvPr/>
        </p:nvPicPr>
        <p:blipFill rotWithShape="1">
          <a:blip r:embed="rId2">
            <a:alphaModFix/>
          </a:blip>
          <a:srcRect/>
          <a:stretch/>
        </p:blipFill>
        <p:spPr>
          <a:xfrm>
            <a:off x="-1" y="0"/>
            <a:ext cx="9171431" cy="5164850"/>
          </a:xfrm>
          <a:prstGeom prst="rect">
            <a:avLst/>
          </a:prstGeom>
          <a:noFill/>
          <a:ln>
            <a:noFill/>
          </a:ln>
        </p:spPr>
      </p:pic>
      <p:sp>
        <p:nvSpPr>
          <p:cNvPr id="87" name="Google Shape;87;p18"/>
          <p:cNvSpPr/>
          <p:nvPr/>
        </p:nvSpPr>
        <p:spPr>
          <a:xfrm>
            <a:off x="0" y="2605366"/>
            <a:ext cx="9171300" cy="1467900"/>
          </a:xfrm>
          <a:prstGeom prst="rect">
            <a:avLst/>
          </a:prstGeom>
          <a:solidFill>
            <a:schemeClr val="accent1">
              <a:alpha val="87060"/>
            </a:schemeClr>
          </a:solid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650"/>
              <a:buFont typeface="Arial"/>
              <a:buNone/>
            </a:pPr>
            <a:endParaRPr sz="1650" b="0" i="1" u="none" strike="noStrike" cap="none">
              <a:solidFill>
                <a:schemeClr val="dk1"/>
              </a:solidFill>
              <a:latin typeface="Arial"/>
              <a:ea typeface="Arial"/>
              <a:cs typeface="Arial"/>
              <a:sym typeface="Arial"/>
            </a:endParaRPr>
          </a:p>
        </p:txBody>
      </p:sp>
      <p:sp>
        <p:nvSpPr>
          <p:cNvPr id="88" name="Google Shape;88;p18"/>
          <p:cNvSpPr txBox="1">
            <a:spLocks noGrp="1"/>
          </p:cNvSpPr>
          <p:nvPr>
            <p:ph type="body" idx="1"/>
          </p:nvPr>
        </p:nvSpPr>
        <p:spPr>
          <a:xfrm>
            <a:off x="419100" y="1171575"/>
            <a:ext cx="8305800" cy="12003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0" rIns="0" bIns="0" anchor="b" anchorCtr="0">
            <a:noAutofit/>
          </a:bodyPr>
          <a:lstStyle>
            <a:lvl1pPr marL="457200" lvl="0" indent="-228600" algn="ctr" rtl="0">
              <a:lnSpc>
                <a:spcPct val="100000"/>
              </a:lnSpc>
              <a:spcBef>
                <a:spcPts val="450"/>
              </a:spcBef>
              <a:spcAft>
                <a:spcPts val="0"/>
              </a:spcAft>
              <a:buClr>
                <a:srgbClr val="A5A5A5"/>
              </a:buClr>
              <a:buSzPts val="6000"/>
              <a:buFont typeface="Arimo"/>
              <a:buNone/>
              <a:defRPr sz="6000" b="1" i="0">
                <a:solidFill>
                  <a:schemeClr val="dk1"/>
                </a:solidFill>
                <a:latin typeface="Arial"/>
                <a:ea typeface="Arial"/>
                <a:cs typeface="Arial"/>
                <a:sym typeface="Arial"/>
              </a:defRPr>
            </a:lvl1pPr>
            <a:lvl2pPr marL="914400" lvl="1" indent="-362331" algn="l" rtl="0">
              <a:lnSpc>
                <a:spcPct val="100000"/>
              </a:lnSpc>
              <a:spcBef>
                <a:spcPts val="600"/>
              </a:spcBef>
              <a:spcAft>
                <a:spcPts val="0"/>
              </a:spcAft>
              <a:buSzPts val="2106"/>
              <a:buChar char="-"/>
              <a:defRPr/>
            </a:lvl2pPr>
            <a:lvl3pPr marL="1371600" lvl="2" indent="-354330" algn="l" rtl="0">
              <a:lnSpc>
                <a:spcPct val="100000"/>
              </a:lnSpc>
              <a:spcBef>
                <a:spcPts val="600"/>
              </a:spcBef>
              <a:spcAft>
                <a:spcPts val="0"/>
              </a:spcAft>
              <a:buSzPts val="1980"/>
              <a:buChar char="-"/>
              <a:defRPr/>
            </a:lvl3pPr>
            <a:lvl4pPr marL="1828800" lvl="3" indent="-354330" algn="l" rtl="0">
              <a:lnSpc>
                <a:spcPct val="100000"/>
              </a:lnSpc>
              <a:spcBef>
                <a:spcPts val="600"/>
              </a:spcBef>
              <a:spcAft>
                <a:spcPts val="0"/>
              </a:spcAft>
              <a:buSzPts val="1980"/>
              <a:buChar char="-"/>
              <a:defRPr/>
            </a:lvl4pPr>
            <a:lvl5pPr marL="2286000" lvl="4" indent="-354329" algn="l" rtl="0">
              <a:lnSpc>
                <a:spcPct val="100000"/>
              </a:lnSpc>
              <a:spcBef>
                <a:spcPts val="600"/>
              </a:spcBef>
              <a:spcAft>
                <a:spcPts val="0"/>
              </a:spcAft>
              <a:buSzPts val="1980"/>
              <a:buChar char="–"/>
              <a:defRPr/>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sp>
        <p:nvSpPr>
          <p:cNvPr id="89" name="Google Shape;89;p18"/>
          <p:cNvSpPr txBox="1">
            <a:spLocks noGrp="1"/>
          </p:cNvSpPr>
          <p:nvPr>
            <p:ph type="body" idx="2"/>
          </p:nvPr>
        </p:nvSpPr>
        <p:spPr>
          <a:xfrm>
            <a:off x="419100" y="2625081"/>
            <a:ext cx="8305800" cy="14484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0" rIns="0" bIns="0" anchor="ctr" anchorCtr="0">
            <a:noAutofit/>
          </a:bodyPr>
          <a:lstStyle>
            <a:lvl1pPr marL="457200" lvl="0" indent="-228600" algn="ctr" rtl="0">
              <a:lnSpc>
                <a:spcPct val="100000"/>
              </a:lnSpc>
              <a:spcBef>
                <a:spcPts val="0"/>
              </a:spcBef>
              <a:spcAft>
                <a:spcPts val="0"/>
              </a:spcAft>
              <a:buSzPts val="3600"/>
              <a:buNone/>
              <a:defRPr sz="3600" b="0">
                <a:solidFill>
                  <a:schemeClr val="lt1"/>
                </a:solidFill>
                <a:latin typeface="Arial"/>
                <a:ea typeface="Arial"/>
                <a:cs typeface="Arial"/>
                <a:sym typeface="Arial"/>
              </a:defRPr>
            </a:lvl1pPr>
            <a:lvl2pPr marL="914400" lvl="1" indent="-496061" algn="ctr" rtl="0">
              <a:lnSpc>
                <a:spcPct val="100000"/>
              </a:lnSpc>
              <a:spcBef>
                <a:spcPts val="0"/>
              </a:spcBef>
              <a:spcAft>
                <a:spcPts val="0"/>
              </a:spcAft>
              <a:buSzPts val="4212"/>
              <a:buChar char="-"/>
              <a:defRPr sz="3600" b="0">
                <a:solidFill>
                  <a:schemeClr val="lt1"/>
                </a:solidFill>
                <a:latin typeface="Arial"/>
                <a:ea typeface="Arial"/>
                <a:cs typeface="Arial"/>
                <a:sym typeface="Arial"/>
              </a:defRPr>
            </a:lvl2pPr>
            <a:lvl3pPr marL="1371600" lvl="2" indent="-480060" algn="ctr" rtl="0">
              <a:lnSpc>
                <a:spcPct val="100000"/>
              </a:lnSpc>
              <a:spcBef>
                <a:spcPts val="0"/>
              </a:spcBef>
              <a:spcAft>
                <a:spcPts val="0"/>
              </a:spcAft>
              <a:buSzPts val="3960"/>
              <a:buChar char="-"/>
              <a:defRPr sz="3600" b="0">
                <a:solidFill>
                  <a:schemeClr val="lt1"/>
                </a:solidFill>
                <a:latin typeface="Arial"/>
                <a:ea typeface="Arial"/>
                <a:cs typeface="Arial"/>
                <a:sym typeface="Arial"/>
              </a:defRPr>
            </a:lvl3pPr>
            <a:lvl4pPr marL="1828800" lvl="3" indent="-480060" algn="ctr" rtl="0">
              <a:lnSpc>
                <a:spcPct val="100000"/>
              </a:lnSpc>
              <a:spcBef>
                <a:spcPts val="0"/>
              </a:spcBef>
              <a:spcAft>
                <a:spcPts val="0"/>
              </a:spcAft>
              <a:buSzPts val="3960"/>
              <a:buChar char="-"/>
              <a:defRPr sz="3600" b="0">
                <a:solidFill>
                  <a:schemeClr val="lt1"/>
                </a:solidFill>
                <a:latin typeface="Arial"/>
                <a:ea typeface="Arial"/>
                <a:cs typeface="Arial"/>
                <a:sym typeface="Arial"/>
              </a:defRPr>
            </a:lvl4pPr>
            <a:lvl5pPr marL="2286000" lvl="4" indent="-480060" algn="ctr" rtl="0">
              <a:lnSpc>
                <a:spcPct val="100000"/>
              </a:lnSpc>
              <a:spcBef>
                <a:spcPts val="0"/>
              </a:spcBef>
              <a:spcAft>
                <a:spcPts val="0"/>
              </a:spcAft>
              <a:buSzPts val="3960"/>
              <a:buChar char="–"/>
              <a:defRPr sz="3600" b="0">
                <a:solidFill>
                  <a:schemeClr val="lt1"/>
                </a:solidFill>
                <a:latin typeface="Arial"/>
                <a:ea typeface="Arial"/>
                <a:cs typeface="Arial"/>
                <a:sym typeface="Arial"/>
              </a:defRPr>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pic>
        <p:nvPicPr>
          <p:cNvPr id="90" name="Google Shape;90;p18" descr="PPT-sized.png"/>
          <p:cNvPicPr preferRelativeResize="0"/>
          <p:nvPr/>
        </p:nvPicPr>
        <p:blipFill rotWithShape="1">
          <a:blip r:embed="rId3">
            <a:alphaModFix/>
          </a:blip>
          <a:srcRect/>
          <a:stretch/>
        </p:blipFill>
        <p:spPr>
          <a:xfrm>
            <a:off x="400050" y="4934417"/>
            <a:ext cx="1117600" cy="127127"/>
          </a:xfrm>
          <a:prstGeom prst="rect">
            <a:avLst/>
          </a:prstGeom>
          <a:noFill/>
          <a:ln>
            <a:noFill/>
          </a:ln>
        </p:spPr>
      </p:pic>
      <p:sp>
        <p:nvSpPr>
          <p:cNvPr id="91" name="Google Shape;91;p18"/>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7F7F7F"/>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92"/>
        <p:cNvGrpSpPr/>
        <p:nvPr/>
      </p:nvGrpSpPr>
      <p:grpSpPr>
        <a:xfrm>
          <a:off x="0" y="0"/>
          <a:ext cx="0" cy="0"/>
          <a:chOff x="0" y="0"/>
          <a:chExt cx="0" cy="0"/>
        </a:xfrm>
      </p:grpSpPr>
      <p:sp>
        <p:nvSpPr>
          <p:cNvPr id="93" name="Google Shape;93;p19"/>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4" name="Google Shape;94;p19"/>
          <p:cNvSpPr txBox="1">
            <a:spLocks noGrp="1"/>
          </p:cNvSpPr>
          <p:nvPr>
            <p:ph type="body" idx="1"/>
          </p:nvPr>
        </p:nvSpPr>
        <p:spPr>
          <a:xfrm>
            <a:off x="438150" y="819150"/>
            <a:ext cx="8286600" cy="3467100"/>
          </a:xfrm>
          <a:prstGeom prst="rect">
            <a:avLst/>
          </a:prstGeom>
          <a:noFill/>
          <a:ln>
            <a:noFill/>
          </a:ln>
        </p:spPr>
        <p:txBody>
          <a:bodyPr spcFirstLastPara="1" wrap="square" lIns="0" tIns="0" rIns="0" bIns="0" anchor="t" anchorCtr="0">
            <a:noAutofit/>
          </a:bodyPr>
          <a:lstStyle>
            <a:lvl1pPr marL="457200" lvl="0" indent="-342900" algn="l" rtl="0">
              <a:lnSpc>
                <a:spcPct val="100000"/>
              </a:lnSpc>
              <a:spcBef>
                <a:spcPts val="600"/>
              </a:spcBef>
              <a:spcAft>
                <a:spcPts val="0"/>
              </a:spcAft>
              <a:buSzPts val="1800"/>
              <a:buChar char="4"/>
              <a:defRPr/>
            </a:lvl1pPr>
            <a:lvl2pPr marL="914400" lvl="1" indent="-362331" algn="l" rtl="0">
              <a:lnSpc>
                <a:spcPct val="100000"/>
              </a:lnSpc>
              <a:spcBef>
                <a:spcPts val="600"/>
              </a:spcBef>
              <a:spcAft>
                <a:spcPts val="0"/>
              </a:spcAft>
              <a:buSzPts val="2106"/>
              <a:buChar char="-"/>
              <a:defRPr/>
            </a:lvl2pPr>
            <a:lvl3pPr marL="1371600" lvl="2" indent="-354330" algn="l" rtl="0">
              <a:lnSpc>
                <a:spcPct val="100000"/>
              </a:lnSpc>
              <a:spcBef>
                <a:spcPts val="600"/>
              </a:spcBef>
              <a:spcAft>
                <a:spcPts val="0"/>
              </a:spcAft>
              <a:buSzPts val="1980"/>
              <a:buChar char="-"/>
              <a:defRPr/>
            </a:lvl3pPr>
            <a:lvl4pPr marL="1828800" lvl="3" indent="-354330" algn="l" rtl="0">
              <a:lnSpc>
                <a:spcPct val="100000"/>
              </a:lnSpc>
              <a:spcBef>
                <a:spcPts val="600"/>
              </a:spcBef>
              <a:spcAft>
                <a:spcPts val="0"/>
              </a:spcAft>
              <a:buSzPts val="1980"/>
              <a:buChar char="-"/>
              <a:defRPr/>
            </a:lvl4pPr>
            <a:lvl5pPr marL="2286000" lvl="4" indent="-354329" algn="l" rtl="0">
              <a:lnSpc>
                <a:spcPct val="100000"/>
              </a:lnSpc>
              <a:spcBef>
                <a:spcPts val="600"/>
              </a:spcBef>
              <a:spcAft>
                <a:spcPts val="0"/>
              </a:spcAft>
              <a:buSzPts val="1980"/>
              <a:buChar char="–"/>
              <a:defRPr/>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sp>
        <p:nvSpPr>
          <p:cNvPr id="95" name="Google Shape;95;p19"/>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96" name="Google Shape;96;p19"/>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97"/>
        <p:cNvGrpSpPr/>
        <p:nvPr/>
      </p:nvGrpSpPr>
      <p:grpSpPr>
        <a:xfrm>
          <a:off x="0" y="0"/>
          <a:ext cx="0" cy="0"/>
          <a:chOff x="0" y="0"/>
          <a:chExt cx="0" cy="0"/>
        </a:xfrm>
      </p:grpSpPr>
      <p:sp>
        <p:nvSpPr>
          <p:cNvPr id="98" name="Google Shape;98;p20"/>
          <p:cNvSpPr txBox="1">
            <a:spLocks noGrp="1"/>
          </p:cNvSpPr>
          <p:nvPr>
            <p:ph type="body" idx="1"/>
          </p:nvPr>
        </p:nvSpPr>
        <p:spPr>
          <a:xfrm>
            <a:off x="438150" y="819150"/>
            <a:ext cx="3981300" cy="3467100"/>
          </a:xfrm>
          <a:prstGeom prst="rect">
            <a:avLst/>
          </a:prstGeom>
          <a:noFill/>
          <a:ln>
            <a:noFill/>
          </a:ln>
        </p:spPr>
        <p:txBody>
          <a:bodyPr spcFirstLastPara="1" wrap="square" lIns="0" tIns="0" rIns="0" bIns="0" anchor="t" anchorCtr="0">
            <a:noAutofit/>
          </a:bodyPr>
          <a:lstStyle>
            <a:lvl1pPr marL="457200" lvl="0" indent="-342900" algn="l" rtl="0">
              <a:lnSpc>
                <a:spcPct val="100000"/>
              </a:lnSpc>
              <a:spcBef>
                <a:spcPts val="600"/>
              </a:spcBef>
              <a:spcAft>
                <a:spcPts val="0"/>
              </a:spcAft>
              <a:buSzPts val="1800"/>
              <a:buChar char="4"/>
              <a:defRPr sz="1800">
                <a:solidFill>
                  <a:schemeClr val="dk1"/>
                </a:solidFill>
              </a:defRPr>
            </a:lvl1pPr>
            <a:lvl2pPr marL="914400" lvl="1" indent="-347472" algn="l" rtl="0">
              <a:lnSpc>
                <a:spcPct val="100000"/>
              </a:lnSpc>
              <a:spcBef>
                <a:spcPts val="600"/>
              </a:spcBef>
              <a:spcAft>
                <a:spcPts val="0"/>
              </a:spcAft>
              <a:buSzPts val="1872"/>
              <a:buChar char="-"/>
              <a:defRPr sz="1600">
                <a:solidFill>
                  <a:schemeClr val="dk1"/>
                </a:solidFill>
              </a:defRPr>
            </a:lvl2pPr>
            <a:lvl3pPr marL="1371600" lvl="2" indent="-340360" algn="l" rtl="0">
              <a:lnSpc>
                <a:spcPct val="100000"/>
              </a:lnSpc>
              <a:spcBef>
                <a:spcPts val="600"/>
              </a:spcBef>
              <a:spcAft>
                <a:spcPts val="0"/>
              </a:spcAft>
              <a:buSzPts val="1760"/>
              <a:buChar char="-"/>
              <a:defRPr sz="1600">
                <a:solidFill>
                  <a:schemeClr val="dk1"/>
                </a:solidFill>
              </a:defRPr>
            </a:lvl3pPr>
            <a:lvl4pPr marL="1828800" lvl="3" indent="-322897" algn="l" rtl="0">
              <a:lnSpc>
                <a:spcPct val="100000"/>
              </a:lnSpc>
              <a:spcBef>
                <a:spcPts val="600"/>
              </a:spcBef>
              <a:spcAft>
                <a:spcPts val="0"/>
              </a:spcAft>
              <a:buSzPts val="1485"/>
              <a:buChar char="-"/>
              <a:defRPr sz="1350">
                <a:solidFill>
                  <a:srgbClr val="3C3C3C"/>
                </a:solidFill>
              </a:defRPr>
            </a:lvl4pPr>
            <a:lvl5pPr marL="2286000" lvl="4" indent="-322897" algn="l" rtl="0">
              <a:lnSpc>
                <a:spcPct val="100000"/>
              </a:lnSpc>
              <a:spcBef>
                <a:spcPts val="600"/>
              </a:spcBef>
              <a:spcAft>
                <a:spcPts val="0"/>
              </a:spcAft>
              <a:buSzPts val="1485"/>
              <a:buChar char="–"/>
              <a:defRPr sz="1350">
                <a:solidFill>
                  <a:srgbClr val="3C3C3C"/>
                </a:solidFill>
              </a:defRPr>
            </a:lvl5pPr>
            <a:lvl6pPr marL="2743200" lvl="5" indent="-297179" algn="l" rtl="0">
              <a:lnSpc>
                <a:spcPct val="100000"/>
              </a:lnSpc>
              <a:spcBef>
                <a:spcPts val="270"/>
              </a:spcBef>
              <a:spcAft>
                <a:spcPts val="0"/>
              </a:spcAft>
              <a:buSzPts val="1080"/>
              <a:buChar char="▪"/>
              <a:defRPr sz="1350"/>
            </a:lvl6pPr>
            <a:lvl7pPr marL="3200400" lvl="6" indent="-297179" algn="l" rtl="0">
              <a:lnSpc>
                <a:spcPct val="100000"/>
              </a:lnSpc>
              <a:spcBef>
                <a:spcPts val="270"/>
              </a:spcBef>
              <a:spcAft>
                <a:spcPts val="0"/>
              </a:spcAft>
              <a:buSzPts val="1080"/>
              <a:buChar char="▪"/>
              <a:defRPr sz="1350"/>
            </a:lvl7pPr>
            <a:lvl8pPr marL="3657600" lvl="7" indent="-297179" algn="l" rtl="0">
              <a:lnSpc>
                <a:spcPct val="100000"/>
              </a:lnSpc>
              <a:spcBef>
                <a:spcPts val="270"/>
              </a:spcBef>
              <a:spcAft>
                <a:spcPts val="0"/>
              </a:spcAft>
              <a:buSzPts val="1080"/>
              <a:buChar char="▪"/>
              <a:defRPr sz="1350"/>
            </a:lvl8pPr>
            <a:lvl9pPr marL="4114800" lvl="8" indent="-297179" algn="l" rtl="0">
              <a:lnSpc>
                <a:spcPct val="100000"/>
              </a:lnSpc>
              <a:spcBef>
                <a:spcPts val="270"/>
              </a:spcBef>
              <a:spcAft>
                <a:spcPts val="0"/>
              </a:spcAft>
              <a:buSzPts val="1080"/>
              <a:buChar char="▪"/>
              <a:defRPr sz="1350"/>
            </a:lvl9pPr>
          </a:lstStyle>
          <a:p>
            <a:endParaRPr/>
          </a:p>
        </p:txBody>
      </p:sp>
      <p:sp>
        <p:nvSpPr>
          <p:cNvPr id="99" name="Google Shape;99;p20"/>
          <p:cNvSpPr txBox="1">
            <a:spLocks noGrp="1"/>
          </p:cNvSpPr>
          <p:nvPr>
            <p:ph type="body" idx="2"/>
          </p:nvPr>
        </p:nvSpPr>
        <p:spPr>
          <a:xfrm>
            <a:off x="4724400" y="819150"/>
            <a:ext cx="4000500" cy="3467100"/>
          </a:xfrm>
          <a:prstGeom prst="rect">
            <a:avLst/>
          </a:prstGeom>
          <a:noFill/>
          <a:ln>
            <a:noFill/>
          </a:ln>
        </p:spPr>
        <p:txBody>
          <a:bodyPr spcFirstLastPara="1" wrap="square" lIns="0" tIns="0" rIns="0" bIns="0" anchor="t" anchorCtr="0">
            <a:noAutofit/>
          </a:bodyPr>
          <a:lstStyle>
            <a:lvl1pPr marL="457200" lvl="0" indent="-342900" algn="l" rtl="0">
              <a:lnSpc>
                <a:spcPct val="100000"/>
              </a:lnSpc>
              <a:spcBef>
                <a:spcPts val="600"/>
              </a:spcBef>
              <a:spcAft>
                <a:spcPts val="0"/>
              </a:spcAft>
              <a:buSzPts val="1800"/>
              <a:buChar char="4"/>
              <a:defRPr sz="1800">
                <a:solidFill>
                  <a:schemeClr val="dk1"/>
                </a:solidFill>
              </a:defRPr>
            </a:lvl1pPr>
            <a:lvl2pPr marL="914400" lvl="1" indent="-347472" algn="l" rtl="0">
              <a:lnSpc>
                <a:spcPct val="100000"/>
              </a:lnSpc>
              <a:spcBef>
                <a:spcPts val="600"/>
              </a:spcBef>
              <a:spcAft>
                <a:spcPts val="0"/>
              </a:spcAft>
              <a:buSzPts val="1872"/>
              <a:buChar char="-"/>
              <a:defRPr sz="1600">
                <a:solidFill>
                  <a:schemeClr val="dk1"/>
                </a:solidFill>
              </a:defRPr>
            </a:lvl2pPr>
            <a:lvl3pPr marL="1371600" lvl="2" indent="-340360" algn="l" rtl="0">
              <a:lnSpc>
                <a:spcPct val="100000"/>
              </a:lnSpc>
              <a:spcBef>
                <a:spcPts val="600"/>
              </a:spcBef>
              <a:spcAft>
                <a:spcPts val="0"/>
              </a:spcAft>
              <a:buSzPts val="1760"/>
              <a:buChar char="-"/>
              <a:defRPr sz="1600">
                <a:solidFill>
                  <a:schemeClr val="dk1"/>
                </a:solidFill>
              </a:defRPr>
            </a:lvl3pPr>
            <a:lvl4pPr marL="1828800" lvl="3" indent="-312419" algn="l" rtl="0">
              <a:lnSpc>
                <a:spcPct val="100000"/>
              </a:lnSpc>
              <a:spcBef>
                <a:spcPts val="600"/>
              </a:spcBef>
              <a:spcAft>
                <a:spcPts val="0"/>
              </a:spcAft>
              <a:buSzPts val="1320"/>
              <a:buChar char="-"/>
              <a:defRPr sz="1200">
                <a:solidFill>
                  <a:srgbClr val="3C3C3C"/>
                </a:solidFill>
              </a:defRPr>
            </a:lvl4pPr>
            <a:lvl5pPr marL="2286000" lvl="4" indent="-312420" algn="l" rtl="0">
              <a:lnSpc>
                <a:spcPct val="100000"/>
              </a:lnSpc>
              <a:spcBef>
                <a:spcPts val="600"/>
              </a:spcBef>
              <a:spcAft>
                <a:spcPts val="0"/>
              </a:spcAft>
              <a:buSzPts val="1320"/>
              <a:buChar char="–"/>
              <a:defRPr sz="1200">
                <a:solidFill>
                  <a:srgbClr val="3C3C3C"/>
                </a:solidFill>
              </a:defRPr>
            </a:lvl5pPr>
            <a:lvl6pPr marL="2743200" lvl="5" indent="-297179" algn="l" rtl="0">
              <a:lnSpc>
                <a:spcPct val="100000"/>
              </a:lnSpc>
              <a:spcBef>
                <a:spcPts val="270"/>
              </a:spcBef>
              <a:spcAft>
                <a:spcPts val="0"/>
              </a:spcAft>
              <a:buSzPts val="1080"/>
              <a:buChar char="▪"/>
              <a:defRPr sz="1350"/>
            </a:lvl6pPr>
            <a:lvl7pPr marL="3200400" lvl="6" indent="-297179" algn="l" rtl="0">
              <a:lnSpc>
                <a:spcPct val="100000"/>
              </a:lnSpc>
              <a:spcBef>
                <a:spcPts val="270"/>
              </a:spcBef>
              <a:spcAft>
                <a:spcPts val="0"/>
              </a:spcAft>
              <a:buSzPts val="1080"/>
              <a:buChar char="▪"/>
              <a:defRPr sz="1350"/>
            </a:lvl7pPr>
            <a:lvl8pPr marL="3657600" lvl="7" indent="-297179" algn="l" rtl="0">
              <a:lnSpc>
                <a:spcPct val="100000"/>
              </a:lnSpc>
              <a:spcBef>
                <a:spcPts val="270"/>
              </a:spcBef>
              <a:spcAft>
                <a:spcPts val="0"/>
              </a:spcAft>
              <a:buSzPts val="1080"/>
              <a:buChar char="▪"/>
              <a:defRPr sz="1350"/>
            </a:lvl8pPr>
            <a:lvl9pPr marL="4114800" lvl="8" indent="-297179" algn="l" rtl="0">
              <a:lnSpc>
                <a:spcPct val="100000"/>
              </a:lnSpc>
              <a:spcBef>
                <a:spcPts val="270"/>
              </a:spcBef>
              <a:spcAft>
                <a:spcPts val="0"/>
              </a:spcAft>
              <a:buSzPts val="1080"/>
              <a:buChar char="▪"/>
              <a:defRPr sz="1350"/>
            </a:lvl9pPr>
          </a:lstStyle>
          <a:p>
            <a:endParaRPr/>
          </a:p>
        </p:txBody>
      </p:sp>
      <p:sp>
        <p:nvSpPr>
          <p:cNvPr id="100" name="Google Shape;100;p20"/>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1" name="Google Shape;101;p20"/>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2" name="Google Shape;102;p20"/>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3"/>
        <p:cNvGrpSpPr/>
        <p:nvPr/>
      </p:nvGrpSpPr>
      <p:grpSpPr>
        <a:xfrm>
          <a:off x="0" y="0"/>
          <a:ext cx="0" cy="0"/>
          <a:chOff x="0" y="0"/>
          <a:chExt cx="0" cy="0"/>
        </a:xfrm>
      </p:grpSpPr>
      <p:sp>
        <p:nvSpPr>
          <p:cNvPr id="104" name="Google Shape;104;p21"/>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5" name="Google Shape;105;p21"/>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06" name="Google Shape;106;p21"/>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Kicker">
  <p:cSld name="Title and Kicker">
    <p:spTree>
      <p:nvGrpSpPr>
        <p:cNvPr id="1" name="Shape 107"/>
        <p:cNvGrpSpPr/>
        <p:nvPr/>
      </p:nvGrpSpPr>
      <p:grpSpPr>
        <a:xfrm>
          <a:off x="0" y="0"/>
          <a:ext cx="0" cy="0"/>
          <a:chOff x="0" y="0"/>
          <a:chExt cx="0" cy="0"/>
        </a:xfrm>
      </p:grpSpPr>
      <p:sp>
        <p:nvSpPr>
          <p:cNvPr id="108" name="Google Shape;108;p22"/>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solidFill>
                  <a:srgbClr val="565656"/>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09" name="Google Shape;109;p22"/>
          <p:cNvSpPr txBox="1">
            <a:spLocks noGrp="1"/>
          </p:cNvSpPr>
          <p:nvPr>
            <p:ph type="body" idx="1"/>
          </p:nvPr>
        </p:nvSpPr>
        <p:spPr>
          <a:xfrm>
            <a:off x="419100" y="819150"/>
            <a:ext cx="8293200" cy="5208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600"/>
              <a:buNone/>
              <a:defRPr sz="1600">
                <a:solidFill>
                  <a:schemeClr val="dk1"/>
                </a:solidFill>
              </a:defRPr>
            </a:lvl1pPr>
            <a:lvl2pPr marL="914400" lvl="1" indent="-228600" algn="l" rtl="0">
              <a:lnSpc>
                <a:spcPct val="100000"/>
              </a:lnSpc>
              <a:spcBef>
                <a:spcPts val="0"/>
              </a:spcBef>
              <a:spcAft>
                <a:spcPts val="0"/>
              </a:spcAft>
              <a:buSzPts val="1931"/>
              <a:buNone/>
              <a:defRPr sz="1650"/>
            </a:lvl2pPr>
            <a:lvl3pPr marL="1371600" lvl="2" indent="-228600" algn="l" rtl="0">
              <a:lnSpc>
                <a:spcPct val="100000"/>
              </a:lnSpc>
              <a:spcBef>
                <a:spcPts val="0"/>
              </a:spcBef>
              <a:spcAft>
                <a:spcPts val="0"/>
              </a:spcAft>
              <a:buSzPts val="1815"/>
              <a:buNone/>
              <a:defRPr sz="1650"/>
            </a:lvl3pPr>
            <a:lvl4pPr marL="1828800" lvl="3" indent="-228600" algn="l" rtl="0">
              <a:lnSpc>
                <a:spcPct val="100000"/>
              </a:lnSpc>
              <a:spcBef>
                <a:spcPts val="0"/>
              </a:spcBef>
              <a:spcAft>
                <a:spcPts val="0"/>
              </a:spcAft>
              <a:buSzPts val="1815"/>
              <a:buNone/>
              <a:defRPr sz="1650"/>
            </a:lvl4pPr>
            <a:lvl5pPr marL="2286000" lvl="4" indent="-228600" algn="l" rtl="0">
              <a:lnSpc>
                <a:spcPct val="100000"/>
              </a:lnSpc>
              <a:spcBef>
                <a:spcPts val="0"/>
              </a:spcBef>
              <a:spcAft>
                <a:spcPts val="0"/>
              </a:spcAft>
              <a:buSzPts val="1815"/>
              <a:buNone/>
              <a:defRPr sz="1650"/>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sp>
        <p:nvSpPr>
          <p:cNvPr id="110" name="Google Shape;110;p22"/>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Kicker, and Content">
  <p:cSld name="Title, Kicker, and Content">
    <p:spTree>
      <p:nvGrpSpPr>
        <p:cNvPr id="1" name="Shape 111"/>
        <p:cNvGrpSpPr/>
        <p:nvPr/>
      </p:nvGrpSpPr>
      <p:grpSpPr>
        <a:xfrm>
          <a:off x="0" y="0"/>
          <a:ext cx="0" cy="0"/>
          <a:chOff x="0" y="0"/>
          <a:chExt cx="0" cy="0"/>
        </a:xfrm>
      </p:grpSpPr>
      <p:sp>
        <p:nvSpPr>
          <p:cNvPr id="112" name="Google Shape;112;p23"/>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solidFill>
                  <a:srgbClr val="565656"/>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13" name="Google Shape;113;p23"/>
          <p:cNvSpPr txBox="1">
            <a:spLocks noGrp="1"/>
          </p:cNvSpPr>
          <p:nvPr>
            <p:ph type="body" idx="1"/>
          </p:nvPr>
        </p:nvSpPr>
        <p:spPr>
          <a:xfrm>
            <a:off x="434340" y="1457325"/>
            <a:ext cx="8275200" cy="2829000"/>
          </a:xfrm>
          <a:prstGeom prst="rect">
            <a:avLst/>
          </a:prstGeom>
          <a:noFill/>
          <a:ln>
            <a:noFill/>
          </a:ln>
        </p:spPr>
        <p:txBody>
          <a:bodyPr spcFirstLastPara="1" wrap="square" lIns="0" tIns="0" rIns="0" bIns="0" anchor="t" anchorCtr="0">
            <a:noAutofit/>
          </a:bodyPr>
          <a:lstStyle>
            <a:lvl1pPr marL="457200" lvl="0" indent="-342900" algn="l" rtl="0">
              <a:lnSpc>
                <a:spcPct val="100000"/>
              </a:lnSpc>
              <a:spcBef>
                <a:spcPts val="600"/>
              </a:spcBef>
              <a:spcAft>
                <a:spcPts val="0"/>
              </a:spcAft>
              <a:buSzPts val="1800"/>
              <a:buChar char="4"/>
              <a:defRPr sz="1800">
                <a:solidFill>
                  <a:schemeClr val="dk1"/>
                </a:solidFill>
              </a:defRPr>
            </a:lvl1pPr>
            <a:lvl2pPr marL="914400" lvl="1" indent="-347472" algn="l" rtl="0">
              <a:lnSpc>
                <a:spcPct val="100000"/>
              </a:lnSpc>
              <a:spcBef>
                <a:spcPts val="600"/>
              </a:spcBef>
              <a:spcAft>
                <a:spcPts val="0"/>
              </a:spcAft>
              <a:buSzPts val="1872"/>
              <a:buChar char="-"/>
              <a:defRPr sz="1600">
                <a:solidFill>
                  <a:schemeClr val="dk1"/>
                </a:solidFill>
              </a:defRPr>
            </a:lvl2pPr>
            <a:lvl3pPr marL="1371600" lvl="2" indent="-340360" algn="l" rtl="0">
              <a:lnSpc>
                <a:spcPct val="100000"/>
              </a:lnSpc>
              <a:spcBef>
                <a:spcPts val="600"/>
              </a:spcBef>
              <a:spcAft>
                <a:spcPts val="0"/>
              </a:spcAft>
              <a:buSzPts val="1760"/>
              <a:buChar char="-"/>
              <a:defRPr sz="1600">
                <a:solidFill>
                  <a:schemeClr val="dk1"/>
                </a:solidFill>
              </a:defRPr>
            </a:lvl3pPr>
            <a:lvl4pPr marL="1828800" lvl="3" indent="-322897" algn="l" rtl="0">
              <a:lnSpc>
                <a:spcPct val="100000"/>
              </a:lnSpc>
              <a:spcBef>
                <a:spcPts val="600"/>
              </a:spcBef>
              <a:spcAft>
                <a:spcPts val="0"/>
              </a:spcAft>
              <a:buSzPts val="1485"/>
              <a:buChar char="-"/>
              <a:defRPr sz="1350"/>
            </a:lvl4pPr>
            <a:lvl5pPr marL="2286000" lvl="4" indent="-322897" algn="l" rtl="0">
              <a:lnSpc>
                <a:spcPct val="100000"/>
              </a:lnSpc>
              <a:spcBef>
                <a:spcPts val="600"/>
              </a:spcBef>
              <a:spcAft>
                <a:spcPts val="0"/>
              </a:spcAft>
              <a:buSzPts val="1485"/>
              <a:buChar char="–"/>
              <a:defRPr sz="1350"/>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sp>
        <p:nvSpPr>
          <p:cNvPr id="114" name="Google Shape;114;p23"/>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15" name="Google Shape;115;p23"/>
          <p:cNvSpPr txBox="1">
            <a:spLocks noGrp="1"/>
          </p:cNvSpPr>
          <p:nvPr>
            <p:ph type="body" idx="2"/>
          </p:nvPr>
        </p:nvSpPr>
        <p:spPr>
          <a:xfrm>
            <a:off x="419100" y="819150"/>
            <a:ext cx="8293200" cy="520800"/>
          </a:xfrm>
          <a:prstGeom prst="rect">
            <a:avLst/>
          </a:prstGeom>
          <a:noFill/>
          <a:ln>
            <a:noFill/>
          </a:ln>
        </p:spPr>
        <p:txBody>
          <a:bodyPr spcFirstLastPara="1" wrap="square" lIns="0" tIns="0" rIns="0" bIns="0" anchor="t" anchorCtr="0">
            <a:noAutofit/>
          </a:bodyPr>
          <a:lstStyle>
            <a:lvl1pPr marL="457200" lvl="0" indent="-228600" algn="l" rtl="0">
              <a:lnSpc>
                <a:spcPct val="100000"/>
              </a:lnSpc>
              <a:spcBef>
                <a:spcPts val="0"/>
              </a:spcBef>
              <a:spcAft>
                <a:spcPts val="0"/>
              </a:spcAft>
              <a:buSzPts val="1600"/>
              <a:buNone/>
              <a:defRPr sz="1600">
                <a:solidFill>
                  <a:schemeClr val="dk1"/>
                </a:solidFill>
              </a:defRPr>
            </a:lvl1pPr>
            <a:lvl2pPr marL="914400" lvl="1" indent="-228600" algn="l" rtl="0">
              <a:lnSpc>
                <a:spcPct val="100000"/>
              </a:lnSpc>
              <a:spcBef>
                <a:spcPts val="0"/>
              </a:spcBef>
              <a:spcAft>
                <a:spcPts val="0"/>
              </a:spcAft>
              <a:buSzPts val="1931"/>
              <a:buNone/>
              <a:defRPr sz="1650"/>
            </a:lvl2pPr>
            <a:lvl3pPr marL="1371600" lvl="2" indent="-228600" algn="l" rtl="0">
              <a:lnSpc>
                <a:spcPct val="100000"/>
              </a:lnSpc>
              <a:spcBef>
                <a:spcPts val="0"/>
              </a:spcBef>
              <a:spcAft>
                <a:spcPts val="0"/>
              </a:spcAft>
              <a:buSzPts val="1815"/>
              <a:buNone/>
              <a:defRPr sz="1650"/>
            </a:lvl3pPr>
            <a:lvl4pPr marL="1828800" lvl="3" indent="-228600" algn="l" rtl="0">
              <a:lnSpc>
                <a:spcPct val="100000"/>
              </a:lnSpc>
              <a:spcBef>
                <a:spcPts val="0"/>
              </a:spcBef>
              <a:spcAft>
                <a:spcPts val="0"/>
              </a:spcAft>
              <a:buSzPts val="1815"/>
              <a:buNone/>
              <a:defRPr sz="1650"/>
            </a:lvl4pPr>
            <a:lvl5pPr marL="2286000" lvl="4" indent="-228600" algn="l" rtl="0">
              <a:lnSpc>
                <a:spcPct val="100000"/>
              </a:lnSpc>
              <a:spcBef>
                <a:spcPts val="0"/>
              </a:spcBef>
              <a:spcAft>
                <a:spcPts val="0"/>
              </a:spcAft>
              <a:buSzPts val="1815"/>
              <a:buNone/>
              <a:defRPr sz="1650"/>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sp>
        <p:nvSpPr>
          <p:cNvPr id="116" name="Google Shape;116;p23"/>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Exercise Layout Horizontal">
  <p:cSld name="Exercise Layout Horizontal">
    <p:spTree>
      <p:nvGrpSpPr>
        <p:cNvPr id="1" name="Shape 117"/>
        <p:cNvGrpSpPr/>
        <p:nvPr/>
      </p:nvGrpSpPr>
      <p:grpSpPr>
        <a:xfrm>
          <a:off x="0" y="0"/>
          <a:ext cx="0" cy="0"/>
          <a:chOff x="0" y="0"/>
          <a:chExt cx="0" cy="0"/>
        </a:xfrm>
      </p:grpSpPr>
      <p:pic>
        <p:nvPicPr>
          <p:cNvPr id="118" name="Google Shape;118;p24" descr="4.5-PPTBackgrounds-08.jpg"/>
          <p:cNvPicPr preferRelativeResize="0"/>
          <p:nvPr/>
        </p:nvPicPr>
        <p:blipFill rotWithShape="1">
          <a:blip r:embed="rId2">
            <a:alphaModFix/>
          </a:blip>
          <a:srcRect/>
          <a:stretch/>
        </p:blipFill>
        <p:spPr>
          <a:xfrm>
            <a:off x="0" y="0"/>
            <a:ext cx="9144000" cy="5143501"/>
          </a:xfrm>
          <a:prstGeom prst="rect">
            <a:avLst/>
          </a:prstGeom>
          <a:noFill/>
          <a:ln>
            <a:noFill/>
          </a:ln>
        </p:spPr>
      </p:pic>
      <p:pic>
        <p:nvPicPr>
          <p:cNvPr id="119" name="Google Shape;119;p24" descr="postit_wide.png"/>
          <p:cNvPicPr preferRelativeResize="0"/>
          <p:nvPr/>
        </p:nvPicPr>
        <p:blipFill rotWithShape="1">
          <a:blip r:embed="rId3">
            <a:alphaModFix/>
          </a:blip>
          <a:srcRect/>
          <a:stretch/>
        </p:blipFill>
        <p:spPr>
          <a:xfrm>
            <a:off x="247886" y="885217"/>
            <a:ext cx="8768456" cy="4210658"/>
          </a:xfrm>
          <a:prstGeom prst="rect">
            <a:avLst/>
          </a:prstGeom>
          <a:noFill/>
          <a:ln>
            <a:noFill/>
          </a:ln>
        </p:spPr>
      </p:pic>
      <p:sp>
        <p:nvSpPr>
          <p:cNvPr id="120" name="Google Shape;120;p24"/>
          <p:cNvSpPr txBox="1">
            <a:spLocks noGrp="1"/>
          </p:cNvSpPr>
          <p:nvPr>
            <p:ph type="body" idx="1"/>
          </p:nvPr>
        </p:nvSpPr>
        <p:spPr>
          <a:xfrm>
            <a:off x="602929" y="1500999"/>
            <a:ext cx="7526400" cy="2968500"/>
          </a:xfrm>
          <a:prstGeom prst="rect">
            <a:avLst/>
          </a:prstGeom>
          <a:noFill/>
          <a:ln>
            <a:noFill/>
          </a:ln>
        </p:spPr>
        <p:txBody>
          <a:bodyPr spcFirstLastPara="1" wrap="square" lIns="0" tIns="0" rIns="0" bIns="0" anchor="t" anchorCtr="0">
            <a:noAutofit/>
          </a:bodyPr>
          <a:lstStyle>
            <a:lvl1pPr marL="457200" lvl="0" indent="-342900" algn="l" rtl="0">
              <a:lnSpc>
                <a:spcPct val="100000"/>
              </a:lnSpc>
              <a:spcBef>
                <a:spcPts val="600"/>
              </a:spcBef>
              <a:spcAft>
                <a:spcPts val="0"/>
              </a:spcAft>
              <a:buSzPts val="1800"/>
              <a:buChar char="4"/>
              <a:defRPr sz="1800"/>
            </a:lvl1pPr>
            <a:lvl2pPr marL="914400" lvl="1" indent="-347472" algn="l" rtl="0">
              <a:lnSpc>
                <a:spcPct val="100000"/>
              </a:lnSpc>
              <a:spcBef>
                <a:spcPts val="600"/>
              </a:spcBef>
              <a:spcAft>
                <a:spcPts val="0"/>
              </a:spcAft>
              <a:buSzPts val="1872"/>
              <a:buChar char="-"/>
              <a:defRPr sz="1600"/>
            </a:lvl2pPr>
            <a:lvl3pPr marL="1371600" lvl="2" indent="-322897" algn="l" rtl="0">
              <a:lnSpc>
                <a:spcPct val="100000"/>
              </a:lnSpc>
              <a:spcBef>
                <a:spcPts val="600"/>
              </a:spcBef>
              <a:spcAft>
                <a:spcPts val="0"/>
              </a:spcAft>
              <a:buSzPts val="1485"/>
              <a:buChar char="-"/>
              <a:defRPr sz="1350"/>
            </a:lvl3pPr>
            <a:lvl4pPr marL="1828800" lvl="3" indent="-354330" algn="l" rtl="0">
              <a:lnSpc>
                <a:spcPct val="100000"/>
              </a:lnSpc>
              <a:spcBef>
                <a:spcPts val="600"/>
              </a:spcBef>
              <a:spcAft>
                <a:spcPts val="0"/>
              </a:spcAft>
              <a:buSzPts val="1980"/>
              <a:buChar char="-"/>
              <a:defRPr/>
            </a:lvl4pPr>
            <a:lvl5pPr marL="2286000" lvl="4" indent="-354329" algn="l" rtl="0">
              <a:lnSpc>
                <a:spcPct val="100000"/>
              </a:lnSpc>
              <a:spcBef>
                <a:spcPts val="600"/>
              </a:spcBef>
              <a:spcAft>
                <a:spcPts val="0"/>
              </a:spcAft>
              <a:buSzPts val="1980"/>
              <a:buChar char="–"/>
              <a:defRPr/>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grpSp>
        <p:nvGrpSpPr>
          <p:cNvPr id="121" name="Google Shape;121;p24"/>
          <p:cNvGrpSpPr/>
          <p:nvPr/>
        </p:nvGrpSpPr>
        <p:grpSpPr>
          <a:xfrm>
            <a:off x="434695" y="887720"/>
            <a:ext cx="8163900" cy="272700"/>
            <a:chOff x="434695" y="935345"/>
            <a:chExt cx="8163900" cy="272700"/>
          </a:xfrm>
        </p:grpSpPr>
        <p:sp>
          <p:nvSpPr>
            <p:cNvPr id="122" name="Google Shape;122;p24"/>
            <p:cNvSpPr/>
            <p:nvPr/>
          </p:nvSpPr>
          <p:spPr>
            <a:xfrm>
              <a:off x="434695" y="935345"/>
              <a:ext cx="8163900" cy="272700"/>
            </a:xfrm>
            <a:prstGeom prst="rect">
              <a:avLst/>
            </a:prstGeom>
            <a:solidFill>
              <a:srgbClr val="717171"/>
            </a:solidFill>
            <a:ln>
              <a:noFill/>
            </a:ln>
            <a:effectLst>
              <a:outerShdw blurRad="50800" dist="38100" dir="2700000" algn="tl" rotWithShape="0">
                <a:srgbClr val="000000">
                  <a:alpha val="20000"/>
                </a:srgbClr>
              </a:outerShdw>
            </a:effectLst>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650"/>
                <a:buFont typeface="Arial"/>
                <a:buNone/>
              </a:pPr>
              <a:endParaRPr sz="1650" b="0" i="1" u="none" strike="noStrike" cap="none">
                <a:solidFill>
                  <a:schemeClr val="dk1"/>
                </a:solidFill>
                <a:latin typeface="Arial"/>
                <a:ea typeface="Arial"/>
                <a:cs typeface="Arial"/>
                <a:sym typeface="Arial"/>
              </a:endParaRPr>
            </a:p>
          </p:txBody>
        </p:sp>
        <p:sp>
          <p:nvSpPr>
            <p:cNvPr id="123" name="Google Shape;123;p24"/>
            <p:cNvSpPr/>
            <p:nvPr/>
          </p:nvSpPr>
          <p:spPr>
            <a:xfrm>
              <a:off x="1086671" y="1016848"/>
              <a:ext cx="113100" cy="109800"/>
            </a:xfrm>
            <a:prstGeom prst="ellipse">
              <a:avLst/>
            </a:prstGeom>
            <a:solidFill>
              <a:srgbClr val="D8D8D8"/>
            </a:solid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650"/>
                <a:buFont typeface="Arial"/>
                <a:buNone/>
              </a:pPr>
              <a:endParaRPr sz="1650" b="0" i="1" u="none" strike="noStrike" cap="none">
                <a:solidFill>
                  <a:schemeClr val="dk1"/>
                </a:solidFill>
                <a:latin typeface="Arial"/>
                <a:ea typeface="Arial"/>
                <a:cs typeface="Arial"/>
                <a:sym typeface="Arial"/>
              </a:endParaRPr>
            </a:p>
          </p:txBody>
        </p:sp>
        <p:sp>
          <p:nvSpPr>
            <p:cNvPr id="124" name="Google Shape;124;p24"/>
            <p:cNvSpPr/>
            <p:nvPr/>
          </p:nvSpPr>
          <p:spPr>
            <a:xfrm>
              <a:off x="4347120" y="1016848"/>
              <a:ext cx="113100" cy="109800"/>
            </a:xfrm>
            <a:prstGeom prst="ellipse">
              <a:avLst/>
            </a:prstGeom>
            <a:solidFill>
              <a:srgbClr val="D8D8D8"/>
            </a:solid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650"/>
                <a:buFont typeface="Arial"/>
                <a:buNone/>
              </a:pPr>
              <a:endParaRPr sz="1650" b="0" i="1" u="none" strike="noStrike" cap="none">
                <a:solidFill>
                  <a:schemeClr val="dk1"/>
                </a:solidFill>
                <a:latin typeface="Arial"/>
                <a:ea typeface="Arial"/>
                <a:cs typeface="Arial"/>
                <a:sym typeface="Arial"/>
              </a:endParaRPr>
            </a:p>
          </p:txBody>
        </p:sp>
        <p:sp>
          <p:nvSpPr>
            <p:cNvPr id="125" name="Google Shape;125;p24"/>
            <p:cNvSpPr/>
            <p:nvPr/>
          </p:nvSpPr>
          <p:spPr>
            <a:xfrm>
              <a:off x="7607568" y="1016848"/>
              <a:ext cx="113100" cy="109800"/>
            </a:xfrm>
            <a:prstGeom prst="ellipse">
              <a:avLst/>
            </a:prstGeom>
            <a:solidFill>
              <a:srgbClr val="D8D8D8"/>
            </a:solid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rgbClr val="000000"/>
                </a:buClr>
                <a:buSzPts val="1650"/>
                <a:buFont typeface="Arial"/>
                <a:buNone/>
              </a:pPr>
              <a:endParaRPr sz="1650" b="1" i="1" u="none" strike="noStrike" cap="none">
                <a:solidFill>
                  <a:schemeClr val="dk1"/>
                </a:solidFill>
                <a:latin typeface="Arial"/>
                <a:ea typeface="Arial"/>
                <a:cs typeface="Arial"/>
                <a:sym typeface="Arial"/>
              </a:endParaRPr>
            </a:p>
          </p:txBody>
        </p:sp>
      </p:grpSp>
      <p:sp>
        <p:nvSpPr>
          <p:cNvPr id="126" name="Google Shape;126;p24"/>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27" name="Google Shape;127;p24"/>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solidFill>
                  <a:schemeClr val="lt1"/>
                </a:solidFill>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128" name="Google Shape;128;p24" descr="PPT-sized.png"/>
          <p:cNvPicPr preferRelativeResize="0"/>
          <p:nvPr/>
        </p:nvPicPr>
        <p:blipFill rotWithShape="1">
          <a:blip r:embed="rId4">
            <a:alphaModFix/>
          </a:blip>
          <a:srcRect/>
          <a:stretch/>
        </p:blipFill>
        <p:spPr>
          <a:xfrm>
            <a:off x="400050" y="4934417"/>
            <a:ext cx="1117600" cy="127127"/>
          </a:xfrm>
          <a:prstGeom prst="rect">
            <a:avLst/>
          </a:prstGeom>
          <a:noFill/>
          <a:ln>
            <a:noFill/>
          </a:ln>
        </p:spPr>
      </p:pic>
      <p:sp>
        <p:nvSpPr>
          <p:cNvPr id="129" name="Google Shape;129;p24"/>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7F7F7F"/>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ariation-Background Only Dark">
  <p:cSld name="Variation-Background Only Dark">
    <p:spTree>
      <p:nvGrpSpPr>
        <p:cNvPr id="1" name="Shape 130"/>
        <p:cNvGrpSpPr/>
        <p:nvPr/>
      </p:nvGrpSpPr>
      <p:grpSpPr>
        <a:xfrm>
          <a:off x="0" y="0"/>
          <a:ext cx="0" cy="0"/>
          <a:chOff x="0" y="0"/>
          <a:chExt cx="0" cy="0"/>
        </a:xfrm>
      </p:grpSpPr>
      <p:pic>
        <p:nvPicPr>
          <p:cNvPr id="131" name="Google Shape;131;p25" descr="4.5-PPTBackgrounds_Blue-patter-Full-Screen.png"/>
          <p:cNvPicPr preferRelativeResize="0"/>
          <p:nvPr/>
        </p:nvPicPr>
        <p:blipFill rotWithShape="1">
          <a:blip r:embed="rId2">
            <a:alphaModFix/>
          </a:blip>
          <a:srcRect/>
          <a:stretch/>
        </p:blipFill>
        <p:spPr>
          <a:xfrm>
            <a:off x="0" y="271"/>
            <a:ext cx="9217850" cy="5157215"/>
          </a:xfrm>
          <a:prstGeom prst="rect">
            <a:avLst/>
          </a:prstGeom>
          <a:noFill/>
          <a:ln>
            <a:noFill/>
          </a:ln>
        </p:spPr>
      </p:pic>
      <p:pic>
        <p:nvPicPr>
          <p:cNvPr id="132" name="Google Shape;132;p25" descr="FlipChart-newShadow.png"/>
          <p:cNvPicPr preferRelativeResize="0"/>
          <p:nvPr/>
        </p:nvPicPr>
        <p:blipFill rotWithShape="1">
          <a:blip r:embed="rId3">
            <a:alphaModFix/>
          </a:blip>
          <a:srcRect/>
          <a:stretch/>
        </p:blipFill>
        <p:spPr>
          <a:xfrm>
            <a:off x="406874" y="675957"/>
            <a:ext cx="8691584" cy="4522207"/>
          </a:xfrm>
          <a:prstGeom prst="rect">
            <a:avLst/>
          </a:prstGeom>
          <a:noFill/>
          <a:ln>
            <a:noFill/>
          </a:ln>
        </p:spPr>
      </p:pic>
      <p:sp>
        <p:nvSpPr>
          <p:cNvPr id="133" name="Google Shape;133;p25"/>
          <p:cNvSpPr txBox="1">
            <a:spLocks noGrp="1"/>
          </p:cNvSpPr>
          <p:nvPr>
            <p:ph type="body" idx="1"/>
          </p:nvPr>
        </p:nvSpPr>
        <p:spPr>
          <a:xfrm>
            <a:off x="583948" y="1927382"/>
            <a:ext cx="7874400" cy="2776800"/>
          </a:xfrm>
          <a:prstGeom prst="rect">
            <a:avLst/>
          </a:prstGeom>
          <a:noFill/>
          <a:ln>
            <a:noFill/>
          </a:ln>
        </p:spPr>
        <p:txBody>
          <a:bodyPr spcFirstLastPara="1" wrap="square" lIns="0" tIns="0" rIns="0" bIns="0" anchor="t" anchorCtr="0">
            <a:noAutofit/>
          </a:bodyPr>
          <a:lstStyle>
            <a:lvl1pPr marL="457200" lvl="0" indent="-330200" algn="l" rtl="0">
              <a:lnSpc>
                <a:spcPct val="100000"/>
              </a:lnSpc>
              <a:spcBef>
                <a:spcPts val="400"/>
              </a:spcBef>
              <a:spcAft>
                <a:spcPts val="0"/>
              </a:spcAft>
              <a:buSzPts val="1600"/>
              <a:buChar char="4"/>
              <a:defRPr sz="1600"/>
            </a:lvl1pPr>
            <a:lvl2pPr marL="914400" lvl="1" indent="-347472" algn="l" rtl="0">
              <a:lnSpc>
                <a:spcPct val="100000"/>
              </a:lnSpc>
              <a:spcBef>
                <a:spcPts val="600"/>
              </a:spcBef>
              <a:spcAft>
                <a:spcPts val="0"/>
              </a:spcAft>
              <a:buSzPts val="1872"/>
              <a:buChar char="-"/>
              <a:defRPr sz="1600"/>
            </a:lvl2pPr>
            <a:lvl3pPr marL="1371600" lvl="2" indent="-322897" algn="l" rtl="0">
              <a:lnSpc>
                <a:spcPct val="100000"/>
              </a:lnSpc>
              <a:spcBef>
                <a:spcPts val="600"/>
              </a:spcBef>
              <a:spcAft>
                <a:spcPts val="0"/>
              </a:spcAft>
              <a:buSzPts val="1485"/>
              <a:buChar char="-"/>
              <a:defRPr sz="1350"/>
            </a:lvl3pPr>
            <a:lvl4pPr marL="1828800" lvl="3" indent="-354330" algn="l" rtl="0">
              <a:lnSpc>
                <a:spcPct val="100000"/>
              </a:lnSpc>
              <a:spcBef>
                <a:spcPts val="600"/>
              </a:spcBef>
              <a:spcAft>
                <a:spcPts val="0"/>
              </a:spcAft>
              <a:buSzPts val="1980"/>
              <a:buChar char="-"/>
              <a:defRPr/>
            </a:lvl4pPr>
            <a:lvl5pPr marL="2286000" lvl="4" indent="-354329" algn="l" rtl="0">
              <a:lnSpc>
                <a:spcPct val="100000"/>
              </a:lnSpc>
              <a:spcBef>
                <a:spcPts val="600"/>
              </a:spcBef>
              <a:spcAft>
                <a:spcPts val="0"/>
              </a:spcAft>
              <a:buSzPts val="1980"/>
              <a:buChar char="–"/>
              <a:defRPr/>
            </a:lvl5pPr>
            <a:lvl6pPr marL="2743200" lvl="5" indent="-320039" algn="l" rtl="0">
              <a:lnSpc>
                <a:spcPct val="100000"/>
              </a:lnSpc>
              <a:spcBef>
                <a:spcPts val="360"/>
              </a:spcBef>
              <a:spcAft>
                <a:spcPts val="0"/>
              </a:spcAft>
              <a:buSzPts val="1440"/>
              <a:buChar char="▪"/>
              <a:defRPr/>
            </a:lvl6pPr>
            <a:lvl7pPr marL="3200400" lvl="6" indent="-320039" algn="l" rtl="0">
              <a:lnSpc>
                <a:spcPct val="100000"/>
              </a:lnSpc>
              <a:spcBef>
                <a:spcPts val="360"/>
              </a:spcBef>
              <a:spcAft>
                <a:spcPts val="0"/>
              </a:spcAft>
              <a:buSzPts val="1440"/>
              <a:buChar char="▪"/>
              <a:defRPr/>
            </a:lvl7pPr>
            <a:lvl8pPr marL="3657600" lvl="7" indent="-320040" algn="l" rtl="0">
              <a:lnSpc>
                <a:spcPct val="100000"/>
              </a:lnSpc>
              <a:spcBef>
                <a:spcPts val="360"/>
              </a:spcBef>
              <a:spcAft>
                <a:spcPts val="0"/>
              </a:spcAft>
              <a:buSzPts val="1440"/>
              <a:buChar char="▪"/>
              <a:defRPr/>
            </a:lvl8pPr>
            <a:lvl9pPr marL="4114800" lvl="8" indent="-320040" algn="l" rtl="0">
              <a:lnSpc>
                <a:spcPct val="100000"/>
              </a:lnSpc>
              <a:spcBef>
                <a:spcPts val="360"/>
              </a:spcBef>
              <a:spcAft>
                <a:spcPts val="0"/>
              </a:spcAft>
              <a:buSzPts val="1440"/>
              <a:buChar char="▪"/>
              <a:defRPr/>
            </a:lvl9pPr>
          </a:lstStyle>
          <a:p>
            <a:endParaRPr/>
          </a:p>
        </p:txBody>
      </p:sp>
      <p:sp>
        <p:nvSpPr>
          <p:cNvPr id="134" name="Google Shape;134;p25"/>
          <p:cNvSpPr txBox="1"/>
          <p:nvPr/>
        </p:nvSpPr>
        <p:spPr>
          <a:xfrm>
            <a:off x="985260" y="1459212"/>
            <a:ext cx="2591100" cy="31590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A5A5A5"/>
              </a:buClr>
              <a:buSzPts val="1800"/>
              <a:buFont typeface="Arimo"/>
              <a:buNone/>
            </a:pPr>
            <a:r>
              <a:rPr lang="en" sz="1800" b="0" i="0" u="none" strike="noStrike" cap="none">
                <a:solidFill>
                  <a:schemeClr val="dk1"/>
                </a:solidFill>
                <a:latin typeface="Arial"/>
                <a:ea typeface="Arial"/>
                <a:cs typeface="Arial"/>
                <a:sym typeface="Arial"/>
              </a:rPr>
              <a:t>In this lesson, you:</a:t>
            </a:r>
            <a:endParaRPr sz="1400" b="0" i="0" u="none" strike="noStrike" cap="none">
              <a:solidFill>
                <a:srgbClr val="000000"/>
              </a:solidFill>
              <a:latin typeface="Arial"/>
              <a:ea typeface="Arial"/>
              <a:cs typeface="Arial"/>
              <a:sym typeface="Arial"/>
            </a:endParaRPr>
          </a:p>
        </p:txBody>
      </p:sp>
      <p:sp>
        <p:nvSpPr>
          <p:cNvPr id="135" name="Google Shape;135;p25"/>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36" name="Google Shape;136;p25" descr="PPT-sized.png"/>
          <p:cNvPicPr preferRelativeResize="0"/>
          <p:nvPr/>
        </p:nvPicPr>
        <p:blipFill rotWithShape="1">
          <a:blip r:embed="rId4">
            <a:alphaModFix/>
          </a:blip>
          <a:srcRect/>
          <a:stretch/>
        </p:blipFill>
        <p:spPr>
          <a:xfrm>
            <a:off x="400050" y="4934417"/>
            <a:ext cx="1117600" cy="127127"/>
          </a:xfrm>
          <a:prstGeom prst="rect">
            <a:avLst/>
          </a:prstGeom>
          <a:noFill/>
          <a:ln>
            <a:noFill/>
          </a:ln>
        </p:spPr>
      </p:pic>
      <p:sp>
        <p:nvSpPr>
          <p:cNvPr id="137" name="Google Shape;137;p25"/>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chemeClr val="lt1"/>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2">
  <p:cSld name="Title Only_1">
    <p:spTree>
      <p:nvGrpSpPr>
        <p:cNvPr id="1" name="Shape 138"/>
        <p:cNvGrpSpPr/>
        <p:nvPr/>
      </p:nvGrpSpPr>
      <p:grpSpPr>
        <a:xfrm>
          <a:off x="0" y="0"/>
          <a:ext cx="0" cy="0"/>
          <a:chOff x="0" y="0"/>
          <a:chExt cx="0" cy="0"/>
        </a:xfrm>
      </p:grpSpPr>
      <p:sp>
        <p:nvSpPr>
          <p:cNvPr id="139" name="Google Shape;139;p26"/>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40" name="Google Shape;140;p26"/>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41" name="Google Shape;141;p26"/>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142" name="Google Shape;142;p26"/>
          <p:cNvPicPr preferRelativeResize="0"/>
          <p:nvPr/>
        </p:nvPicPr>
        <p:blipFill>
          <a:blip r:embed="rId2">
            <a:alphaModFix/>
          </a:blip>
          <a:stretch>
            <a:fillRect/>
          </a:stretch>
        </p:blipFill>
        <p:spPr>
          <a:xfrm>
            <a:off x="0" y="1709663"/>
            <a:ext cx="7496175" cy="2905125"/>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2 1">
  <p:cSld name="Title Only_1_1">
    <p:spTree>
      <p:nvGrpSpPr>
        <p:cNvPr id="1" name="Shape 143"/>
        <p:cNvGrpSpPr/>
        <p:nvPr/>
      </p:nvGrpSpPr>
      <p:grpSpPr>
        <a:xfrm>
          <a:off x="0" y="0"/>
          <a:ext cx="0" cy="0"/>
          <a:chOff x="0" y="0"/>
          <a:chExt cx="0" cy="0"/>
        </a:xfrm>
      </p:grpSpPr>
      <p:sp>
        <p:nvSpPr>
          <p:cNvPr id="144" name="Google Shape;144;p27"/>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45" name="Google Shape;145;p27"/>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46" name="Google Shape;146;p27"/>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147" name="Google Shape;147;p27"/>
          <p:cNvPicPr preferRelativeResize="0"/>
          <p:nvPr/>
        </p:nvPicPr>
        <p:blipFill rotWithShape="1">
          <a:blip r:embed="rId2">
            <a:alphaModFix/>
          </a:blip>
          <a:srcRect l="42426" t="39077" b="13308"/>
          <a:stretch/>
        </p:blipFill>
        <p:spPr>
          <a:xfrm>
            <a:off x="357100" y="1312800"/>
            <a:ext cx="3755556" cy="3281675"/>
          </a:xfrm>
          <a:prstGeom prst="rect">
            <a:avLst/>
          </a:prstGeom>
          <a:noFill/>
          <a:ln>
            <a:noFill/>
          </a:ln>
        </p:spPr>
      </p:pic>
      <p:pic>
        <p:nvPicPr>
          <p:cNvPr id="148" name="Google Shape;148;p27"/>
          <p:cNvPicPr preferRelativeResize="0"/>
          <p:nvPr/>
        </p:nvPicPr>
        <p:blipFill rotWithShape="1">
          <a:blip r:embed="rId2">
            <a:alphaModFix/>
          </a:blip>
          <a:srcRect l="42426" t="39077" b="13308"/>
          <a:stretch/>
        </p:blipFill>
        <p:spPr>
          <a:xfrm>
            <a:off x="4724400" y="1515675"/>
            <a:ext cx="3755556" cy="3281675"/>
          </a:xfrm>
          <a:prstGeom prst="rect">
            <a:avLst/>
          </a:prstGeom>
          <a:noFill/>
          <a:ln>
            <a:noFill/>
          </a:ln>
        </p:spPr>
      </p:pic>
      <p:sp>
        <p:nvSpPr>
          <p:cNvPr id="149" name="Google Shape;149;p27"/>
          <p:cNvSpPr txBox="1"/>
          <p:nvPr/>
        </p:nvSpPr>
        <p:spPr>
          <a:xfrm>
            <a:off x="1324225" y="924675"/>
            <a:ext cx="2260200" cy="456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Serial Scenario</a:t>
            </a:r>
            <a:endParaRPr/>
          </a:p>
        </p:txBody>
      </p:sp>
      <p:sp>
        <p:nvSpPr>
          <p:cNvPr id="150" name="Google Shape;150;p27"/>
          <p:cNvSpPr txBox="1"/>
          <p:nvPr/>
        </p:nvSpPr>
        <p:spPr>
          <a:xfrm>
            <a:off x="5609125" y="924675"/>
            <a:ext cx="2260200" cy="456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Parallel Scenario</a:t>
            </a:r>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2 1 1">
  <p:cSld name="Title Only_1_1_1">
    <p:spTree>
      <p:nvGrpSpPr>
        <p:cNvPr id="1" name="Shape 151"/>
        <p:cNvGrpSpPr/>
        <p:nvPr/>
      </p:nvGrpSpPr>
      <p:grpSpPr>
        <a:xfrm>
          <a:off x="0" y="0"/>
          <a:ext cx="0" cy="0"/>
          <a:chOff x="0" y="0"/>
          <a:chExt cx="0" cy="0"/>
        </a:xfrm>
      </p:grpSpPr>
      <p:sp>
        <p:nvSpPr>
          <p:cNvPr id="152" name="Google Shape;152;p28"/>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53" name="Google Shape;153;p28"/>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54" name="Google Shape;154;p28"/>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155" name="Google Shape;155;p28"/>
          <p:cNvPicPr preferRelativeResize="0"/>
          <p:nvPr/>
        </p:nvPicPr>
        <p:blipFill>
          <a:blip r:embed="rId2">
            <a:alphaModFix/>
          </a:blip>
          <a:stretch>
            <a:fillRect/>
          </a:stretch>
        </p:blipFill>
        <p:spPr>
          <a:xfrm>
            <a:off x="1874375" y="671950"/>
            <a:ext cx="6119800" cy="4297951"/>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Only 2 1 1 8">
  <p:cSld name="Title Only_1_1_1_8">
    <p:spTree>
      <p:nvGrpSpPr>
        <p:cNvPr id="1" name="Shape 156"/>
        <p:cNvGrpSpPr/>
        <p:nvPr/>
      </p:nvGrpSpPr>
      <p:grpSpPr>
        <a:xfrm>
          <a:off x="0" y="0"/>
          <a:ext cx="0" cy="0"/>
          <a:chOff x="0" y="0"/>
          <a:chExt cx="0" cy="0"/>
        </a:xfrm>
      </p:grpSpPr>
      <p:sp>
        <p:nvSpPr>
          <p:cNvPr id="157" name="Google Shape;157;p29"/>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58" name="Google Shape;158;p29"/>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graphicFrame>
        <p:nvGraphicFramePr>
          <p:cNvPr id="159" name="Google Shape;159;p29"/>
          <p:cNvGraphicFramePr/>
          <p:nvPr/>
        </p:nvGraphicFramePr>
        <p:xfrm>
          <a:off x="600000" y="4535925"/>
          <a:ext cx="7807200" cy="396210"/>
        </p:xfrm>
        <a:graphic>
          <a:graphicData uri="http://schemas.openxmlformats.org/drawingml/2006/table">
            <a:tbl>
              <a:tblPr>
                <a:noFill/>
                <a:tableStyleId>{FD41FC3E-183F-424A-9F1C-F722A5223572}</a:tableStyleId>
              </a:tblPr>
              <a:tblGrid>
                <a:gridCol w="1951800">
                  <a:extLst>
                    <a:ext uri="{9D8B030D-6E8A-4147-A177-3AD203B41FA5}">
                      <a16:colId xmlns:a16="http://schemas.microsoft.com/office/drawing/2014/main" val="20000"/>
                    </a:ext>
                  </a:extLst>
                </a:gridCol>
                <a:gridCol w="1951800">
                  <a:extLst>
                    <a:ext uri="{9D8B030D-6E8A-4147-A177-3AD203B41FA5}">
                      <a16:colId xmlns:a16="http://schemas.microsoft.com/office/drawing/2014/main" val="20001"/>
                    </a:ext>
                  </a:extLst>
                </a:gridCol>
                <a:gridCol w="1951800">
                  <a:extLst>
                    <a:ext uri="{9D8B030D-6E8A-4147-A177-3AD203B41FA5}">
                      <a16:colId xmlns:a16="http://schemas.microsoft.com/office/drawing/2014/main" val="20002"/>
                    </a:ext>
                  </a:extLst>
                </a:gridCol>
                <a:gridCol w="1951800">
                  <a:extLst>
                    <a:ext uri="{9D8B030D-6E8A-4147-A177-3AD203B41FA5}">
                      <a16:colId xmlns:a16="http://schemas.microsoft.com/office/drawing/2014/main" val="20003"/>
                    </a:ext>
                  </a:extLst>
                </a:gridCol>
              </a:tblGrid>
              <a:tr h="381000">
                <a:tc>
                  <a:txBody>
                    <a:bodyPr/>
                    <a:lstStyle/>
                    <a:p>
                      <a:pPr marL="0" lvl="0" indent="0" algn="ctr" rtl="0">
                        <a:spcBef>
                          <a:spcPts val="0"/>
                        </a:spcBef>
                        <a:spcAft>
                          <a:spcPts val="0"/>
                        </a:spcAft>
                        <a:buNone/>
                      </a:pPr>
                      <a:r>
                        <a:rPr lang="en" b="1">
                          <a:solidFill>
                            <a:schemeClr val="accent4"/>
                          </a:solidFill>
                        </a:rPr>
                        <a:t>Q1</a:t>
                      </a:r>
                      <a:endParaRPr b="1">
                        <a:solidFill>
                          <a:schemeClr val="accent4"/>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accent4"/>
                          </a:solidFill>
                        </a:rPr>
                        <a:t>Q2</a:t>
                      </a:r>
                      <a:endParaRPr b="1">
                        <a:solidFill>
                          <a:schemeClr val="accent4"/>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accent4"/>
                          </a:solidFill>
                        </a:rPr>
                        <a:t>Q3</a:t>
                      </a:r>
                      <a:endParaRPr b="1">
                        <a:solidFill>
                          <a:schemeClr val="accent4"/>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tc>
                  <a:txBody>
                    <a:bodyPr/>
                    <a:lstStyle/>
                    <a:p>
                      <a:pPr marL="0" lvl="0" indent="0" algn="ctr" rtl="0">
                        <a:spcBef>
                          <a:spcPts val="0"/>
                        </a:spcBef>
                        <a:spcAft>
                          <a:spcPts val="0"/>
                        </a:spcAft>
                        <a:buNone/>
                      </a:pPr>
                      <a:r>
                        <a:rPr lang="en" b="1">
                          <a:solidFill>
                            <a:schemeClr val="accent4"/>
                          </a:solidFill>
                        </a:rPr>
                        <a:t>Q4</a:t>
                      </a:r>
                      <a:endParaRPr b="1">
                        <a:solidFill>
                          <a:schemeClr val="accent4"/>
                        </a:solidFill>
                      </a:endParaRPr>
                    </a:p>
                  </a:txBody>
                  <a:tcPr marL="91425" marR="91425" marT="91425" marB="91425">
                    <a:lnL w="9525" cap="flat" cmpd="sng">
                      <a:solidFill>
                        <a:srgbClr val="9E9E9E">
                          <a:alpha val="0"/>
                        </a:srgbClr>
                      </a:solidFill>
                      <a:prstDash val="solid"/>
                      <a:round/>
                      <a:headEnd type="none" w="sm" len="sm"/>
                      <a:tailEnd type="none" w="sm" len="sm"/>
                    </a:lnL>
                    <a:lnR w="9525" cap="flat" cmpd="sng">
                      <a:solidFill>
                        <a:srgbClr val="9E9E9E">
                          <a:alpha val="0"/>
                        </a:srgbClr>
                      </a:solidFill>
                      <a:prstDash val="solid"/>
                      <a:round/>
                      <a:headEnd type="none" w="sm" len="sm"/>
                      <a:tailEnd type="none" w="sm" len="sm"/>
                    </a:lnR>
                    <a:lnT w="9525" cap="flat" cmpd="sng">
                      <a:solidFill>
                        <a:srgbClr val="9E9E9E">
                          <a:alpha val="0"/>
                        </a:srgbClr>
                      </a:solidFill>
                      <a:prstDash val="solid"/>
                      <a:round/>
                      <a:headEnd type="none" w="sm" len="sm"/>
                      <a:tailEnd type="none" w="sm" len="sm"/>
                    </a:lnT>
                    <a:lnB w="9525" cap="flat" cmpd="sng">
                      <a:solidFill>
                        <a:srgbClr val="9E9E9E">
                          <a:alpha val="0"/>
                        </a:srgbClr>
                      </a:solidFill>
                      <a:prstDash val="solid"/>
                      <a:round/>
                      <a:headEnd type="none" w="sm" len="sm"/>
                      <a:tailEnd type="none" w="sm" len="sm"/>
                    </a:lnB>
                  </a:tcPr>
                </a:tc>
                <a:extLst>
                  <a:ext uri="{0D108BD9-81ED-4DB2-BD59-A6C34878D82A}">
                    <a16:rowId xmlns:a16="http://schemas.microsoft.com/office/drawing/2014/main" val="10000"/>
                  </a:ext>
                </a:extLst>
              </a:tr>
            </a:tbl>
          </a:graphicData>
        </a:graphic>
      </p:graphicFrame>
      <p:cxnSp>
        <p:nvCxnSpPr>
          <p:cNvPr id="160" name="Google Shape;160;p29"/>
          <p:cNvCxnSpPr/>
          <p:nvPr/>
        </p:nvCxnSpPr>
        <p:spPr>
          <a:xfrm rot="10800000" flipH="1">
            <a:off x="565725" y="4504525"/>
            <a:ext cx="7995600" cy="25800"/>
          </a:xfrm>
          <a:prstGeom prst="straightConnector1">
            <a:avLst/>
          </a:prstGeom>
          <a:noFill/>
          <a:ln w="38100" cap="flat" cmpd="sng">
            <a:solidFill>
              <a:schemeClr val="accent4"/>
            </a:solidFill>
            <a:prstDash val="solid"/>
            <a:round/>
            <a:headEnd type="none" w="med" len="med"/>
            <a:tailEnd type="none" w="med" len="med"/>
          </a:ln>
        </p:spPr>
      </p:cxnSp>
      <p:cxnSp>
        <p:nvCxnSpPr>
          <p:cNvPr id="161" name="Google Shape;161;p29"/>
          <p:cNvCxnSpPr/>
          <p:nvPr/>
        </p:nvCxnSpPr>
        <p:spPr>
          <a:xfrm rot="10800000">
            <a:off x="565725" y="938000"/>
            <a:ext cx="0" cy="3600900"/>
          </a:xfrm>
          <a:prstGeom prst="straightConnector1">
            <a:avLst/>
          </a:prstGeom>
          <a:noFill/>
          <a:ln w="38100" cap="flat" cmpd="sng">
            <a:solidFill>
              <a:schemeClr val="accent4"/>
            </a:solidFill>
            <a:prstDash val="solid"/>
            <a:round/>
            <a:headEnd type="none" w="med" len="med"/>
            <a:tailEnd type="none" w="med" len="med"/>
          </a:ln>
        </p:spPr>
      </p:cxnSp>
      <p:pic>
        <p:nvPicPr>
          <p:cNvPr id="162" name="Google Shape;162;p29"/>
          <p:cNvPicPr preferRelativeResize="0"/>
          <p:nvPr/>
        </p:nvPicPr>
        <p:blipFill rotWithShape="1">
          <a:blip r:embed="rId2">
            <a:alphaModFix/>
          </a:blip>
          <a:srcRect r="63351"/>
          <a:stretch/>
        </p:blipFill>
        <p:spPr>
          <a:xfrm>
            <a:off x="7474176" y="760524"/>
            <a:ext cx="1575123" cy="1811225"/>
          </a:xfrm>
          <a:prstGeom prst="rect">
            <a:avLst/>
          </a:prstGeom>
          <a:noFill/>
          <a:ln w="28575" cap="flat" cmpd="sng">
            <a:solidFill>
              <a:schemeClr val="accent3"/>
            </a:solidFill>
            <a:prstDash val="solid"/>
            <a:round/>
            <a:headEnd type="none" w="sm" len="sm"/>
            <a:tailEnd type="none" w="sm" len="sm"/>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2 1 1 1">
  <p:cSld name="Title Only_1_1_1_1">
    <p:spTree>
      <p:nvGrpSpPr>
        <p:cNvPr id="1" name="Shape 163"/>
        <p:cNvGrpSpPr/>
        <p:nvPr/>
      </p:nvGrpSpPr>
      <p:grpSpPr>
        <a:xfrm>
          <a:off x="0" y="0"/>
          <a:ext cx="0" cy="0"/>
          <a:chOff x="0" y="0"/>
          <a:chExt cx="0" cy="0"/>
        </a:xfrm>
      </p:grpSpPr>
      <p:sp>
        <p:nvSpPr>
          <p:cNvPr id="164" name="Google Shape;164;p30"/>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65" name="Google Shape;165;p30"/>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66" name="Google Shape;166;p30"/>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2 1 1 2">
  <p:cSld name="Title Only_1_1_1_2">
    <p:spTree>
      <p:nvGrpSpPr>
        <p:cNvPr id="1" name="Shape 167"/>
        <p:cNvGrpSpPr/>
        <p:nvPr/>
      </p:nvGrpSpPr>
      <p:grpSpPr>
        <a:xfrm>
          <a:off x="0" y="0"/>
          <a:ext cx="0" cy="0"/>
          <a:chOff x="0" y="0"/>
          <a:chExt cx="0" cy="0"/>
        </a:xfrm>
      </p:grpSpPr>
      <p:sp>
        <p:nvSpPr>
          <p:cNvPr id="168" name="Google Shape;168;p31"/>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69" name="Google Shape;169;p31"/>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70" name="Google Shape;170;p31"/>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2 1 1 3">
  <p:cSld name="Title Only_1_1_1_3">
    <p:spTree>
      <p:nvGrpSpPr>
        <p:cNvPr id="1" name="Shape 171"/>
        <p:cNvGrpSpPr/>
        <p:nvPr/>
      </p:nvGrpSpPr>
      <p:grpSpPr>
        <a:xfrm>
          <a:off x="0" y="0"/>
          <a:ext cx="0" cy="0"/>
          <a:chOff x="0" y="0"/>
          <a:chExt cx="0" cy="0"/>
        </a:xfrm>
      </p:grpSpPr>
      <p:sp>
        <p:nvSpPr>
          <p:cNvPr id="172" name="Google Shape;172;p32"/>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73" name="Google Shape;173;p32"/>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74" name="Google Shape;174;p32"/>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2 1 1 4">
  <p:cSld name="Title Only_1_1_1_4">
    <p:spTree>
      <p:nvGrpSpPr>
        <p:cNvPr id="1" name="Shape 175"/>
        <p:cNvGrpSpPr/>
        <p:nvPr/>
      </p:nvGrpSpPr>
      <p:grpSpPr>
        <a:xfrm>
          <a:off x="0" y="0"/>
          <a:ext cx="0" cy="0"/>
          <a:chOff x="0" y="0"/>
          <a:chExt cx="0" cy="0"/>
        </a:xfrm>
      </p:grpSpPr>
      <p:sp>
        <p:nvSpPr>
          <p:cNvPr id="176" name="Google Shape;176;p33"/>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77" name="Google Shape;177;p33"/>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78" name="Google Shape;178;p33"/>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Only 2 1 1 5">
  <p:cSld name="Title Only_1_1_1_5">
    <p:spTree>
      <p:nvGrpSpPr>
        <p:cNvPr id="1" name="Shape 179"/>
        <p:cNvGrpSpPr/>
        <p:nvPr/>
      </p:nvGrpSpPr>
      <p:grpSpPr>
        <a:xfrm>
          <a:off x="0" y="0"/>
          <a:ext cx="0" cy="0"/>
          <a:chOff x="0" y="0"/>
          <a:chExt cx="0" cy="0"/>
        </a:xfrm>
      </p:grpSpPr>
      <p:sp>
        <p:nvSpPr>
          <p:cNvPr id="180" name="Google Shape;180;p34"/>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1" name="Google Shape;181;p34"/>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82" name="Google Shape;182;p34"/>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2 1 1 6">
  <p:cSld name="Title Only_1_1_1_6">
    <p:spTree>
      <p:nvGrpSpPr>
        <p:cNvPr id="1" name="Shape 183"/>
        <p:cNvGrpSpPr/>
        <p:nvPr/>
      </p:nvGrpSpPr>
      <p:grpSpPr>
        <a:xfrm>
          <a:off x="0" y="0"/>
          <a:ext cx="0" cy="0"/>
          <a:chOff x="0" y="0"/>
          <a:chExt cx="0" cy="0"/>
        </a:xfrm>
      </p:grpSpPr>
      <p:sp>
        <p:nvSpPr>
          <p:cNvPr id="184" name="Google Shape;184;p35"/>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5" name="Google Shape;185;p35"/>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86" name="Google Shape;186;p35"/>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Only 2 1 1 7">
  <p:cSld name="Title Only_1_1_1_7">
    <p:spTree>
      <p:nvGrpSpPr>
        <p:cNvPr id="1" name="Shape 187"/>
        <p:cNvGrpSpPr/>
        <p:nvPr/>
      </p:nvGrpSpPr>
      <p:grpSpPr>
        <a:xfrm>
          <a:off x="0" y="0"/>
          <a:ext cx="0" cy="0"/>
          <a:chOff x="0" y="0"/>
          <a:chExt cx="0" cy="0"/>
        </a:xfrm>
      </p:grpSpPr>
      <p:sp>
        <p:nvSpPr>
          <p:cNvPr id="188" name="Google Shape;188;p36"/>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sp>
        <p:nvSpPr>
          <p:cNvPr id="189" name="Google Shape;189;p36"/>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90" name="Google Shape;190;p36"/>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lvl="0" algn="l" rtl="0">
              <a:lnSpc>
                <a:spcPct val="100000"/>
              </a:lnSpc>
              <a:spcBef>
                <a:spcPts val="0"/>
              </a:spcBef>
              <a:spcAft>
                <a:spcPts val="0"/>
              </a:spcAft>
              <a:buSzPts val="1400"/>
              <a:buNone/>
              <a:defRPr/>
            </a:lvl1pPr>
            <a:lvl2pPr lvl="1" algn="l" rtl="0">
              <a:lnSpc>
                <a:spcPct val="100000"/>
              </a:lnSpc>
              <a:spcBef>
                <a:spcPts val="0"/>
              </a:spcBef>
              <a:spcAft>
                <a:spcPts val="0"/>
              </a:spcAft>
              <a:buSzPts val="1400"/>
              <a:buNone/>
              <a:defRPr/>
            </a:lvl2pPr>
            <a:lvl3pPr lvl="2" algn="l" rtl="0">
              <a:lnSpc>
                <a:spcPct val="100000"/>
              </a:lnSpc>
              <a:spcBef>
                <a:spcPts val="0"/>
              </a:spcBef>
              <a:spcAft>
                <a:spcPts val="0"/>
              </a:spcAft>
              <a:buSzPts val="1400"/>
              <a:buNone/>
              <a:defRPr/>
            </a:lvl3pPr>
            <a:lvl4pPr lvl="3" algn="l" rtl="0">
              <a:lnSpc>
                <a:spcPct val="100000"/>
              </a:lnSpc>
              <a:spcBef>
                <a:spcPts val="0"/>
              </a:spcBef>
              <a:spcAft>
                <a:spcPts val="0"/>
              </a:spcAft>
              <a:buSzPts val="1400"/>
              <a:buNone/>
              <a:defRPr/>
            </a:lvl4pPr>
            <a:lvl5pPr lvl="4" algn="l" rtl="0">
              <a:lnSpc>
                <a:spcPct val="100000"/>
              </a:lnSpc>
              <a:spcBef>
                <a:spcPts val="0"/>
              </a:spcBef>
              <a:spcAft>
                <a:spcPts val="0"/>
              </a:spcAft>
              <a:buSzPts val="1400"/>
              <a:buNone/>
              <a:defRPr/>
            </a:lvl5pPr>
            <a:lvl6pPr lvl="5" algn="l" rtl="0">
              <a:lnSpc>
                <a:spcPct val="100000"/>
              </a:lnSpc>
              <a:spcBef>
                <a:spcPts val="0"/>
              </a:spcBef>
              <a:spcAft>
                <a:spcPts val="0"/>
              </a:spcAft>
              <a:buSzPts val="1400"/>
              <a:buNone/>
              <a:defRPr/>
            </a:lvl6pPr>
            <a:lvl7pPr lvl="6" algn="l" rtl="0">
              <a:lnSpc>
                <a:spcPct val="100000"/>
              </a:lnSpc>
              <a:spcBef>
                <a:spcPts val="0"/>
              </a:spcBef>
              <a:spcAft>
                <a:spcPts val="0"/>
              </a:spcAft>
              <a:buSzPts val="1400"/>
              <a:buNone/>
              <a:defRPr/>
            </a:lvl7pPr>
            <a:lvl8pPr lvl="7" algn="l" rtl="0">
              <a:lnSpc>
                <a:spcPct val="100000"/>
              </a:lnSpc>
              <a:spcBef>
                <a:spcPts val="0"/>
              </a:spcBef>
              <a:spcAft>
                <a:spcPts val="0"/>
              </a:spcAft>
              <a:buSzPts val="1400"/>
              <a:buNone/>
              <a:defRPr/>
            </a:lvl8pPr>
            <a:lvl9pPr lvl="8" algn="l" rtl="0">
              <a:lnSpc>
                <a:spcPct val="100000"/>
              </a:lnSpc>
              <a:spcBef>
                <a:spcPts val="0"/>
              </a:spcBef>
              <a:spcAft>
                <a:spcPts val="0"/>
              </a:spcAft>
              <a:buSzPts val="1400"/>
              <a:buNone/>
              <a:defRPr/>
            </a:lvl9pPr>
          </a:lstStyle>
          <a:p>
            <a:endParaRPr/>
          </a:p>
        </p:txBody>
      </p:sp>
      <p:pic>
        <p:nvPicPr>
          <p:cNvPr id="191" name="Google Shape;191;p36"/>
          <p:cNvPicPr preferRelativeResize="0"/>
          <p:nvPr/>
        </p:nvPicPr>
        <p:blipFill rotWithShape="1">
          <a:blip r:embed="rId2">
            <a:alphaModFix/>
          </a:blip>
          <a:srcRect r="862" b="46544"/>
          <a:stretch/>
        </p:blipFill>
        <p:spPr>
          <a:xfrm>
            <a:off x="563350" y="773050"/>
            <a:ext cx="4984701" cy="1230500"/>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2"/>
        <p:cNvGrpSpPr/>
        <p:nvPr/>
      </p:nvGrpSpPr>
      <p:grpSpPr>
        <a:xfrm>
          <a:off x="0" y="0"/>
          <a:ext cx="0" cy="0"/>
          <a:chOff x="0" y="0"/>
          <a:chExt cx="0" cy="0"/>
        </a:xfrm>
      </p:grpSpPr>
      <p:sp>
        <p:nvSpPr>
          <p:cNvPr id="193" name="Google Shape;193;p37"/>
          <p:cNvSpPr txBox="1">
            <a:spLocks noGrp="1"/>
          </p:cNvSpPr>
          <p:nvPr>
            <p:ph type="ctrTitle"/>
          </p:nvPr>
        </p:nvSpPr>
        <p:spPr>
          <a:xfrm>
            <a:off x="311708" y="744575"/>
            <a:ext cx="8520600" cy="2052600"/>
          </a:xfrm>
          <a:prstGeom prst="rect">
            <a:avLst/>
          </a:prstGeom>
        </p:spPr>
        <p:txBody>
          <a:bodyPr spcFirstLastPara="1" wrap="square" lIns="0" tIns="0" rIns="0" bIns="0"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94" name="Google Shape;194;p37"/>
          <p:cNvSpPr txBox="1">
            <a:spLocks noGrp="1"/>
          </p:cNvSpPr>
          <p:nvPr>
            <p:ph type="subTitle" idx="1"/>
          </p:nvPr>
        </p:nvSpPr>
        <p:spPr>
          <a:xfrm>
            <a:off x="311700" y="2834125"/>
            <a:ext cx="8520600" cy="792600"/>
          </a:xfrm>
          <a:prstGeom prst="rect">
            <a:avLst/>
          </a:prstGeom>
        </p:spPr>
        <p:txBody>
          <a:bodyPr spcFirstLastPara="1" wrap="square" lIns="0" tIns="0" rIns="0" bIns="0" anchor="t" anchorCtr="0">
            <a:noAutofit/>
          </a:bodyPr>
          <a:lstStyle>
            <a:lvl1pPr lvl="0" algn="ctr" rtl="0">
              <a:lnSpc>
                <a:spcPct val="100000"/>
              </a:lnSpc>
              <a:spcBef>
                <a:spcPts val="600"/>
              </a:spcBef>
              <a:spcAft>
                <a:spcPts val="0"/>
              </a:spcAft>
              <a:buSzPts val="2800"/>
              <a:buNone/>
              <a:defRPr sz="2800"/>
            </a:lvl1pPr>
            <a:lvl2pPr lvl="1" algn="ctr" rtl="0">
              <a:lnSpc>
                <a:spcPct val="100000"/>
              </a:lnSpc>
              <a:spcBef>
                <a:spcPts val="600"/>
              </a:spcBef>
              <a:spcAft>
                <a:spcPts val="0"/>
              </a:spcAft>
              <a:buSzPts val="2800"/>
              <a:buNone/>
              <a:defRPr sz="2800"/>
            </a:lvl2pPr>
            <a:lvl3pPr lvl="2" algn="ctr" rtl="0">
              <a:lnSpc>
                <a:spcPct val="100000"/>
              </a:lnSpc>
              <a:spcBef>
                <a:spcPts val="600"/>
              </a:spcBef>
              <a:spcAft>
                <a:spcPts val="0"/>
              </a:spcAft>
              <a:buSzPts val="2800"/>
              <a:buNone/>
              <a:defRPr sz="2800"/>
            </a:lvl3pPr>
            <a:lvl4pPr lvl="3" algn="ctr" rtl="0">
              <a:lnSpc>
                <a:spcPct val="100000"/>
              </a:lnSpc>
              <a:spcBef>
                <a:spcPts val="600"/>
              </a:spcBef>
              <a:spcAft>
                <a:spcPts val="0"/>
              </a:spcAft>
              <a:buSzPts val="2800"/>
              <a:buNone/>
              <a:defRPr sz="2800"/>
            </a:lvl4pPr>
            <a:lvl5pPr lvl="4" algn="ctr" rtl="0">
              <a:lnSpc>
                <a:spcPct val="100000"/>
              </a:lnSpc>
              <a:spcBef>
                <a:spcPts val="600"/>
              </a:spcBef>
              <a:spcAft>
                <a:spcPts val="0"/>
              </a:spcAft>
              <a:buSzPts val="2800"/>
              <a:buNone/>
              <a:defRPr sz="2800"/>
            </a:lvl5pPr>
            <a:lvl6pPr lvl="5" algn="ctr" rtl="0">
              <a:lnSpc>
                <a:spcPct val="100000"/>
              </a:lnSpc>
              <a:spcBef>
                <a:spcPts val="300"/>
              </a:spcBef>
              <a:spcAft>
                <a:spcPts val="0"/>
              </a:spcAft>
              <a:buSzPts val="2800"/>
              <a:buNone/>
              <a:defRPr sz="2800"/>
            </a:lvl6pPr>
            <a:lvl7pPr lvl="6" algn="ctr" rtl="0">
              <a:lnSpc>
                <a:spcPct val="100000"/>
              </a:lnSpc>
              <a:spcBef>
                <a:spcPts val="300"/>
              </a:spcBef>
              <a:spcAft>
                <a:spcPts val="0"/>
              </a:spcAft>
              <a:buSzPts val="2800"/>
              <a:buNone/>
              <a:defRPr sz="2800"/>
            </a:lvl7pPr>
            <a:lvl8pPr lvl="7" algn="ctr" rtl="0">
              <a:lnSpc>
                <a:spcPct val="100000"/>
              </a:lnSpc>
              <a:spcBef>
                <a:spcPts val="300"/>
              </a:spcBef>
              <a:spcAft>
                <a:spcPts val="0"/>
              </a:spcAft>
              <a:buSzPts val="2800"/>
              <a:buNone/>
              <a:defRPr sz="2800"/>
            </a:lvl8pPr>
            <a:lvl9pPr lvl="8" algn="ctr" rtl="0">
              <a:lnSpc>
                <a:spcPct val="100000"/>
              </a:lnSpc>
              <a:spcBef>
                <a:spcPts val="300"/>
              </a:spcBef>
              <a:spcAft>
                <a:spcPts val="0"/>
              </a:spcAft>
              <a:buSzPts val="2800"/>
              <a:buNone/>
              <a:defRPr sz="2800"/>
            </a:lvl9pPr>
          </a:lstStyle>
          <a:p>
            <a:endParaRPr/>
          </a:p>
        </p:txBody>
      </p:sp>
      <p:sp>
        <p:nvSpPr>
          <p:cNvPr id="195" name="Google Shape;195;p37"/>
          <p:cNvSpPr txBox="1">
            <a:spLocks noGrp="1"/>
          </p:cNvSpPr>
          <p:nvPr>
            <p:ph type="sldNum" idx="12"/>
          </p:nvPr>
        </p:nvSpPr>
        <p:spPr>
          <a:xfrm>
            <a:off x="8472458" y="4663217"/>
            <a:ext cx="548700" cy="393600"/>
          </a:xfrm>
          <a:prstGeom prst="rect">
            <a:avLst/>
          </a:prstGeom>
        </p:spPr>
        <p:txBody>
          <a:bodyPr spcFirstLastPara="1" wrap="square" lIns="0" tIns="0" rIns="0" bIns="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ourse Title">
  <p:cSld name="Course Title">
    <p:spTree>
      <p:nvGrpSpPr>
        <p:cNvPr id="1" name="Shape 203"/>
        <p:cNvGrpSpPr/>
        <p:nvPr/>
      </p:nvGrpSpPr>
      <p:grpSpPr>
        <a:xfrm>
          <a:off x="0" y="0"/>
          <a:ext cx="0" cy="0"/>
          <a:chOff x="0" y="0"/>
          <a:chExt cx="0" cy="0"/>
        </a:xfrm>
      </p:grpSpPr>
      <p:pic>
        <p:nvPicPr>
          <p:cNvPr id="204" name="Google Shape;204;p39" descr="4.5-PPT-Master-Background-Textures_01-Cover-Blue.jpg"/>
          <p:cNvPicPr preferRelativeResize="0"/>
          <p:nvPr/>
        </p:nvPicPr>
        <p:blipFill rotWithShape="1">
          <a:blip r:embed="rId2">
            <a:alphaModFix/>
          </a:blip>
          <a:srcRect/>
          <a:stretch/>
        </p:blipFill>
        <p:spPr>
          <a:xfrm>
            <a:off x="0" y="0"/>
            <a:ext cx="9143994" cy="5157216"/>
          </a:xfrm>
          <a:prstGeom prst="rect">
            <a:avLst/>
          </a:prstGeom>
          <a:noFill/>
          <a:ln>
            <a:noFill/>
          </a:ln>
        </p:spPr>
      </p:pic>
      <p:grpSp>
        <p:nvGrpSpPr>
          <p:cNvPr id="205" name="Google Shape;205;p39"/>
          <p:cNvGrpSpPr/>
          <p:nvPr/>
        </p:nvGrpSpPr>
        <p:grpSpPr>
          <a:xfrm>
            <a:off x="6692966" y="4591427"/>
            <a:ext cx="2133600" cy="481654"/>
            <a:chOff x="6692966" y="4591426"/>
            <a:chExt cx="2133600" cy="481654"/>
          </a:xfrm>
        </p:grpSpPr>
        <p:sp>
          <p:nvSpPr>
            <p:cNvPr id="206" name="Google Shape;206;p39"/>
            <p:cNvSpPr txBox="1"/>
            <p:nvPr/>
          </p:nvSpPr>
          <p:spPr>
            <a:xfrm>
              <a:off x="6706088" y="4888280"/>
              <a:ext cx="2107500" cy="1848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999999"/>
                </a:buClr>
                <a:buSzPts val="800"/>
                <a:buFont typeface="Arial"/>
                <a:buNone/>
              </a:pPr>
              <a:r>
                <a:rPr lang="en" sz="800" b="1" i="0" u="none" strike="noStrike" cap="none">
                  <a:solidFill>
                    <a:srgbClr val="999999"/>
                  </a:solidFill>
                  <a:latin typeface="Arial"/>
                  <a:ea typeface="Arial"/>
                  <a:cs typeface="Arial"/>
                  <a:sym typeface="Arial"/>
                </a:rPr>
                <a:t>© Scaled Agile, Inc. </a:t>
              </a:r>
              <a:endParaRPr sz="1100"/>
            </a:p>
          </p:txBody>
        </p:sp>
        <p:pic>
          <p:nvPicPr>
            <p:cNvPr id="207" name="Google Shape;207;p39" descr="PPT-sized.png"/>
            <p:cNvPicPr preferRelativeResize="0"/>
            <p:nvPr/>
          </p:nvPicPr>
          <p:blipFill rotWithShape="1">
            <a:blip r:embed="rId3">
              <a:alphaModFix/>
            </a:blip>
            <a:srcRect/>
            <a:stretch/>
          </p:blipFill>
          <p:spPr>
            <a:xfrm>
              <a:off x="6692966" y="4591426"/>
              <a:ext cx="2133600" cy="243200"/>
            </a:xfrm>
            <a:prstGeom prst="rect">
              <a:avLst/>
            </a:prstGeom>
            <a:noFill/>
            <a:ln>
              <a:noFill/>
            </a:ln>
          </p:spPr>
        </p:pic>
      </p:grpSp>
      <p:sp>
        <p:nvSpPr>
          <p:cNvPr id="208" name="Google Shape;208;p39"/>
          <p:cNvSpPr txBox="1">
            <a:spLocks noGrp="1"/>
          </p:cNvSpPr>
          <p:nvPr>
            <p:ph type="body" idx="1"/>
          </p:nvPr>
        </p:nvSpPr>
        <p:spPr>
          <a:xfrm>
            <a:off x="8637761" y="2862264"/>
            <a:ext cx="506400" cy="269700"/>
          </a:xfrm>
          <a:prstGeom prst="rect">
            <a:avLst/>
          </a:prstGeom>
          <a:noFill/>
          <a:ln>
            <a:noFill/>
          </a:ln>
        </p:spPr>
        <p:txBody>
          <a:bodyPr spcFirstLastPara="1" wrap="square" lIns="0" tIns="0" rIns="0" bIns="0" anchor="ctr" anchorCtr="0">
            <a:noAutofit/>
          </a:bodyPr>
          <a:lstStyle>
            <a:lvl1pPr marL="457200" lvl="0" indent="-228600" algn="ctr" rtl="0">
              <a:lnSpc>
                <a:spcPct val="110000"/>
              </a:lnSpc>
              <a:spcBef>
                <a:spcPts val="800"/>
              </a:spcBef>
              <a:spcAft>
                <a:spcPts val="0"/>
              </a:spcAft>
              <a:buSzPts val="800"/>
              <a:buFont typeface="Arial"/>
              <a:buNone/>
              <a:defRPr sz="1000" b="1" i="0">
                <a:latin typeface="Arial"/>
                <a:ea typeface="Arial"/>
                <a:cs typeface="Arial"/>
                <a:sym typeface="Arial"/>
              </a:defRPr>
            </a:lvl1pPr>
            <a:lvl2pPr marL="914400" lvl="1" indent="-228600" algn="ctr" rtl="0">
              <a:lnSpc>
                <a:spcPct val="110000"/>
              </a:lnSpc>
              <a:spcBef>
                <a:spcPts val="800"/>
              </a:spcBef>
              <a:spcAft>
                <a:spcPts val="0"/>
              </a:spcAft>
              <a:buSzPts val="1200"/>
              <a:buFont typeface="Avenir"/>
              <a:buNone/>
              <a:defRPr sz="1000" b="0" i="0">
                <a:latin typeface="Avenir"/>
                <a:ea typeface="Avenir"/>
                <a:cs typeface="Avenir"/>
                <a:sym typeface="Avenir"/>
              </a:defRPr>
            </a:lvl2pPr>
            <a:lvl3pPr marL="1371600" lvl="2" indent="-228600" algn="ctr" rtl="0">
              <a:lnSpc>
                <a:spcPct val="110000"/>
              </a:lnSpc>
              <a:spcBef>
                <a:spcPts val="600"/>
              </a:spcBef>
              <a:spcAft>
                <a:spcPts val="0"/>
              </a:spcAft>
              <a:buSzPts val="1100"/>
              <a:buFont typeface="Avenir"/>
              <a:buNone/>
              <a:defRPr sz="1000" b="0" i="0">
                <a:latin typeface="Avenir"/>
                <a:ea typeface="Avenir"/>
                <a:cs typeface="Avenir"/>
                <a:sym typeface="Avenir"/>
              </a:defRPr>
            </a:lvl3pPr>
            <a:lvl4pPr marL="1828800" lvl="3" indent="-228600" algn="ctr" rtl="0">
              <a:lnSpc>
                <a:spcPct val="110000"/>
              </a:lnSpc>
              <a:spcBef>
                <a:spcPts val="600"/>
              </a:spcBef>
              <a:spcAft>
                <a:spcPts val="0"/>
              </a:spcAft>
              <a:buSzPts val="1100"/>
              <a:buFont typeface="Avenir"/>
              <a:buNone/>
              <a:defRPr sz="1000" b="0" i="0">
                <a:latin typeface="Avenir"/>
                <a:ea typeface="Avenir"/>
                <a:cs typeface="Avenir"/>
                <a:sym typeface="Avenir"/>
              </a:defRPr>
            </a:lvl4pPr>
            <a:lvl5pPr marL="2286000" lvl="4" indent="-228600" algn="ctr" rtl="0">
              <a:lnSpc>
                <a:spcPct val="110000"/>
              </a:lnSpc>
              <a:spcBef>
                <a:spcPts val="200"/>
              </a:spcBef>
              <a:spcAft>
                <a:spcPts val="0"/>
              </a:spcAft>
              <a:buSzPts val="1100"/>
              <a:buFont typeface="Avenir"/>
              <a:buNone/>
              <a:defRPr sz="1000" b="0"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09" name="Google Shape;209;p39"/>
          <p:cNvSpPr txBox="1">
            <a:spLocks noGrp="1"/>
          </p:cNvSpPr>
          <p:nvPr>
            <p:ph type="body" idx="2"/>
          </p:nvPr>
        </p:nvSpPr>
        <p:spPr>
          <a:xfrm>
            <a:off x="2076293" y="2862115"/>
            <a:ext cx="4790700" cy="1030800"/>
          </a:xfrm>
          <a:prstGeom prst="rect">
            <a:avLst/>
          </a:prstGeom>
          <a:noFill/>
          <a:ln>
            <a:noFill/>
          </a:ln>
        </p:spPr>
        <p:txBody>
          <a:bodyPr spcFirstLastPara="1" wrap="square" lIns="68575" tIns="34275" rIns="68575" bIns="34275" anchor="t" anchorCtr="0">
            <a:noAutofit/>
          </a:bodyPr>
          <a:lstStyle>
            <a:lvl1pPr marL="457200" lvl="0" indent="-228600" algn="l" rtl="0">
              <a:lnSpc>
                <a:spcPct val="100000"/>
              </a:lnSpc>
              <a:spcBef>
                <a:spcPts val="800"/>
              </a:spcBef>
              <a:spcAft>
                <a:spcPts val="0"/>
              </a:spcAft>
              <a:buSzPts val="1100"/>
              <a:buFont typeface="Arial"/>
              <a:buNone/>
              <a:defRPr sz="1400" b="0" i="0">
                <a:solidFill>
                  <a:schemeClr val="dk1"/>
                </a:solidFill>
                <a:latin typeface="Arial"/>
                <a:ea typeface="Arial"/>
                <a:cs typeface="Arial"/>
                <a:sym typeface="Arial"/>
              </a:defRPr>
            </a:lvl1pPr>
            <a:lvl2pPr marL="914400" lvl="1" indent="-228600" algn="l" rtl="0">
              <a:lnSpc>
                <a:spcPct val="110000"/>
              </a:lnSpc>
              <a:spcBef>
                <a:spcPts val="800"/>
              </a:spcBef>
              <a:spcAft>
                <a:spcPts val="0"/>
              </a:spcAft>
              <a:buSzPts val="1900"/>
              <a:buFont typeface="Arial"/>
              <a:buNone/>
              <a:defRPr sz="1600"/>
            </a:lvl2pPr>
            <a:lvl3pPr marL="1371600" lvl="2" indent="-228600" algn="l" rtl="0">
              <a:lnSpc>
                <a:spcPct val="110000"/>
              </a:lnSpc>
              <a:spcBef>
                <a:spcPts val="600"/>
              </a:spcBef>
              <a:spcAft>
                <a:spcPts val="0"/>
              </a:spcAft>
              <a:buSzPts val="1800"/>
              <a:buFont typeface="Avenir"/>
              <a:buNone/>
              <a:defRPr sz="1600"/>
            </a:lvl3pPr>
            <a:lvl4pPr marL="1828800" lvl="3" indent="-228600" algn="l" rtl="0">
              <a:lnSpc>
                <a:spcPct val="110000"/>
              </a:lnSpc>
              <a:spcBef>
                <a:spcPts val="600"/>
              </a:spcBef>
              <a:spcAft>
                <a:spcPts val="0"/>
              </a:spcAft>
              <a:buSzPts val="1800"/>
              <a:buFont typeface="Arial"/>
              <a:buNone/>
              <a:defRPr sz="1600"/>
            </a:lvl4pPr>
            <a:lvl5pPr marL="2286000" lvl="4" indent="-228600" algn="l" rtl="0">
              <a:lnSpc>
                <a:spcPct val="110000"/>
              </a:lnSpc>
              <a:spcBef>
                <a:spcPts val="200"/>
              </a:spcBef>
              <a:spcAft>
                <a:spcPts val="0"/>
              </a:spcAft>
              <a:buSzPts val="1800"/>
              <a:buFont typeface="Avenir"/>
              <a:buNone/>
              <a:defRPr sz="16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10" name="Google Shape;210;p39"/>
          <p:cNvSpPr txBox="1">
            <a:spLocks noGrp="1"/>
          </p:cNvSpPr>
          <p:nvPr>
            <p:ph type="subTitle" idx="3"/>
          </p:nvPr>
        </p:nvSpPr>
        <p:spPr>
          <a:xfrm>
            <a:off x="471843" y="1626490"/>
            <a:ext cx="8320500" cy="4128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34275" rIns="68575" bIns="34275" anchor="t" anchorCtr="0">
            <a:noAutofit/>
          </a:bodyPr>
          <a:lstStyle>
            <a:lvl1pPr lvl="0" algn="l" rtl="0">
              <a:lnSpc>
                <a:spcPct val="110000"/>
              </a:lnSpc>
              <a:spcBef>
                <a:spcPts val="0"/>
              </a:spcBef>
              <a:spcAft>
                <a:spcPts val="0"/>
              </a:spcAft>
              <a:buClr>
                <a:schemeClr val="dk2"/>
              </a:buClr>
              <a:buSzPts val="2200"/>
              <a:buFont typeface="Noto Sans Symbols"/>
              <a:buNone/>
              <a:defRPr sz="2200" b="0" i="0">
                <a:solidFill>
                  <a:schemeClr val="lt1"/>
                </a:solidFill>
                <a:latin typeface="Arial"/>
                <a:ea typeface="Arial"/>
                <a:cs typeface="Arial"/>
                <a:sym typeface="Arial"/>
              </a:defRPr>
            </a:lvl1pPr>
            <a:lvl2pPr lvl="1" algn="l" rtl="0">
              <a:lnSpc>
                <a:spcPct val="110000"/>
              </a:lnSpc>
              <a:spcBef>
                <a:spcPts val="600"/>
              </a:spcBef>
              <a:spcAft>
                <a:spcPts val="0"/>
              </a:spcAft>
              <a:buSzPts val="1600"/>
              <a:buChar char="-"/>
              <a:defRPr/>
            </a:lvl2pPr>
            <a:lvl3pPr lvl="2" algn="l" rtl="0">
              <a:lnSpc>
                <a:spcPct val="110000"/>
              </a:lnSpc>
              <a:spcBef>
                <a:spcPts val="600"/>
              </a:spcBef>
              <a:spcAft>
                <a:spcPts val="0"/>
              </a:spcAft>
              <a:buSzPts val="1500"/>
              <a:buChar char="•"/>
              <a:defRPr/>
            </a:lvl3pPr>
            <a:lvl4pPr lvl="3" algn="l" rtl="0">
              <a:lnSpc>
                <a:spcPct val="110000"/>
              </a:lnSpc>
              <a:spcBef>
                <a:spcPts val="600"/>
              </a:spcBef>
              <a:spcAft>
                <a:spcPts val="0"/>
              </a:spcAft>
              <a:buSzPts val="1500"/>
              <a:buNone/>
              <a:defRPr/>
            </a:lvl4pPr>
            <a:lvl5pPr lvl="4" algn="l" rtl="0">
              <a:lnSpc>
                <a:spcPct val="110000"/>
              </a:lnSpc>
              <a:spcBef>
                <a:spcPts val="200"/>
              </a:spcBef>
              <a:spcAft>
                <a:spcPts val="0"/>
              </a:spcAft>
              <a:buSzPts val="1500"/>
              <a:buChar char="–"/>
              <a:defRPr/>
            </a:lvl5pPr>
            <a:lvl6pPr lvl="5" algn="l" rtl="0">
              <a:spcBef>
                <a:spcPts val="300"/>
              </a:spcBef>
              <a:spcAft>
                <a:spcPts val="0"/>
              </a:spcAft>
              <a:buSzPts val="1100"/>
              <a:buChar char="▪"/>
              <a:defRPr/>
            </a:lvl6pPr>
            <a:lvl7pPr lvl="6" algn="l" rtl="0">
              <a:spcBef>
                <a:spcPts val="300"/>
              </a:spcBef>
              <a:spcAft>
                <a:spcPts val="0"/>
              </a:spcAft>
              <a:buSzPts val="1100"/>
              <a:buChar char="▪"/>
              <a:defRPr/>
            </a:lvl7pPr>
            <a:lvl8pPr lvl="7" algn="l" rtl="0">
              <a:spcBef>
                <a:spcPts val="300"/>
              </a:spcBef>
              <a:spcAft>
                <a:spcPts val="0"/>
              </a:spcAft>
              <a:buSzPts val="1100"/>
              <a:buChar char="▪"/>
              <a:defRPr/>
            </a:lvl8pPr>
            <a:lvl9pPr lvl="8" algn="l" rtl="0">
              <a:spcBef>
                <a:spcPts val="300"/>
              </a:spcBef>
              <a:spcAft>
                <a:spcPts val="0"/>
              </a:spcAft>
              <a:buSzPts val="1100"/>
              <a:buChar char="▪"/>
              <a:defRPr/>
            </a:lvl9pPr>
          </a:lstStyle>
          <a:p>
            <a:endParaRPr/>
          </a:p>
        </p:txBody>
      </p:sp>
      <p:sp>
        <p:nvSpPr>
          <p:cNvPr id="211" name="Google Shape;211;p39"/>
          <p:cNvSpPr txBox="1">
            <a:spLocks noGrp="1"/>
          </p:cNvSpPr>
          <p:nvPr>
            <p:ph type="ctrTitle"/>
          </p:nvPr>
        </p:nvSpPr>
        <p:spPr>
          <a:xfrm>
            <a:off x="471843" y="393540"/>
            <a:ext cx="8320500" cy="12042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34275" rIns="0" bIns="0" anchor="b" anchorCtr="0">
            <a:noAutofit/>
          </a:bodyPr>
          <a:lstStyle>
            <a:lvl1pPr lvl="0" algn="l" rtl="0">
              <a:spcBef>
                <a:spcPts val="0"/>
              </a:spcBef>
              <a:spcAft>
                <a:spcPts val="0"/>
              </a:spcAft>
              <a:buSzPts val="1100"/>
              <a:buNone/>
              <a:defRPr sz="3200" b="0" i="0">
                <a:solidFill>
                  <a:schemeClr val="lt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12" name="Google Shape;212;p39"/>
          <p:cNvSpPr txBox="1">
            <a:spLocks noGrp="1"/>
          </p:cNvSpPr>
          <p:nvPr>
            <p:ph type="body" idx="4"/>
          </p:nvPr>
        </p:nvSpPr>
        <p:spPr>
          <a:xfrm>
            <a:off x="6886575" y="2082404"/>
            <a:ext cx="1751400" cy="18096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1700"/>
              <a:buNone/>
              <a:defRPr/>
            </a:lvl1pPr>
            <a:lvl2pPr marL="914400" lvl="1" indent="-330200" algn="l" rtl="0">
              <a:lnSpc>
                <a:spcPct val="110000"/>
              </a:lnSpc>
              <a:spcBef>
                <a:spcPts val="800"/>
              </a:spcBef>
              <a:spcAft>
                <a:spcPts val="0"/>
              </a:spcAft>
              <a:buSzPts val="1600"/>
              <a:buChar char="-"/>
              <a:defRPr/>
            </a:lvl2pPr>
            <a:lvl3pPr marL="1371600" lvl="2" indent="-323850" algn="l" rtl="0">
              <a:lnSpc>
                <a:spcPct val="110000"/>
              </a:lnSpc>
              <a:spcBef>
                <a:spcPts val="600"/>
              </a:spcBef>
              <a:spcAft>
                <a:spcPts val="0"/>
              </a:spcAft>
              <a:buSzPts val="1500"/>
              <a:buChar char="•"/>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Activities 06-1">
  <p:cSld name="Activities 06-1">
    <p:spTree>
      <p:nvGrpSpPr>
        <p:cNvPr id="1" name="Shape 213"/>
        <p:cNvGrpSpPr/>
        <p:nvPr/>
      </p:nvGrpSpPr>
      <p:grpSpPr>
        <a:xfrm>
          <a:off x="0" y="0"/>
          <a:ext cx="0" cy="0"/>
          <a:chOff x="0" y="0"/>
          <a:chExt cx="0" cy="0"/>
        </a:xfrm>
      </p:grpSpPr>
      <p:sp>
        <p:nvSpPr>
          <p:cNvPr id="214" name="Google Shape;214;p40"/>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215" name="Google Shape;215;p40"/>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16" name="Google Shape;216;p40"/>
          <p:cNvSpPr txBox="1">
            <a:spLocks noGrp="1"/>
          </p:cNvSpPr>
          <p:nvPr>
            <p:ph type="body" idx="1"/>
          </p:nvPr>
        </p:nvSpPr>
        <p:spPr>
          <a:xfrm>
            <a:off x="156258" y="977457"/>
            <a:ext cx="8822100" cy="31113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217" name="Google Shape;217;p40"/>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218" name="Google Shape;218;p40"/>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19" name="Google Shape;219;p40"/>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20" name="Google Shape;220;p40"/>
          <p:cNvSpPr txBox="1">
            <a:spLocks noGrp="1"/>
          </p:cNvSpPr>
          <p:nvPr>
            <p:ph type="body" idx="4"/>
          </p:nvPr>
        </p:nvSpPr>
        <p:spPr>
          <a:xfrm>
            <a:off x="155972" y="4088756"/>
            <a:ext cx="8822100" cy="7695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1400"/>
              <a:buNone/>
              <a:defRPr sz="1800">
                <a:solidFill>
                  <a:schemeClr val="dk1"/>
                </a:solidFill>
                <a:latin typeface="Arial"/>
                <a:ea typeface="Arial"/>
                <a:cs typeface="Arial"/>
                <a:sym typeface="Arial"/>
              </a:defRPr>
            </a:lvl1pPr>
            <a:lvl2pPr marL="914400" lvl="1" indent="-228600" algn="l" rtl="0">
              <a:lnSpc>
                <a:spcPct val="110000"/>
              </a:lnSpc>
              <a:spcBef>
                <a:spcPts val="800"/>
              </a:spcBef>
              <a:spcAft>
                <a:spcPts val="0"/>
              </a:spcAft>
              <a:buSzPts val="1600"/>
              <a:buNone/>
              <a:defRPr sz="1400">
                <a:latin typeface="Calibri"/>
                <a:ea typeface="Calibri"/>
                <a:cs typeface="Calibri"/>
                <a:sym typeface="Calibri"/>
              </a:defRPr>
            </a:lvl2pPr>
            <a:lvl3pPr marL="1371600" lvl="2" indent="-228600" algn="l" rtl="0">
              <a:lnSpc>
                <a:spcPct val="110000"/>
              </a:lnSpc>
              <a:spcBef>
                <a:spcPts val="600"/>
              </a:spcBef>
              <a:spcAft>
                <a:spcPts val="0"/>
              </a:spcAft>
              <a:buSzPts val="1500"/>
              <a:buNone/>
              <a:defRPr sz="1400">
                <a:latin typeface="Calibri"/>
                <a:ea typeface="Calibri"/>
                <a:cs typeface="Calibri"/>
                <a:sym typeface="Calibri"/>
              </a:defRPr>
            </a:lvl3pPr>
            <a:lvl4pPr marL="1828800" lvl="3" indent="-228600" algn="l" rtl="0">
              <a:lnSpc>
                <a:spcPct val="110000"/>
              </a:lnSpc>
              <a:spcBef>
                <a:spcPts val="600"/>
              </a:spcBef>
              <a:spcAft>
                <a:spcPts val="0"/>
              </a:spcAft>
              <a:buSzPts val="1500"/>
              <a:buFont typeface="Arial"/>
              <a:buNone/>
              <a:defRPr sz="1400">
                <a:latin typeface="Calibri"/>
                <a:ea typeface="Calibri"/>
                <a:cs typeface="Calibri"/>
                <a:sym typeface="Calibri"/>
              </a:defRPr>
            </a:lvl4pPr>
            <a:lvl5pPr marL="2286000" lvl="4" indent="-228600" algn="l" rtl="0">
              <a:lnSpc>
                <a:spcPct val="110000"/>
              </a:lnSpc>
              <a:spcBef>
                <a:spcPts val="200"/>
              </a:spcBef>
              <a:spcAft>
                <a:spcPts val="0"/>
              </a:spcAft>
              <a:buSzPts val="1500"/>
              <a:buNone/>
              <a:defRPr sz="1400">
                <a:latin typeface="Calibri"/>
                <a:ea typeface="Calibri"/>
                <a:cs typeface="Calibri"/>
                <a:sym typeface="Calibri"/>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21" name="Google Shape;221;p40"/>
          <p:cNvSpPr>
            <a:spLocks noGrp="1"/>
          </p:cNvSpPr>
          <p:nvPr>
            <p:ph type="pic" idx="5"/>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Activities 01-1">
  <p:cSld name="Activities 01-1">
    <p:spTree>
      <p:nvGrpSpPr>
        <p:cNvPr id="1" name="Shape 222"/>
        <p:cNvGrpSpPr/>
        <p:nvPr/>
      </p:nvGrpSpPr>
      <p:grpSpPr>
        <a:xfrm>
          <a:off x="0" y="0"/>
          <a:ext cx="0" cy="0"/>
          <a:chOff x="0" y="0"/>
          <a:chExt cx="0" cy="0"/>
        </a:xfrm>
      </p:grpSpPr>
      <p:sp>
        <p:nvSpPr>
          <p:cNvPr id="223" name="Google Shape;223;p41"/>
          <p:cNvSpPr/>
          <p:nvPr/>
        </p:nvSpPr>
        <p:spPr>
          <a:xfrm>
            <a:off x="0" y="0"/>
            <a:ext cx="91524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224" name="Google Shape;224;p41"/>
          <p:cNvSpPr txBox="1">
            <a:spLocks noGrp="1"/>
          </p:cNvSpPr>
          <p:nvPr>
            <p:ph type="body" idx="1"/>
          </p:nvPr>
        </p:nvSpPr>
        <p:spPr>
          <a:xfrm>
            <a:off x="289806" y="1038225"/>
            <a:ext cx="8539800" cy="35271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225" name="Google Shape;225;p41"/>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226" name="Google Shape;226;p41"/>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27" name="Google Shape;227;p41"/>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28" name="Google Shape;228;p41"/>
          <p:cNvSpPr>
            <a:spLocks noGrp="1"/>
          </p:cNvSpPr>
          <p:nvPr>
            <p:ph type="pic" idx="4"/>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229" name="Google Shape;229;p41"/>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Lesson Title">
  <p:cSld name="Lesson Title">
    <p:spTree>
      <p:nvGrpSpPr>
        <p:cNvPr id="1" name="Shape 230"/>
        <p:cNvGrpSpPr/>
        <p:nvPr/>
      </p:nvGrpSpPr>
      <p:grpSpPr>
        <a:xfrm>
          <a:off x="0" y="0"/>
          <a:ext cx="0" cy="0"/>
          <a:chOff x="0" y="0"/>
          <a:chExt cx="0" cy="0"/>
        </a:xfrm>
      </p:grpSpPr>
      <p:pic>
        <p:nvPicPr>
          <p:cNvPr id="231" name="Google Shape;231;p42" descr="4.5-PPTBackgrounds-10.jpg"/>
          <p:cNvPicPr preferRelativeResize="0"/>
          <p:nvPr/>
        </p:nvPicPr>
        <p:blipFill rotWithShape="1">
          <a:blip r:embed="rId2">
            <a:alphaModFix/>
          </a:blip>
          <a:srcRect/>
          <a:stretch/>
        </p:blipFill>
        <p:spPr>
          <a:xfrm>
            <a:off x="-1" y="0"/>
            <a:ext cx="9144002" cy="5164853"/>
          </a:xfrm>
          <a:prstGeom prst="rect">
            <a:avLst/>
          </a:prstGeom>
          <a:noFill/>
          <a:ln>
            <a:noFill/>
          </a:ln>
        </p:spPr>
      </p:pic>
      <p:sp>
        <p:nvSpPr>
          <p:cNvPr id="232" name="Google Shape;232;p42"/>
          <p:cNvSpPr/>
          <p:nvPr/>
        </p:nvSpPr>
        <p:spPr>
          <a:xfrm>
            <a:off x="-1" y="0"/>
            <a:ext cx="9144000" cy="1928400"/>
          </a:xfrm>
          <a:prstGeom prst="rect">
            <a:avLst/>
          </a:prstGeom>
          <a:solidFill>
            <a:schemeClr val="accent1"/>
          </a:solidFill>
          <a:ln>
            <a:noFill/>
          </a:ln>
        </p:spPr>
        <p:txBody>
          <a:bodyPr spcFirstLastPara="1" wrap="square" lIns="68575" tIns="68575" rIns="68575" bIns="68575" anchor="t" anchorCtr="0">
            <a:noAutofit/>
          </a:bodyPr>
          <a:lstStyle/>
          <a:p>
            <a:pPr marL="0" marR="0" lvl="0" indent="0" algn="l" rtl="0">
              <a:lnSpc>
                <a:spcPct val="100000"/>
              </a:lnSpc>
              <a:spcBef>
                <a:spcPts val="0"/>
              </a:spcBef>
              <a:spcAft>
                <a:spcPts val="0"/>
              </a:spcAft>
              <a:buClr>
                <a:schemeClr val="dk1"/>
              </a:buClr>
              <a:buSzPts val="1700"/>
              <a:buFont typeface="Arial"/>
              <a:buNone/>
            </a:pPr>
            <a:endParaRPr sz="1700" b="0" i="1" u="none" strike="noStrike" cap="none">
              <a:solidFill>
                <a:srgbClr val="565656"/>
              </a:solidFill>
              <a:latin typeface="Arial"/>
              <a:ea typeface="Arial"/>
              <a:cs typeface="Arial"/>
              <a:sym typeface="Arial"/>
            </a:endParaRPr>
          </a:p>
        </p:txBody>
      </p:sp>
      <p:sp>
        <p:nvSpPr>
          <p:cNvPr id="233" name="Google Shape;233;p42"/>
          <p:cNvSpPr txBox="1"/>
          <p:nvPr/>
        </p:nvSpPr>
        <p:spPr>
          <a:xfrm>
            <a:off x="6684987" y="4888280"/>
            <a:ext cx="2107500" cy="1848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999999"/>
              </a:buClr>
              <a:buSzPts val="800"/>
              <a:buFont typeface="Arial"/>
              <a:buNone/>
            </a:pPr>
            <a:r>
              <a:rPr lang="en" sz="800" b="1" i="0" u="none" strike="noStrike" cap="none">
                <a:solidFill>
                  <a:srgbClr val="999999"/>
                </a:solidFill>
                <a:latin typeface="Arial"/>
                <a:ea typeface="Arial"/>
                <a:cs typeface="Arial"/>
                <a:sym typeface="Arial"/>
              </a:rPr>
              <a:t>© Scaled Agile, Inc. </a:t>
            </a:r>
            <a:endParaRPr sz="1100"/>
          </a:p>
        </p:txBody>
      </p:sp>
      <p:pic>
        <p:nvPicPr>
          <p:cNvPr id="234" name="Google Shape;234;p42" descr="PPT-sized.png"/>
          <p:cNvPicPr preferRelativeResize="0"/>
          <p:nvPr/>
        </p:nvPicPr>
        <p:blipFill rotWithShape="1">
          <a:blip r:embed="rId3">
            <a:alphaModFix/>
          </a:blip>
          <a:srcRect/>
          <a:stretch/>
        </p:blipFill>
        <p:spPr>
          <a:xfrm>
            <a:off x="6700947" y="4591426"/>
            <a:ext cx="2133600" cy="243200"/>
          </a:xfrm>
          <a:prstGeom prst="rect">
            <a:avLst/>
          </a:prstGeom>
          <a:noFill/>
          <a:ln>
            <a:noFill/>
          </a:ln>
        </p:spPr>
      </p:pic>
      <p:sp>
        <p:nvSpPr>
          <p:cNvPr id="235" name="Google Shape;235;p42"/>
          <p:cNvSpPr txBox="1">
            <a:spLocks noGrp="1"/>
          </p:cNvSpPr>
          <p:nvPr>
            <p:ph type="body" idx="1"/>
          </p:nvPr>
        </p:nvSpPr>
        <p:spPr>
          <a:xfrm>
            <a:off x="3268717" y="2465179"/>
            <a:ext cx="5523000" cy="1030800"/>
          </a:xfrm>
          <a:prstGeom prst="rect">
            <a:avLst/>
          </a:prstGeom>
          <a:noFill/>
          <a:ln>
            <a:noFill/>
          </a:ln>
        </p:spPr>
        <p:txBody>
          <a:bodyPr spcFirstLastPara="1" wrap="square" lIns="68575" tIns="34275" rIns="68575" bIns="34275" anchor="ctr" anchorCtr="0">
            <a:noAutofit/>
          </a:bodyPr>
          <a:lstStyle>
            <a:lvl1pPr marL="457200" lvl="0" indent="-228600" algn="l" rtl="0">
              <a:lnSpc>
                <a:spcPct val="100000"/>
              </a:lnSpc>
              <a:spcBef>
                <a:spcPts val="800"/>
              </a:spcBef>
              <a:spcAft>
                <a:spcPts val="0"/>
              </a:spcAft>
              <a:buSzPts val="1100"/>
              <a:buFont typeface="Arial"/>
              <a:buNone/>
              <a:defRPr sz="1400" b="0" i="0">
                <a:solidFill>
                  <a:schemeClr val="dk1"/>
                </a:solidFill>
                <a:latin typeface="Arial"/>
                <a:ea typeface="Arial"/>
                <a:cs typeface="Arial"/>
                <a:sym typeface="Arial"/>
              </a:defRPr>
            </a:lvl1pPr>
            <a:lvl2pPr marL="914400" lvl="1" indent="-228600" algn="l" rtl="0">
              <a:lnSpc>
                <a:spcPct val="110000"/>
              </a:lnSpc>
              <a:spcBef>
                <a:spcPts val="800"/>
              </a:spcBef>
              <a:spcAft>
                <a:spcPts val="0"/>
              </a:spcAft>
              <a:buSzPts val="1900"/>
              <a:buFont typeface="Arial"/>
              <a:buNone/>
              <a:defRPr sz="1600"/>
            </a:lvl2pPr>
            <a:lvl3pPr marL="1371600" lvl="2" indent="-228600" algn="l" rtl="0">
              <a:lnSpc>
                <a:spcPct val="110000"/>
              </a:lnSpc>
              <a:spcBef>
                <a:spcPts val="600"/>
              </a:spcBef>
              <a:spcAft>
                <a:spcPts val="0"/>
              </a:spcAft>
              <a:buSzPts val="1800"/>
              <a:buFont typeface="Avenir"/>
              <a:buNone/>
              <a:defRPr sz="1600"/>
            </a:lvl3pPr>
            <a:lvl4pPr marL="1828800" lvl="3" indent="-228600" algn="l" rtl="0">
              <a:lnSpc>
                <a:spcPct val="110000"/>
              </a:lnSpc>
              <a:spcBef>
                <a:spcPts val="600"/>
              </a:spcBef>
              <a:spcAft>
                <a:spcPts val="0"/>
              </a:spcAft>
              <a:buSzPts val="1800"/>
              <a:buFont typeface="Arial"/>
              <a:buNone/>
              <a:defRPr sz="1600"/>
            </a:lvl4pPr>
            <a:lvl5pPr marL="2286000" lvl="4" indent="-228600" algn="l" rtl="0">
              <a:lnSpc>
                <a:spcPct val="110000"/>
              </a:lnSpc>
              <a:spcBef>
                <a:spcPts val="200"/>
              </a:spcBef>
              <a:spcAft>
                <a:spcPts val="0"/>
              </a:spcAft>
              <a:buSzPts val="1800"/>
              <a:buFont typeface="Avenir"/>
              <a:buNone/>
              <a:defRPr sz="16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36" name="Google Shape;236;p42"/>
          <p:cNvSpPr txBox="1">
            <a:spLocks noGrp="1"/>
          </p:cNvSpPr>
          <p:nvPr>
            <p:ph type="subTitle" idx="2"/>
          </p:nvPr>
        </p:nvSpPr>
        <p:spPr>
          <a:xfrm>
            <a:off x="471843" y="1266730"/>
            <a:ext cx="8320500" cy="4563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34275" rIns="68575" bIns="34275" anchor="t" anchorCtr="0">
            <a:noAutofit/>
          </a:bodyPr>
          <a:lstStyle>
            <a:lvl1pPr lvl="0" algn="l" rtl="0">
              <a:lnSpc>
                <a:spcPct val="110000"/>
              </a:lnSpc>
              <a:spcBef>
                <a:spcPts val="0"/>
              </a:spcBef>
              <a:spcAft>
                <a:spcPts val="0"/>
              </a:spcAft>
              <a:buClr>
                <a:schemeClr val="dk2"/>
              </a:buClr>
              <a:buSzPts val="2200"/>
              <a:buFont typeface="Noto Sans Symbols"/>
              <a:buNone/>
              <a:defRPr sz="2200" b="0" i="0">
                <a:solidFill>
                  <a:schemeClr val="lt1"/>
                </a:solidFill>
                <a:latin typeface="Arial"/>
                <a:ea typeface="Arial"/>
                <a:cs typeface="Arial"/>
                <a:sym typeface="Arial"/>
              </a:defRPr>
            </a:lvl1pPr>
            <a:lvl2pPr lvl="1" algn="l" rtl="0">
              <a:lnSpc>
                <a:spcPct val="110000"/>
              </a:lnSpc>
              <a:spcBef>
                <a:spcPts val="600"/>
              </a:spcBef>
              <a:spcAft>
                <a:spcPts val="0"/>
              </a:spcAft>
              <a:buSzPts val="1600"/>
              <a:buChar char="-"/>
              <a:defRPr/>
            </a:lvl2pPr>
            <a:lvl3pPr lvl="2" algn="l" rtl="0">
              <a:lnSpc>
                <a:spcPct val="110000"/>
              </a:lnSpc>
              <a:spcBef>
                <a:spcPts val="600"/>
              </a:spcBef>
              <a:spcAft>
                <a:spcPts val="0"/>
              </a:spcAft>
              <a:buSzPts val="1500"/>
              <a:buChar char="•"/>
              <a:defRPr/>
            </a:lvl3pPr>
            <a:lvl4pPr lvl="3" algn="l" rtl="0">
              <a:lnSpc>
                <a:spcPct val="110000"/>
              </a:lnSpc>
              <a:spcBef>
                <a:spcPts val="600"/>
              </a:spcBef>
              <a:spcAft>
                <a:spcPts val="0"/>
              </a:spcAft>
              <a:buSzPts val="1500"/>
              <a:buNone/>
              <a:defRPr/>
            </a:lvl4pPr>
            <a:lvl5pPr lvl="4" algn="l" rtl="0">
              <a:lnSpc>
                <a:spcPct val="110000"/>
              </a:lnSpc>
              <a:spcBef>
                <a:spcPts val="200"/>
              </a:spcBef>
              <a:spcAft>
                <a:spcPts val="0"/>
              </a:spcAft>
              <a:buSzPts val="1500"/>
              <a:buChar char="–"/>
              <a:defRPr/>
            </a:lvl5pPr>
            <a:lvl6pPr lvl="5" algn="l" rtl="0">
              <a:spcBef>
                <a:spcPts val="300"/>
              </a:spcBef>
              <a:spcAft>
                <a:spcPts val="0"/>
              </a:spcAft>
              <a:buSzPts val="1100"/>
              <a:buChar char="▪"/>
              <a:defRPr/>
            </a:lvl6pPr>
            <a:lvl7pPr lvl="6" algn="l" rtl="0">
              <a:spcBef>
                <a:spcPts val="300"/>
              </a:spcBef>
              <a:spcAft>
                <a:spcPts val="0"/>
              </a:spcAft>
              <a:buSzPts val="1100"/>
              <a:buChar char="▪"/>
              <a:defRPr/>
            </a:lvl7pPr>
            <a:lvl8pPr lvl="7" algn="l" rtl="0">
              <a:spcBef>
                <a:spcPts val="300"/>
              </a:spcBef>
              <a:spcAft>
                <a:spcPts val="0"/>
              </a:spcAft>
              <a:buSzPts val="1100"/>
              <a:buChar char="▪"/>
              <a:defRPr/>
            </a:lvl8pPr>
            <a:lvl9pPr lvl="8" algn="l" rtl="0">
              <a:spcBef>
                <a:spcPts val="300"/>
              </a:spcBef>
              <a:spcAft>
                <a:spcPts val="0"/>
              </a:spcAft>
              <a:buSzPts val="1100"/>
              <a:buChar char="▪"/>
              <a:defRPr/>
            </a:lvl9pPr>
          </a:lstStyle>
          <a:p>
            <a:endParaRPr/>
          </a:p>
        </p:txBody>
      </p:sp>
      <p:sp>
        <p:nvSpPr>
          <p:cNvPr id="237" name="Google Shape;237;p42"/>
          <p:cNvSpPr txBox="1">
            <a:spLocks noGrp="1"/>
          </p:cNvSpPr>
          <p:nvPr>
            <p:ph type="ctrTitle"/>
          </p:nvPr>
        </p:nvSpPr>
        <p:spPr>
          <a:xfrm>
            <a:off x="471843" y="33780"/>
            <a:ext cx="8320500" cy="12042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34275" rIns="0" bIns="0" anchor="b" anchorCtr="0">
            <a:noAutofit/>
          </a:bodyPr>
          <a:lstStyle>
            <a:lvl1pPr lvl="0" algn="l" rtl="0">
              <a:spcBef>
                <a:spcPts val="0"/>
              </a:spcBef>
              <a:spcAft>
                <a:spcPts val="0"/>
              </a:spcAft>
              <a:buSzPts val="1100"/>
              <a:buNone/>
              <a:defRPr sz="3200" b="0" i="0">
                <a:solidFill>
                  <a:schemeClr val="lt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38" name="Google Shape;238;p42"/>
          <p:cNvSpPr txBox="1">
            <a:spLocks noGrp="1"/>
          </p:cNvSpPr>
          <p:nvPr>
            <p:ph type="body" idx="3"/>
          </p:nvPr>
        </p:nvSpPr>
        <p:spPr>
          <a:xfrm>
            <a:off x="2212181" y="2464594"/>
            <a:ext cx="1056000" cy="10311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1700"/>
              <a:buNone/>
              <a:defRPr/>
            </a:lvl1pPr>
            <a:lvl2pPr marL="914400" lvl="1" indent="-330200" algn="l" rtl="0">
              <a:lnSpc>
                <a:spcPct val="110000"/>
              </a:lnSpc>
              <a:spcBef>
                <a:spcPts val="800"/>
              </a:spcBef>
              <a:spcAft>
                <a:spcPts val="0"/>
              </a:spcAft>
              <a:buSzPts val="1600"/>
              <a:buChar char="-"/>
              <a:defRPr/>
            </a:lvl2pPr>
            <a:lvl3pPr marL="1371600" lvl="2" indent="-323850" algn="l" rtl="0">
              <a:lnSpc>
                <a:spcPct val="110000"/>
              </a:lnSpc>
              <a:spcBef>
                <a:spcPts val="600"/>
              </a:spcBef>
              <a:spcAft>
                <a:spcPts val="0"/>
              </a:spcAft>
              <a:buSzPts val="1500"/>
              <a:buChar char="•"/>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Section Title">
  <p:cSld name="Section Title">
    <p:spTree>
      <p:nvGrpSpPr>
        <p:cNvPr id="1" name="Shape 239"/>
        <p:cNvGrpSpPr/>
        <p:nvPr/>
      </p:nvGrpSpPr>
      <p:grpSpPr>
        <a:xfrm>
          <a:off x="0" y="0"/>
          <a:ext cx="0" cy="0"/>
          <a:chOff x="0" y="0"/>
          <a:chExt cx="0" cy="0"/>
        </a:xfrm>
      </p:grpSpPr>
      <p:pic>
        <p:nvPicPr>
          <p:cNvPr id="240" name="Google Shape;240;p43" descr="4.5-PPTBackgrounds_Test-Yellow-FullFrame.jpg"/>
          <p:cNvPicPr preferRelativeResize="0"/>
          <p:nvPr/>
        </p:nvPicPr>
        <p:blipFill rotWithShape="1">
          <a:blip r:embed="rId2">
            <a:alphaModFix/>
          </a:blip>
          <a:srcRect/>
          <a:stretch/>
        </p:blipFill>
        <p:spPr>
          <a:xfrm>
            <a:off x="0" y="0"/>
            <a:ext cx="9144002" cy="5143502"/>
          </a:xfrm>
          <a:prstGeom prst="rect">
            <a:avLst/>
          </a:prstGeom>
          <a:noFill/>
          <a:ln>
            <a:noFill/>
          </a:ln>
        </p:spPr>
      </p:pic>
      <p:sp>
        <p:nvSpPr>
          <p:cNvPr id="241" name="Google Shape;241;p43"/>
          <p:cNvSpPr/>
          <p:nvPr/>
        </p:nvSpPr>
        <p:spPr>
          <a:xfrm>
            <a:off x="0" y="1683875"/>
            <a:ext cx="9144000" cy="17757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242" name="Google Shape;242;p43"/>
          <p:cNvSpPr txBox="1"/>
          <p:nvPr/>
        </p:nvSpPr>
        <p:spPr>
          <a:xfrm>
            <a:off x="8015592" y="4800601"/>
            <a:ext cx="654000" cy="2715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FFFFFF"/>
              </a:buClr>
              <a:buSzPts val="900"/>
              <a:buFont typeface="Arial"/>
              <a:buNone/>
            </a:pPr>
            <a:fld id="{00000000-1234-1234-1234-123412341234}" type="slidenum">
              <a:rPr lang="en" sz="900" b="0" i="0" u="none" strike="noStrike" cap="none">
                <a:solidFill>
                  <a:srgbClr val="FFFFFF"/>
                </a:solidFill>
                <a:latin typeface="Arial"/>
                <a:ea typeface="Arial"/>
                <a:cs typeface="Arial"/>
                <a:sym typeface="Arial"/>
              </a:rPr>
              <a:t>‹#›</a:t>
            </a:fld>
            <a:endParaRPr sz="900" b="0" i="0" u="none" strike="noStrike" cap="none">
              <a:solidFill>
                <a:srgbClr val="FFFFFF"/>
              </a:solidFill>
              <a:latin typeface="Arial"/>
              <a:ea typeface="Arial"/>
              <a:cs typeface="Arial"/>
              <a:sym typeface="Arial"/>
            </a:endParaRPr>
          </a:p>
        </p:txBody>
      </p:sp>
      <p:sp>
        <p:nvSpPr>
          <p:cNvPr id="243" name="Google Shape;243;p43"/>
          <p:cNvSpPr txBox="1"/>
          <p:nvPr/>
        </p:nvSpPr>
        <p:spPr>
          <a:xfrm>
            <a:off x="1544060" y="4908443"/>
            <a:ext cx="1890300" cy="1770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FFFFFF"/>
              </a:buClr>
              <a:buSzPts val="700"/>
              <a:buFont typeface="Arial"/>
              <a:buNone/>
            </a:pPr>
            <a:r>
              <a:rPr lang="en" sz="700" b="1" i="0" u="none" strike="noStrike" cap="none">
                <a:solidFill>
                  <a:srgbClr val="FFFFFF"/>
                </a:solidFill>
                <a:latin typeface="Arial"/>
                <a:ea typeface="Arial"/>
                <a:cs typeface="Arial"/>
                <a:sym typeface="Arial"/>
              </a:rPr>
              <a:t>© Scaled Agile, Inc. </a:t>
            </a:r>
            <a:endParaRPr sz="1100"/>
          </a:p>
        </p:txBody>
      </p:sp>
      <p:pic>
        <p:nvPicPr>
          <p:cNvPr id="244" name="Google Shape;244;p43" descr="PPT-sized.png"/>
          <p:cNvPicPr preferRelativeResize="0"/>
          <p:nvPr/>
        </p:nvPicPr>
        <p:blipFill rotWithShape="1">
          <a:blip r:embed="rId3">
            <a:alphaModFix/>
          </a:blip>
          <a:srcRect/>
          <a:stretch/>
        </p:blipFill>
        <p:spPr>
          <a:xfrm>
            <a:off x="426461" y="4934417"/>
            <a:ext cx="1117600" cy="127127"/>
          </a:xfrm>
          <a:prstGeom prst="rect">
            <a:avLst/>
          </a:prstGeom>
          <a:noFill/>
          <a:ln>
            <a:noFill/>
          </a:ln>
        </p:spPr>
      </p:pic>
      <p:sp>
        <p:nvSpPr>
          <p:cNvPr id="245" name="Google Shape;245;p43"/>
          <p:cNvSpPr txBox="1">
            <a:spLocks noGrp="1"/>
          </p:cNvSpPr>
          <p:nvPr>
            <p:ph type="title"/>
          </p:nvPr>
        </p:nvSpPr>
        <p:spPr>
          <a:xfrm>
            <a:off x="426461" y="1683875"/>
            <a:ext cx="8243100" cy="1775700"/>
          </a:xfrm>
          <a:prstGeom prst="rect">
            <a:avLst/>
          </a:prstGeom>
          <a:solidFill>
            <a:schemeClr val="lt1"/>
          </a:solidFill>
          <a:ln w="9525" cap="flat" cmpd="sng">
            <a:solidFill>
              <a:schemeClr val="lt1">
                <a:alpha val="0"/>
              </a:schemeClr>
            </a:solidFill>
            <a:prstDash val="solid"/>
            <a:miter lim="800000"/>
            <a:headEnd type="none" w="sm" len="sm"/>
            <a:tailEnd type="none" w="sm" len="sm"/>
          </a:ln>
        </p:spPr>
        <p:txBody>
          <a:bodyPr spcFirstLastPara="1" wrap="square" lIns="68575" tIns="34275" rIns="68575" bIns="34275" anchor="ctr" anchorCtr="0">
            <a:noAutofit/>
          </a:bodyPr>
          <a:lstStyle>
            <a:lvl1pPr lvl="0" algn="ctr" rtl="0">
              <a:lnSpc>
                <a:spcPct val="110000"/>
              </a:lnSpc>
              <a:spcBef>
                <a:spcPts val="0"/>
              </a:spcBef>
              <a:spcAft>
                <a:spcPts val="0"/>
              </a:spcAft>
              <a:buSzPts val="1100"/>
              <a:buNone/>
              <a:defRPr sz="2900" b="0" i="0" cap="none">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Lesson Review">
  <p:cSld name="Lesson Review">
    <p:spTree>
      <p:nvGrpSpPr>
        <p:cNvPr id="1" name="Shape 246"/>
        <p:cNvGrpSpPr/>
        <p:nvPr/>
      </p:nvGrpSpPr>
      <p:grpSpPr>
        <a:xfrm>
          <a:off x="0" y="0"/>
          <a:ext cx="0" cy="0"/>
          <a:chOff x="0" y="0"/>
          <a:chExt cx="0" cy="0"/>
        </a:xfrm>
      </p:grpSpPr>
      <p:sp>
        <p:nvSpPr>
          <p:cNvPr id="247" name="Google Shape;247;p44"/>
          <p:cNvSpPr txBox="1">
            <a:spLocks noGrp="1"/>
          </p:cNvSpPr>
          <p:nvPr>
            <p:ph type="body" idx="1"/>
          </p:nvPr>
        </p:nvSpPr>
        <p:spPr>
          <a:xfrm>
            <a:off x="388303" y="1270450"/>
            <a:ext cx="8375400" cy="3515100"/>
          </a:xfrm>
          <a:prstGeom prst="rect">
            <a:avLst/>
          </a:prstGeom>
          <a:noFill/>
          <a:ln>
            <a:noFill/>
          </a:ln>
        </p:spPr>
        <p:txBody>
          <a:bodyPr spcFirstLastPara="1" wrap="square" lIns="68575" tIns="34275" rIns="68575" bIns="34275" anchor="t" anchorCtr="0">
            <a:noAutofit/>
          </a:bodyPr>
          <a:lstStyle>
            <a:lvl1pPr marL="457200" marR="0" lvl="0" indent="-336550" algn="l" rtl="0">
              <a:lnSpc>
                <a:spcPct val="110000"/>
              </a:lnSpc>
              <a:spcBef>
                <a:spcPts val="800"/>
              </a:spcBef>
              <a:spcAft>
                <a:spcPts val="0"/>
              </a:spcAft>
              <a:buClr>
                <a:srgbClr val="A5A5A5"/>
              </a:buClr>
              <a:buSzPts val="1700"/>
              <a:buFont typeface="Merriweather Sans"/>
              <a:buChar char="►"/>
              <a:defRPr sz="2100" b="0" i="0">
                <a:solidFill>
                  <a:schemeClr val="dk1"/>
                </a:solidFill>
                <a:latin typeface="Arial"/>
                <a:ea typeface="Arial"/>
                <a:cs typeface="Arial"/>
                <a:sym typeface="Arial"/>
              </a:defRPr>
            </a:lvl1pPr>
            <a:lvl2pPr marL="914400" marR="0" lvl="1" indent="-374650" algn="l" rtl="0">
              <a:lnSpc>
                <a:spcPct val="110000"/>
              </a:lnSpc>
              <a:spcBef>
                <a:spcPts val="800"/>
              </a:spcBef>
              <a:spcAft>
                <a:spcPts val="0"/>
              </a:spcAft>
              <a:buClr>
                <a:srgbClr val="AAAAAA"/>
              </a:buClr>
              <a:buSzPts val="2300"/>
              <a:buFont typeface="Merriweather Sans"/>
              <a:buChar char="-"/>
              <a:defRPr sz="2000" b="0" i="0">
                <a:solidFill>
                  <a:schemeClr val="dk1"/>
                </a:solidFill>
                <a:latin typeface="Arial"/>
                <a:ea typeface="Arial"/>
                <a:cs typeface="Arial"/>
                <a:sym typeface="Arial"/>
              </a:defRPr>
            </a:lvl2pPr>
            <a:lvl3pPr marL="1371600" marR="0" lvl="2" indent="-361950" algn="l" rtl="0">
              <a:lnSpc>
                <a:spcPct val="110000"/>
              </a:lnSpc>
              <a:spcBef>
                <a:spcPts val="600"/>
              </a:spcBef>
              <a:spcAft>
                <a:spcPts val="0"/>
              </a:spcAft>
              <a:buClr>
                <a:srgbClr val="AAAAAA"/>
              </a:buClr>
              <a:buSzPts val="2100"/>
              <a:buFont typeface="Merriweather Sans"/>
              <a:buChar char="-"/>
              <a:defRPr sz="1800" b="0" i="0">
                <a:solidFill>
                  <a:schemeClr val="dk1"/>
                </a:solidFill>
                <a:latin typeface="Arial"/>
                <a:ea typeface="Arial"/>
                <a:cs typeface="Arial"/>
                <a:sym typeface="Arial"/>
              </a:defRPr>
            </a:lvl3pPr>
            <a:lvl4pPr marL="1828800" lvl="3" indent="-228600" algn="l" rtl="0">
              <a:lnSpc>
                <a:spcPct val="110000"/>
              </a:lnSpc>
              <a:spcBef>
                <a:spcPts val="600"/>
              </a:spcBef>
              <a:spcAft>
                <a:spcPts val="0"/>
              </a:spcAft>
              <a:buSzPts val="2400"/>
              <a:buNone/>
              <a:defRPr sz="2200">
                <a:solidFill>
                  <a:schemeClr val="dk1"/>
                </a:solidFill>
                <a:latin typeface="Avenir"/>
                <a:ea typeface="Avenir"/>
                <a:cs typeface="Avenir"/>
                <a:sym typeface="Avenir"/>
              </a:defRPr>
            </a:lvl4pPr>
            <a:lvl5pPr marL="2286000" lvl="4" indent="-381000" algn="l" rtl="0">
              <a:lnSpc>
                <a:spcPct val="110000"/>
              </a:lnSpc>
              <a:spcBef>
                <a:spcPts val="200"/>
              </a:spcBef>
              <a:spcAft>
                <a:spcPts val="0"/>
              </a:spcAft>
              <a:buSzPts val="2400"/>
              <a:buChar char="–"/>
              <a:defRPr sz="2200">
                <a:solidFill>
                  <a:schemeClr val="dk1"/>
                </a:solidFill>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48" name="Google Shape;248;p44"/>
          <p:cNvSpPr txBox="1">
            <a:spLocks noGrp="1"/>
          </p:cNvSpPr>
          <p:nvPr>
            <p:ph type="body" idx="2"/>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49" name="Google Shape;249;p44"/>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Full Color 01">
  <p:cSld name="Full Color 01">
    <p:spTree>
      <p:nvGrpSpPr>
        <p:cNvPr id="1" name="Shape 250"/>
        <p:cNvGrpSpPr/>
        <p:nvPr/>
      </p:nvGrpSpPr>
      <p:grpSpPr>
        <a:xfrm>
          <a:off x="0" y="0"/>
          <a:ext cx="0" cy="0"/>
          <a:chOff x="0" y="0"/>
          <a:chExt cx="0" cy="0"/>
        </a:xfrm>
      </p:grpSpPr>
      <p:pic>
        <p:nvPicPr>
          <p:cNvPr id="251" name="Google Shape;251;p45" descr="4.5-PPTBackgrounds_Blue-patter-Full-Screen.png"/>
          <p:cNvPicPr preferRelativeResize="0"/>
          <p:nvPr/>
        </p:nvPicPr>
        <p:blipFill rotWithShape="1">
          <a:blip r:embed="rId2">
            <a:alphaModFix/>
          </a:blip>
          <a:srcRect/>
          <a:stretch/>
        </p:blipFill>
        <p:spPr>
          <a:xfrm>
            <a:off x="0" y="0"/>
            <a:ext cx="9168385" cy="5157217"/>
          </a:xfrm>
          <a:prstGeom prst="rect">
            <a:avLst/>
          </a:prstGeom>
          <a:noFill/>
          <a:ln>
            <a:noFill/>
          </a:ln>
        </p:spPr>
      </p:pic>
      <p:sp>
        <p:nvSpPr>
          <p:cNvPr id="252" name="Google Shape;252;p45"/>
          <p:cNvSpPr txBox="1"/>
          <p:nvPr/>
        </p:nvSpPr>
        <p:spPr>
          <a:xfrm>
            <a:off x="1509160" y="4904100"/>
            <a:ext cx="1311000" cy="1617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FFFFFF"/>
              </a:buClr>
              <a:buSzPts val="600"/>
              <a:buFont typeface="Arial"/>
              <a:buNone/>
            </a:pPr>
            <a:r>
              <a:rPr lang="en" sz="600" b="0" i="0" u="none" strike="noStrike" cap="none">
                <a:solidFill>
                  <a:srgbClr val="FFFFFF"/>
                </a:solidFill>
                <a:latin typeface="Arial"/>
                <a:ea typeface="Arial"/>
                <a:cs typeface="Arial"/>
                <a:sym typeface="Arial"/>
              </a:rPr>
              <a:t>© Scaled Agile, Inc. </a:t>
            </a:r>
            <a:endParaRPr sz="1100"/>
          </a:p>
        </p:txBody>
      </p:sp>
      <p:pic>
        <p:nvPicPr>
          <p:cNvPr id="253" name="Google Shape;253;p45" descr="PPT-sized.png"/>
          <p:cNvPicPr preferRelativeResize="0"/>
          <p:nvPr/>
        </p:nvPicPr>
        <p:blipFill rotWithShape="1">
          <a:blip r:embed="rId3">
            <a:alphaModFix/>
          </a:blip>
          <a:srcRect/>
          <a:stretch/>
        </p:blipFill>
        <p:spPr>
          <a:xfrm>
            <a:off x="426461" y="4934417"/>
            <a:ext cx="1117600" cy="127127"/>
          </a:xfrm>
          <a:prstGeom prst="rect">
            <a:avLst/>
          </a:prstGeom>
          <a:noFill/>
          <a:ln>
            <a:noFill/>
          </a:ln>
        </p:spPr>
      </p:pic>
      <p:sp>
        <p:nvSpPr>
          <p:cNvPr id="254" name="Google Shape;254;p45"/>
          <p:cNvSpPr txBox="1">
            <a:spLocks noGrp="1"/>
          </p:cNvSpPr>
          <p:nvPr>
            <p:ph type="title"/>
          </p:nvPr>
        </p:nvSpPr>
        <p:spPr>
          <a:xfrm>
            <a:off x="2990539" y="329784"/>
            <a:ext cx="5727000" cy="4377000"/>
          </a:xfrm>
          <a:prstGeom prst="rect">
            <a:avLst/>
          </a:prstGeom>
          <a:noFill/>
          <a:ln>
            <a:noFill/>
          </a:ln>
        </p:spPr>
        <p:txBody>
          <a:bodyPr spcFirstLastPara="1" wrap="square" lIns="0" tIns="34275" rIns="68575" bIns="34275" anchor="ctr" anchorCtr="0">
            <a:noAutofit/>
          </a:bodyPr>
          <a:lstStyle>
            <a:lvl1pPr lvl="0" algn="l" rtl="0">
              <a:lnSpc>
                <a:spcPct val="150000"/>
              </a:lnSpc>
              <a:spcBef>
                <a:spcPts val="0"/>
              </a:spcBef>
              <a:spcAft>
                <a:spcPts val="0"/>
              </a:spcAft>
              <a:buSzPts val="1100"/>
              <a:buNone/>
              <a:defRPr sz="2100" b="0" i="0">
                <a:solidFill>
                  <a:schemeClr val="lt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55" name="Google Shape;255;p45"/>
          <p:cNvSpPr>
            <a:spLocks noGrp="1"/>
          </p:cNvSpPr>
          <p:nvPr>
            <p:ph type="pic" idx="2"/>
          </p:nvPr>
        </p:nvSpPr>
        <p:spPr>
          <a:xfrm>
            <a:off x="426460" y="329785"/>
            <a:ext cx="2271900" cy="4377000"/>
          </a:xfrm>
          <a:prstGeom prst="rect">
            <a:avLst/>
          </a:prstGeom>
          <a:noFill/>
          <a:ln>
            <a:noFill/>
          </a:ln>
        </p:spPr>
        <p:txBody>
          <a:bodyPr spcFirstLastPara="1" wrap="square" lIns="68575" tIns="34275" rIns="68575" bIns="34275" anchor="ctr" anchorCtr="0">
            <a:noAutofit/>
          </a:bodyPr>
          <a:lstStyle>
            <a:lvl1pPr marR="0" lvl="0" algn="ct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Full Color 02">
  <p:cSld name="Full Color 02">
    <p:spTree>
      <p:nvGrpSpPr>
        <p:cNvPr id="1" name="Shape 256"/>
        <p:cNvGrpSpPr/>
        <p:nvPr/>
      </p:nvGrpSpPr>
      <p:grpSpPr>
        <a:xfrm>
          <a:off x="0" y="0"/>
          <a:ext cx="0" cy="0"/>
          <a:chOff x="0" y="0"/>
          <a:chExt cx="0" cy="0"/>
        </a:xfrm>
      </p:grpSpPr>
      <p:pic>
        <p:nvPicPr>
          <p:cNvPr id="257" name="Google Shape;257;p46" descr="4.5-PPTBackgrounds_Blue-patter-Full-Screen.png"/>
          <p:cNvPicPr preferRelativeResize="0"/>
          <p:nvPr/>
        </p:nvPicPr>
        <p:blipFill rotWithShape="1">
          <a:blip r:embed="rId2">
            <a:alphaModFix/>
          </a:blip>
          <a:srcRect/>
          <a:stretch/>
        </p:blipFill>
        <p:spPr>
          <a:xfrm>
            <a:off x="1" y="0"/>
            <a:ext cx="9168385" cy="5157217"/>
          </a:xfrm>
          <a:prstGeom prst="rect">
            <a:avLst/>
          </a:prstGeom>
          <a:noFill/>
          <a:ln>
            <a:noFill/>
          </a:ln>
        </p:spPr>
      </p:pic>
      <p:sp>
        <p:nvSpPr>
          <p:cNvPr id="258" name="Google Shape;258;p46"/>
          <p:cNvSpPr txBox="1"/>
          <p:nvPr/>
        </p:nvSpPr>
        <p:spPr>
          <a:xfrm>
            <a:off x="1509160" y="4904100"/>
            <a:ext cx="1311000" cy="1617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FFFFFF"/>
              </a:buClr>
              <a:buSzPts val="600"/>
              <a:buFont typeface="Arial"/>
              <a:buNone/>
            </a:pPr>
            <a:r>
              <a:rPr lang="en" sz="600" b="0" i="0" u="none" strike="noStrike" cap="none">
                <a:solidFill>
                  <a:srgbClr val="FFFFFF"/>
                </a:solidFill>
                <a:latin typeface="Arial"/>
                <a:ea typeface="Arial"/>
                <a:cs typeface="Arial"/>
                <a:sym typeface="Arial"/>
              </a:rPr>
              <a:t>© Scaled Agile, Inc. </a:t>
            </a:r>
            <a:endParaRPr sz="1100"/>
          </a:p>
        </p:txBody>
      </p:sp>
      <p:pic>
        <p:nvPicPr>
          <p:cNvPr id="259" name="Google Shape;259;p46" descr="PPT-sized.png"/>
          <p:cNvPicPr preferRelativeResize="0"/>
          <p:nvPr/>
        </p:nvPicPr>
        <p:blipFill rotWithShape="1">
          <a:blip r:embed="rId3">
            <a:alphaModFix/>
          </a:blip>
          <a:srcRect/>
          <a:stretch/>
        </p:blipFill>
        <p:spPr>
          <a:xfrm>
            <a:off x="426461" y="4934417"/>
            <a:ext cx="1117600" cy="127127"/>
          </a:xfrm>
          <a:prstGeom prst="rect">
            <a:avLst/>
          </a:prstGeom>
          <a:noFill/>
          <a:ln>
            <a:noFill/>
          </a:ln>
        </p:spPr>
      </p:pic>
      <p:sp>
        <p:nvSpPr>
          <p:cNvPr id="260" name="Google Shape;260;p46"/>
          <p:cNvSpPr txBox="1">
            <a:spLocks noGrp="1"/>
          </p:cNvSpPr>
          <p:nvPr>
            <p:ph type="title"/>
          </p:nvPr>
        </p:nvSpPr>
        <p:spPr>
          <a:xfrm>
            <a:off x="6076015" y="331775"/>
            <a:ext cx="2631600" cy="4386000"/>
          </a:xfrm>
          <a:prstGeom prst="rect">
            <a:avLst/>
          </a:prstGeom>
          <a:noFill/>
          <a:ln>
            <a:noFill/>
          </a:ln>
        </p:spPr>
        <p:txBody>
          <a:bodyPr spcFirstLastPara="1" wrap="square" lIns="0" tIns="34275" rIns="68575" bIns="34275" anchor="ctr" anchorCtr="0">
            <a:noAutofit/>
          </a:bodyPr>
          <a:lstStyle>
            <a:lvl1pPr lvl="0" algn="l" rtl="0">
              <a:lnSpc>
                <a:spcPct val="150000"/>
              </a:lnSpc>
              <a:spcBef>
                <a:spcPts val="0"/>
              </a:spcBef>
              <a:spcAft>
                <a:spcPts val="0"/>
              </a:spcAft>
              <a:buSzPts val="1100"/>
              <a:buNone/>
              <a:defRPr sz="2100" i="0">
                <a:solidFill>
                  <a:schemeClr val="lt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61" name="Google Shape;261;p46"/>
          <p:cNvSpPr>
            <a:spLocks noGrp="1"/>
          </p:cNvSpPr>
          <p:nvPr>
            <p:ph type="pic" idx="2"/>
          </p:nvPr>
        </p:nvSpPr>
        <p:spPr>
          <a:xfrm>
            <a:off x="426461" y="331773"/>
            <a:ext cx="5382300" cy="4386000"/>
          </a:xfrm>
          <a:prstGeom prst="rect">
            <a:avLst/>
          </a:prstGeom>
          <a:noFill/>
          <a:ln>
            <a:noFill/>
          </a:ln>
        </p:spPr>
        <p:txBody>
          <a:bodyPr spcFirstLastPara="1" wrap="square" lIns="68575" tIns="34275" rIns="68575" bIns="34275" anchor="ctr"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Full Color 03">
  <p:cSld name="Full Color 03">
    <p:spTree>
      <p:nvGrpSpPr>
        <p:cNvPr id="1" name="Shape 262"/>
        <p:cNvGrpSpPr/>
        <p:nvPr/>
      </p:nvGrpSpPr>
      <p:grpSpPr>
        <a:xfrm>
          <a:off x="0" y="0"/>
          <a:ext cx="0" cy="0"/>
          <a:chOff x="0" y="0"/>
          <a:chExt cx="0" cy="0"/>
        </a:xfrm>
      </p:grpSpPr>
      <p:pic>
        <p:nvPicPr>
          <p:cNvPr id="263" name="Google Shape;263;p47" descr="4.5-PPTBackgrounds_Blue-patter-Full-Screen.png"/>
          <p:cNvPicPr preferRelativeResize="0"/>
          <p:nvPr/>
        </p:nvPicPr>
        <p:blipFill rotWithShape="1">
          <a:blip r:embed="rId2">
            <a:alphaModFix/>
          </a:blip>
          <a:srcRect/>
          <a:stretch/>
        </p:blipFill>
        <p:spPr>
          <a:xfrm>
            <a:off x="1" y="0"/>
            <a:ext cx="9168385" cy="5157217"/>
          </a:xfrm>
          <a:prstGeom prst="rect">
            <a:avLst/>
          </a:prstGeom>
          <a:noFill/>
          <a:ln>
            <a:noFill/>
          </a:ln>
        </p:spPr>
      </p:pic>
      <p:sp>
        <p:nvSpPr>
          <p:cNvPr id="264" name="Google Shape;264;p47"/>
          <p:cNvSpPr txBox="1"/>
          <p:nvPr/>
        </p:nvSpPr>
        <p:spPr>
          <a:xfrm>
            <a:off x="1509160" y="4904100"/>
            <a:ext cx="1311000" cy="161700"/>
          </a:xfrm>
          <a:prstGeom prst="rect">
            <a:avLst/>
          </a:prstGeom>
          <a:solidFill>
            <a:schemeClr val="lt1">
              <a:alpha val="0"/>
            </a:schemeClr>
          </a:solidFill>
          <a:ln w="9525" cap="flat" cmpd="sng">
            <a:solidFill>
              <a:schemeClr val="lt1">
                <a:alpha val="0"/>
              </a:schemeClr>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FFFFFF"/>
              </a:buClr>
              <a:buSzPts val="600"/>
              <a:buFont typeface="Arial"/>
              <a:buNone/>
            </a:pPr>
            <a:r>
              <a:rPr lang="en" sz="600" b="0" i="0" u="none" strike="noStrike" cap="none">
                <a:solidFill>
                  <a:srgbClr val="FFFFFF"/>
                </a:solidFill>
                <a:latin typeface="Arial"/>
                <a:ea typeface="Arial"/>
                <a:cs typeface="Arial"/>
                <a:sym typeface="Arial"/>
              </a:rPr>
              <a:t>© Scaled Agile, Inc. </a:t>
            </a:r>
            <a:endParaRPr sz="1100"/>
          </a:p>
        </p:txBody>
      </p:sp>
      <p:pic>
        <p:nvPicPr>
          <p:cNvPr id="265" name="Google Shape;265;p47" descr="PPT-sized.png"/>
          <p:cNvPicPr preferRelativeResize="0"/>
          <p:nvPr/>
        </p:nvPicPr>
        <p:blipFill rotWithShape="1">
          <a:blip r:embed="rId3">
            <a:alphaModFix/>
          </a:blip>
          <a:srcRect/>
          <a:stretch/>
        </p:blipFill>
        <p:spPr>
          <a:xfrm>
            <a:off x="426461" y="4934417"/>
            <a:ext cx="1117600" cy="127127"/>
          </a:xfrm>
          <a:prstGeom prst="rect">
            <a:avLst/>
          </a:prstGeom>
          <a:noFill/>
          <a:ln>
            <a:noFill/>
          </a:ln>
        </p:spPr>
      </p:pic>
      <p:sp>
        <p:nvSpPr>
          <p:cNvPr id="266" name="Google Shape;266;p47"/>
          <p:cNvSpPr txBox="1">
            <a:spLocks noGrp="1"/>
          </p:cNvSpPr>
          <p:nvPr>
            <p:ph type="title"/>
          </p:nvPr>
        </p:nvSpPr>
        <p:spPr>
          <a:xfrm>
            <a:off x="1346200" y="331775"/>
            <a:ext cx="7361400" cy="3554400"/>
          </a:xfrm>
          <a:prstGeom prst="rect">
            <a:avLst/>
          </a:prstGeom>
          <a:noFill/>
          <a:ln>
            <a:noFill/>
          </a:ln>
        </p:spPr>
        <p:txBody>
          <a:bodyPr spcFirstLastPara="1" wrap="square" lIns="0" tIns="34275" rIns="68575" bIns="34275" anchor="ctr" anchorCtr="0">
            <a:noAutofit/>
          </a:bodyPr>
          <a:lstStyle>
            <a:lvl1pPr lvl="0" algn="l" rtl="0">
              <a:lnSpc>
                <a:spcPct val="150000"/>
              </a:lnSpc>
              <a:spcBef>
                <a:spcPts val="0"/>
              </a:spcBef>
              <a:spcAft>
                <a:spcPts val="0"/>
              </a:spcAft>
              <a:buSzPts val="1100"/>
              <a:buNone/>
              <a:defRPr sz="2700" i="0">
                <a:solidFill>
                  <a:schemeClr val="lt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67" name="Google Shape;267;p47"/>
          <p:cNvSpPr txBox="1"/>
          <p:nvPr/>
        </p:nvSpPr>
        <p:spPr>
          <a:xfrm>
            <a:off x="493139" y="475214"/>
            <a:ext cx="802200" cy="2608500"/>
          </a:xfrm>
          <a:prstGeom prst="rect">
            <a:avLst/>
          </a:prstGeom>
          <a:noFill/>
          <a:ln>
            <a:noFill/>
          </a:ln>
        </p:spPr>
        <p:txBody>
          <a:bodyPr spcFirstLastPara="1" wrap="square" lIns="68575" tIns="34275" rIns="68575" bIns="34275" anchor="t" anchorCtr="0">
            <a:noAutofit/>
          </a:bodyPr>
          <a:lstStyle/>
          <a:p>
            <a:pPr marL="0" marR="0" lvl="0" indent="0" algn="l" rtl="0">
              <a:spcBef>
                <a:spcPts val="0"/>
              </a:spcBef>
              <a:spcAft>
                <a:spcPts val="0"/>
              </a:spcAft>
              <a:buNone/>
            </a:pPr>
            <a:r>
              <a:rPr lang="en" sz="16500" b="0" i="0" u="none" strike="noStrike" cap="none">
                <a:solidFill>
                  <a:srgbClr val="FFFFFF"/>
                </a:solidFill>
                <a:latin typeface="Arial"/>
                <a:ea typeface="Arial"/>
                <a:cs typeface="Arial"/>
                <a:sym typeface="Arial"/>
              </a:rPr>
              <a:t>“</a:t>
            </a:r>
            <a:endParaRPr sz="1100"/>
          </a:p>
        </p:txBody>
      </p:sp>
      <p:sp>
        <p:nvSpPr>
          <p:cNvPr id="268" name="Google Shape;268;p47"/>
          <p:cNvSpPr txBox="1">
            <a:spLocks noGrp="1"/>
          </p:cNvSpPr>
          <p:nvPr>
            <p:ph type="body" idx="1"/>
          </p:nvPr>
        </p:nvSpPr>
        <p:spPr>
          <a:xfrm>
            <a:off x="3829558" y="4217975"/>
            <a:ext cx="4878000" cy="400200"/>
          </a:xfrm>
          <a:prstGeom prst="rect">
            <a:avLst/>
          </a:prstGeom>
          <a:noFill/>
          <a:ln>
            <a:noFill/>
          </a:ln>
        </p:spPr>
        <p:txBody>
          <a:bodyPr spcFirstLastPara="1" wrap="square" lIns="0" tIns="0" rIns="0" bIns="0" anchor="t" anchorCtr="0">
            <a:noAutofit/>
          </a:bodyPr>
          <a:lstStyle>
            <a:lvl1pPr marL="457200" lvl="0" indent="-228600" algn="r" rtl="0">
              <a:lnSpc>
                <a:spcPct val="110000"/>
              </a:lnSpc>
              <a:spcBef>
                <a:spcPts val="800"/>
              </a:spcBef>
              <a:spcAft>
                <a:spcPts val="0"/>
              </a:spcAft>
              <a:buSzPts val="1400"/>
              <a:buFont typeface="Arial"/>
              <a:buNone/>
              <a:defRPr sz="1800" i="1">
                <a:solidFill>
                  <a:schemeClr val="lt1"/>
                </a:solidFill>
              </a:defRPr>
            </a:lvl1pPr>
            <a:lvl2pPr marL="914400" lvl="1" indent="-228600" algn="r" rtl="0">
              <a:lnSpc>
                <a:spcPct val="110000"/>
              </a:lnSpc>
              <a:spcBef>
                <a:spcPts val="800"/>
              </a:spcBef>
              <a:spcAft>
                <a:spcPts val="0"/>
              </a:spcAft>
              <a:buSzPts val="1900"/>
              <a:buFont typeface="Arial"/>
              <a:buNone/>
              <a:defRPr sz="1700" i="1">
                <a:solidFill>
                  <a:schemeClr val="lt1"/>
                </a:solidFill>
              </a:defRPr>
            </a:lvl2pPr>
            <a:lvl3pPr marL="1371600" lvl="2" indent="-228600" algn="r" rtl="0">
              <a:lnSpc>
                <a:spcPct val="110000"/>
              </a:lnSpc>
              <a:spcBef>
                <a:spcPts val="600"/>
              </a:spcBef>
              <a:spcAft>
                <a:spcPts val="0"/>
              </a:spcAft>
              <a:buSzPts val="1800"/>
              <a:buFont typeface="Avenir"/>
              <a:buNone/>
              <a:defRPr sz="1700" i="1">
                <a:solidFill>
                  <a:schemeClr val="lt1"/>
                </a:solidFill>
              </a:defRPr>
            </a:lvl3pPr>
            <a:lvl4pPr marL="1828800" lvl="3" indent="-228600" algn="r" rtl="0">
              <a:lnSpc>
                <a:spcPct val="110000"/>
              </a:lnSpc>
              <a:spcBef>
                <a:spcPts val="600"/>
              </a:spcBef>
              <a:spcAft>
                <a:spcPts val="0"/>
              </a:spcAft>
              <a:buSzPts val="1800"/>
              <a:buFont typeface="Arial"/>
              <a:buNone/>
              <a:defRPr sz="1700" i="1">
                <a:solidFill>
                  <a:schemeClr val="lt1"/>
                </a:solidFill>
              </a:defRPr>
            </a:lvl4pPr>
            <a:lvl5pPr marL="2286000" lvl="4" indent="-228600" algn="r" rtl="0">
              <a:lnSpc>
                <a:spcPct val="110000"/>
              </a:lnSpc>
              <a:spcBef>
                <a:spcPts val="200"/>
              </a:spcBef>
              <a:spcAft>
                <a:spcPts val="0"/>
              </a:spcAft>
              <a:buSzPts val="1800"/>
              <a:buFont typeface="Avenir"/>
              <a:buNone/>
              <a:defRPr sz="1700" i="1">
                <a:solidFill>
                  <a:schemeClr val="lt1"/>
                </a:solidFill>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Activities 01-2">
  <p:cSld name="Activities 01-2">
    <p:spTree>
      <p:nvGrpSpPr>
        <p:cNvPr id="1" name="Shape 269"/>
        <p:cNvGrpSpPr/>
        <p:nvPr/>
      </p:nvGrpSpPr>
      <p:grpSpPr>
        <a:xfrm>
          <a:off x="0" y="0"/>
          <a:ext cx="0" cy="0"/>
          <a:chOff x="0" y="0"/>
          <a:chExt cx="0" cy="0"/>
        </a:xfrm>
      </p:grpSpPr>
      <p:sp>
        <p:nvSpPr>
          <p:cNvPr id="270" name="Google Shape;270;p48"/>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pic>
        <p:nvPicPr>
          <p:cNvPr id="271" name="Google Shape;271;p48"/>
          <p:cNvPicPr preferRelativeResize="0"/>
          <p:nvPr/>
        </p:nvPicPr>
        <p:blipFill rotWithShape="1">
          <a:blip r:embed="rId2">
            <a:alphaModFix/>
          </a:blip>
          <a:srcRect/>
          <a:stretch/>
        </p:blipFill>
        <p:spPr>
          <a:xfrm>
            <a:off x="7593767" y="145634"/>
            <a:ext cx="633302" cy="633302"/>
          </a:xfrm>
          <a:prstGeom prst="rect">
            <a:avLst/>
          </a:prstGeom>
          <a:noFill/>
          <a:ln>
            <a:noFill/>
          </a:ln>
        </p:spPr>
      </p:pic>
      <p:pic>
        <p:nvPicPr>
          <p:cNvPr id="272" name="Google Shape;272;p48"/>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273" name="Google Shape;273;p48"/>
          <p:cNvSpPr txBox="1">
            <a:spLocks noGrp="1"/>
          </p:cNvSpPr>
          <p:nvPr>
            <p:ph type="body" idx="1"/>
          </p:nvPr>
        </p:nvSpPr>
        <p:spPr>
          <a:xfrm>
            <a:off x="289806" y="1038225"/>
            <a:ext cx="8539800" cy="35271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74" name="Google Shape;274;p48"/>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275" name="Google Shape;275;p48"/>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76" name="Google Shape;276;p48"/>
          <p:cNvSpPr txBox="1">
            <a:spLocks noGrp="1"/>
          </p:cNvSpPr>
          <p:nvPr>
            <p:ph type="body" idx="3"/>
          </p:nvPr>
        </p:nvSpPr>
        <p:spPr>
          <a:xfrm>
            <a:off x="7672477"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77" name="Google Shape;277;p48"/>
          <p:cNvSpPr txBox="1">
            <a:spLocks noGrp="1"/>
          </p:cNvSpPr>
          <p:nvPr>
            <p:ph type="body" idx="4"/>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78" name="Google Shape;278;p48"/>
          <p:cNvSpPr txBox="1">
            <a:spLocks noGrp="1"/>
          </p:cNvSpPr>
          <p:nvPr>
            <p:ph type="body" idx="5"/>
          </p:nvPr>
        </p:nvSpPr>
        <p:spPr>
          <a:xfrm>
            <a:off x="7509059"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79" name="Google Shape;279;p48"/>
          <p:cNvSpPr>
            <a:spLocks noGrp="1"/>
          </p:cNvSpPr>
          <p:nvPr>
            <p:ph type="pic" idx="6"/>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Activities 02-1">
  <p:cSld name="Activities 02-1">
    <p:spTree>
      <p:nvGrpSpPr>
        <p:cNvPr id="1" name="Shape 280"/>
        <p:cNvGrpSpPr/>
        <p:nvPr/>
      </p:nvGrpSpPr>
      <p:grpSpPr>
        <a:xfrm>
          <a:off x="0" y="0"/>
          <a:ext cx="0" cy="0"/>
          <a:chOff x="0" y="0"/>
          <a:chExt cx="0" cy="0"/>
        </a:xfrm>
      </p:grpSpPr>
      <p:sp>
        <p:nvSpPr>
          <p:cNvPr id="281" name="Google Shape;281;p49"/>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282" name="Google Shape;282;p49"/>
          <p:cNvSpPr txBox="1">
            <a:spLocks noGrp="1"/>
          </p:cNvSpPr>
          <p:nvPr>
            <p:ph type="body" idx="1"/>
          </p:nvPr>
        </p:nvSpPr>
        <p:spPr>
          <a:xfrm>
            <a:off x="289806" y="1038225"/>
            <a:ext cx="42156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83" name="Google Shape;283;p49"/>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284" name="Google Shape;284;p49"/>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285" name="Google Shape;285;p49"/>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86" name="Google Shape;286;p49"/>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87" name="Google Shape;287;p49"/>
          <p:cNvSpPr txBox="1">
            <a:spLocks noGrp="1"/>
          </p:cNvSpPr>
          <p:nvPr>
            <p:ph type="body" idx="4"/>
          </p:nvPr>
        </p:nvSpPr>
        <p:spPr>
          <a:xfrm>
            <a:off x="4587478" y="1038226"/>
            <a:ext cx="4232700" cy="3232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88" name="Google Shape;288;p49"/>
          <p:cNvSpPr>
            <a:spLocks noGrp="1"/>
          </p:cNvSpPr>
          <p:nvPr>
            <p:ph type="pic" idx="5"/>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Activities 02-2">
  <p:cSld name="Activities 02-2">
    <p:spTree>
      <p:nvGrpSpPr>
        <p:cNvPr id="1" name="Shape 289"/>
        <p:cNvGrpSpPr/>
        <p:nvPr/>
      </p:nvGrpSpPr>
      <p:grpSpPr>
        <a:xfrm>
          <a:off x="0" y="0"/>
          <a:ext cx="0" cy="0"/>
          <a:chOff x="0" y="0"/>
          <a:chExt cx="0" cy="0"/>
        </a:xfrm>
      </p:grpSpPr>
      <p:sp>
        <p:nvSpPr>
          <p:cNvPr id="290" name="Google Shape;290;p50"/>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291" name="Google Shape;291;p50"/>
          <p:cNvSpPr txBox="1">
            <a:spLocks noGrp="1"/>
          </p:cNvSpPr>
          <p:nvPr>
            <p:ph type="body" idx="1"/>
          </p:nvPr>
        </p:nvSpPr>
        <p:spPr>
          <a:xfrm>
            <a:off x="289806" y="1038225"/>
            <a:ext cx="42156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92" name="Google Shape;292;p50"/>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293" name="Google Shape;293;p50"/>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294" name="Google Shape;294;p50"/>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95" name="Google Shape;295;p50"/>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296" name="Google Shape;296;p50"/>
          <p:cNvPicPr preferRelativeResize="0"/>
          <p:nvPr/>
        </p:nvPicPr>
        <p:blipFill rotWithShape="1">
          <a:blip r:embed="rId2">
            <a:alphaModFix/>
          </a:blip>
          <a:srcRect/>
          <a:stretch/>
        </p:blipFill>
        <p:spPr>
          <a:xfrm>
            <a:off x="7593767" y="145634"/>
            <a:ext cx="633302" cy="633302"/>
          </a:xfrm>
          <a:prstGeom prst="rect">
            <a:avLst/>
          </a:prstGeom>
          <a:noFill/>
          <a:ln>
            <a:noFill/>
          </a:ln>
        </p:spPr>
      </p:pic>
      <p:sp>
        <p:nvSpPr>
          <p:cNvPr id="297" name="Google Shape;297;p50"/>
          <p:cNvSpPr txBox="1">
            <a:spLocks noGrp="1"/>
          </p:cNvSpPr>
          <p:nvPr>
            <p:ph type="body" idx="4"/>
          </p:nvPr>
        </p:nvSpPr>
        <p:spPr>
          <a:xfrm>
            <a:off x="7672477"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98" name="Google Shape;298;p50"/>
          <p:cNvSpPr txBox="1">
            <a:spLocks noGrp="1"/>
          </p:cNvSpPr>
          <p:nvPr>
            <p:ph type="body" idx="5"/>
          </p:nvPr>
        </p:nvSpPr>
        <p:spPr>
          <a:xfrm>
            <a:off x="7509059"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299" name="Google Shape;299;p50"/>
          <p:cNvSpPr txBox="1">
            <a:spLocks noGrp="1"/>
          </p:cNvSpPr>
          <p:nvPr>
            <p:ph type="body" idx="6"/>
          </p:nvPr>
        </p:nvSpPr>
        <p:spPr>
          <a:xfrm>
            <a:off x="4587478" y="1038225"/>
            <a:ext cx="42327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00" name="Google Shape;300;p50"/>
          <p:cNvSpPr>
            <a:spLocks noGrp="1"/>
          </p:cNvSpPr>
          <p:nvPr>
            <p:ph type="pic" idx="7"/>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Activities 03-1">
  <p:cSld name="Activities 03-1">
    <p:spTree>
      <p:nvGrpSpPr>
        <p:cNvPr id="1" name="Shape 301"/>
        <p:cNvGrpSpPr/>
        <p:nvPr/>
      </p:nvGrpSpPr>
      <p:grpSpPr>
        <a:xfrm>
          <a:off x="0" y="0"/>
          <a:ext cx="0" cy="0"/>
          <a:chOff x="0" y="0"/>
          <a:chExt cx="0" cy="0"/>
        </a:xfrm>
      </p:grpSpPr>
      <p:sp>
        <p:nvSpPr>
          <p:cNvPr id="302" name="Google Shape;302;p51"/>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303" name="Google Shape;303;p51"/>
          <p:cNvSpPr txBox="1">
            <a:spLocks noGrp="1"/>
          </p:cNvSpPr>
          <p:nvPr>
            <p:ph type="body" idx="1"/>
          </p:nvPr>
        </p:nvSpPr>
        <p:spPr>
          <a:xfrm>
            <a:off x="289805" y="1038225"/>
            <a:ext cx="59460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04" name="Google Shape;304;p51"/>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305" name="Google Shape;305;p51"/>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306" name="Google Shape;306;p51"/>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07" name="Google Shape;307;p51"/>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08" name="Google Shape;308;p51"/>
          <p:cNvSpPr txBox="1">
            <a:spLocks noGrp="1"/>
          </p:cNvSpPr>
          <p:nvPr>
            <p:ph type="body" idx="4"/>
          </p:nvPr>
        </p:nvSpPr>
        <p:spPr>
          <a:xfrm>
            <a:off x="6348953" y="1038225"/>
            <a:ext cx="24711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09" name="Google Shape;309;p51"/>
          <p:cNvSpPr>
            <a:spLocks noGrp="1"/>
          </p:cNvSpPr>
          <p:nvPr>
            <p:ph type="pic" idx="5"/>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Activities 03-2">
  <p:cSld name="Activities 03-2">
    <p:spTree>
      <p:nvGrpSpPr>
        <p:cNvPr id="1" name="Shape 310"/>
        <p:cNvGrpSpPr/>
        <p:nvPr/>
      </p:nvGrpSpPr>
      <p:grpSpPr>
        <a:xfrm>
          <a:off x="0" y="0"/>
          <a:ext cx="0" cy="0"/>
          <a:chOff x="0" y="0"/>
          <a:chExt cx="0" cy="0"/>
        </a:xfrm>
      </p:grpSpPr>
      <p:sp>
        <p:nvSpPr>
          <p:cNvPr id="311" name="Google Shape;311;p52"/>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312" name="Google Shape;312;p52"/>
          <p:cNvSpPr txBox="1">
            <a:spLocks noGrp="1"/>
          </p:cNvSpPr>
          <p:nvPr>
            <p:ph type="body" idx="1"/>
          </p:nvPr>
        </p:nvSpPr>
        <p:spPr>
          <a:xfrm>
            <a:off x="289805" y="1038225"/>
            <a:ext cx="59460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13" name="Google Shape;313;p52"/>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3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314" name="Google Shape;314;p52"/>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315" name="Google Shape;315;p52"/>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16" name="Google Shape;316;p52"/>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317" name="Google Shape;317;p52"/>
          <p:cNvPicPr preferRelativeResize="0"/>
          <p:nvPr/>
        </p:nvPicPr>
        <p:blipFill rotWithShape="1">
          <a:blip r:embed="rId2">
            <a:alphaModFix/>
          </a:blip>
          <a:srcRect/>
          <a:stretch/>
        </p:blipFill>
        <p:spPr>
          <a:xfrm>
            <a:off x="7593767" y="145634"/>
            <a:ext cx="633302" cy="633302"/>
          </a:xfrm>
          <a:prstGeom prst="rect">
            <a:avLst/>
          </a:prstGeom>
          <a:noFill/>
          <a:ln>
            <a:noFill/>
          </a:ln>
        </p:spPr>
      </p:pic>
      <p:sp>
        <p:nvSpPr>
          <p:cNvPr id="318" name="Google Shape;318;p52"/>
          <p:cNvSpPr txBox="1">
            <a:spLocks noGrp="1"/>
          </p:cNvSpPr>
          <p:nvPr>
            <p:ph type="body" idx="4"/>
          </p:nvPr>
        </p:nvSpPr>
        <p:spPr>
          <a:xfrm>
            <a:off x="7672477"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19" name="Google Shape;319;p52"/>
          <p:cNvSpPr txBox="1">
            <a:spLocks noGrp="1"/>
          </p:cNvSpPr>
          <p:nvPr>
            <p:ph type="body" idx="5"/>
          </p:nvPr>
        </p:nvSpPr>
        <p:spPr>
          <a:xfrm>
            <a:off x="7509059"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20" name="Google Shape;320;p52"/>
          <p:cNvSpPr txBox="1">
            <a:spLocks noGrp="1"/>
          </p:cNvSpPr>
          <p:nvPr>
            <p:ph type="body" idx="6"/>
          </p:nvPr>
        </p:nvSpPr>
        <p:spPr>
          <a:xfrm>
            <a:off x="6348953" y="1038225"/>
            <a:ext cx="24711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21" name="Google Shape;321;p52"/>
          <p:cNvSpPr>
            <a:spLocks noGrp="1"/>
          </p:cNvSpPr>
          <p:nvPr>
            <p:ph type="pic" idx="7"/>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Activities 04-1">
  <p:cSld name="Activities 04-1">
    <p:spTree>
      <p:nvGrpSpPr>
        <p:cNvPr id="1" name="Shape 322"/>
        <p:cNvGrpSpPr/>
        <p:nvPr/>
      </p:nvGrpSpPr>
      <p:grpSpPr>
        <a:xfrm>
          <a:off x="0" y="0"/>
          <a:ext cx="0" cy="0"/>
          <a:chOff x="0" y="0"/>
          <a:chExt cx="0" cy="0"/>
        </a:xfrm>
      </p:grpSpPr>
      <p:sp>
        <p:nvSpPr>
          <p:cNvPr id="323" name="Google Shape;323;p53"/>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324" name="Google Shape;324;p53"/>
          <p:cNvSpPr txBox="1">
            <a:spLocks noGrp="1"/>
          </p:cNvSpPr>
          <p:nvPr>
            <p:ph type="body" idx="1"/>
          </p:nvPr>
        </p:nvSpPr>
        <p:spPr>
          <a:xfrm>
            <a:off x="289805" y="1038225"/>
            <a:ext cx="66177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25" name="Google Shape;325;p53"/>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326" name="Google Shape;326;p53"/>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327" name="Google Shape;327;p53"/>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28" name="Google Shape;328;p53"/>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29" name="Google Shape;329;p53"/>
          <p:cNvSpPr txBox="1">
            <a:spLocks noGrp="1"/>
          </p:cNvSpPr>
          <p:nvPr>
            <p:ph type="body" idx="4"/>
          </p:nvPr>
        </p:nvSpPr>
        <p:spPr>
          <a:xfrm>
            <a:off x="7027682" y="1038226"/>
            <a:ext cx="17925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30" name="Google Shape;330;p53"/>
          <p:cNvSpPr>
            <a:spLocks noGrp="1"/>
          </p:cNvSpPr>
          <p:nvPr>
            <p:ph type="pic" idx="5"/>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Activities 04-2">
  <p:cSld name="Activities 04-2">
    <p:spTree>
      <p:nvGrpSpPr>
        <p:cNvPr id="1" name="Shape 331"/>
        <p:cNvGrpSpPr/>
        <p:nvPr/>
      </p:nvGrpSpPr>
      <p:grpSpPr>
        <a:xfrm>
          <a:off x="0" y="0"/>
          <a:ext cx="0" cy="0"/>
          <a:chOff x="0" y="0"/>
          <a:chExt cx="0" cy="0"/>
        </a:xfrm>
      </p:grpSpPr>
      <p:sp>
        <p:nvSpPr>
          <p:cNvPr id="332" name="Google Shape;332;p54"/>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333" name="Google Shape;333;p54"/>
          <p:cNvSpPr txBox="1">
            <a:spLocks noGrp="1"/>
          </p:cNvSpPr>
          <p:nvPr>
            <p:ph type="body" idx="1"/>
          </p:nvPr>
        </p:nvSpPr>
        <p:spPr>
          <a:xfrm>
            <a:off x="289805" y="1038225"/>
            <a:ext cx="6617700" cy="3736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34" name="Google Shape;334;p54"/>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335" name="Google Shape;335;p54"/>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336" name="Google Shape;336;p54"/>
          <p:cNvSpPr txBox="1">
            <a:spLocks noGrp="1"/>
          </p:cNvSpPr>
          <p:nvPr>
            <p:ph type="body" idx="2"/>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37" name="Google Shape;337;p54"/>
          <p:cNvSpPr txBox="1">
            <a:spLocks noGrp="1"/>
          </p:cNvSpPr>
          <p:nvPr>
            <p:ph type="body" idx="3"/>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338" name="Google Shape;338;p54"/>
          <p:cNvPicPr preferRelativeResize="0"/>
          <p:nvPr/>
        </p:nvPicPr>
        <p:blipFill rotWithShape="1">
          <a:blip r:embed="rId2">
            <a:alphaModFix/>
          </a:blip>
          <a:srcRect/>
          <a:stretch/>
        </p:blipFill>
        <p:spPr>
          <a:xfrm>
            <a:off x="7593767" y="145634"/>
            <a:ext cx="633302" cy="633302"/>
          </a:xfrm>
          <a:prstGeom prst="rect">
            <a:avLst/>
          </a:prstGeom>
          <a:noFill/>
          <a:ln>
            <a:noFill/>
          </a:ln>
        </p:spPr>
      </p:pic>
      <p:sp>
        <p:nvSpPr>
          <p:cNvPr id="339" name="Google Shape;339;p54"/>
          <p:cNvSpPr txBox="1">
            <a:spLocks noGrp="1"/>
          </p:cNvSpPr>
          <p:nvPr>
            <p:ph type="body" idx="4"/>
          </p:nvPr>
        </p:nvSpPr>
        <p:spPr>
          <a:xfrm>
            <a:off x="7672477"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40" name="Google Shape;340;p54"/>
          <p:cNvSpPr txBox="1">
            <a:spLocks noGrp="1"/>
          </p:cNvSpPr>
          <p:nvPr>
            <p:ph type="body" idx="5"/>
          </p:nvPr>
        </p:nvSpPr>
        <p:spPr>
          <a:xfrm>
            <a:off x="7509059"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41" name="Google Shape;341;p54"/>
          <p:cNvSpPr txBox="1">
            <a:spLocks noGrp="1"/>
          </p:cNvSpPr>
          <p:nvPr>
            <p:ph type="body" idx="6"/>
          </p:nvPr>
        </p:nvSpPr>
        <p:spPr>
          <a:xfrm>
            <a:off x="7027682" y="1038226"/>
            <a:ext cx="1792500" cy="3736200"/>
          </a:xfrm>
          <a:prstGeom prst="rect">
            <a:avLst/>
          </a:prstGeom>
          <a:noFill/>
          <a:ln>
            <a:noFill/>
          </a:ln>
        </p:spPr>
        <p:txBody>
          <a:bodyPr spcFirstLastPara="1" wrap="square" lIns="68575" tIns="34275" rIns="68575" bIns="34275" anchor="t" anchorCtr="0">
            <a:noAutofit/>
          </a:bodyPr>
          <a:lstStyle>
            <a:lvl1pPr marL="457200" lvl="0" indent="-228600" algn="l" rtl="0">
              <a:lnSpc>
                <a:spcPct val="110000"/>
              </a:lnSpc>
              <a:spcBef>
                <a:spcPts val="800"/>
              </a:spcBef>
              <a:spcAft>
                <a:spcPts val="0"/>
              </a:spcAft>
              <a:buSzPts val="1700"/>
              <a:buNone/>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42" name="Google Shape;342;p54"/>
          <p:cNvSpPr>
            <a:spLocks noGrp="1"/>
          </p:cNvSpPr>
          <p:nvPr>
            <p:ph type="pic" idx="7"/>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Activities 05-1">
  <p:cSld name="Activities 05-1">
    <p:spTree>
      <p:nvGrpSpPr>
        <p:cNvPr id="1" name="Shape 343"/>
        <p:cNvGrpSpPr/>
        <p:nvPr/>
      </p:nvGrpSpPr>
      <p:grpSpPr>
        <a:xfrm>
          <a:off x="0" y="0"/>
          <a:ext cx="0" cy="0"/>
          <a:chOff x="0" y="0"/>
          <a:chExt cx="0" cy="0"/>
        </a:xfrm>
      </p:grpSpPr>
      <p:sp>
        <p:nvSpPr>
          <p:cNvPr id="344" name="Google Shape;344;p55"/>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pic>
        <p:nvPicPr>
          <p:cNvPr id="345" name="Google Shape;345;p55"/>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346" name="Google Shape;346;p55"/>
          <p:cNvSpPr txBox="1">
            <a:spLocks noGrp="1"/>
          </p:cNvSpPr>
          <p:nvPr>
            <p:ph type="body" idx="1"/>
          </p:nvPr>
        </p:nvSpPr>
        <p:spPr>
          <a:xfrm>
            <a:off x="393700" y="2899677"/>
            <a:ext cx="8369400" cy="1834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47" name="Google Shape;347;p55"/>
          <p:cNvSpPr txBox="1">
            <a:spLocks noGrp="1"/>
          </p:cNvSpPr>
          <p:nvPr>
            <p:ph type="body" idx="2"/>
          </p:nvPr>
        </p:nvSpPr>
        <p:spPr>
          <a:xfrm>
            <a:off x="395719" y="837844"/>
            <a:ext cx="8367900" cy="1885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55600" algn="l" rtl="0">
              <a:lnSpc>
                <a:spcPct val="110000"/>
              </a:lnSpc>
              <a:spcBef>
                <a:spcPts val="600"/>
              </a:spcBef>
              <a:spcAft>
                <a:spcPts val="0"/>
              </a:spcAft>
              <a:buSzPts val="2000"/>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48" name="Google Shape;348;p55"/>
          <p:cNvSpPr txBox="1">
            <a:spLocks noGrp="1"/>
          </p:cNvSpPr>
          <p:nvPr>
            <p:ph type="body" idx="3"/>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49" name="Google Shape;349;p55"/>
          <p:cNvSpPr txBox="1">
            <a:spLocks noGrp="1"/>
          </p:cNvSpPr>
          <p:nvPr>
            <p:ph type="body" idx="4"/>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50" name="Google Shape;350;p55"/>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51" name="Google Shape;351;p55"/>
          <p:cNvSpPr>
            <a:spLocks noGrp="1"/>
          </p:cNvSpPr>
          <p:nvPr>
            <p:ph type="pic" idx="5"/>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Activities 05-2">
  <p:cSld name="Activities 05-2">
    <p:spTree>
      <p:nvGrpSpPr>
        <p:cNvPr id="1" name="Shape 352"/>
        <p:cNvGrpSpPr/>
        <p:nvPr/>
      </p:nvGrpSpPr>
      <p:grpSpPr>
        <a:xfrm>
          <a:off x="0" y="0"/>
          <a:ext cx="0" cy="0"/>
          <a:chOff x="0" y="0"/>
          <a:chExt cx="0" cy="0"/>
        </a:xfrm>
      </p:grpSpPr>
      <p:sp>
        <p:nvSpPr>
          <p:cNvPr id="353" name="Google Shape;353;p56"/>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354" name="Google Shape;354;p56"/>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pic>
        <p:nvPicPr>
          <p:cNvPr id="355" name="Google Shape;355;p56"/>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356" name="Google Shape;356;p56"/>
          <p:cNvSpPr txBox="1">
            <a:spLocks noGrp="1"/>
          </p:cNvSpPr>
          <p:nvPr>
            <p:ph type="body" idx="1"/>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57" name="Google Shape;357;p56"/>
          <p:cNvSpPr txBox="1">
            <a:spLocks noGrp="1"/>
          </p:cNvSpPr>
          <p:nvPr>
            <p:ph type="body" idx="2"/>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358" name="Google Shape;358;p56"/>
          <p:cNvPicPr preferRelativeResize="0"/>
          <p:nvPr/>
        </p:nvPicPr>
        <p:blipFill rotWithShape="1">
          <a:blip r:embed="rId2">
            <a:alphaModFix/>
          </a:blip>
          <a:srcRect/>
          <a:stretch/>
        </p:blipFill>
        <p:spPr>
          <a:xfrm>
            <a:off x="7593767" y="145634"/>
            <a:ext cx="633302" cy="633302"/>
          </a:xfrm>
          <a:prstGeom prst="rect">
            <a:avLst/>
          </a:prstGeom>
          <a:noFill/>
          <a:ln>
            <a:noFill/>
          </a:ln>
        </p:spPr>
      </p:pic>
      <p:sp>
        <p:nvSpPr>
          <p:cNvPr id="359" name="Google Shape;359;p56"/>
          <p:cNvSpPr txBox="1">
            <a:spLocks noGrp="1"/>
          </p:cNvSpPr>
          <p:nvPr>
            <p:ph type="body" idx="3"/>
          </p:nvPr>
        </p:nvSpPr>
        <p:spPr>
          <a:xfrm>
            <a:off x="7672477"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60" name="Google Shape;360;p56"/>
          <p:cNvSpPr txBox="1">
            <a:spLocks noGrp="1"/>
          </p:cNvSpPr>
          <p:nvPr>
            <p:ph type="body" idx="4"/>
          </p:nvPr>
        </p:nvSpPr>
        <p:spPr>
          <a:xfrm>
            <a:off x="7509059"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61" name="Google Shape;361;p56"/>
          <p:cNvSpPr txBox="1">
            <a:spLocks noGrp="1"/>
          </p:cNvSpPr>
          <p:nvPr>
            <p:ph type="body" idx="5"/>
          </p:nvPr>
        </p:nvSpPr>
        <p:spPr>
          <a:xfrm>
            <a:off x="393700" y="2899677"/>
            <a:ext cx="8369400" cy="1834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62" name="Google Shape;362;p56"/>
          <p:cNvSpPr txBox="1">
            <a:spLocks noGrp="1"/>
          </p:cNvSpPr>
          <p:nvPr>
            <p:ph type="body" idx="6"/>
          </p:nvPr>
        </p:nvSpPr>
        <p:spPr>
          <a:xfrm>
            <a:off x="395719" y="837844"/>
            <a:ext cx="8367900" cy="1885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55600" algn="l" rtl="0">
              <a:lnSpc>
                <a:spcPct val="110000"/>
              </a:lnSpc>
              <a:spcBef>
                <a:spcPts val="600"/>
              </a:spcBef>
              <a:spcAft>
                <a:spcPts val="0"/>
              </a:spcAft>
              <a:buSzPts val="2000"/>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63" name="Google Shape;363;p56"/>
          <p:cNvSpPr>
            <a:spLocks noGrp="1"/>
          </p:cNvSpPr>
          <p:nvPr>
            <p:ph type="pic" idx="7"/>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Activities 06-2">
  <p:cSld name="Activities 06-2">
    <p:spTree>
      <p:nvGrpSpPr>
        <p:cNvPr id="1" name="Shape 364"/>
        <p:cNvGrpSpPr/>
        <p:nvPr/>
      </p:nvGrpSpPr>
      <p:grpSpPr>
        <a:xfrm>
          <a:off x="0" y="0"/>
          <a:ext cx="0" cy="0"/>
          <a:chOff x="0" y="0"/>
          <a:chExt cx="0" cy="0"/>
        </a:xfrm>
      </p:grpSpPr>
      <p:sp>
        <p:nvSpPr>
          <p:cNvPr id="365" name="Google Shape;365;p57"/>
          <p:cNvSpPr/>
          <p:nvPr/>
        </p:nvSpPr>
        <p:spPr>
          <a:xfrm>
            <a:off x="8364" y="0"/>
            <a:ext cx="9144000" cy="798000"/>
          </a:xfrm>
          <a:prstGeom prst="rect">
            <a:avLst/>
          </a:prstGeom>
          <a:solidFill>
            <a:schemeClr val="lt2"/>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366" name="Google Shape;366;p57"/>
          <p:cNvSpPr txBox="1">
            <a:spLocks noGrp="1"/>
          </p:cNvSpPr>
          <p:nvPr>
            <p:ph type="title"/>
          </p:nvPr>
        </p:nvSpPr>
        <p:spPr>
          <a:xfrm>
            <a:off x="2000251" y="3494"/>
            <a:ext cx="5312400" cy="794400"/>
          </a:xfrm>
          <a:prstGeom prst="rect">
            <a:avLst/>
          </a:prstGeom>
          <a:solidFill>
            <a:schemeClr val="lt1">
              <a:alpha val="0"/>
            </a:schemeClr>
          </a:solidFill>
          <a:ln w="9525" cap="flat" cmpd="sng">
            <a:solidFill>
              <a:schemeClr val="lt1">
                <a:alpha val="0"/>
              </a:schemeClr>
            </a:solidFill>
            <a:prstDash val="solid"/>
            <a:miter lim="800000"/>
            <a:headEnd type="none" w="sm" len="sm"/>
            <a:tailEnd type="none" w="sm" len="sm"/>
          </a:ln>
        </p:spPr>
        <p:txBody>
          <a:bodyPr spcFirstLastPara="1" wrap="square" lIns="0" tIns="68575" rIns="0" bIns="0" anchor="ctr" anchorCtr="0">
            <a:noAutofit/>
          </a:bodyPr>
          <a:lstStyle>
            <a:lvl1pPr lvl="0" algn="l" rtl="0">
              <a:lnSpc>
                <a:spcPct val="100000"/>
              </a:lnSpc>
              <a:spcBef>
                <a:spcPts val="0"/>
              </a:spcBef>
              <a:spcAft>
                <a:spcPts val="0"/>
              </a:spcAft>
              <a:buSzPts val="1100"/>
              <a:buNone/>
              <a:defRPr sz="2100" b="0" i="0">
                <a:solidFill>
                  <a:schemeClr val="dk1"/>
                </a:solidFill>
                <a:latin typeface="Arial"/>
                <a:ea typeface="Arial"/>
                <a:cs typeface="Arial"/>
                <a:sym typeface="Arial"/>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67" name="Google Shape;367;p57"/>
          <p:cNvSpPr txBox="1">
            <a:spLocks noGrp="1"/>
          </p:cNvSpPr>
          <p:nvPr>
            <p:ph type="body" idx="1"/>
          </p:nvPr>
        </p:nvSpPr>
        <p:spPr>
          <a:xfrm>
            <a:off x="156258" y="977457"/>
            <a:ext cx="8822100" cy="31113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68" name="Google Shape;368;p57"/>
          <p:cNvSpPr txBox="1">
            <a:spLocks noGrp="1"/>
          </p:cNvSpPr>
          <p:nvPr>
            <p:ph type="body" idx="2"/>
          </p:nvPr>
        </p:nvSpPr>
        <p:spPr>
          <a:xfrm>
            <a:off x="155972" y="4088756"/>
            <a:ext cx="8822100" cy="7695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1400"/>
              <a:buNone/>
              <a:defRPr sz="1800">
                <a:solidFill>
                  <a:schemeClr val="dk1"/>
                </a:solidFill>
                <a:latin typeface="Arial"/>
                <a:ea typeface="Arial"/>
                <a:cs typeface="Arial"/>
                <a:sym typeface="Arial"/>
              </a:defRPr>
            </a:lvl1pPr>
            <a:lvl2pPr marL="914400" lvl="1" indent="-228600" algn="l" rtl="0">
              <a:lnSpc>
                <a:spcPct val="110000"/>
              </a:lnSpc>
              <a:spcBef>
                <a:spcPts val="800"/>
              </a:spcBef>
              <a:spcAft>
                <a:spcPts val="0"/>
              </a:spcAft>
              <a:buSzPts val="1600"/>
              <a:buNone/>
              <a:defRPr sz="1400">
                <a:latin typeface="Calibri"/>
                <a:ea typeface="Calibri"/>
                <a:cs typeface="Calibri"/>
                <a:sym typeface="Calibri"/>
              </a:defRPr>
            </a:lvl2pPr>
            <a:lvl3pPr marL="1371600" lvl="2" indent="-228600" algn="l" rtl="0">
              <a:lnSpc>
                <a:spcPct val="110000"/>
              </a:lnSpc>
              <a:spcBef>
                <a:spcPts val="600"/>
              </a:spcBef>
              <a:spcAft>
                <a:spcPts val="0"/>
              </a:spcAft>
              <a:buSzPts val="1500"/>
              <a:buNone/>
              <a:defRPr sz="1400">
                <a:latin typeface="Calibri"/>
                <a:ea typeface="Calibri"/>
                <a:cs typeface="Calibri"/>
                <a:sym typeface="Calibri"/>
              </a:defRPr>
            </a:lvl3pPr>
            <a:lvl4pPr marL="1828800" lvl="3" indent="-228600" algn="l" rtl="0">
              <a:lnSpc>
                <a:spcPct val="110000"/>
              </a:lnSpc>
              <a:spcBef>
                <a:spcPts val="600"/>
              </a:spcBef>
              <a:spcAft>
                <a:spcPts val="0"/>
              </a:spcAft>
              <a:buSzPts val="1500"/>
              <a:buFont typeface="Arial"/>
              <a:buNone/>
              <a:defRPr sz="1400">
                <a:latin typeface="Calibri"/>
                <a:ea typeface="Calibri"/>
                <a:cs typeface="Calibri"/>
                <a:sym typeface="Calibri"/>
              </a:defRPr>
            </a:lvl4pPr>
            <a:lvl5pPr marL="2286000" lvl="4" indent="-228600" algn="l" rtl="0">
              <a:lnSpc>
                <a:spcPct val="110000"/>
              </a:lnSpc>
              <a:spcBef>
                <a:spcPts val="200"/>
              </a:spcBef>
              <a:spcAft>
                <a:spcPts val="0"/>
              </a:spcAft>
              <a:buSzPts val="1500"/>
              <a:buNone/>
              <a:defRPr sz="1400">
                <a:latin typeface="Calibri"/>
                <a:ea typeface="Calibri"/>
                <a:cs typeface="Calibri"/>
                <a:sym typeface="Calibri"/>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369" name="Google Shape;369;p57"/>
          <p:cNvPicPr preferRelativeResize="0"/>
          <p:nvPr/>
        </p:nvPicPr>
        <p:blipFill rotWithShape="1">
          <a:blip r:embed="rId2">
            <a:alphaModFix/>
          </a:blip>
          <a:srcRect/>
          <a:stretch/>
        </p:blipFill>
        <p:spPr>
          <a:xfrm>
            <a:off x="8423721" y="145634"/>
            <a:ext cx="633302" cy="633302"/>
          </a:xfrm>
          <a:prstGeom prst="rect">
            <a:avLst/>
          </a:prstGeom>
          <a:noFill/>
          <a:ln>
            <a:noFill/>
          </a:ln>
        </p:spPr>
      </p:pic>
      <p:sp>
        <p:nvSpPr>
          <p:cNvPr id="370" name="Google Shape;370;p57"/>
          <p:cNvSpPr txBox="1">
            <a:spLocks noGrp="1"/>
          </p:cNvSpPr>
          <p:nvPr>
            <p:ph type="body" idx="3"/>
          </p:nvPr>
        </p:nvSpPr>
        <p:spPr>
          <a:xfrm>
            <a:off x="8502429"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71" name="Google Shape;371;p57"/>
          <p:cNvSpPr txBox="1">
            <a:spLocks noGrp="1"/>
          </p:cNvSpPr>
          <p:nvPr>
            <p:ph type="body" idx="4"/>
          </p:nvPr>
        </p:nvSpPr>
        <p:spPr>
          <a:xfrm>
            <a:off x="8339012"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pic>
        <p:nvPicPr>
          <p:cNvPr id="372" name="Google Shape;372;p57"/>
          <p:cNvPicPr preferRelativeResize="0"/>
          <p:nvPr/>
        </p:nvPicPr>
        <p:blipFill rotWithShape="1">
          <a:blip r:embed="rId2">
            <a:alphaModFix/>
          </a:blip>
          <a:srcRect/>
          <a:stretch/>
        </p:blipFill>
        <p:spPr>
          <a:xfrm>
            <a:off x="7593767" y="145634"/>
            <a:ext cx="633302" cy="633302"/>
          </a:xfrm>
          <a:prstGeom prst="rect">
            <a:avLst/>
          </a:prstGeom>
          <a:noFill/>
          <a:ln>
            <a:noFill/>
          </a:ln>
        </p:spPr>
      </p:pic>
      <p:sp>
        <p:nvSpPr>
          <p:cNvPr id="373" name="Google Shape;373;p57"/>
          <p:cNvSpPr txBox="1">
            <a:spLocks noGrp="1"/>
          </p:cNvSpPr>
          <p:nvPr>
            <p:ph type="body" idx="5"/>
          </p:nvPr>
        </p:nvSpPr>
        <p:spPr>
          <a:xfrm>
            <a:off x="7672477" y="285142"/>
            <a:ext cx="475800" cy="3009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800"/>
              <a:buNone/>
              <a:defRPr sz="1100" b="1" i="0">
                <a:solidFill>
                  <a:schemeClr val="lt1"/>
                </a:solidFill>
                <a:latin typeface="Arial"/>
                <a:ea typeface="Arial"/>
                <a:cs typeface="Arial"/>
                <a:sym typeface="Arial"/>
              </a:defRPr>
            </a:lvl1pPr>
            <a:lvl2pPr marL="914400" lvl="1" indent="-228600" algn="ctr" rtl="0">
              <a:lnSpc>
                <a:spcPct val="110000"/>
              </a:lnSpc>
              <a:spcBef>
                <a:spcPts val="800"/>
              </a:spcBef>
              <a:spcAft>
                <a:spcPts val="0"/>
              </a:spcAft>
              <a:buSzPts val="2300"/>
              <a:buNone/>
              <a:defRPr b="1" i="0">
                <a:latin typeface="Avenir"/>
                <a:ea typeface="Avenir"/>
                <a:cs typeface="Avenir"/>
                <a:sym typeface="Avenir"/>
              </a:defRPr>
            </a:lvl2pPr>
            <a:lvl3pPr marL="1371600" lvl="2" indent="-228600" algn="ctr" rtl="0">
              <a:lnSpc>
                <a:spcPct val="110000"/>
              </a:lnSpc>
              <a:spcBef>
                <a:spcPts val="600"/>
              </a:spcBef>
              <a:spcAft>
                <a:spcPts val="0"/>
              </a:spcAft>
              <a:buSzPts val="1900"/>
              <a:buNone/>
              <a:defRPr b="1" i="0">
                <a:latin typeface="Avenir"/>
                <a:ea typeface="Avenir"/>
                <a:cs typeface="Avenir"/>
                <a:sym typeface="Avenir"/>
              </a:defRPr>
            </a:lvl3pPr>
            <a:lvl4pPr marL="1828800" lvl="3" indent="-228600" algn="ctr" rtl="0">
              <a:lnSpc>
                <a:spcPct val="110000"/>
              </a:lnSpc>
              <a:spcBef>
                <a:spcPts val="600"/>
              </a:spcBef>
              <a:spcAft>
                <a:spcPts val="0"/>
              </a:spcAft>
              <a:buSzPts val="2000"/>
              <a:buFont typeface="Arial"/>
              <a:buNone/>
              <a:defRPr b="1" i="0">
                <a:latin typeface="Avenir"/>
                <a:ea typeface="Avenir"/>
                <a:cs typeface="Avenir"/>
                <a:sym typeface="Avenir"/>
              </a:defRPr>
            </a:lvl4pPr>
            <a:lvl5pPr marL="2286000" lvl="4" indent="-228600" algn="ctr" rtl="0">
              <a:lnSpc>
                <a:spcPct val="110000"/>
              </a:lnSpc>
              <a:spcBef>
                <a:spcPts val="200"/>
              </a:spcBef>
              <a:spcAft>
                <a:spcPts val="0"/>
              </a:spcAft>
              <a:buSzPts val="2000"/>
              <a:buNone/>
              <a:defRPr b="1" i="0">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74" name="Google Shape;374;p57"/>
          <p:cNvSpPr txBox="1">
            <a:spLocks noGrp="1"/>
          </p:cNvSpPr>
          <p:nvPr>
            <p:ph type="body" idx="6"/>
          </p:nvPr>
        </p:nvSpPr>
        <p:spPr>
          <a:xfrm>
            <a:off x="7509059" y="9567"/>
            <a:ext cx="802800" cy="209700"/>
          </a:xfrm>
          <a:prstGeom prst="rect">
            <a:avLst/>
          </a:prstGeom>
          <a:noFill/>
          <a:ln>
            <a:noFill/>
          </a:ln>
        </p:spPr>
        <p:txBody>
          <a:bodyPr spcFirstLastPara="1" wrap="square" lIns="68575" tIns="34275" rIns="68575" bIns="34275" anchor="ctr" anchorCtr="0">
            <a:noAutofit/>
          </a:bodyPr>
          <a:lstStyle>
            <a:lvl1pPr marL="457200" lvl="0" indent="-228600" algn="ctr" rtl="0">
              <a:lnSpc>
                <a:spcPct val="110000"/>
              </a:lnSpc>
              <a:spcBef>
                <a:spcPts val="800"/>
              </a:spcBef>
              <a:spcAft>
                <a:spcPts val="0"/>
              </a:spcAft>
              <a:buSzPts val="700"/>
              <a:buNone/>
              <a:defRPr sz="900" b="1" i="0" cap="none">
                <a:solidFill>
                  <a:schemeClr val="dk1"/>
                </a:solidFill>
                <a:latin typeface="Arial"/>
                <a:ea typeface="Arial"/>
                <a:cs typeface="Arial"/>
                <a:sym typeface="Arial"/>
              </a:defRPr>
            </a:lvl1pPr>
            <a:lvl2pPr marL="914400" lvl="1" indent="-228600" algn="ctr" rtl="0">
              <a:lnSpc>
                <a:spcPct val="110000"/>
              </a:lnSpc>
              <a:spcBef>
                <a:spcPts val="800"/>
              </a:spcBef>
              <a:spcAft>
                <a:spcPts val="0"/>
              </a:spcAft>
              <a:buSzPts val="1300"/>
              <a:buNone/>
              <a:defRPr sz="1100"/>
            </a:lvl2pPr>
            <a:lvl3pPr marL="1371600" lvl="2" indent="-228600" algn="ctr" rtl="0">
              <a:lnSpc>
                <a:spcPct val="110000"/>
              </a:lnSpc>
              <a:spcBef>
                <a:spcPts val="600"/>
              </a:spcBef>
              <a:spcAft>
                <a:spcPts val="0"/>
              </a:spcAft>
              <a:buSzPts val="1200"/>
              <a:buNone/>
              <a:defRPr sz="1100"/>
            </a:lvl3pPr>
            <a:lvl4pPr marL="1828800" lvl="3" indent="-228600" algn="ctr" rtl="0">
              <a:lnSpc>
                <a:spcPct val="110000"/>
              </a:lnSpc>
              <a:spcBef>
                <a:spcPts val="600"/>
              </a:spcBef>
              <a:spcAft>
                <a:spcPts val="0"/>
              </a:spcAft>
              <a:buSzPts val="1200"/>
              <a:buFont typeface="Arial"/>
              <a:buNone/>
              <a:defRPr sz="1100"/>
            </a:lvl4pPr>
            <a:lvl5pPr marL="2286000" lvl="4" indent="-228600" algn="ctr" rtl="0">
              <a:lnSpc>
                <a:spcPct val="110000"/>
              </a:lnSpc>
              <a:spcBef>
                <a:spcPts val="200"/>
              </a:spcBef>
              <a:spcAft>
                <a:spcPts val="0"/>
              </a:spcAft>
              <a:buSzPts val="1200"/>
              <a:buNone/>
              <a:defRPr sz="11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75" name="Google Shape;375;p57"/>
          <p:cNvSpPr>
            <a:spLocks noGrp="1"/>
          </p:cNvSpPr>
          <p:nvPr>
            <p:ph type="pic" idx="7"/>
          </p:nvPr>
        </p:nvSpPr>
        <p:spPr>
          <a:xfrm>
            <a:off x="-5963" y="0"/>
            <a:ext cx="1803600" cy="809400"/>
          </a:xfrm>
          <a:prstGeom prst="rect">
            <a:avLst/>
          </a:prstGeom>
          <a:noFill/>
          <a:ln>
            <a:noFill/>
          </a:ln>
        </p:spPr>
        <p:txBody>
          <a:bodyPr spcFirstLastPara="1" wrap="square" lIns="68575" tIns="34275" rIns="68575" bIns="34275" anchor="t" anchorCtr="0">
            <a:noAutofit/>
          </a:bodyPr>
          <a:lstStyle>
            <a:lvl1pPr marR="0" lvl="0" algn="l"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Image Only with Title">
  <p:cSld name="Image Only with Title">
    <p:spTree>
      <p:nvGrpSpPr>
        <p:cNvPr id="1" name="Shape 376"/>
        <p:cNvGrpSpPr/>
        <p:nvPr/>
      </p:nvGrpSpPr>
      <p:grpSpPr>
        <a:xfrm>
          <a:off x="0" y="0"/>
          <a:ext cx="0" cy="0"/>
          <a:chOff x="0" y="0"/>
          <a:chExt cx="0" cy="0"/>
        </a:xfrm>
      </p:grpSpPr>
      <p:sp>
        <p:nvSpPr>
          <p:cNvPr id="377" name="Google Shape;377;p58"/>
          <p:cNvSpPr/>
          <p:nvPr/>
        </p:nvSpPr>
        <p:spPr>
          <a:xfrm>
            <a:off x="1" y="661196"/>
            <a:ext cx="9144000" cy="44823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pic>
        <p:nvPicPr>
          <p:cNvPr id="378" name="Google Shape;378;p58"/>
          <p:cNvPicPr preferRelativeResize="0"/>
          <p:nvPr/>
        </p:nvPicPr>
        <p:blipFill>
          <a:blip r:embed="rId2">
            <a:alphaModFix/>
          </a:blip>
          <a:stretch>
            <a:fillRect/>
          </a:stretch>
        </p:blipFill>
        <p:spPr>
          <a:xfrm>
            <a:off x="44459" y="25016"/>
            <a:ext cx="9099587" cy="5118487"/>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Image Only no Title">
  <p:cSld name="Image Only no Title">
    <p:spTree>
      <p:nvGrpSpPr>
        <p:cNvPr id="1" name="Shape 379"/>
        <p:cNvGrpSpPr/>
        <p:nvPr/>
      </p:nvGrpSpPr>
      <p:grpSpPr>
        <a:xfrm>
          <a:off x="0" y="0"/>
          <a:ext cx="0" cy="0"/>
          <a:chOff x="0" y="0"/>
          <a:chExt cx="0" cy="0"/>
        </a:xfrm>
      </p:grpSpPr>
      <p:sp>
        <p:nvSpPr>
          <p:cNvPr id="380" name="Google Shape;380;p59"/>
          <p:cNvSpPr/>
          <p:nvPr/>
        </p:nvSpPr>
        <p:spPr>
          <a:xfrm>
            <a:off x="0" y="0"/>
            <a:ext cx="9144000" cy="5143500"/>
          </a:xfrm>
          <a:prstGeom prst="rect">
            <a:avLst/>
          </a:prstGeom>
          <a:solidFill>
            <a:schemeClr val="lt1"/>
          </a:solidFill>
          <a:ln>
            <a:noFill/>
          </a:ln>
          <a:effectLst>
            <a:outerShdw blurRad="50800" dist="38100" dir="2700000" algn="tl" rotWithShape="0">
              <a:srgbClr val="000000">
                <a:alpha val="40000"/>
              </a:srgbClr>
            </a:outerShdw>
          </a:effectLst>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200"/>
              <a:buFont typeface="Arial"/>
              <a:buNone/>
            </a:pPr>
            <a:endParaRPr sz="2200" b="0" i="1" u="none" strike="noStrike" cap="none">
              <a:solidFill>
                <a:srgbClr val="565656"/>
              </a:solidFill>
              <a:latin typeface="Arial"/>
              <a:ea typeface="Arial"/>
              <a:cs typeface="Arial"/>
              <a:sym typeface="Arial"/>
            </a:endParaRPr>
          </a:p>
        </p:txBody>
      </p:sp>
      <p:sp>
        <p:nvSpPr>
          <p:cNvPr id="381" name="Google Shape;381;p59"/>
          <p:cNvSpPr>
            <a:spLocks noGrp="1"/>
          </p:cNvSpPr>
          <p:nvPr>
            <p:ph type="pic" idx="2"/>
          </p:nvPr>
        </p:nvSpPr>
        <p:spPr>
          <a:xfrm>
            <a:off x="0" y="0"/>
            <a:ext cx="9144000" cy="5143500"/>
          </a:xfrm>
          <a:prstGeom prst="rect">
            <a:avLst/>
          </a:prstGeom>
          <a:noFill/>
          <a:ln>
            <a:noFill/>
          </a:ln>
        </p:spPr>
        <p:txBody>
          <a:bodyPr spcFirstLastPara="1" wrap="square" lIns="68575" tIns="34275" rIns="68575" bIns="34275" anchor="ctr" anchorCtr="0">
            <a:noAutofit/>
          </a:bodyPr>
          <a:lstStyle>
            <a:lvl1pPr marR="0" lvl="0" algn="ct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Body Style A 01">
  <p:cSld name="Body Style A 01">
    <p:spTree>
      <p:nvGrpSpPr>
        <p:cNvPr id="1" name="Shape 382"/>
        <p:cNvGrpSpPr/>
        <p:nvPr/>
      </p:nvGrpSpPr>
      <p:grpSpPr>
        <a:xfrm>
          <a:off x="0" y="0"/>
          <a:ext cx="0" cy="0"/>
          <a:chOff x="0" y="0"/>
          <a:chExt cx="0" cy="0"/>
        </a:xfrm>
      </p:grpSpPr>
      <p:sp>
        <p:nvSpPr>
          <p:cNvPr id="383" name="Google Shape;383;p60"/>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84" name="Google Shape;384;p60"/>
          <p:cNvSpPr txBox="1">
            <a:spLocks noGrp="1"/>
          </p:cNvSpPr>
          <p:nvPr>
            <p:ph type="body" idx="1"/>
          </p:nvPr>
        </p:nvSpPr>
        <p:spPr>
          <a:xfrm>
            <a:off x="395719" y="837844"/>
            <a:ext cx="8367900" cy="3752700"/>
          </a:xfrm>
          <a:prstGeom prst="rect">
            <a:avLst/>
          </a:prstGeom>
          <a:noFill/>
          <a:ln>
            <a:noFill/>
          </a:ln>
        </p:spPr>
        <p:txBody>
          <a:bodyPr spcFirstLastPara="1" wrap="square" lIns="68575" tIns="34275" rIns="68575" bIns="34275" anchor="t" anchorCtr="0">
            <a:noAutofit/>
          </a:bodyPr>
          <a:lstStyle>
            <a:lvl1pPr marL="457200" lvl="0" indent="-298450" algn="l" rtl="0">
              <a:lnSpc>
                <a:spcPct val="110000"/>
              </a:lnSpc>
              <a:spcBef>
                <a:spcPts val="800"/>
              </a:spcBef>
              <a:spcAft>
                <a:spcPts val="0"/>
              </a:spcAft>
              <a:buSzPts val="1100"/>
              <a:buChar char="►"/>
              <a:defRPr/>
            </a:lvl1pPr>
            <a:lvl2pPr marL="914400" lvl="1" indent="-330200" algn="l" rtl="0">
              <a:lnSpc>
                <a:spcPct val="110000"/>
              </a:lnSpc>
              <a:spcBef>
                <a:spcPts val="800"/>
              </a:spcBef>
              <a:spcAft>
                <a:spcPts val="0"/>
              </a:spcAft>
              <a:buSzPts val="16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Body Style B 01">
  <p:cSld name="Body Style B 01">
    <p:spTree>
      <p:nvGrpSpPr>
        <p:cNvPr id="1" name="Shape 385"/>
        <p:cNvGrpSpPr/>
        <p:nvPr/>
      </p:nvGrpSpPr>
      <p:grpSpPr>
        <a:xfrm>
          <a:off x="0" y="0"/>
          <a:ext cx="0" cy="0"/>
          <a:chOff x="0" y="0"/>
          <a:chExt cx="0" cy="0"/>
        </a:xfrm>
      </p:grpSpPr>
      <p:sp>
        <p:nvSpPr>
          <p:cNvPr id="386" name="Google Shape;386;p61"/>
          <p:cNvSpPr txBox="1">
            <a:spLocks noGrp="1"/>
          </p:cNvSpPr>
          <p:nvPr>
            <p:ph type="body" idx="1"/>
          </p:nvPr>
        </p:nvSpPr>
        <p:spPr>
          <a:xfrm>
            <a:off x="395373" y="1270450"/>
            <a:ext cx="8370600" cy="33180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sz="2100" b="0" i="0">
                <a:solidFill>
                  <a:schemeClr val="dk1"/>
                </a:solidFill>
                <a:latin typeface="Arial"/>
                <a:ea typeface="Arial"/>
                <a:cs typeface="Arial"/>
                <a:sym typeface="Arial"/>
              </a:defRPr>
            </a:lvl1pPr>
            <a:lvl2pPr marL="914400" lvl="1" indent="-374650" algn="l" rtl="0">
              <a:lnSpc>
                <a:spcPct val="110000"/>
              </a:lnSpc>
              <a:spcBef>
                <a:spcPts val="800"/>
              </a:spcBef>
              <a:spcAft>
                <a:spcPts val="0"/>
              </a:spcAft>
              <a:buSzPts val="2300"/>
              <a:buChar char="-"/>
              <a:defRPr sz="2000" b="0" i="0">
                <a:solidFill>
                  <a:schemeClr val="dk1"/>
                </a:solidFill>
                <a:latin typeface="Arial"/>
                <a:ea typeface="Arial"/>
                <a:cs typeface="Arial"/>
                <a:sym typeface="Arial"/>
              </a:defRPr>
            </a:lvl2pPr>
            <a:lvl3pPr marL="1371600" lvl="2" indent="-361950" algn="l" rtl="0">
              <a:lnSpc>
                <a:spcPct val="110000"/>
              </a:lnSpc>
              <a:spcBef>
                <a:spcPts val="600"/>
              </a:spcBef>
              <a:spcAft>
                <a:spcPts val="0"/>
              </a:spcAft>
              <a:buClr>
                <a:srgbClr val="AAAAAA"/>
              </a:buClr>
              <a:buSzPts val="2100"/>
              <a:buFont typeface="Merriweather Sans"/>
              <a:buChar char="-"/>
              <a:defRPr sz="1800" b="0" i="0">
                <a:solidFill>
                  <a:schemeClr val="dk1"/>
                </a:solidFill>
                <a:latin typeface="Arial"/>
                <a:ea typeface="Arial"/>
                <a:cs typeface="Arial"/>
                <a:sym typeface="Arial"/>
              </a:defRPr>
            </a:lvl3pPr>
            <a:lvl4pPr marL="1828800" lvl="3" indent="-228600" algn="l" rtl="0">
              <a:lnSpc>
                <a:spcPct val="110000"/>
              </a:lnSpc>
              <a:spcBef>
                <a:spcPts val="600"/>
              </a:spcBef>
              <a:spcAft>
                <a:spcPts val="0"/>
              </a:spcAft>
              <a:buSzPts val="2400"/>
              <a:buNone/>
              <a:defRPr sz="2200">
                <a:solidFill>
                  <a:schemeClr val="dk1"/>
                </a:solidFill>
                <a:latin typeface="Avenir"/>
                <a:ea typeface="Avenir"/>
                <a:cs typeface="Avenir"/>
                <a:sym typeface="Avenir"/>
              </a:defRPr>
            </a:lvl4pPr>
            <a:lvl5pPr marL="2286000" lvl="4" indent="-381000" algn="l" rtl="0">
              <a:lnSpc>
                <a:spcPct val="110000"/>
              </a:lnSpc>
              <a:spcBef>
                <a:spcPts val="200"/>
              </a:spcBef>
              <a:spcAft>
                <a:spcPts val="0"/>
              </a:spcAft>
              <a:buSzPts val="2400"/>
              <a:buChar char="–"/>
              <a:defRPr sz="2200">
                <a:solidFill>
                  <a:schemeClr val="dk1"/>
                </a:solidFill>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87" name="Google Shape;387;p61"/>
          <p:cNvSpPr txBox="1">
            <a:spLocks noGrp="1"/>
          </p:cNvSpPr>
          <p:nvPr>
            <p:ph type="body" idx="2"/>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88" name="Google Shape;388;p61"/>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Body Style A 02">
  <p:cSld name="Body Style A 02">
    <p:spTree>
      <p:nvGrpSpPr>
        <p:cNvPr id="1" name="Shape 389"/>
        <p:cNvGrpSpPr/>
        <p:nvPr/>
      </p:nvGrpSpPr>
      <p:grpSpPr>
        <a:xfrm>
          <a:off x="0" y="0"/>
          <a:ext cx="0" cy="0"/>
          <a:chOff x="0" y="0"/>
          <a:chExt cx="0" cy="0"/>
        </a:xfrm>
      </p:grpSpPr>
      <p:sp>
        <p:nvSpPr>
          <p:cNvPr id="390" name="Google Shape;390;p62"/>
          <p:cNvSpPr txBox="1">
            <a:spLocks noGrp="1"/>
          </p:cNvSpPr>
          <p:nvPr>
            <p:ph type="body" idx="1"/>
          </p:nvPr>
        </p:nvSpPr>
        <p:spPr>
          <a:xfrm>
            <a:off x="4706911" y="839586"/>
            <a:ext cx="4056600" cy="39213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91" name="Google Shape;391;p62"/>
          <p:cNvSpPr txBox="1">
            <a:spLocks noGrp="1"/>
          </p:cNvSpPr>
          <p:nvPr>
            <p:ph type="body" idx="2"/>
          </p:nvPr>
        </p:nvSpPr>
        <p:spPr>
          <a:xfrm>
            <a:off x="394137" y="839586"/>
            <a:ext cx="4043100" cy="39213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92" name="Google Shape;392;p62"/>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ody Style B 02">
  <p:cSld name="Body Style B 02">
    <p:spTree>
      <p:nvGrpSpPr>
        <p:cNvPr id="1" name="Shape 393"/>
        <p:cNvGrpSpPr/>
        <p:nvPr/>
      </p:nvGrpSpPr>
      <p:grpSpPr>
        <a:xfrm>
          <a:off x="0" y="0"/>
          <a:ext cx="0" cy="0"/>
          <a:chOff x="0" y="0"/>
          <a:chExt cx="0" cy="0"/>
        </a:xfrm>
      </p:grpSpPr>
      <p:sp>
        <p:nvSpPr>
          <p:cNvPr id="394" name="Google Shape;394;p63"/>
          <p:cNvSpPr txBox="1">
            <a:spLocks noGrp="1"/>
          </p:cNvSpPr>
          <p:nvPr>
            <p:ph type="body" idx="1"/>
          </p:nvPr>
        </p:nvSpPr>
        <p:spPr>
          <a:xfrm>
            <a:off x="4706911" y="1269114"/>
            <a:ext cx="4056600" cy="3491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95" name="Google Shape;395;p63"/>
          <p:cNvSpPr txBox="1">
            <a:spLocks noGrp="1"/>
          </p:cNvSpPr>
          <p:nvPr>
            <p:ph type="body" idx="2"/>
          </p:nvPr>
        </p:nvSpPr>
        <p:spPr>
          <a:xfrm>
            <a:off x="394137" y="1269114"/>
            <a:ext cx="4043100" cy="3491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396" name="Google Shape;396;p63"/>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397" name="Google Shape;397;p63"/>
          <p:cNvSpPr txBox="1">
            <a:spLocks noGrp="1"/>
          </p:cNvSpPr>
          <p:nvPr>
            <p:ph type="body" idx="3"/>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ody Style A 03">
  <p:cSld name="Body Style A 03">
    <p:spTree>
      <p:nvGrpSpPr>
        <p:cNvPr id="1" name="Shape 398"/>
        <p:cNvGrpSpPr/>
        <p:nvPr/>
      </p:nvGrpSpPr>
      <p:grpSpPr>
        <a:xfrm>
          <a:off x="0" y="0"/>
          <a:ext cx="0" cy="0"/>
          <a:chOff x="0" y="0"/>
          <a:chExt cx="0" cy="0"/>
        </a:xfrm>
      </p:grpSpPr>
      <p:sp>
        <p:nvSpPr>
          <p:cNvPr id="399" name="Google Shape;399;p64"/>
          <p:cNvSpPr>
            <a:spLocks noGrp="1"/>
          </p:cNvSpPr>
          <p:nvPr>
            <p:ph type="pic" idx="2"/>
          </p:nvPr>
        </p:nvSpPr>
        <p:spPr>
          <a:xfrm>
            <a:off x="4572001" y="847897"/>
            <a:ext cx="4178700" cy="3940500"/>
          </a:xfrm>
          <a:prstGeom prst="rect">
            <a:avLst/>
          </a:prstGeom>
          <a:noFill/>
          <a:ln>
            <a:noFill/>
          </a:ln>
        </p:spPr>
        <p:txBody>
          <a:bodyPr spcFirstLastPara="1" wrap="square" lIns="68575" tIns="34275" rIns="68575" bIns="34275" anchor="t" anchorCtr="0">
            <a:noAutofit/>
          </a:bodyPr>
          <a:lstStyle>
            <a:lvl1pPr marR="0" lvl="0" algn="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400" name="Google Shape;400;p64"/>
          <p:cNvSpPr txBox="1">
            <a:spLocks noGrp="1"/>
          </p:cNvSpPr>
          <p:nvPr>
            <p:ph type="body" idx="1"/>
          </p:nvPr>
        </p:nvSpPr>
        <p:spPr>
          <a:xfrm>
            <a:off x="394137" y="847897"/>
            <a:ext cx="4043100" cy="39405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01" name="Google Shape;401;p64"/>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Body Style B 03">
  <p:cSld name="Body Style B 03">
    <p:spTree>
      <p:nvGrpSpPr>
        <p:cNvPr id="1" name="Shape 402"/>
        <p:cNvGrpSpPr/>
        <p:nvPr/>
      </p:nvGrpSpPr>
      <p:grpSpPr>
        <a:xfrm>
          <a:off x="0" y="0"/>
          <a:ext cx="0" cy="0"/>
          <a:chOff x="0" y="0"/>
          <a:chExt cx="0" cy="0"/>
        </a:xfrm>
      </p:grpSpPr>
      <p:sp>
        <p:nvSpPr>
          <p:cNvPr id="403" name="Google Shape;403;p65"/>
          <p:cNvSpPr>
            <a:spLocks noGrp="1"/>
          </p:cNvSpPr>
          <p:nvPr>
            <p:ph type="pic" idx="2"/>
          </p:nvPr>
        </p:nvSpPr>
        <p:spPr>
          <a:xfrm>
            <a:off x="4572001" y="1270155"/>
            <a:ext cx="4178700" cy="3509700"/>
          </a:xfrm>
          <a:prstGeom prst="rect">
            <a:avLst/>
          </a:prstGeom>
          <a:noFill/>
          <a:ln>
            <a:noFill/>
          </a:ln>
        </p:spPr>
        <p:txBody>
          <a:bodyPr spcFirstLastPara="1" wrap="square" lIns="68575" tIns="34275" rIns="68575" bIns="34275" anchor="t" anchorCtr="0">
            <a:noAutofit/>
          </a:bodyPr>
          <a:lstStyle>
            <a:lvl1pPr marR="0" lvl="0" algn="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404" name="Google Shape;404;p65"/>
          <p:cNvSpPr txBox="1">
            <a:spLocks noGrp="1"/>
          </p:cNvSpPr>
          <p:nvPr>
            <p:ph type="body" idx="1"/>
          </p:nvPr>
        </p:nvSpPr>
        <p:spPr>
          <a:xfrm>
            <a:off x="394137" y="1269114"/>
            <a:ext cx="4043100" cy="3509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05" name="Google Shape;405;p65"/>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06" name="Google Shape;406;p65"/>
          <p:cNvSpPr txBox="1">
            <a:spLocks noGrp="1"/>
          </p:cNvSpPr>
          <p:nvPr>
            <p:ph type="body" idx="3"/>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Body Style A 04">
  <p:cSld name="Body Style A 04">
    <p:spTree>
      <p:nvGrpSpPr>
        <p:cNvPr id="1" name="Shape 407"/>
        <p:cNvGrpSpPr/>
        <p:nvPr/>
      </p:nvGrpSpPr>
      <p:grpSpPr>
        <a:xfrm>
          <a:off x="0" y="0"/>
          <a:ext cx="0" cy="0"/>
          <a:chOff x="0" y="0"/>
          <a:chExt cx="0" cy="0"/>
        </a:xfrm>
      </p:grpSpPr>
      <p:sp>
        <p:nvSpPr>
          <p:cNvPr id="408" name="Google Shape;408;p66"/>
          <p:cNvSpPr txBox="1">
            <a:spLocks noGrp="1"/>
          </p:cNvSpPr>
          <p:nvPr>
            <p:ph type="body" idx="1"/>
          </p:nvPr>
        </p:nvSpPr>
        <p:spPr>
          <a:xfrm>
            <a:off x="6153463" y="847080"/>
            <a:ext cx="2610300" cy="3974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09" name="Google Shape;409;p66"/>
          <p:cNvSpPr txBox="1">
            <a:spLocks noGrp="1"/>
          </p:cNvSpPr>
          <p:nvPr>
            <p:ph type="body" idx="2"/>
          </p:nvPr>
        </p:nvSpPr>
        <p:spPr>
          <a:xfrm>
            <a:off x="394137" y="847080"/>
            <a:ext cx="5579700" cy="3974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10" name="Google Shape;410;p66"/>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Body Style B 04">
  <p:cSld name="Body Style B 04">
    <p:spTree>
      <p:nvGrpSpPr>
        <p:cNvPr id="1" name="Shape 411"/>
        <p:cNvGrpSpPr/>
        <p:nvPr/>
      </p:nvGrpSpPr>
      <p:grpSpPr>
        <a:xfrm>
          <a:off x="0" y="0"/>
          <a:ext cx="0" cy="0"/>
          <a:chOff x="0" y="0"/>
          <a:chExt cx="0" cy="0"/>
        </a:xfrm>
      </p:grpSpPr>
      <p:sp>
        <p:nvSpPr>
          <p:cNvPr id="412" name="Google Shape;412;p67"/>
          <p:cNvSpPr txBox="1">
            <a:spLocks noGrp="1"/>
          </p:cNvSpPr>
          <p:nvPr>
            <p:ph type="body" idx="1"/>
          </p:nvPr>
        </p:nvSpPr>
        <p:spPr>
          <a:xfrm>
            <a:off x="6153463" y="1277206"/>
            <a:ext cx="2610300" cy="35448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13" name="Google Shape;413;p67"/>
          <p:cNvSpPr txBox="1">
            <a:spLocks noGrp="1"/>
          </p:cNvSpPr>
          <p:nvPr>
            <p:ph type="body" idx="2"/>
          </p:nvPr>
        </p:nvSpPr>
        <p:spPr>
          <a:xfrm>
            <a:off x="394137" y="1277206"/>
            <a:ext cx="5579700" cy="35448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14" name="Google Shape;414;p67"/>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15" name="Google Shape;415;p67"/>
          <p:cNvSpPr txBox="1">
            <a:spLocks noGrp="1"/>
          </p:cNvSpPr>
          <p:nvPr>
            <p:ph type="body" idx="3"/>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matchingName="Body Style A 05">
  <p:cSld name="Body Style A 05">
    <p:spTree>
      <p:nvGrpSpPr>
        <p:cNvPr id="1" name="Shape 416"/>
        <p:cNvGrpSpPr/>
        <p:nvPr/>
      </p:nvGrpSpPr>
      <p:grpSpPr>
        <a:xfrm>
          <a:off x="0" y="0"/>
          <a:ext cx="0" cy="0"/>
          <a:chOff x="0" y="0"/>
          <a:chExt cx="0" cy="0"/>
        </a:xfrm>
      </p:grpSpPr>
      <p:sp>
        <p:nvSpPr>
          <p:cNvPr id="417" name="Google Shape;417;p68"/>
          <p:cNvSpPr>
            <a:spLocks noGrp="1"/>
          </p:cNvSpPr>
          <p:nvPr>
            <p:ph type="pic" idx="2"/>
          </p:nvPr>
        </p:nvSpPr>
        <p:spPr>
          <a:xfrm>
            <a:off x="6546458" y="833185"/>
            <a:ext cx="2204400" cy="3938400"/>
          </a:xfrm>
          <a:prstGeom prst="rect">
            <a:avLst/>
          </a:prstGeom>
          <a:noFill/>
          <a:ln>
            <a:noFill/>
          </a:ln>
        </p:spPr>
        <p:txBody>
          <a:bodyPr spcFirstLastPara="1" wrap="square" lIns="68575" tIns="34275" rIns="68575" bIns="34275" anchor="t" anchorCtr="0">
            <a:noAutofit/>
          </a:bodyPr>
          <a:lstStyle>
            <a:lvl1pPr marR="0" lvl="0" algn="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418" name="Google Shape;418;p68"/>
          <p:cNvSpPr txBox="1">
            <a:spLocks noGrp="1"/>
          </p:cNvSpPr>
          <p:nvPr>
            <p:ph type="body" idx="1"/>
          </p:nvPr>
        </p:nvSpPr>
        <p:spPr>
          <a:xfrm>
            <a:off x="394137" y="833186"/>
            <a:ext cx="6066600" cy="39384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19" name="Google Shape;419;p68"/>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matchingName="Body Style B 05">
  <p:cSld name="Body Style B 05">
    <p:spTree>
      <p:nvGrpSpPr>
        <p:cNvPr id="1" name="Shape 420"/>
        <p:cNvGrpSpPr/>
        <p:nvPr/>
      </p:nvGrpSpPr>
      <p:grpSpPr>
        <a:xfrm>
          <a:off x="0" y="0"/>
          <a:ext cx="0" cy="0"/>
          <a:chOff x="0" y="0"/>
          <a:chExt cx="0" cy="0"/>
        </a:xfrm>
      </p:grpSpPr>
      <p:sp>
        <p:nvSpPr>
          <p:cNvPr id="421" name="Google Shape;421;p69"/>
          <p:cNvSpPr>
            <a:spLocks noGrp="1"/>
          </p:cNvSpPr>
          <p:nvPr>
            <p:ph type="pic" idx="2"/>
          </p:nvPr>
        </p:nvSpPr>
        <p:spPr>
          <a:xfrm>
            <a:off x="6546458" y="1262063"/>
            <a:ext cx="2204400" cy="3517500"/>
          </a:xfrm>
          <a:prstGeom prst="rect">
            <a:avLst/>
          </a:prstGeom>
          <a:noFill/>
          <a:ln>
            <a:noFill/>
          </a:ln>
        </p:spPr>
        <p:txBody>
          <a:bodyPr spcFirstLastPara="1" wrap="square" lIns="68575" tIns="34275" rIns="68575" bIns="34275" anchor="t" anchorCtr="0">
            <a:noAutofit/>
          </a:bodyPr>
          <a:lstStyle>
            <a:lvl1pPr marR="0" lvl="0" algn="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422" name="Google Shape;422;p69"/>
          <p:cNvSpPr txBox="1">
            <a:spLocks noGrp="1"/>
          </p:cNvSpPr>
          <p:nvPr>
            <p:ph type="body" idx="1"/>
          </p:nvPr>
        </p:nvSpPr>
        <p:spPr>
          <a:xfrm>
            <a:off x="394137" y="1269115"/>
            <a:ext cx="6066600" cy="35106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23" name="Google Shape;423;p69"/>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24" name="Google Shape;424;p69"/>
          <p:cNvSpPr txBox="1">
            <a:spLocks noGrp="1"/>
          </p:cNvSpPr>
          <p:nvPr>
            <p:ph type="body" idx="3"/>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Body Style A 06">
  <p:cSld name="Body Style A 06">
    <p:spTree>
      <p:nvGrpSpPr>
        <p:cNvPr id="1" name="Shape 425"/>
        <p:cNvGrpSpPr/>
        <p:nvPr/>
      </p:nvGrpSpPr>
      <p:grpSpPr>
        <a:xfrm>
          <a:off x="0" y="0"/>
          <a:ext cx="0" cy="0"/>
          <a:chOff x="0" y="0"/>
          <a:chExt cx="0" cy="0"/>
        </a:xfrm>
      </p:grpSpPr>
      <p:sp>
        <p:nvSpPr>
          <p:cNvPr id="426" name="Google Shape;426;p70"/>
          <p:cNvSpPr txBox="1">
            <a:spLocks noGrp="1"/>
          </p:cNvSpPr>
          <p:nvPr>
            <p:ph type="body" idx="1"/>
          </p:nvPr>
        </p:nvSpPr>
        <p:spPr>
          <a:xfrm>
            <a:off x="3137336" y="831272"/>
            <a:ext cx="5626200" cy="39909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27" name="Google Shape;427;p70"/>
          <p:cNvSpPr txBox="1">
            <a:spLocks noGrp="1"/>
          </p:cNvSpPr>
          <p:nvPr>
            <p:ph type="body" idx="2"/>
          </p:nvPr>
        </p:nvSpPr>
        <p:spPr>
          <a:xfrm>
            <a:off x="394137" y="831272"/>
            <a:ext cx="2589000" cy="39909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28" name="Google Shape;428;p70"/>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matchingName="Body Style B 06">
  <p:cSld name="Body Style B 06">
    <p:spTree>
      <p:nvGrpSpPr>
        <p:cNvPr id="1" name="Shape 429"/>
        <p:cNvGrpSpPr/>
        <p:nvPr/>
      </p:nvGrpSpPr>
      <p:grpSpPr>
        <a:xfrm>
          <a:off x="0" y="0"/>
          <a:ext cx="0" cy="0"/>
          <a:chOff x="0" y="0"/>
          <a:chExt cx="0" cy="0"/>
        </a:xfrm>
      </p:grpSpPr>
      <p:sp>
        <p:nvSpPr>
          <p:cNvPr id="430" name="Google Shape;430;p71"/>
          <p:cNvSpPr txBox="1">
            <a:spLocks noGrp="1"/>
          </p:cNvSpPr>
          <p:nvPr>
            <p:ph type="body" idx="1"/>
          </p:nvPr>
        </p:nvSpPr>
        <p:spPr>
          <a:xfrm>
            <a:off x="3137336" y="1285298"/>
            <a:ext cx="5626200" cy="3536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31" name="Google Shape;431;p71"/>
          <p:cNvSpPr txBox="1">
            <a:spLocks noGrp="1"/>
          </p:cNvSpPr>
          <p:nvPr>
            <p:ph type="body" idx="2"/>
          </p:nvPr>
        </p:nvSpPr>
        <p:spPr>
          <a:xfrm>
            <a:off x="394137" y="1285298"/>
            <a:ext cx="2589000" cy="3536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32" name="Google Shape;432;p71"/>
          <p:cNvSpPr txBox="1">
            <a:spLocks noGrp="1"/>
          </p:cNvSpPr>
          <p:nvPr>
            <p:ph type="body" idx="3"/>
          </p:nvPr>
        </p:nvSpPr>
        <p:spPr>
          <a:xfrm>
            <a:off x="393192" y="740781"/>
            <a:ext cx="8370600" cy="465000"/>
          </a:xfrm>
          <a:prstGeom prst="rect">
            <a:avLst/>
          </a:prstGeom>
          <a:noFill/>
          <a:ln>
            <a:noFill/>
          </a:ln>
        </p:spPr>
        <p:txBody>
          <a:bodyPr spcFirstLastPara="1" wrap="square" lIns="0" tIns="34275" rIns="68575" bIns="34275" anchor="t" anchorCtr="0">
            <a:noAutofit/>
          </a:bodyPr>
          <a:lstStyle>
            <a:lvl1pPr marL="457200" lvl="0" indent="-228600" algn="l" rtl="0">
              <a:lnSpc>
                <a:spcPct val="10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33" name="Google Shape;433;p71"/>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matchingName="Body Style A 07">
  <p:cSld name="Body Style A 07">
    <p:spTree>
      <p:nvGrpSpPr>
        <p:cNvPr id="1" name="Shape 434"/>
        <p:cNvGrpSpPr/>
        <p:nvPr/>
      </p:nvGrpSpPr>
      <p:grpSpPr>
        <a:xfrm>
          <a:off x="0" y="0"/>
          <a:ext cx="0" cy="0"/>
          <a:chOff x="0" y="0"/>
          <a:chExt cx="0" cy="0"/>
        </a:xfrm>
      </p:grpSpPr>
      <p:sp>
        <p:nvSpPr>
          <p:cNvPr id="435" name="Google Shape;435;p72"/>
          <p:cNvSpPr>
            <a:spLocks noGrp="1"/>
          </p:cNvSpPr>
          <p:nvPr>
            <p:ph type="pic" idx="2"/>
          </p:nvPr>
        </p:nvSpPr>
        <p:spPr>
          <a:xfrm>
            <a:off x="3107344" y="847080"/>
            <a:ext cx="5643300" cy="3948600"/>
          </a:xfrm>
          <a:prstGeom prst="rect">
            <a:avLst/>
          </a:prstGeom>
          <a:noFill/>
          <a:ln>
            <a:noFill/>
          </a:ln>
        </p:spPr>
        <p:txBody>
          <a:bodyPr spcFirstLastPara="1" wrap="square" lIns="68575" tIns="34275" rIns="68575" bIns="34275" anchor="t" anchorCtr="0">
            <a:noAutofit/>
          </a:bodyPr>
          <a:lstStyle>
            <a:lvl1pPr marR="0" lvl="0" algn="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436" name="Google Shape;436;p72"/>
          <p:cNvSpPr txBox="1">
            <a:spLocks noGrp="1"/>
          </p:cNvSpPr>
          <p:nvPr>
            <p:ph type="body" idx="1"/>
          </p:nvPr>
        </p:nvSpPr>
        <p:spPr>
          <a:xfrm>
            <a:off x="394137" y="847080"/>
            <a:ext cx="2589000" cy="39486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37" name="Google Shape;437;p72"/>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matchingName="Body Style B 07">
  <p:cSld name="Body Style B 07">
    <p:spTree>
      <p:nvGrpSpPr>
        <p:cNvPr id="1" name="Shape 438"/>
        <p:cNvGrpSpPr/>
        <p:nvPr/>
      </p:nvGrpSpPr>
      <p:grpSpPr>
        <a:xfrm>
          <a:off x="0" y="0"/>
          <a:ext cx="0" cy="0"/>
          <a:chOff x="0" y="0"/>
          <a:chExt cx="0" cy="0"/>
        </a:xfrm>
      </p:grpSpPr>
      <p:sp>
        <p:nvSpPr>
          <p:cNvPr id="439" name="Google Shape;439;p73"/>
          <p:cNvSpPr>
            <a:spLocks noGrp="1"/>
          </p:cNvSpPr>
          <p:nvPr>
            <p:ph type="pic" idx="2"/>
          </p:nvPr>
        </p:nvSpPr>
        <p:spPr>
          <a:xfrm>
            <a:off x="3107344" y="1278293"/>
            <a:ext cx="5643300" cy="3509700"/>
          </a:xfrm>
          <a:prstGeom prst="rect">
            <a:avLst/>
          </a:prstGeom>
          <a:noFill/>
          <a:ln>
            <a:noFill/>
          </a:ln>
        </p:spPr>
        <p:txBody>
          <a:bodyPr spcFirstLastPara="1" wrap="square" lIns="68575" tIns="34275" rIns="68575" bIns="34275" anchor="t" anchorCtr="0">
            <a:noAutofit/>
          </a:bodyPr>
          <a:lstStyle>
            <a:lvl1pPr marR="0" lvl="0" algn="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440" name="Google Shape;440;p73"/>
          <p:cNvSpPr txBox="1">
            <a:spLocks noGrp="1"/>
          </p:cNvSpPr>
          <p:nvPr>
            <p:ph type="body" idx="1"/>
          </p:nvPr>
        </p:nvSpPr>
        <p:spPr>
          <a:xfrm>
            <a:off x="394137" y="1277206"/>
            <a:ext cx="2589000" cy="3509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41" name="Google Shape;441;p73"/>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42" name="Google Shape;442;p73"/>
          <p:cNvSpPr txBox="1">
            <a:spLocks noGrp="1"/>
          </p:cNvSpPr>
          <p:nvPr>
            <p:ph type="body" idx="3"/>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matchingName="Body Style A 08">
  <p:cSld name="Body Style A 08">
    <p:spTree>
      <p:nvGrpSpPr>
        <p:cNvPr id="1" name="Shape 443"/>
        <p:cNvGrpSpPr/>
        <p:nvPr/>
      </p:nvGrpSpPr>
      <p:grpSpPr>
        <a:xfrm>
          <a:off x="0" y="0"/>
          <a:ext cx="0" cy="0"/>
          <a:chOff x="0" y="0"/>
          <a:chExt cx="0" cy="0"/>
        </a:xfrm>
      </p:grpSpPr>
      <p:sp>
        <p:nvSpPr>
          <p:cNvPr id="444" name="Google Shape;444;p74"/>
          <p:cNvSpPr txBox="1">
            <a:spLocks noGrp="1"/>
          </p:cNvSpPr>
          <p:nvPr>
            <p:ph type="body" idx="1"/>
          </p:nvPr>
        </p:nvSpPr>
        <p:spPr>
          <a:xfrm>
            <a:off x="393700" y="2899677"/>
            <a:ext cx="8369400" cy="1834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61950" algn="l" rtl="0">
              <a:lnSpc>
                <a:spcPct val="110000"/>
              </a:lnSpc>
              <a:spcBef>
                <a:spcPts val="600"/>
              </a:spcBef>
              <a:spcAft>
                <a:spcPts val="0"/>
              </a:spcAft>
              <a:buClr>
                <a:srgbClr val="AAAAAA"/>
              </a:buClr>
              <a:buSzPts val="2100"/>
              <a:buFont typeface="Merriweather Sans"/>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45" name="Google Shape;445;p74"/>
          <p:cNvSpPr txBox="1">
            <a:spLocks noGrp="1"/>
          </p:cNvSpPr>
          <p:nvPr>
            <p:ph type="body" idx="2"/>
          </p:nvPr>
        </p:nvSpPr>
        <p:spPr>
          <a:xfrm>
            <a:off x="395719" y="837844"/>
            <a:ext cx="8367900" cy="1885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55600" algn="l" rtl="0">
              <a:lnSpc>
                <a:spcPct val="110000"/>
              </a:lnSpc>
              <a:spcBef>
                <a:spcPts val="600"/>
              </a:spcBef>
              <a:spcAft>
                <a:spcPts val="0"/>
              </a:spcAft>
              <a:buSzPts val="2000"/>
              <a:buChar char="•"/>
              <a:defRPr sz="1800"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46" name="Google Shape;446;p74"/>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matchingName="Body Style B 08">
  <p:cSld name="Body Style B 08">
    <p:spTree>
      <p:nvGrpSpPr>
        <p:cNvPr id="1" name="Shape 447"/>
        <p:cNvGrpSpPr/>
        <p:nvPr/>
      </p:nvGrpSpPr>
      <p:grpSpPr>
        <a:xfrm>
          <a:off x="0" y="0"/>
          <a:ext cx="0" cy="0"/>
          <a:chOff x="0" y="0"/>
          <a:chExt cx="0" cy="0"/>
        </a:xfrm>
      </p:grpSpPr>
      <p:sp>
        <p:nvSpPr>
          <p:cNvPr id="448" name="Google Shape;448;p75"/>
          <p:cNvSpPr txBox="1">
            <a:spLocks noGrp="1"/>
          </p:cNvSpPr>
          <p:nvPr>
            <p:ph type="body" idx="1"/>
          </p:nvPr>
        </p:nvSpPr>
        <p:spPr>
          <a:xfrm>
            <a:off x="387119" y="3210560"/>
            <a:ext cx="8371200" cy="16281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55600" algn="l" rtl="0">
              <a:lnSpc>
                <a:spcPct val="110000"/>
              </a:lnSpc>
              <a:spcBef>
                <a:spcPts val="600"/>
              </a:spcBef>
              <a:spcAft>
                <a:spcPts val="0"/>
              </a:spcAft>
              <a:buSzPts val="2000"/>
              <a:buChar char="•"/>
              <a:defRPr sz="1800" b="0" i="0">
                <a:solidFill>
                  <a:schemeClr val="dk1"/>
                </a:solidFill>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49" name="Google Shape;449;p75"/>
          <p:cNvSpPr txBox="1">
            <a:spLocks noGrp="1"/>
          </p:cNvSpPr>
          <p:nvPr>
            <p:ph type="body" idx="2"/>
          </p:nvPr>
        </p:nvSpPr>
        <p:spPr>
          <a:xfrm>
            <a:off x="387119" y="1270450"/>
            <a:ext cx="8370600" cy="18588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sz="2100" b="0" i="0">
                <a:solidFill>
                  <a:schemeClr val="dk1"/>
                </a:solidFill>
                <a:latin typeface="Arial"/>
                <a:ea typeface="Arial"/>
                <a:cs typeface="Arial"/>
                <a:sym typeface="Arial"/>
              </a:defRPr>
            </a:lvl1pPr>
            <a:lvl2pPr marL="914400" lvl="1" indent="-374650" algn="l" rtl="0">
              <a:lnSpc>
                <a:spcPct val="110000"/>
              </a:lnSpc>
              <a:spcBef>
                <a:spcPts val="800"/>
              </a:spcBef>
              <a:spcAft>
                <a:spcPts val="0"/>
              </a:spcAft>
              <a:buSzPts val="2300"/>
              <a:buChar char="-"/>
              <a:defRPr sz="2000" b="0" i="0">
                <a:solidFill>
                  <a:schemeClr val="dk1"/>
                </a:solidFill>
                <a:latin typeface="Arial"/>
                <a:ea typeface="Arial"/>
                <a:cs typeface="Arial"/>
                <a:sym typeface="Arial"/>
              </a:defRPr>
            </a:lvl2pPr>
            <a:lvl3pPr marL="1371600" lvl="2" indent="-361950" algn="l" rtl="0">
              <a:lnSpc>
                <a:spcPct val="110000"/>
              </a:lnSpc>
              <a:spcBef>
                <a:spcPts val="600"/>
              </a:spcBef>
              <a:spcAft>
                <a:spcPts val="0"/>
              </a:spcAft>
              <a:buClr>
                <a:srgbClr val="AAAAAA"/>
              </a:buClr>
              <a:buSzPts val="2100"/>
              <a:buFont typeface="Merriweather Sans"/>
              <a:buChar char="-"/>
              <a:defRPr sz="1800" b="0" i="0">
                <a:solidFill>
                  <a:schemeClr val="dk1"/>
                </a:solidFill>
                <a:latin typeface="Arial"/>
                <a:ea typeface="Arial"/>
                <a:cs typeface="Arial"/>
                <a:sym typeface="Arial"/>
              </a:defRPr>
            </a:lvl3pPr>
            <a:lvl4pPr marL="1828800" lvl="3" indent="-228600" algn="l" rtl="0">
              <a:lnSpc>
                <a:spcPct val="110000"/>
              </a:lnSpc>
              <a:spcBef>
                <a:spcPts val="600"/>
              </a:spcBef>
              <a:spcAft>
                <a:spcPts val="0"/>
              </a:spcAft>
              <a:buSzPts val="2400"/>
              <a:buNone/>
              <a:defRPr sz="2200">
                <a:solidFill>
                  <a:schemeClr val="dk1"/>
                </a:solidFill>
                <a:latin typeface="Avenir"/>
                <a:ea typeface="Avenir"/>
                <a:cs typeface="Avenir"/>
                <a:sym typeface="Avenir"/>
              </a:defRPr>
            </a:lvl4pPr>
            <a:lvl5pPr marL="2286000" lvl="4" indent="-381000" algn="l" rtl="0">
              <a:lnSpc>
                <a:spcPct val="110000"/>
              </a:lnSpc>
              <a:spcBef>
                <a:spcPts val="200"/>
              </a:spcBef>
              <a:spcAft>
                <a:spcPts val="0"/>
              </a:spcAft>
              <a:buSzPts val="2400"/>
              <a:buChar char="–"/>
              <a:defRPr sz="2200">
                <a:solidFill>
                  <a:schemeClr val="dk1"/>
                </a:solidFill>
                <a:latin typeface="Avenir"/>
                <a:ea typeface="Avenir"/>
                <a:cs typeface="Avenir"/>
                <a:sym typeface="Aveni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50" name="Google Shape;450;p75"/>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51" name="Google Shape;451;p75"/>
          <p:cNvSpPr txBox="1">
            <a:spLocks noGrp="1"/>
          </p:cNvSpPr>
          <p:nvPr>
            <p:ph type="body" idx="3"/>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matchingName="Body Style A 09">
  <p:cSld name="Body Style A 09">
    <p:spTree>
      <p:nvGrpSpPr>
        <p:cNvPr id="1" name="Shape 452"/>
        <p:cNvGrpSpPr/>
        <p:nvPr/>
      </p:nvGrpSpPr>
      <p:grpSpPr>
        <a:xfrm>
          <a:off x="0" y="0"/>
          <a:ext cx="0" cy="0"/>
          <a:chOff x="0" y="0"/>
          <a:chExt cx="0" cy="0"/>
        </a:xfrm>
      </p:grpSpPr>
      <p:sp>
        <p:nvSpPr>
          <p:cNvPr id="453" name="Google Shape;453;p76"/>
          <p:cNvSpPr txBox="1">
            <a:spLocks noGrp="1"/>
          </p:cNvSpPr>
          <p:nvPr>
            <p:ph type="body" idx="1"/>
          </p:nvPr>
        </p:nvSpPr>
        <p:spPr>
          <a:xfrm>
            <a:off x="394136" y="847081"/>
            <a:ext cx="8369700" cy="10812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55600" algn="l" rtl="0">
              <a:lnSpc>
                <a:spcPct val="110000"/>
              </a:lnSpc>
              <a:spcBef>
                <a:spcPts val="600"/>
              </a:spcBef>
              <a:spcAft>
                <a:spcPts val="0"/>
              </a:spcAft>
              <a:buClr>
                <a:srgbClr val="AAAAAA"/>
              </a:buClr>
              <a:buSzPts val="2000"/>
              <a:buFont typeface="Merriweather Sans"/>
              <a:buChar char="-"/>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54" name="Google Shape;454;p76"/>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55" name="Google Shape;455;p76"/>
          <p:cNvSpPr txBox="1">
            <a:spLocks noGrp="1"/>
          </p:cNvSpPr>
          <p:nvPr>
            <p:ph type="body" idx="2"/>
          </p:nvPr>
        </p:nvSpPr>
        <p:spPr>
          <a:xfrm>
            <a:off x="392906" y="2101454"/>
            <a:ext cx="8371200" cy="26907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SzPts val="1700"/>
              <a:buChar char="►"/>
              <a:defRPr/>
            </a:lvl1pPr>
            <a:lvl2pPr marL="914400" lvl="1" indent="-374650" algn="l" rtl="0">
              <a:lnSpc>
                <a:spcPct val="110000"/>
              </a:lnSpc>
              <a:spcBef>
                <a:spcPts val="800"/>
              </a:spcBef>
              <a:spcAft>
                <a:spcPts val="0"/>
              </a:spcAft>
              <a:buSzPts val="2300"/>
              <a:buChar char="-"/>
              <a:defRPr/>
            </a:lvl2pPr>
            <a:lvl3pPr marL="1371600" lvl="2" indent="-355600" algn="l" rtl="0">
              <a:lnSpc>
                <a:spcPct val="110000"/>
              </a:lnSpc>
              <a:spcBef>
                <a:spcPts val="600"/>
              </a:spcBef>
              <a:spcAft>
                <a:spcPts val="0"/>
              </a:spcAft>
              <a:buClr>
                <a:srgbClr val="AAAAAA"/>
              </a:buClr>
              <a:buSzPts val="2000"/>
              <a:buFont typeface="Merriweather Sans"/>
              <a:buChar char="-"/>
              <a:defRPr b="0" i="0">
                <a:latin typeface="Arial"/>
                <a:ea typeface="Arial"/>
                <a:cs typeface="Arial"/>
                <a:sym typeface="Arial"/>
              </a:defRPr>
            </a:lvl3pPr>
            <a:lvl4pPr marL="1828800" lvl="3" indent="-228600" algn="l" rtl="0">
              <a:lnSpc>
                <a:spcPct val="110000"/>
              </a:lnSpc>
              <a:spcBef>
                <a:spcPts val="600"/>
              </a:spcBef>
              <a:spcAft>
                <a:spcPts val="0"/>
              </a:spcAft>
              <a:buSzPts val="1500"/>
              <a:buNone/>
              <a:defRPr/>
            </a:lvl4pPr>
            <a:lvl5pPr marL="2286000" lvl="4" indent="-355600" algn="l" rtl="0">
              <a:lnSpc>
                <a:spcPct val="110000"/>
              </a:lnSpc>
              <a:spcBef>
                <a:spcPts val="200"/>
              </a:spcBef>
              <a:spcAft>
                <a:spcPts val="0"/>
              </a:spcAft>
              <a:buSzPts val="2000"/>
              <a:buChar char="–"/>
              <a:defRPr b="0" i="0">
                <a:latin typeface="Arial"/>
                <a:ea typeface="Arial"/>
                <a:cs typeface="Arial"/>
                <a:sym typeface="Arial"/>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matchingName="Body Style B 09">
  <p:cSld name="Body Style B 09">
    <p:spTree>
      <p:nvGrpSpPr>
        <p:cNvPr id="1" name="Shape 456"/>
        <p:cNvGrpSpPr/>
        <p:nvPr/>
      </p:nvGrpSpPr>
      <p:grpSpPr>
        <a:xfrm>
          <a:off x="0" y="0"/>
          <a:ext cx="0" cy="0"/>
          <a:chOff x="0" y="0"/>
          <a:chExt cx="0" cy="0"/>
        </a:xfrm>
      </p:grpSpPr>
      <p:sp>
        <p:nvSpPr>
          <p:cNvPr id="457" name="Google Shape;457;p77"/>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lvl="0" algn="l" rtl="0">
              <a:spcBef>
                <a:spcPts val="0"/>
              </a:spcBef>
              <a:spcAft>
                <a:spcPts val="0"/>
              </a:spcAft>
              <a:buSzPts val="1100"/>
              <a:buNone/>
              <a:defRPr/>
            </a:lvl1pPr>
            <a:lvl2pPr lvl="1" algn="l" rtl="0">
              <a:spcBef>
                <a:spcPts val="0"/>
              </a:spcBef>
              <a:spcAft>
                <a:spcPts val="0"/>
              </a:spcAft>
              <a:buSzPts val="1100"/>
              <a:buNone/>
              <a:defRPr/>
            </a:lvl2pPr>
            <a:lvl3pPr lvl="2" algn="l" rtl="0">
              <a:spcBef>
                <a:spcPts val="0"/>
              </a:spcBef>
              <a:spcAft>
                <a:spcPts val="0"/>
              </a:spcAft>
              <a:buSzPts val="1100"/>
              <a:buNone/>
              <a:defRPr/>
            </a:lvl3pPr>
            <a:lvl4pPr lvl="3" algn="l" rtl="0">
              <a:spcBef>
                <a:spcPts val="0"/>
              </a:spcBef>
              <a:spcAft>
                <a:spcPts val="0"/>
              </a:spcAft>
              <a:buSzPts val="1100"/>
              <a:buNone/>
              <a:defRPr/>
            </a:lvl4pPr>
            <a:lvl5pPr lvl="4" algn="l" rtl="0">
              <a:spcBef>
                <a:spcPts val="0"/>
              </a:spcBef>
              <a:spcAft>
                <a:spcPts val="0"/>
              </a:spcAft>
              <a:buSzPts val="1100"/>
              <a:buNone/>
              <a:defRPr/>
            </a:lvl5pPr>
            <a:lvl6pPr lvl="5" algn="l" rtl="0">
              <a:spcBef>
                <a:spcPts val="0"/>
              </a:spcBef>
              <a:spcAft>
                <a:spcPts val="0"/>
              </a:spcAft>
              <a:buSzPts val="1100"/>
              <a:buNone/>
              <a:defRPr/>
            </a:lvl6pPr>
            <a:lvl7pPr lvl="6" algn="l" rtl="0">
              <a:spcBef>
                <a:spcPts val="0"/>
              </a:spcBef>
              <a:spcAft>
                <a:spcPts val="0"/>
              </a:spcAft>
              <a:buSzPts val="1100"/>
              <a:buNone/>
              <a:defRPr/>
            </a:lvl7pPr>
            <a:lvl8pPr lvl="7" algn="l" rtl="0">
              <a:spcBef>
                <a:spcPts val="0"/>
              </a:spcBef>
              <a:spcAft>
                <a:spcPts val="0"/>
              </a:spcAft>
              <a:buSzPts val="1100"/>
              <a:buNone/>
              <a:defRPr/>
            </a:lvl8pPr>
            <a:lvl9pPr lvl="8" algn="l" rtl="0">
              <a:spcBef>
                <a:spcPts val="0"/>
              </a:spcBef>
              <a:spcAft>
                <a:spcPts val="0"/>
              </a:spcAft>
              <a:buSzPts val="1100"/>
              <a:buNone/>
              <a:defRPr/>
            </a:lvl9pPr>
          </a:lstStyle>
          <a:p>
            <a:endParaRPr/>
          </a:p>
        </p:txBody>
      </p:sp>
      <p:sp>
        <p:nvSpPr>
          <p:cNvPr id="458" name="Google Shape;458;p77"/>
          <p:cNvSpPr txBox="1">
            <a:spLocks noGrp="1"/>
          </p:cNvSpPr>
          <p:nvPr>
            <p:ph type="body" idx="1"/>
          </p:nvPr>
        </p:nvSpPr>
        <p:spPr>
          <a:xfrm>
            <a:off x="392407" y="740781"/>
            <a:ext cx="8366400" cy="448500"/>
          </a:xfrm>
          <a:prstGeom prst="rect">
            <a:avLst/>
          </a:prstGeom>
          <a:noFill/>
          <a:ln>
            <a:noFill/>
          </a:ln>
        </p:spPr>
        <p:txBody>
          <a:bodyPr spcFirstLastPara="1" wrap="square" lIns="0" tIns="34275" rIns="68575" bIns="34275" anchor="t" anchorCtr="0">
            <a:noAutofit/>
          </a:bodyPr>
          <a:lstStyle>
            <a:lvl1pPr marL="457200" lvl="0" indent="-228600" algn="l" rtl="0">
              <a:lnSpc>
                <a:spcPct val="110000"/>
              </a:lnSpc>
              <a:spcBef>
                <a:spcPts val="0"/>
              </a:spcBef>
              <a:spcAft>
                <a:spcPts val="0"/>
              </a:spcAft>
              <a:buSzPts val="1700"/>
              <a:buNone/>
              <a:defRPr sz="2100">
                <a:solidFill>
                  <a:schemeClr val="dk1"/>
                </a:solidFill>
              </a:defRPr>
            </a:lvl1pPr>
            <a:lvl2pPr marL="914400" lvl="1" indent="-228600" algn="l" rtl="0">
              <a:lnSpc>
                <a:spcPct val="110000"/>
              </a:lnSpc>
              <a:spcBef>
                <a:spcPts val="0"/>
              </a:spcBef>
              <a:spcAft>
                <a:spcPts val="0"/>
              </a:spcAft>
              <a:buSzPts val="1900"/>
              <a:buNone/>
              <a:defRPr sz="1700"/>
            </a:lvl2pPr>
            <a:lvl3pPr marL="1371600" lvl="2" indent="-228600" algn="l" rtl="0">
              <a:lnSpc>
                <a:spcPct val="110000"/>
              </a:lnSpc>
              <a:spcBef>
                <a:spcPts val="0"/>
              </a:spcBef>
              <a:spcAft>
                <a:spcPts val="0"/>
              </a:spcAft>
              <a:buSzPts val="1800"/>
              <a:buNone/>
              <a:defRPr sz="1700"/>
            </a:lvl3pPr>
            <a:lvl4pPr marL="1828800" lvl="3" indent="-228600" algn="l" rtl="0">
              <a:lnSpc>
                <a:spcPct val="110000"/>
              </a:lnSpc>
              <a:spcBef>
                <a:spcPts val="0"/>
              </a:spcBef>
              <a:spcAft>
                <a:spcPts val="0"/>
              </a:spcAft>
              <a:buSzPts val="1800"/>
              <a:buNone/>
              <a:defRPr sz="1700"/>
            </a:lvl4pPr>
            <a:lvl5pPr marL="2286000" lvl="4" indent="-228600" algn="l" rtl="0">
              <a:lnSpc>
                <a:spcPct val="110000"/>
              </a:lnSpc>
              <a:spcBef>
                <a:spcPts val="0"/>
              </a:spcBef>
              <a:spcAft>
                <a:spcPts val="0"/>
              </a:spcAft>
              <a:buSzPts val="1800"/>
              <a:buNone/>
              <a:defRPr sz="1700"/>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
        <p:nvSpPr>
          <p:cNvPr id="459" name="Google Shape;459;p77"/>
          <p:cNvSpPr>
            <a:spLocks noGrp="1"/>
          </p:cNvSpPr>
          <p:nvPr>
            <p:ph type="pic" idx="2"/>
          </p:nvPr>
        </p:nvSpPr>
        <p:spPr>
          <a:xfrm>
            <a:off x="393191" y="2114075"/>
            <a:ext cx="8370600" cy="2665800"/>
          </a:xfrm>
          <a:prstGeom prst="rect">
            <a:avLst/>
          </a:prstGeom>
          <a:noFill/>
          <a:ln>
            <a:noFill/>
          </a:ln>
        </p:spPr>
        <p:txBody>
          <a:bodyPr spcFirstLastPara="1" wrap="square" lIns="68575" tIns="34275" rIns="68575" bIns="34275" anchor="t" anchorCtr="0">
            <a:noAutofit/>
          </a:bodyPr>
          <a:lstStyle>
            <a:lvl1pPr marR="0" lvl="0" algn="ctr" rtl="0">
              <a:lnSpc>
                <a:spcPct val="110000"/>
              </a:lnSpc>
              <a:spcBef>
                <a:spcPts val="800"/>
              </a:spcBef>
              <a:spcAft>
                <a:spcPts val="0"/>
              </a:spcAft>
              <a:buClr>
                <a:srgbClr val="A5A5A5"/>
              </a:buClr>
              <a:buSzPts val="1700"/>
              <a:buFont typeface="Merriweather Sans"/>
              <a:buNone/>
              <a:defRPr sz="2100" b="0" i="0" u="none" strike="noStrike" cap="none">
                <a:solidFill>
                  <a:schemeClr val="dk1"/>
                </a:solidFill>
                <a:latin typeface="Arial"/>
                <a:ea typeface="Arial"/>
                <a:cs typeface="Arial"/>
                <a:sym typeface="Arial"/>
              </a:defRPr>
            </a:lvl1pPr>
            <a:lvl2pPr marR="0" lvl="1"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R="0" lvl="2"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R="0" lvl="3"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R="0" lvl="4"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R="0" lvl="5"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R="0" lvl="6"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R="0" lvl="7"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R="0" lvl="8"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460" name="Google Shape;460;p77"/>
          <p:cNvSpPr txBox="1">
            <a:spLocks noGrp="1"/>
          </p:cNvSpPr>
          <p:nvPr>
            <p:ph type="body" idx="3"/>
          </p:nvPr>
        </p:nvSpPr>
        <p:spPr>
          <a:xfrm>
            <a:off x="394136" y="1266994"/>
            <a:ext cx="8369700" cy="763500"/>
          </a:xfrm>
          <a:prstGeom prst="rect">
            <a:avLst/>
          </a:prstGeom>
          <a:noFill/>
          <a:ln>
            <a:noFill/>
          </a:ln>
        </p:spPr>
        <p:txBody>
          <a:bodyPr spcFirstLastPara="1" wrap="square" lIns="68575" tIns="34275" rIns="68575" bIns="34275" anchor="t" anchorCtr="0">
            <a:noAutofit/>
          </a:bodyPr>
          <a:lstStyle>
            <a:lvl1pPr marL="457200" lvl="0" indent="-336550" algn="l" rtl="0">
              <a:lnSpc>
                <a:spcPct val="110000"/>
              </a:lnSpc>
              <a:spcBef>
                <a:spcPts val="800"/>
              </a:spcBef>
              <a:spcAft>
                <a:spcPts val="0"/>
              </a:spcAft>
              <a:buClr>
                <a:srgbClr val="A5A5A5"/>
              </a:buClr>
              <a:buSzPts val="1700"/>
              <a:buFont typeface="Merriweather Sans"/>
              <a:buChar char="►"/>
              <a:defRPr/>
            </a:lvl1pPr>
            <a:lvl2pPr marL="914400" lvl="1" indent="-374650" algn="l" rtl="0">
              <a:lnSpc>
                <a:spcPct val="110000"/>
              </a:lnSpc>
              <a:spcBef>
                <a:spcPts val="800"/>
              </a:spcBef>
              <a:spcAft>
                <a:spcPts val="0"/>
              </a:spcAft>
              <a:buClr>
                <a:srgbClr val="AAAAAA"/>
              </a:buClr>
              <a:buSzPts val="2300"/>
              <a:buFont typeface="Merriweather Sans"/>
              <a:buChar char="-"/>
              <a:defRPr/>
            </a:lvl2pPr>
            <a:lvl3pPr marL="1371600" lvl="2" indent="-355600" algn="l" rtl="0">
              <a:lnSpc>
                <a:spcPct val="110000"/>
              </a:lnSpc>
              <a:spcBef>
                <a:spcPts val="600"/>
              </a:spcBef>
              <a:spcAft>
                <a:spcPts val="0"/>
              </a:spcAft>
              <a:buClr>
                <a:srgbClr val="AAAAAA"/>
              </a:buClr>
              <a:buSzPts val="2000"/>
              <a:buFont typeface="Merriweather Sans"/>
              <a:buChar char="-"/>
              <a:defRPr/>
            </a:lvl3pPr>
            <a:lvl4pPr marL="1828800" lvl="3" indent="-228600" algn="l" rtl="0">
              <a:lnSpc>
                <a:spcPct val="110000"/>
              </a:lnSpc>
              <a:spcBef>
                <a:spcPts val="600"/>
              </a:spcBef>
              <a:spcAft>
                <a:spcPts val="0"/>
              </a:spcAft>
              <a:buSzPts val="1500"/>
              <a:buNone/>
              <a:defRPr/>
            </a:lvl4pPr>
            <a:lvl5pPr marL="2286000" lvl="4" indent="-323850" algn="l" rtl="0">
              <a:lnSpc>
                <a:spcPct val="110000"/>
              </a:lnSpc>
              <a:spcBef>
                <a:spcPts val="200"/>
              </a:spcBef>
              <a:spcAft>
                <a:spcPts val="0"/>
              </a:spcAft>
              <a:buSzPts val="1500"/>
              <a:buChar char="–"/>
              <a:defRPr/>
            </a:lvl5pPr>
            <a:lvl6pPr marL="2743200" lvl="5" indent="-298450" algn="l" rtl="0">
              <a:spcBef>
                <a:spcPts val="300"/>
              </a:spcBef>
              <a:spcAft>
                <a:spcPts val="0"/>
              </a:spcAft>
              <a:buSzPts val="1100"/>
              <a:buChar char="▪"/>
              <a:defRPr/>
            </a:lvl6pPr>
            <a:lvl7pPr marL="3200400" lvl="6" indent="-298450" algn="l" rtl="0">
              <a:spcBef>
                <a:spcPts val="300"/>
              </a:spcBef>
              <a:spcAft>
                <a:spcPts val="0"/>
              </a:spcAft>
              <a:buSzPts val="1100"/>
              <a:buChar char="▪"/>
              <a:defRPr/>
            </a:lvl7pPr>
            <a:lvl8pPr marL="3657600" lvl="7" indent="-298450" algn="l" rtl="0">
              <a:spcBef>
                <a:spcPts val="300"/>
              </a:spcBef>
              <a:spcAft>
                <a:spcPts val="0"/>
              </a:spcAft>
              <a:buSzPts val="1100"/>
              <a:buChar char="▪"/>
              <a:defRPr/>
            </a:lvl8pPr>
            <a:lvl9pPr marL="4114800" lvl="8" indent="-298450" algn="l" rtl="0">
              <a:spcBef>
                <a:spcPts val="300"/>
              </a:spcBef>
              <a:spcAft>
                <a:spcPts val="0"/>
              </a:spcAft>
              <a:buSzPts val="1100"/>
              <a:buChar char="▪"/>
              <a:defRPr/>
            </a:lvl9pPr>
          </a:lstStyle>
          <a:p>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matchingName="Blank White 1">
  <p:cSld name="Blank White_1">
    <p:spTree>
      <p:nvGrpSpPr>
        <p:cNvPr id="1" name="Shape 461"/>
        <p:cNvGrpSpPr/>
        <p:nvPr/>
      </p:nvGrpSpPr>
      <p:grpSpPr>
        <a:xfrm>
          <a:off x="0" y="0"/>
          <a:ext cx="0" cy="0"/>
          <a:chOff x="0" y="0"/>
          <a:chExt cx="0" cy="0"/>
        </a:xfrm>
      </p:grpSpPr>
      <p:sp>
        <p:nvSpPr>
          <p:cNvPr id="462" name="Google Shape;462;p78"/>
          <p:cNvSpPr/>
          <p:nvPr/>
        </p:nvSpPr>
        <p:spPr>
          <a:xfrm>
            <a:off x="0" y="0"/>
            <a:ext cx="9144000" cy="51435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0" i="1" u="none" strike="noStrike" cap="none">
              <a:solidFill>
                <a:srgbClr val="000000"/>
              </a:solidFill>
              <a:latin typeface="Arial"/>
              <a:ea typeface="Arial"/>
              <a:cs typeface="Arial"/>
              <a:sym typeface="Arial"/>
            </a:endParaRPr>
          </a:p>
        </p:txBody>
      </p:sp>
      <p:pic>
        <p:nvPicPr>
          <p:cNvPr id="463" name="Google Shape;463;p78"/>
          <p:cNvPicPr preferRelativeResize="0"/>
          <p:nvPr/>
        </p:nvPicPr>
        <p:blipFill>
          <a:blip r:embed="rId2">
            <a:alphaModFix/>
          </a:blip>
          <a:stretch>
            <a:fillRect/>
          </a:stretch>
        </p:blipFill>
        <p:spPr>
          <a:xfrm>
            <a:off x="316275" y="203645"/>
            <a:ext cx="8535188" cy="4749412"/>
          </a:xfrm>
          <a:prstGeom prst="rect">
            <a:avLst/>
          </a:prstGeom>
          <a:noFill/>
          <a:ln>
            <a:noFill/>
          </a:ln>
        </p:spPr>
      </p:pic>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matchingName="Blank White 2">
  <p:cSld name="Blank White_2">
    <p:spTree>
      <p:nvGrpSpPr>
        <p:cNvPr id="1" name="Shape 464"/>
        <p:cNvGrpSpPr/>
        <p:nvPr/>
      </p:nvGrpSpPr>
      <p:grpSpPr>
        <a:xfrm>
          <a:off x="0" y="0"/>
          <a:ext cx="0" cy="0"/>
          <a:chOff x="0" y="0"/>
          <a:chExt cx="0" cy="0"/>
        </a:xfrm>
      </p:grpSpPr>
      <p:sp>
        <p:nvSpPr>
          <p:cNvPr id="465" name="Google Shape;465;p79"/>
          <p:cNvSpPr/>
          <p:nvPr/>
        </p:nvSpPr>
        <p:spPr>
          <a:xfrm>
            <a:off x="0" y="0"/>
            <a:ext cx="9144000" cy="5143500"/>
          </a:xfrm>
          <a:prstGeom prst="rect">
            <a:avLst/>
          </a:prstGeom>
          <a:solidFill>
            <a:schemeClr val="lt1"/>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0" i="1" u="none" strike="noStrike" cap="none">
              <a:solidFill>
                <a:srgbClr val="000000"/>
              </a:solidFill>
              <a:latin typeface="Arial"/>
              <a:ea typeface="Arial"/>
              <a:cs typeface="Arial"/>
              <a:sym typeface="Arial"/>
            </a:endParaRPr>
          </a:p>
        </p:txBody>
      </p:sp>
      <p:pic>
        <p:nvPicPr>
          <p:cNvPr id="466" name="Google Shape;466;p79"/>
          <p:cNvPicPr preferRelativeResize="0"/>
          <p:nvPr/>
        </p:nvPicPr>
        <p:blipFill>
          <a:blip r:embed="rId2">
            <a:alphaModFix/>
          </a:blip>
          <a:stretch>
            <a:fillRect/>
          </a:stretch>
        </p:blipFill>
        <p:spPr>
          <a:xfrm>
            <a:off x="298049" y="253911"/>
            <a:ext cx="8576832" cy="335011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9" Type="http://schemas.openxmlformats.org/officeDocument/2006/relationships/slideLayout" Target="../slideLayouts/slideLayout75.xml"/><Relationship Id="rId3" Type="http://schemas.openxmlformats.org/officeDocument/2006/relationships/slideLayout" Target="../slideLayouts/slideLayout39.xml"/><Relationship Id="rId21" Type="http://schemas.openxmlformats.org/officeDocument/2006/relationships/slideLayout" Target="../slideLayouts/slideLayout57.xml"/><Relationship Id="rId34" Type="http://schemas.openxmlformats.org/officeDocument/2006/relationships/slideLayout" Target="../slideLayouts/slideLayout70.xml"/><Relationship Id="rId42" Type="http://schemas.openxmlformats.org/officeDocument/2006/relationships/theme" Target="../theme/theme2.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33" Type="http://schemas.openxmlformats.org/officeDocument/2006/relationships/slideLayout" Target="../slideLayouts/slideLayout69.xml"/><Relationship Id="rId38" Type="http://schemas.openxmlformats.org/officeDocument/2006/relationships/slideLayout" Target="../slideLayouts/slideLayout74.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29" Type="http://schemas.openxmlformats.org/officeDocument/2006/relationships/slideLayout" Target="../slideLayouts/slideLayout65.xml"/><Relationship Id="rId41" Type="http://schemas.openxmlformats.org/officeDocument/2006/relationships/slideLayout" Target="../slideLayouts/slideLayout77.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32" Type="http://schemas.openxmlformats.org/officeDocument/2006/relationships/slideLayout" Target="../slideLayouts/slideLayout68.xml"/><Relationship Id="rId37" Type="http://schemas.openxmlformats.org/officeDocument/2006/relationships/slideLayout" Target="../slideLayouts/slideLayout73.xml"/><Relationship Id="rId40" Type="http://schemas.openxmlformats.org/officeDocument/2006/relationships/slideLayout" Target="../slideLayouts/slideLayout76.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slideLayout" Target="../slideLayouts/slideLayout64.xml"/><Relationship Id="rId36" Type="http://schemas.openxmlformats.org/officeDocument/2006/relationships/slideLayout" Target="../slideLayouts/slideLayout72.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31" Type="http://schemas.openxmlformats.org/officeDocument/2006/relationships/slideLayout" Target="../slideLayouts/slideLayout67.xml"/><Relationship Id="rId44" Type="http://schemas.openxmlformats.org/officeDocument/2006/relationships/image" Target="../media/image15.png"/><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 Id="rId30" Type="http://schemas.openxmlformats.org/officeDocument/2006/relationships/slideLayout" Target="../slideLayouts/slideLayout66.xml"/><Relationship Id="rId35" Type="http://schemas.openxmlformats.org/officeDocument/2006/relationships/slideLayout" Target="../slideLayouts/slideLayout71.xml"/><Relationship Id="rId4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 descr="4.5-PPTBackgrounds_Hedaer-GraySkinny-reversed_Hedaer-GraySkinny.png"/>
          <p:cNvPicPr preferRelativeResize="0"/>
          <p:nvPr/>
        </p:nvPicPr>
        <p:blipFill rotWithShape="1">
          <a:blip r:embed="rId38">
            <a:alphaModFix/>
          </a:blip>
          <a:srcRect/>
          <a:stretch/>
        </p:blipFill>
        <p:spPr>
          <a:xfrm>
            <a:off x="0" y="0"/>
            <a:ext cx="9144000" cy="661196"/>
          </a:xfrm>
          <a:prstGeom prst="rect">
            <a:avLst/>
          </a:prstGeom>
          <a:noFill/>
          <a:ln>
            <a:noFill/>
          </a:ln>
        </p:spPr>
      </p:pic>
      <p:sp>
        <p:nvSpPr>
          <p:cNvPr id="7" name="Google Shape;7;p1"/>
          <p:cNvSpPr txBox="1">
            <a:spLocks noGrp="1"/>
          </p:cNvSpPr>
          <p:nvPr>
            <p:ph type="title"/>
          </p:nvPr>
        </p:nvSpPr>
        <p:spPr>
          <a:xfrm>
            <a:off x="434232" y="171450"/>
            <a:ext cx="8275500" cy="3693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2200" b="1"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2400" b="1"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body" idx="1"/>
          </p:nvPr>
        </p:nvSpPr>
        <p:spPr>
          <a:xfrm>
            <a:off x="438150" y="819151"/>
            <a:ext cx="8267700" cy="3467100"/>
          </a:xfrm>
          <a:prstGeom prst="rect">
            <a:avLst/>
          </a:prstGeom>
          <a:noFill/>
          <a:ln>
            <a:noFill/>
          </a:ln>
        </p:spPr>
        <p:txBody>
          <a:bodyPr spcFirstLastPara="1" wrap="square" lIns="0" tIns="0" rIns="0" bIns="0" anchor="t" anchorCtr="0">
            <a:noAutofit/>
          </a:bodyPr>
          <a:lstStyle>
            <a:lvl1pPr marL="457200" marR="0" lvl="0" indent="-355600" algn="l" rtl="0">
              <a:lnSpc>
                <a:spcPct val="100000"/>
              </a:lnSpc>
              <a:spcBef>
                <a:spcPts val="600"/>
              </a:spcBef>
              <a:spcAft>
                <a:spcPts val="0"/>
              </a:spcAft>
              <a:buClr>
                <a:srgbClr val="A5A5A5"/>
              </a:buClr>
              <a:buSzPts val="2000"/>
              <a:buFont typeface="Arimo"/>
              <a:buChar char="4"/>
              <a:defRPr sz="2000" b="0" i="0" u="none" strike="noStrike" cap="none">
                <a:solidFill>
                  <a:schemeClr val="dk1"/>
                </a:solidFill>
                <a:latin typeface="Arial"/>
                <a:ea typeface="Arial"/>
                <a:cs typeface="Arial"/>
                <a:sym typeface="Arial"/>
              </a:defRPr>
            </a:lvl1pPr>
            <a:lvl2pPr marL="914400" marR="0" lvl="1" indent="-362331" algn="l" rtl="0">
              <a:lnSpc>
                <a:spcPct val="100000"/>
              </a:lnSpc>
              <a:spcBef>
                <a:spcPts val="600"/>
              </a:spcBef>
              <a:spcAft>
                <a:spcPts val="0"/>
              </a:spcAft>
              <a:buClr>
                <a:srgbClr val="AAAAAA"/>
              </a:buClr>
              <a:buSzPts val="2106"/>
              <a:buFont typeface="Merriweather Sans"/>
              <a:buChar char="-"/>
              <a:defRPr sz="1800" b="0" i="0" u="none" strike="noStrike" cap="none">
                <a:solidFill>
                  <a:schemeClr val="dk1"/>
                </a:solidFill>
                <a:latin typeface="Arial"/>
                <a:ea typeface="Arial"/>
                <a:cs typeface="Arial"/>
                <a:sym typeface="Arial"/>
              </a:defRPr>
            </a:lvl2pPr>
            <a:lvl3pPr marL="1371600" marR="0" lvl="2" indent="-354330" algn="l" rtl="0">
              <a:lnSpc>
                <a:spcPct val="100000"/>
              </a:lnSpc>
              <a:spcBef>
                <a:spcPts val="600"/>
              </a:spcBef>
              <a:spcAft>
                <a:spcPts val="0"/>
              </a:spcAft>
              <a:buClr>
                <a:srgbClr val="AAAAAA"/>
              </a:buClr>
              <a:buSzPts val="1980"/>
              <a:buFont typeface="Merriweather Sans"/>
              <a:buChar char="-"/>
              <a:defRPr sz="1800" b="0" i="0" u="none" strike="noStrike" cap="none">
                <a:solidFill>
                  <a:schemeClr val="dk1"/>
                </a:solidFill>
                <a:latin typeface="Arial"/>
                <a:ea typeface="Arial"/>
                <a:cs typeface="Arial"/>
                <a:sym typeface="Arial"/>
              </a:defRPr>
            </a:lvl3pPr>
            <a:lvl4pPr marL="1828800" marR="0" lvl="3" indent="-354330" algn="l" rtl="0">
              <a:lnSpc>
                <a:spcPct val="100000"/>
              </a:lnSpc>
              <a:spcBef>
                <a:spcPts val="600"/>
              </a:spcBef>
              <a:spcAft>
                <a:spcPts val="0"/>
              </a:spcAft>
              <a:buClr>
                <a:srgbClr val="7F7F7F"/>
              </a:buClr>
              <a:buSzPts val="1980"/>
              <a:buFont typeface="Merriweather Sans"/>
              <a:buChar char="-"/>
              <a:defRPr sz="1800" b="0" i="0" u="none" strike="noStrike" cap="none">
                <a:solidFill>
                  <a:schemeClr val="dk1"/>
                </a:solidFill>
                <a:latin typeface="Arial"/>
                <a:ea typeface="Arial"/>
                <a:cs typeface="Arial"/>
                <a:sym typeface="Arial"/>
              </a:defRPr>
            </a:lvl4pPr>
            <a:lvl5pPr marL="2286000" marR="0" lvl="4" indent="-354329" algn="l" rtl="0">
              <a:lnSpc>
                <a:spcPct val="100000"/>
              </a:lnSpc>
              <a:spcBef>
                <a:spcPts val="600"/>
              </a:spcBef>
              <a:spcAft>
                <a:spcPts val="0"/>
              </a:spcAft>
              <a:buClr>
                <a:srgbClr val="7F7F7F"/>
              </a:buClr>
              <a:buSzPts val="1980"/>
              <a:buFont typeface="Arial Black"/>
              <a:buChar char="–"/>
              <a:defRPr sz="1800" b="0" i="0" u="none" strike="noStrike" cap="none">
                <a:solidFill>
                  <a:schemeClr val="dk1"/>
                </a:solidFill>
                <a:latin typeface="Arial"/>
                <a:ea typeface="Arial"/>
                <a:cs typeface="Arial"/>
                <a:sym typeface="Arial"/>
              </a:defRPr>
            </a:lvl5pPr>
            <a:lvl6pPr marL="2743200" marR="0" lvl="5" indent="-304800" algn="l" rtl="0">
              <a:lnSpc>
                <a:spcPct val="100000"/>
              </a:lnSpc>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L="3200400" marR="0" lvl="6" indent="-304800" algn="l" rtl="0">
              <a:lnSpc>
                <a:spcPct val="100000"/>
              </a:lnSpc>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L="3657600" marR="0" lvl="7" indent="-304800" algn="l" rtl="0">
              <a:lnSpc>
                <a:spcPct val="100000"/>
              </a:lnSpc>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L="4114800" marR="0" lvl="8" indent="-304800" algn="l" rtl="0">
              <a:lnSpc>
                <a:spcPct val="100000"/>
              </a:lnSpc>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pic>
        <p:nvPicPr>
          <p:cNvPr id="9" name="Google Shape;9;p1" descr="PPT-sized.png"/>
          <p:cNvPicPr preferRelativeResize="0"/>
          <p:nvPr/>
        </p:nvPicPr>
        <p:blipFill rotWithShape="1">
          <a:blip r:embed="rId39">
            <a:alphaModFix/>
          </a:blip>
          <a:srcRect/>
          <a:stretch/>
        </p:blipFill>
        <p:spPr>
          <a:xfrm>
            <a:off x="400050" y="4934417"/>
            <a:ext cx="1117600" cy="127127"/>
          </a:xfrm>
          <a:prstGeom prst="rect">
            <a:avLst/>
          </a:prstGeom>
          <a:noFill/>
          <a:ln>
            <a:noFill/>
          </a:ln>
        </p:spPr>
      </p:pic>
      <p:sp>
        <p:nvSpPr>
          <p:cNvPr id="10" name="Google Shape;10;p1"/>
          <p:cNvSpPr txBox="1">
            <a:spLocks noGrp="1"/>
          </p:cNvSpPr>
          <p:nvPr>
            <p:ph type="sldNum" idx="12"/>
          </p:nvPr>
        </p:nvSpPr>
        <p:spPr>
          <a:xfrm>
            <a:off x="6648450" y="4797356"/>
            <a:ext cx="2057400" cy="274500"/>
          </a:xfrm>
          <a:prstGeom prst="rect">
            <a:avLst/>
          </a:prstGeom>
          <a:noFill/>
          <a:ln>
            <a:noFill/>
          </a:ln>
        </p:spPr>
        <p:txBody>
          <a:bodyPr spcFirstLastPara="1" wrap="square" lIns="0" tIns="0" rIns="0" bIns="0" anchor="b" anchorCtr="0">
            <a:noAutofit/>
          </a:bodyPr>
          <a:lstStyle>
            <a:lvl1pPr marL="0" marR="0" lvl="0"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800"/>
              <a:buFont typeface="Arial"/>
              <a:buNone/>
              <a:defRPr sz="800" b="0" i="0" u="none" strike="noStrike" cap="none">
                <a:solidFill>
                  <a:srgbClr val="98989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
        <p:nvSpPr>
          <p:cNvPr id="11" name="Google Shape;11;p1"/>
          <p:cNvSpPr txBox="1">
            <a:spLocks noGrp="1"/>
          </p:cNvSpPr>
          <p:nvPr>
            <p:ph type="ftr" idx="11"/>
          </p:nvPr>
        </p:nvSpPr>
        <p:spPr>
          <a:xfrm>
            <a:off x="438149" y="4417867"/>
            <a:ext cx="8267700" cy="274500"/>
          </a:xfrm>
          <a:prstGeom prst="rect">
            <a:avLst/>
          </a:prstGeom>
          <a:noFill/>
          <a:ln>
            <a:noFill/>
          </a:ln>
        </p:spPr>
        <p:txBody>
          <a:bodyPr spcFirstLastPara="1" wrap="square" lIns="0" tIns="0" rIns="0" bIns="0" anchor="b" anchorCtr="0">
            <a:noAutofit/>
          </a:bodyPr>
          <a:lstStyle>
            <a:lvl1pPr marR="0" lvl="0" algn="l" rtl="0">
              <a:lnSpc>
                <a:spcPct val="100000"/>
              </a:lnSpc>
              <a:spcBef>
                <a:spcPts val="0"/>
              </a:spcBef>
              <a:spcAft>
                <a:spcPts val="0"/>
              </a:spcAft>
              <a:buClr>
                <a:srgbClr val="000000"/>
              </a:buClr>
              <a:buSzPts val="1400"/>
              <a:buFont typeface="Arial"/>
              <a:buNone/>
              <a:defRPr sz="500" b="0" i="0" u="none" strike="noStrike" cap="none">
                <a:solidFill>
                  <a:srgbClr val="98989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2" name="Google Shape;12;p1"/>
          <p:cNvSpPr txBox="1"/>
          <p:nvPr/>
        </p:nvSpPr>
        <p:spPr>
          <a:xfrm>
            <a:off x="1473225" y="4923150"/>
            <a:ext cx="1890300" cy="18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600"/>
              <a:buFont typeface="Arial"/>
              <a:buNone/>
            </a:pPr>
            <a:r>
              <a:rPr lang="en" sz="600" b="0" i="0" u="none" strike="noStrike" cap="none">
                <a:solidFill>
                  <a:srgbClr val="7F7F7F"/>
                </a:solidFill>
                <a:latin typeface="Arial"/>
                <a:ea typeface="Arial"/>
                <a:cs typeface="Arial"/>
                <a:sym typeface="Arial"/>
              </a:rPr>
              <a:t>© Scaled Agile, Inc.</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976">
          <p15:clr>
            <a:srgbClr val="F26B43"/>
          </p15:clr>
        </p15:guide>
        <p15:guide id="2" pos="264">
          <p15:clr>
            <a:srgbClr val="F26B43"/>
          </p15:clr>
        </p15:guide>
        <p15:guide id="3" pos="5496">
          <p15:clr>
            <a:srgbClr val="F26B43"/>
          </p15:clr>
        </p15:guide>
        <p15:guide id="4" orient="horz" pos="1620">
          <p15:clr>
            <a:srgbClr val="F26B43"/>
          </p15:clr>
        </p15:guide>
        <p15:guide id="5" orient="horz" pos="2772">
          <p15:clr>
            <a:srgbClr val="F26B43"/>
          </p15:clr>
        </p15:guide>
        <p15:guide id="6" orient="horz" pos="2700">
          <p15:clr>
            <a:srgbClr val="F26B43"/>
          </p15:clr>
        </p15:guide>
        <p15:guide id="7" orient="horz" pos="2964">
          <p15:clr>
            <a:srgbClr val="F26B43"/>
          </p15:clr>
        </p15:guide>
        <p15:guide id="8" orient="horz" pos="516">
          <p15:clr>
            <a:srgbClr val="F26B43"/>
          </p15:clr>
        </p15:guide>
        <p15:guide id="9" pos="2784">
          <p15:clr>
            <a:srgbClr val="F26B43"/>
          </p15:clr>
        </p15:guide>
        <p15:guide id="10"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96"/>
        <p:cNvGrpSpPr/>
        <p:nvPr/>
      </p:nvGrpSpPr>
      <p:grpSpPr>
        <a:xfrm>
          <a:off x="0" y="0"/>
          <a:ext cx="0" cy="0"/>
          <a:chOff x="0" y="0"/>
          <a:chExt cx="0" cy="0"/>
        </a:xfrm>
      </p:grpSpPr>
      <p:pic>
        <p:nvPicPr>
          <p:cNvPr id="197" name="Google Shape;197;p38" descr="4.5-PPTBackgrounds_Hedaer-GraySkinny-reversed_Hedaer-GraySkinny.png"/>
          <p:cNvPicPr preferRelativeResize="0"/>
          <p:nvPr/>
        </p:nvPicPr>
        <p:blipFill rotWithShape="1">
          <a:blip r:embed="rId43">
            <a:alphaModFix/>
          </a:blip>
          <a:srcRect/>
          <a:stretch/>
        </p:blipFill>
        <p:spPr>
          <a:xfrm>
            <a:off x="0" y="0"/>
            <a:ext cx="9144001" cy="661196"/>
          </a:xfrm>
          <a:prstGeom prst="rect">
            <a:avLst/>
          </a:prstGeom>
          <a:noFill/>
          <a:ln>
            <a:noFill/>
          </a:ln>
        </p:spPr>
      </p:pic>
      <p:sp>
        <p:nvSpPr>
          <p:cNvPr id="198" name="Google Shape;198;p38"/>
          <p:cNvSpPr txBox="1"/>
          <p:nvPr/>
        </p:nvSpPr>
        <p:spPr>
          <a:xfrm>
            <a:off x="8015592" y="4800601"/>
            <a:ext cx="654000" cy="271500"/>
          </a:xfrm>
          <a:prstGeom prst="rect">
            <a:avLst/>
          </a:prstGeom>
          <a:noFill/>
          <a:ln>
            <a:noFill/>
          </a:ln>
        </p:spPr>
        <p:txBody>
          <a:bodyPr spcFirstLastPara="1" wrap="square" lIns="0" tIns="0" rIns="0" bIns="0" anchor="b" anchorCtr="0">
            <a:noAutofit/>
          </a:bodyPr>
          <a:lstStyle/>
          <a:p>
            <a:pPr marL="0" marR="0" lvl="0" indent="0" algn="r" rtl="0">
              <a:lnSpc>
                <a:spcPct val="100000"/>
              </a:lnSpc>
              <a:spcBef>
                <a:spcPts val="0"/>
              </a:spcBef>
              <a:spcAft>
                <a:spcPts val="0"/>
              </a:spcAft>
              <a:buClr>
                <a:srgbClr val="909090"/>
              </a:buClr>
              <a:buSzPts val="900"/>
              <a:buFont typeface="Arial"/>
              <a:buNone/>
            </a:pPr>
            <a:fld id="{00000000-1234-1234-1234-123412341234}" type="slidenum">
              <a:rPr lang="en" sz="900" b="0" i="0" u="none" strike="noStrike" cap="none">
                <a:solidFill>
                  <a:srgbClr val="909090"/>
                </a:solidFill>
                <a:latin typeface="Arial"/>
                <a:ea typeface="Arial"/>
                <a:cs typeface="Arial"/>
                <a:sym typeface="Arial"/>
              </a:rPr>
              <a:t>‹#›</a:t>
            </a:fld>
            <a:endParaRPr sz="900" b="0" i="0" u="none" strike="noStrike" cap="none">
              <a:solidFill>
                <a:srgbClr val="909090"/>
              </a:solidFill>
              <a:latin typeface="Arial"/>
              <a:ea typeface="Arial"/>
              <a:cs typeface="Arial"/>
              <a:sym typeface="Arial"/>
            </a:endParaRPr>
          </a:p>
        </p:txBody>
      </p:sp>
      <p:sp>
        <p:nvSpPr>
          <p:cNvPr id="199" name="Google Shape;199;p38"/>
          <p:cNvSpPr txBox="1"/>
          <p:nvPr/>
        </p:nvSpPr>
        <p:spPr>
          <a:xfrm>
            <a:off x="1509160" y="4930476"/>
            <a:ext cx="1890300" cy="161700"/>
          </a:xfrm>
          <a:prstGeom prst="rect">
            <a:avLst/>
          </a:prstGeom>
          <a:noFill/>
          <a:ln>
            <a:noFill/>
          </a:ln>
        </p:spPr>
        <p:txBody>
          <a:bodyPr spcFirstLastPara="1" wrap="square" lIns="68575" tIns="34275" rIns="68575" bIns="34275" anchor="t" anchorCtr="0">
            <a:noAutofit/>
          </a:bodyPr>
          <a:lstStyle/>
          <a:p>
            <a:pPr marL="0" marR="0" lvl="0" indent="0" algn="l" rtl="0">
              <a:lnSpc>
                <a:spcPct val="100000"/>
              </a:lnSpc>
              <a:spcBef>
                <a:spcPts val="0"/>
              </a:spcBef>
              <a:spcAft>
                <a:spcPts val="0"/>
              </a:spcAft>
              <a:buClr>
                <a:srgbClr val="7F7F7F"/>
              </a:buClr>
              <a:buSzPts val="600"/>
              <a:buFont typeface="Arial"/>
              <a:buNone/>
            </a:pPr>
            <a:r>
              <a:rPr lang="en" sz="600" b="1" i="0" u="none" strike="noStrike" cap="none">
                <a:solidFill>
                  <a:srgbClr val="7F7F7F"/>
                </a:solidFill>
                <a:latin typeface="Arial"/>
                <a:ea typeface="Arial"/>
                <a:cs typeface="Arial"/>
                <a:sym typeface="Arial"/>
              </a:rPr>
              <a:t>© Scaled Agile, Inc.</a:t>
            </a:r>
            <a:endParaRPr sz="1100"/>
          </a:p>
        </p:txBody>
      </p:sp>
      <p:pic>
        <p:nvPicPr>
          <p:cNvPr id="200" name="Google Shape;200;p38" descr="PPT-sized.png"/>
          <p:cNvPicPr preferRelativeResize="0"/>
          <p:nvPr/>
        </p:nvPicPr>
        <p:blipFill rotWithShape="1">
          <a:blip r:embed="rId44">
            <a:alphaModFix/>
          </a:blip>
          <a:srcRect/>
          <a:stretch/>
        </p:blipFill>
        <p:spPr>
          <a:xfrm>
            <a:off x="426461" y="4934417"/>
            <a:ext cx="1117600" cy="127127"/>
          </a:xfrm>
          <a:prstGeom prst="rect">
            <a:avLst/>
          </a:prstGeom>
          <a:noFill/>
          <a:ln>
            <a:noFill/>
          </a:ln>
        </p:spPr>
      </p:pic>
      <p:sp>
        <p:nvSpPr>
          <p:cNvPr id="201" name="Google Shape;201;p38"/>
          <p:cNvSpPr txBox="1">
            <a:spLocks noGrp="1"/>
          </p:cNvSpPr>
          <p:nvPr>
            <p:ph type="body" idx="1"/>
          </p:nvPr>
        </p:nvSpPr>
        <p:spPr>
          <a:xfrm>
            <a:off x="395719" y="837844"/>
            <a:ext cx="8367900" cy="3752700"/>
          </a:xfrm>
          <a:prstGeom prst="rect">
            <a:avLst/>
          </a:prstGeom>
          <a:noFill/>
          <a:ln>
            <a:noFill/>
          </a:ln>
        </p:spPr>
        <p:txBody>
          <a:bodyPr spcFirstLastPara="1" wrap="square" lIns="68575" tIns="34275" rIns="68575" bIns="34275" anchor="t" anchorCtr="0">
            <a:noAutofit/>
          </a:bodyPr>
          <a:lstStyle>
            <a:lvl1pPr marL="457200" marR="0" lvl="0" indent="-336550" algn="l" rtl="0">
              <a:lnSpc>
                <a:spcPct val="110000"/>
              </a:lnSpc>
              <a:spcBef>
                <a:spcPts val="800"/>
              </a:spcBef>
              <a:spcAft>
                <a:spcPts val="0"/>
              </a:spcAft>
              <a:buClr>
                <a:srgbClr val="A5A5A5"/>
              </a:buClr>
              <a:buSzPts val="1700"/>
              <a:buFont typeface="Merriweather Sans"/>
              <a:buChar char="►"/>
              <a:defRPr sz="2100" b="0" i="0" u="none" strike="noStrike" cap="none">
                <a:solidFill>
                  <a:schemeClr val="dk1"/>
                </a:solidFill>
                <a:latin typeface="Arial"/>
                <a:ea typeface="Arial"/>
                <a:cs typeface="Arial"/>
                <a:sym typeface="Arial"/>
              </a:defRPr>
            </a:lvl1pPr>
            <a:lvl2pPr marL="914400" marR="0" lvl="1" indent="-374650" algn="l" rtl="0">
              <a:lnSpc>
                <a:spcPct val="110000"/>
              </a:lnSpc>
              <a:spcBef>
                <a:spcPts val="800"/>
              </a:spcBef>
              <a:spcAft>
                <a:spcPts val="0"/>
              </a:spcAft>
              <a:buClr>
                <a:srgbClr val="AAAAAA"/>
              </a:buClr>
              <a:buSzPts val="2300"/>
              <a:buFont typeface="Merriweather Sans"/>
              <a:buChar char="-"/>
              <a:defRPr sz="2000" b="0" i="0" u="none" strike="noStrike" cap="none">
                <a:solidFill>
                  <a:schemeClr val="dk1"/>
                </a:solidFill>
                <a:latin typeface="Arial"/>
                <a:ea typeface="Arial"/>
                <a:cs typeface="Arial"/>
                <a:sym typeface="Arial"/>
              </a:defRPr>
            </a:lvl2pPr>
            <a:lvl3pPr marL="1371600" marR="0" lvl="2" indent="-349250" algn="l" rtl="0">
              <a:lnSpc>
                <a:spcPct val="110000"/>
              </a:lnSpc>
              <a:spcBef>
                <a:spcPts val="600"/>
              </a:spcBef>
              <a:spcAft>
                <a:spcPts val="0"/>
              </a:spcAft>
              <a:buClr>
                <a:srgbClr val="AAAAAA"/>
              </a:buClr>
              <a:buSzPts val="1900"/>
              <a:buFont typeface="Arial"/>
              <a:buChar char="•"/>
              <a:defRPr sz="1700" b="0" i="0" u="none" strike="noStrike" cap="none">
                <a:solidFill>
                  <a:schemeClr val="dk1"/>
                </a:solidFill>
                <a:latin typeface="Avenir"/>
                <a:ea typeface="Avenir"/>
                <a:cs typeface="Avenir"/>
                <a:sym typeface="Avenir"/>
              </a:defRPr>
            </a:lvl3pPr>
            <a:lvl4pPr marL="1828800" marR="0" lvl="3" indent="-228600" algn="l" rtl="0">
              <a:lnSpc>
                <a:spcPct val="110000"/>
              </a:lnSpc>
              <a:spcBef>
                <a:spcPts val="600"/>
              </a:spcBef>
              <a:spcAft>
                <a:spcPts val="0"/>
              </a:spcAft>
              <a:buClr>
                <a:srgbClr val="7F7F7F"/>
              </a:buClr>
              <a:buSzPts val="2000"/>
              <a:buFont typeface="Merriweather Sans"/>
              <a:buNone/>
              <a:defRPr sz="1800" b="0" i="0" u="none" strike="noStrike" cap="none">
                <a:solidFill>
                  <a:schemeClr val="dk1"/>
                </a:solidFill>
                <a:latin typeface="Arial"/>
                <a:ea typeface="Arial"/>
                <a:cs typeface="Arial"/>
                <a:sym typeface="Arial"/>
              </a:defRPr>
            </a:lvl4pPr>
            <a:lvl5pPr marL="2286000" marR="0" lvl="4" indent="-355600" algn="l" rtl="0">
              <a:lnSpc>
                <a:spcPct val="110000"/>
              </a:lnSpc>
              <a:spcBef>
                <a:spcPts val="200"/>
              </a:spcBef>
              <a:spcAft>
                <a:spcPts val="0"/>
              </a:spcAft>
              <a:buClr>
                <a:srgbClr val="7F7F7F"/>
              </a:buClr>
              <a:buSzPts val="2000"/>
              <a:buFont typeface="Arial Black"/>
              <a:buChar char="–"/>
              <a:defRPr sz="1800" b="0" i="0" u="none" strike="noStrike" cap="none">
                <a:solidFill>
                  <a:schemeClr val="dk1"/>
                </a:solidFill>
                <a:latin typeface="Avenir"/>
                <a:ea typeface="Avenir"/>
                <a:cs typeface="Avenir"/>
                <a:sym typeface="Avenir"/>
              </a:defRPr>
            </a:lvl5pPr>
            <a:lvl6pPr marL="2743200" marR="0" lvl="5" indent="-304800"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6pPr>
            <a:lvl7pPr marL="3200400" marR="0" lvl="6" indent="-304800"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7pPr>
            <a:lvl8pPr marL="3657600" marR="0" lvl="7" indent="-304800"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8pPr>
            <a:lvl9pPr marL="4114800" marR="0" lvl="8" indent="-304800" algn="l" rtl="0">
              <a:spcBef>
                <a:spcPts val="300"/>
              </a:spcBef>
              <a:spcAft>
                <a:spcPts val="0"/>
              </a:spcAft>
              <a:buClr>
                <a:schemeClr val="folHlink"/>
              </a:buClr>
              <a:buSzPts val="1200"/>
              <a:buFont typeface="Noto Sans Symbols"/>
              <a:buChar char="▪"/>
              <a:defRPr sz="1500" b="0" i="0" u="none" strike="noStrike" cap="none">
                <a:solidFill>
                  <a:schemeClr val="dk1"/>
                </a:solidFill>
                <a:latin typeface="Arial"/>
                <a:ea typeface="Arial"/>
                <a:cs typeface="Arial"/>
                <a:sym typeface="Arial"/>
              </a:defRPr>
            </a:lvl9pPr>
          </a:lstStyle>
          <a:p>
            <a:endParaRPr/>
          </a:p>
        </p:txBody>
      </p:sp>
      <p:sp>
        <p:nvSpPr>
          <p:cNvPr id="202" name="Google Shape;202;p38"/>
          <p:cNvSpPr txBox="1">
            <a:spLocks noGrp="1"/>
          </p:cNvSpPr>
          <p:nvPr>
            <p:ph type="title"/>
          </p:nvPr>
        </p:nvSpPr>
        <p:spPr>
          <a:xfrm>
            <a:off x="393191" y="0"/>
            <a:ext cx="8370600" cy="661200"/>
          </a:xfrm>
          <a:prstGeom prst="rect">
            <a:avLst/>
          </a:prstGeom>
          <a:noFill/>
          <a:ln>
            <a:noFill/>
          </a:ln>
        </p:spPr>
        <p:txBody>
          <a:bodyPr spcFirstLastPara="1" wrap="square" lIns="0" tIns="27425" rIns="0" bIns="0" anchor="ctr" anchorCtr="0">
            <a:noAutofit/>
          </a:bodyPr>
          <a:lstStyle>
            <a:lvl1pPr marR="0" lvl="0" algn="l" rtl="0">
              <a:spcBef>
                <a:spcPts val="0"/>
              </a:spcBef>
              <a:spcAft>
                <a:spcPts val="0"/>
              </a:spcAft>
              <a:buSzPts val="1100"/>
              <a:buNone/>
              <a:defRPr sz="2100" b="0" i="0" u="none" strike="noStrike" cap="none">
                <a:solidFill>
                  <a:schemeClr val="dk1"/>
                </a:solidFill>
                <a:latin typeface="Arial"/>
                <a:ea typeface="Arial"/>
                <a:cs typeface="Arial"/>
                <a:sym typeface="Arial"/>
              </a:defRPr>
            </a:lvl1pPr>
            <a:lvl2pPr marR="0" lvl="1" algn="l" rtl="0">
              <a:spcBef>
                <a:spcPts val="0"/>
              </a:spcBef>
              <a:spcAft>
                <a:spcPts val="0"/>
              </a:spcAft>
              <a:buSzPts val="1100"/>
              <a:buNone/>
              <a:defRPr sz="2400" b="1" i="0" u="none" strike="noStrike" cap="none">
                <a:solidFill>
                  <a:schemeClr val="dk2"/>
                </a:solidFill>
                <a:latin typeface="Arial"/>
                <a:ea typeface="Arial"/>
                <a:cs typeface="Arial"/>
                <a:sym typeface="Arial"/>
              </a:defRPr>
            </a:lvl2pPr>
            <a:lvl3pPr marR="0" lvl="2" algn="l" rtl="0">
              <a:spcBef>
                <a:spcPts val="0"/>
              </a:spcBef>
              <a:spcAft>
                <a:spcPts val="0"/>
              </a:spcAft>
              <a:buSzPts val="1100"/>
              <a:buNone/>
              <a:defRPr sz="2400" b="1" i="0" u="none" strike="noStrike" cap="none">
                <a:solidFill>
                  <a:schemeClr val="dk2"/>
                </a:solidFill>
                <a:latin typeface="Arial"/>
                <a:ea typeface="Arial"/>
                <a:cs typeface="Arial"/>
                <a:sym typeface="Arial"/>
              </a:defRPr>
            </a:lvl3pPr>
            <a:lvl4pPr marR="0" lvl="3" algn="l" rtl="0">
              <a:spcBef>
                <a:spcPts val="0"/>
              </a:spcBef>
              <a:spcAft>
                <a:spcPts val="0"/>
              </a:spcAft>
              <a:buSzPts val="1100"/>
              <a:buNone/>
              <a:defRPr sz="2400" b="1" i="0" u="none" strike="noStrike" cap="none">
                <a:solidFill>
                  <a:schemeClr val="dk2"/>
                </a:solidFill>
                <a:latin typeface="Arial"/>
                <a:ea typeface="Arial"/>
                <a:cs typeface="Arial"/>
                <a:sym typeface="Arial"/>
              </a:defRPr>
            </a:lvl4pPr>
            <a:lvl5pPr marR="0" lvl="4" algn="l" rtl="0">
              <a:spcBef>
                <a:spcPts val="0"/>
              </a:spcBef>
              <a:spcAft>
                <a:spcPts val="0"/>
              </a:spcAft>
              <a:buSzPts val="1100"/>
              <a:buNone/>
              <a:defRPr sz="2400" b="1" i="0" u="none" strike="noStrike" cap="none">
                <a:solidFill>
                  <a:schemeClr val="dk2"/>
                </a:solidFill>
                <a:latin typeface="Arial"/>
                <a:ea typeface="Arial"/>
                <a:cs typeface="Arial"/>
                <a:sym typeface="Arial"/>
              </a:defRPr>
            </a:lvl5pPr>
            <a:lvl6pPr marR="0" lvl="5" algn="l" rtl="0">
              <a:spcBef>
                <a:spcPts val="0"/>
              </a:spcBef>
              <a:spcAft>
                <a:spcPts val="0"/>
              </a:spcAft>
              <a:buSzPts val="1100"/>
              <a:buNone/>
              <a:defRPr sz="2400" b="1" i="0" u="none" strike="noStrike" cap="none">
                <a:solidFill>
                  <a:schemeClr val="dk2"/>
                </a:solidFill>
                <a:latin typeface="Arial"/>
                <a:ea typeface="Arial"/>
                <a:cs typeface="Arial"/>
                <a:sym typeface="Arial"/>
              </a:defRPr>
            </a:lvl6pPr>
            <a:lvl7pPr marR="0" lvl="6" algn="l" rtl="0">
              <a:spcBef>
                <a:spcPts val="0"/>
              </a:spcBef>
              <a:spcAft>
                <a:spcPts val="0"/>
              </a:spcAft>
              <a:buSzPts val="1100"/>
              <a:buNone/>
              <a:defRPr sz="2400" b="1" i="0" u="none" strike="noStrike" cap="none">
                <a:solidFill>
                  <a:schemeClr val="dk2"/>
                </a:solidFill>
                <a:latin typeface="Arial"/>
                <a:ea typeface="Arial"/>
                <a:cs typeface="Arial"/>
                <a:sym typeface="Arial"/>
              </a:defRPr>
            </a:lvl7pPr>
            <a:lvl8pPr marR="0" lvl="7" algn="l" rtl="0">
              <a:spcBef>
                <a:spcPts val="0"/>
              </a:spcBef>
              <a:spcAft>
                <a:spcPts val="0"/>
              </a:spcAft>
              <a:buSzPts val="1100"/>
              <a:buNone/>
              <a:defRPr sz="2400" b="1" i="0" u="none" strike="noStrike" cap="none">
                <a:solidFill>
                  <a:schemeClr val="dk2"/>
                </a:solidFill>
                <a:latin typeface="Arial"/>
                <a:ea typeface="Arial"/>
                <a:cs typeface="Arial"/>
                <a:sym typeface="Arial"/>
              </a:defRPr>
            </a:lvl8pPr>
            <a:lvl9pPr marR="0" lvl="8" algn="l" rtl="0">
              <a:spcBef>
                <a:spcPts val="0"/>
              </a:spcBef>
              <a:spcAft>
                <a:spcPts val="0"/>
              </a:spcAft>
              <a:buSzPts val="1100"/>
              <a:buNone/>
              <a:defRPr sz="2400" b="1" i="0" u="none" strike="noStrike" cap="none">
                <a:solidFill>
                  <a:schemeClr val="dk2"/>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 id="2147483696" r:id="rId13"/>
    <p:sldLayoutId id="2147483697" r:id="rId14"/>
    <p:sldLayoutId id="2147483698" r:id="rId15"/>
    <p:sldLayoutId id="2147483699" r:id="rId16"/>
    <p:sldLayoutId id="2147483700" r:id="rId17"/>
    <p:sldLayoutId id="2147483701" r:id="rId18"/>
    <p:sldLayoutId id="2147483702" r:id="rId19"/>
    <p:sldLayoutId id="2147483703" r:id="rId20"/>
    <p:sldLayoutId id="2147483704" r:id="rId21"/>
    <p:sldLayoutId id="2147483705" r:id="rId22"/>
    <p:sldLayoutId id="2147483706" r:id="rId23"/>
    <p:sldLayoutId id="2147483707" r:id="rId24"/>
    <p:sldLayoutId id="2147483708" r:id="rId25"/>
    <p:sldLayoutId id="2147483709" r:id="rId26"/>
    <p:sldLayoutId id="2147483710" r:id="rId27"/>
    <p:sldLayoutId id="2147483711" r:id="rId28"/>
    <p:sldLayoutId id="2147483712" r:id="rId29"/>
    <p:sldLayoutId id="2147483713" r:id="rId30"/>
    <p:sldLayoutId id="2147483714" r:id="rId31"/>
    <p:sldLayoutId id="2147483715" r:id="rId32"/>
    <p:sldLayoutId id="2147483716" r:id="rId33"/>
    <p:sldLayoutId id="2147483717" r:id="rId34"/>
    <p:sldLayoutId id="2147483718" r:id="rId35"/>
    <p:sldLayoutId id="2147483719" r:id="rId36"/>
    <p:sldLayoutId id="2147483720" r:id="rId37"/>
    <p:sldLayoutId id="2147483721" r:id="rId38"/>
    <p:sldLayoutId id="2147483722" r:id="rId39"/>
    <p:sldLayoutId id="2147483723" r:id="rId40"/>
    <p:sldLayoutId id="2147483724" r:id="rId4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57.xml"/></Relationships>
</file>

<file path=ppt/slides/_rels/slide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5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8" Type="http://schemas.openxmlformats.org/officeDocument/2006/relationships/hyperlink" Target="https://vimeo.com/289123257/0de749d63e" TargetMode="External"/><Relationship Id="rId13" Type="http://schemas.openxmlformats.org/officeDocument/2006/relationships/hyperlink" Target="https://vimeo.com/351678406/ce4e8a1cfa" TargetMode="External"/><Relationship Id="rId3" Type="http://schemas.openxmlformats.org/officeDocument/2006/relationships/hyperlink" Target="https://vimeo.com/296743657/e22b54b952" TargetMode="External"/><Relationship Id="rId7" Type="http://schemas.openxmlformats.org/officeDocument/2006/relationships/hyperlink" Target="https://vimeo.com/299054038/ae429609f1" TargetMode="External"/><Relationship Id="rId12" Type="http://schemas.openxmlformats.org/officeDocument/2006/relationships/hyperlink" Target="https://vimeo.com/342037858/f10a115479" TargetMode="External"/><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hyperlink" Target="https://vimeo.com/355401474/4ed0fa500e" TargetMode="External"/><Relationship Id="rId11" Type="http://schemas.openxmlformats.org/officeDocument/2006/relationships/hyperlink" Target="https://vimeo.com/342037390/3a25026214" TargetMode="External"/><Relationship Id="rId5" Type="http://schemas.openxmlformats.org/officeDocument/2006/relationships/hyperlink" Target="https://vimeo.com/310890102/890a0eaa12" TargetMode="External"/><Relationship Id="rId15" Type="http://schemas.openxmlformats.org/officeDocument/2006/relationships/hyperlink" Target="https://vimeo.com/201877314" TargetMode="External"/><Relationship Id="rId10" Type="http://schemas.openxmlformats.org/officeDocument/2006/relationships/hyperlink" Target="https://vimeo.com/289517223/5216eafd10" TargetMode="External"/><Relationship Id="rId4" Type="http://schemas.openxmlformats.org/officeDocument/2006/relationships/hyperlink" Target="https://vimeo.com/356905724/60d2ba24bf" TargetMode="External"/><Relationship Id="rId9" Type="http://schemas.openxmlformats.org/officeDocument/2006/relationships/hyperlink" Target="https://vimeo.com/309353242/e486372f18" TargetMode="External"/><Relationship Id="rId14" Type="http://schemas.openxmlformats.org/officeDocument/2006/relationships/hyperlink" Target="https://vimeo.com/307578726" TargetMode="Externa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1.xml"/><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1.xml"/><Relationship Id="rId5" Type="http://schemas.openxmlformats.org/officeDocument/2006/relationships/slide" Target="slide15.xml"/><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pic>
        <p:nvPicPr>
          <p:cNvPr id="471" name="Google Shape;471;p80"/>
          <p:cNvPicPr preferRelativeResize="0"/>
          <p:nvPr/>
        </p:nvPicPr>
        <p:blipFill>
          <a:blip r:embed="rId3">
            <a:alphaModFix/>
          </a:blip>
          <a:stretch>
            <a:fillRect/>
          </a:stretch>
        </p:blipFill>
        <p:spPr>
          <a:xfrm>
            <a:off x="0" y="0"/>
            <a:ext cx="9144009" cy="51435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pic>
        <p:nvPicPr>
          <p:cNvPr id="476" name="Google Shape;476;p81"/>
          <p:cNvPicPr preferRelativeResize="0"/>
          <p:nvPr/>
        </p:nvPicPr>
        <p:blipFill>
          <a:blip r:embed="rId3">
            <a:alphaModFix/>
          </a:blip>
          <a:stretch>
            <a:fillRect/>
          </a:stretch>
        </p:blipFill>
        <p:spPr>
          <a:xfrm>
            <a:off x="0" y="66675"/>
            <a:ext cx="9144000" cy="51435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82"/>
          <p:cNvSpPr txBox="1">
            <a:spLocks noGrp="1"/>
          </p:cNvSpPr>
          <p:nvPr>
            <p:ph type="ctrTitle"/>
          </p:nvPr>
        </p:nvSpPr>
        <p:spPr>
          <a:xfrm>
            <a:off x="434340" y="604648"/>
            <a:ext cx="8275200" cy="993000"/>
          </a:xfrm>
          <a:prstGeom prst="rect">
            <a:avLst/>
          </a:prstGeom>
        </p:spPr>
        <p:txBody>
          <a:bodyPr spcFirstLastPara="1" wrap="square" lIns="0" tIns="45700" rIns="0" bIns="0" anchor="b" anchorCtr="0">
            <a:noAutofit/>
          </a:bodyPr>
          <a:lstStyle/>
          <a:p>
            <a:pPr marL="0" lvl="0" indent="0" algn="l" rtl="0">
              <a:spcBef>
                <a:spcPts val="0"/>
              </a:spcBef>
              <a:spcAft>
                <a:spcPts val="0"/>
              </a:spcAft>
              <a:buNone/>
            </a:pPr>
            <a:r>
              <a:rPr lang="en"/>
              <a:t>SAFe Product Owner/Product Manager 5.0</a:t>
            </a:r>
            <a:endParaRPr/>
          </a:p>
        </p:txBody>
      </p:sp>
      <p:sp>
        <p:nvSpPr>
          <p:cNvPr id="482" name="Google Shape;482;p82"/>
          <p:cNvSpPr txBox="1">
            <a:spLocks noGrp="1"/>
          </p:cNvSpPr>
          <p:nvPr>
            <p:ph type="subTitle" idx="1"/>
          </p:nvPr>
        </p:nvSpPr>
        <p:spPr>
          <a:xfrm>
            <a:off x="434340" y="1626489"/>
            <a:ext cx="8275200" cy="392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Remote Class Aid</a:t>
            </a:r>
            <a:endParaRPr/>
          </a:p>
          <a:p>
            <a:pPr marL="0" lvl="0" indent="0" algn="l" rtl="0">
              <a:spcBef>
                <a:spcPts val="0"/>
              </a:spcBef>
              <a:spcAft>
                <a:spcPts val="0"/>
              </a:spcAft>
              <a:buNone/>
            </a:pPr>
            <a:r>
              <a:rPr lang="en"/>
              <a:t>Group Template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83"/>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Group Activity Worksheets</a:t>
            </a:r>
            <a:endParaRPr/>
          </a:p>
        </p:txBody>
      </p:sp>
      <p:pic>
        <p:nvPicPr>
          <p:cNvPr id="488" name="Google Shape;488;p83"/>
          <p:cNvPicPr preferRelativeResize="0"/>
          <p:nvPr/>
        </p:nvPicPr>
        <p:blipFill>
          <a:blip r:embed="rId3">
            <a:alphaModFix/>
          </a:blip>
          <a:stretch>
            <a:fillRect/>
          </a:stretch>
        </p:blipFill>
        <p:spPr>
          <a:xfrm>
            <a:off x="328625" y="969350"/>
            <a:ext cx="1794095" cy="622667"/>
          </a:xfrm>
          <a:prstGeom prst="rect">
            <a:avLst/>
          </a:prstGeom>
          <a:noFill/>
          <a:ln>
            <a:noFill/>
          </a:ln>
        </p:spPr>
      </p:pic>
      <p:sp>
        <p:nvSpPr>
          <p:cNvPr id="489" name="Google Shape;489;p83"/>
          <p:cNvSpPr txBox="1"/>
          <p:nvPr/>
        </p:nvSpPr>
        <p:spPr>
          <a:xfrm>
            <a:off x="721350" y="969350"/>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2.9 Discussion - Just Enough Pre-Planning</a:t>
            </a:r>
            <a:endParaRPr sz="800">
              <a:solidFill>
                <a:srgbClr val="000000"/>
              </a:solidFill>
            </a:endParaRPr>
          </a:p>
        </p:txBody>
      </p:sp>
      <p:pic>
        <p:nvPicPr>
          <p:cNvPr id="490" name="Google Shape;490;p83"/>
          <p:cNvPicPr preferRelativeResize="0"/>
          <p:nvPr/>
        </p:nvPicPr>
        <p:blipFill>
          <a:blip r:embed="rId3">
            <a:alphaModFix/>
          </a:blip>
          <a:stretch>
            <a:fillRect/>
          </a:stretch>
        </p:blipFill>
        <p:spPr>
          <a:xfrm>
            <a:off x="328625" y="1672717"/>
            <a:ext cx="1794095" cy="622667"/>
          </a:xfrm>
          <a:prstGeom prst="rect">
            <a:avLst/>
          </a:prstGeom>
          <a:noFill/>
          <a:ln>
            <a:noFill/>
          </a:ln>
        </p:spPr>
      </p:pic>
      <p:pic>
        <p:nvPicPr>
          <p:cNvPr id="491" name="Google Shape;491;p83"/>
          <p:cNvPicPr preferRelativeResize="0"/>
          <p:nvPr/>
        </p:nvPicPr>
        <p:blipFill>
          <a:blip r:embed="rId3">
            <a:alphaModFix/>
          </a:blip>
          <a:stretch>
            <a:fillRect/>
          </a:stretch>
        </p:blipFill>
        <p:spPr>
          <a:xfrm>
            <a:off x="328625" y="2371583"/>
            <a:ext cx="1794095" cy="622667"/>
          </a:xfrm>
          <a:prstGeom prst="rect">
            <a:avLst/>
          </a:prstGeom>
          <a:noFill/>
          <a:ln>
            <a:noFill/>
          </a:ln>
        </p:spPr>
      </p:pic>
      <p:pic>
        <p:nvPicPr>
          <p:cNvPr id="492" name="Google Shape;492;p83"/>
          <p:cNvPicPr preferRelativeResize="0"/>
          <p:nvPr/>
        </p:nvPicPr>
        <p:blipFill>
          <a:blip r:embed="rId3">
            <a:alphaModFix/>
          </a:blip>
          <a:stretch>
            <a:fillRect/>
          </a:stretch>
        </p:blipFill>
        <p:spPr>
          <a:xfrm>
            <a:off x="328625" y="3070450"/>
            <a:ext cx="1794095" cy="622667"/>
          </a:xfrm>
          <a:prstGeom prst="rect">
            <a:avLst/>
          </a:prstGeom>
          <a:noFill/>
          <a:ln>
            <a:noFill/>
          </a:ln>
        </p:spPr>
      </p:pic>
      <p:pic>
        <p:nvPicPr>
          <p:cNvPr id="493" name="Google Shape;493;p83"/>
          <p:cNvPicPr preferRelativeResize="0"/>
          <p:nvPr/>
        </p:nvPicPr>
        <p:blipFill>
          <a:blip r:embed="rId3">
            <a:alphaModFix/>
          </a:blip>
          <a:stretch>
            <a:fillRect/>
          </a:stretch>
        </p:blipFill>
        <p:spPr>
          <a:xfrm>
            <a:off x="2267275" y="969350"/>
            <a:ext cx="1794095" cy="622667"/>
          </a:xfrm>
          <a:prstGeom prst="rect">
            <a:avLst/>
          </a:prstGeom>
          <a:noFill/>
          <a:ln>
            <a:noFill/>
          </a:ln>
        </p:spPr>
      </p:pic>
      <p:pic>
        <p:nvPicPr>
          <p:cNvPr id="494" name="Google Shape;494;p83"/>
          <p:cNvPicPr preferRelativeResize="0"/>
          <p:nvPr/>
        </p:nvPicPr>
        <p:blipFill>
          <a:blip r:embed="rId3">
            <a:alphaModFix/>
          </a:blip>
          <a:stretch>
            <a:fillRect/>
          </a:stretch>
        </p:blipFill>
        <p:spPr>
          <a:xfrm>
            <a:off x="2267275" y="1672717"/>
            <a:ext cx="1794095" cy="622667"/>
          </a:xfrm>
          <a:prstGeom prst="rect">
            <a:avLst/>
          </a:prstGeom>
          <a:noFill/>
          <a:ln>
            <a:noFill/>
          </a:ln>
        </p:spPr>
      </p:pic>
      <p:sp>
        <p:nvSpPr>
          <p:cNvPr id="495" name="Google Shape;495;p83"/>
          <p:cNvSpPr txBox="1"/>
          <p:nvPr/>
        </p:nvSpPr>
        <p:spPr>
          <a:xfrm>
            <a:off x="721350" y="1672717"/>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2.19 Activity - Create Epics to Fulfill the Vision</a:t>
            </a:r>
            <a:endParaRPr sz="800">
              <a:solidFill>
                <a:srgbClr val="000000"/>
              </a:solidFill>
            </a:endParaRPr>
          </a:p>
        </p:txBody>
      </p:sp>
      <p:sp>
        <p:nvSpPr>
          <p:cNvPr id="496" name="Google Shape;496;p83"/>
          <p:cNvSpPr txBox="1"/>
          <p:nvPr/>
        </p:nvSpPr>
        <p:spPr>
          <a:xfrm>
            <a:off x="721350" y="2371583"/>
            <a:ext cx="1401300" cy="5187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2.27 Activity - Consider market rhythms for optimum release timing</a:t>
            </a:r>
            <a:endParaRPr/>
          </a:p>
        </p:txBody>
      </p:sp>
      <p:sp>
        <p:nvSpPr>
          <p:cNvPr id="497" name="Google Shape;497;p83"/>
          <p:cNvSpPr txBox="1"/>
          <p:nvPr/>
        </p:nvSpPr>
        <p:spPr>
          <a:xfrm>
            <a:off x="721350" y="3070450"/>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2-40 - Decompose an Epic using Feature storming</a:t>
            </a:r>
            <a:endParaRPr/>
          </a:p>
        </p:txBody>
      </p:sp>
      <p:sp>
        <p:nvSpPr>
          <p:cNvPr id="498" name="Google Shape;498;p83"/>
          <p:cNvSpPr txBox="1"/>
          <p:nvPr/>
        </p:nvSpPr>
        <p:spPr>
          <a:xfrm>
            <a:off x="2660000" y="969350"/>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2-41 - Feature Refinement</a:t>
            </a:r>
            <a:endParaRPr/>
          </a:p>
        </p:txBody>
      </p:sp>
      <p:sp>
        <p:nvSpPr>
          <p:cNvPr id="499" name="Google Shape;499;p83"/>
          <p:cNvSpPr txBox="1"/>
          <p:nvPr/>
        </p:nvSpPr>
        <p:spPr>
          <a:xfrm>
            <a:off x="2660000" y="1672717"/>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2-57 - Prioritizing the Program Backlog</a:t>
            </a:r>
            <a:endParaRPr sz="800"/>
          </a:p>
        </p:txBody>
      </p:sp>
      <p:pic>
        <p:nvPicPr>
          <p:cNvPr id="500" name="Google Shape;500;p83"/>
          <p:cNvPicPr preferRelativeResize="0"/>
          <p:nvPr/>
        </p:nvPicPr>
        <p:blipFill>
          <a:blip r:embed="rId3">
            <a:alphaModFix/>
          </a:blip>
          <a:stretch>
            <a:fillRect/>
          </a:stretch>
        </p:blipFill>
        <p:spPr>
          <a:xfrm>
            <a:off x="2267275" y="2371583"/>
            <a:ext cx="1794095" cy="622667"/>
          </a:xfrm>
          <a:prstGeom prst="rect">
            <a:avLst/>
          </a:prstGeom>
          <a:noFill/>
          <a:ln>
            <a:noFill/>
          </a:ln>
        </p:spPr>
      </p:pic>
      <p:sp>
        <p:nvSpPr>
          <p:cNvPr id="501" name="Google Shape;501;p83"/>
          <p:cNvSpPr txBox="1"/>
          <p:nvPr/>
        </p:nvSpPr>
        <p:spPr>
          <a:xfrm>
            <a:off x="2660000" y="2371583"/>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2-61 - Draft Your Capacity Allocation Policy</a:t>
            </a:r>
            <a:endParaRPr/>
          </a:p>
        </p:txBody>
      </p:sp>
      <p:pic>
        <p:nvPicPr>
          <p:cNvPr id="502" name="Google Shape;502;p83"/>
          <p:cNvPicPr preferRelativeResize="0"/>
          <p:nvPr/>
        </p:nvPicPr>
        <p:blipFill>
          <a:blip r:embed="rId3">
            <a:alphaModFix/>
          </a:blip>
          <a:stretch>
            <a:fillRect/>
          </a:stretch>
        </p:blipFill>
        <p:spPr>
          <a:xfrm>
            <a:off x="2300900" y="3070450"/>
            <a:ext cx="1794095" cy="622667"/>
          </a:xfrm>
          <a:prstGeom prst="rect">
            <a:avLst/>
          </a:prstGeom>
          <a:noFill/>
          <a:ln>
            <a:noFill/>
          </a:ln>
        </p:spPr>
      </p:pic>
      <p:sp>
        <p:nvSpPr>
          <p:cNvPr id="503" name="Google Shape;503;p83"/>
          <p:cNvSpPr txBox="1"/>
          <p:nvPr/>
        </p:nvSpPr>
        <p:spPr>
          <a:xfrm>
            <a:off x="2693625" y="3070450"/>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4-14 - Decompose Features into Stories</a:t>
            </a:r>
            <a:endParaRPr/>
          </a:p>
        </p:txBody>
      </p:sp>
      <p:pic>
        <p:nvPicPr>
          <p:cNvPr id="504" name="Google Shape;504;p83"/>
          <p:cNvPicPr preferRelativeResize="0"/>
          <p:nvPr/>
        </p:nvPicPr>
        <p:blipFill>
          <a:blip r:embed="rId3">
            <a:alphaModFix/>
          </a:blip>
          <a:stretch>
            <a:fillRect/>
          </a:stretch>
        </p:blipFill>
        <p:spPr>
          <a:xfrm>
            <a:off x="4205925" y="969350"/>
            <a:ext cx="1794095" cy="622667"/>
          </a:xfrm>
          <a:prstGeom prst="rect">
            <a:avLst/>
          </a:prstGeom>
          <a:noFill/>
          <a:ln>
            <a:noFill/>
          </a:ln>
        </p:spPr>
      </p:pic>
      <p:sp>
        <p:nvSpPr>
          <p:cNvPr id="505" name="Google Shape;505;p83"/>
          <p:cNvSpPr txBox="1"/>
          <p:nvPr/>
        </p:nvSpPr>
        <p:spPr>
          <a:xfrm>
            <a:off x="4598650" y="969350"/>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4-19 - Write Acceptance Criteria</a:t>
            </a:r>
            <a:endParaRPr/>
          </a:p>
        </p:txBody>
      </p:sp>
      <p:pic>
        <p:nvPicPr>
          <p:cNvPr id="506" name="Google Shape;506;p83"/>
          <p:cNvPicPr preferRelativeResize="0"/>
          <p:nvPr/>
        </p:nvPicPr>
        <p:blipFill>
          <a:blip r:embed="rId3">
            <a:alphaModFix/>
          </a:blip>
          <a:stretch>
            <a:fillRect/>
          </a:stretch>
        </p:blipFill>
        <p:spPr>
          <a:xfrm>
            <a:off x="4205925" y="1672717"/>
            <a:ext cx="1794095" cy="622667"/>
          </a:xfrm>
          <a:prstGeom prst="rect">
            <a:avLst/>
          </a:prstGeom>
          <a:noFill/>
          <a:ln>
            <a:noFill/>
          </a:ln>
        </p:spPr>
      </p:pic>
      <p:sp>
        <p:nvSpPr>
          <p:cNvPr id="507" name="Google Shape;507;p83"/>
          <p:cNvSpPr txBox="1"/>
          <p:nvPr/>
        </p:nvSpPr>
        <p:spPr>
          <a:xfrm>
            <a:off x="4598650" y="1672717"/>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4-21 - Split Stories</a:t>
            </a:r>
            <a:endParaRPr/>
          </a:p>
        </p:txBody>
      </p:sp>
      <p:pic>
        <p:nvPicPr>
          <p:cNvPr id="508" name="Google Shape;508;p83"/>
          <p:cNvPicPr preferRelativeResize="0"/>
          <p:nvPr/>
        </p:nvPicPr>
        <p:blipFill>
          <a:blip r:embed="rId3">
            <a:alphaModFix/>
          </a:blip>
          <a:stretch>
            <a:fillRect/>
          </a:stretch>
        </p:blipFill>
        <p:spPr>
          <a:xfrm>
            <a:off x="4205925" y="2371583"/>
            <a:ext cx="1794095" cy="622667"/>
          </a:xfrm>
          <a:prstGeom prst="rect">
            <a:avLst/>
          </a:prstGeom>
          <a:noFill/>
          <a:ln>
            <a:noFill/>
          </a:ln>
        </p:spPr>
      </p:pic>
      <p:sp>
        <p:nvSpPr>
          <p:cNvPr id="509" name="Google Shape;509;p83"/>
          <p:cNvSpPr txBox="1"/>
          <p:nvPr/>
        </p:nvSpPr>
        <p:spPr>
          <a:xfrm>
            <a:off x="4598650" y="2371583"/>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4-28 - Develop a Story Map</a:t>
            </a:r>
            <a:endParaRPr/>
          </a:p>
        </p:txBody>
      </p:sp>
      <p:pic>
        <p:nvPicPr>
          <p:cNvPr id="510" name="Google Shape;510;p83"/>
          <p:cNvPicPr preferRelativeResize="0"/>
          <p:nvPr/>
        </p:nvPicPr>
        <p:blipFill>
          <a:blip r:embed="rId3">
            <a:alphaModFix/>
          </a:blip>
          <a:stretch>
            <a:fillRect/>
          </a:stretch>
        </p:blipFill>
        <p:spPr>
          <a:xfrm>
            <a:off x="4205925" y="3070450"/>
            <a:ext cx="1794095" cy="622667"/>
          </a:xfrm>
          <a:prstGeom prst="rect">
            <a:avLst/>
          </a:prstGeom>
          <a:noFill/>
          <a:ln>
            <a:noFill/>
          </a:ln>
        </p:spPr>
      </p:pic>
      <p:sp>
        <p:nvSpPr>
          <p:cNvPr id="511" name="Google Shape;511;p83"/>
          <p:cNvSpPr txBox="1"/>
          <p:nvPr/>
        </p:nvSpPr>
        <p:spPr>
          <a:xfrm>
            <a:off x="4598650" y="3070450"/>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4-44 - Estimate Stories</a:t>
            </a:r>
            <a:endParaRPr/>
          </a:p>
        </p:txBody>
      </p:sp>
      <p:pic>
        <p:nvPicPr>
          <p:cNvPr id="512" name="Google Shape;512;p83"/>
          <p:cNvPicPr preferRelativeResize="0"/>
          <p:nvPr/>
        </p:nvPicPr>
        <p:blipFill>
          <a:blip r:embed="rId3">
            <a:alphaModFix/>
          </a:blip>
          <a:stretch>
            <a:fillRect/>
          </a:stretch>
        </p:blipFill>
        <p:spPr>
          <a:xfrm>
            <a:off x="6144575" y="942563"/>
            <a:ext cx="1794095" cy="622667"/>
          </a:xfrm>
          <a:prstGeom prst="rect">
            <a:avLst/>
          </a:prstGeom>
          <a:noFill/>
          <a:ln>
            <a:noFill/>
          </a:ln>
        </p:spPr>
      </p:pic>
      <p:sp>
        <p:nvSpPr>
          <p:cNvPr id="513" name="Google Shape;513;p83"/>
          <p:cNvSpPr txBox="1"/>
          <p:nvPr/>
        </p:nvSpPr>
        <p:spPr>
          <a:xfrm>
            <a:off x="6537300" y="942563"/>
            <a:ext cx="1401300" cy="569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800" u="sng">
                <a:solidFill>
                  <a:srgbClr val="333333"/>
                </a:solidFill>
                <a:hlinkClick r:id="" action="ppaction://noaction"/>
              </a:rPr>
              <a:t>Activity 4-44 - Estimate Stories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84"/>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2"/>
              </a:buClr>
              <a:buSzPts val="1100"/>
              <a:buFont typeface="Arial"/>
              <a:buNone/>
            </a:pPr>
            <a:r>
              <a:rPr lang="en"/>
              <a:t>Video Library for the Course</a:t>
            </a:r>
            <a:endParaRPr/>
          </a:p>
        </p:txBody>
      </p:sp>
      <p:sp>
        <p:nvSpPr>
          <p:cNvPr id="519" name="Google Shape;519;p84"/>
          <p:cNvSpPr txBox="1"/>
          <p:nvPr/>
        </p:nvSpPr>
        <p:spPr>
          <a:xfrm>
            <a:off x="281550" y="833800"/>
            <a:ext cx="8706000" cy="4060800"/>
          </a:xfrm>
          <a:prstGeom prst="rect">
            <a:avLst/>
          </a:prstGeom>
          <a:noFill/>
          <a:ln>
            <a:noFill/>
          </a:ln>
        </p:spPr>
        <p:txBody>
          <a:bodyPr spcFirstLastPara="1" wrap="square" lIns="91425" tIns="91425" rIns="91425" bIns="91425" anchor="t" anchorCtr="0">
            <a:noAutofit/>
          </a:bodyPr>
          <a:lstStyle/>
          <a:p>
            <a:pPr marL="457200" lvl="0" indent="-304800" algn="l" rtl="0">
              <a:spcBef>
                <a:spcPts val="0"/>
              </a:spcBef>
              <a:spcAft>
                <a:spcPts val="0"/>
              </a:spcAft>
              <a:buSzPts val="1200"/>
              <a:buChar char="●"/>
            </a:pPr>
            <a:r>
              <a:rPr lang="en" sz="1200" dirty="0"/>
              <a:t>1-7 - TTC History and Business Context - </a:t>
            </a:r>
            <a:r>
              <a:rPr lang="en" sz="1200" u="sng" dirty="0">
                <a:solidFill>
                  <a:schemeClr val="accent1"/>
                </a:solidFill>
                <a:hlinkClick r:id="rId3"/>
              </a:rPr>
              <a:t>https://vimeo.com/296743657/e22b54b952</a:t>
            </a:r>
            <a:endParaRPr sz="1200" dirty="0">
              <a:solidFill>
                <a:schemeClr val="accent1"/>
              </a:solidFill>
            </a:endParaRPr>
          </a:p>
          <a:p>
            <a:pPr marL="457200" lvl="0" indent="-304800" algn="l" rtl="0">
              <a:spcBef>
                <a:spcPts val="0"/>
              </a:spcBef>
              <a:spcAft>
                <a:spcPts val="0"/>
              </a:spcAft>
              <a:buSzPts val="1200"/>
              <a:buChar char="●"/>
            </a:pPr>
            <a:r>
              <a:rPr lang="en" sz="1200" dirty="0"/>
              <a:t>2-4 - SAFe at TravelPort: The Power of PI Planning - </a:t>
            </a:r>
            <a:r>
              <a:rPr lang="en" sz="1200" u="sng" dirty="0">
                <a:solidFill>
                  <a:schemeClr val="accent1"/>
                </a:solidFill>
                <a:hlinkClick r:id="rId4"/>
              </a:rPr>
              <a:t>https://vimeo.com/356905724/60d2ba24bf</a:t>
            </a:r>
            <a:r>
              <a:rPr lang="en" sz="1200" dirty="0">
                <a:solidFill>
                  <a:schemeClr val="accent1"/>
                </a:solidFill>
              </a:rPr>
              <a:t> </a:t>
            </a:r>
            <a:endParaRPr sz="1200" dirty="0">
              <a:solidFill>
                <a:schemeClr val="accent1"/>
              </a:solidFill>
            </a:endParaRPr>
          </a:p>
          <a:p>
            <a:pPr marL="457200" lvl="0" indent="-304800" algn="l" rtl="0">
              <a:spcBef>
                <a:spcPts val="0"/>
              </a:spcBef>
              <a:spcAft>
                <a:spcPts val="0"/>
              </a:spcAft>
              <a:buSzPts val="1200"/>
              <a:buChar char="●"/>
            </a:pPr>
            <a:r>
              <a:rPr lang="en" sz="1200" dirty="0"/>
              <a:t>2-12 - TTC All Hands - </a:t>
            </a:r>
            <a:r>
              <a:rPr lang="en" sz="1200" u="sng" dirty="0">
                <a:solidFill>
                  <a:schemeClr val="accent1"/>
                </a:solidFill>
                <a:hlinkClick r:id="rId5"/>
              </a:rPr>
              <a:t>https://vimeo.com/310890102/890a0eaa12</a:t>
            </a:r>
            <a:endParaRPr sz="1200" dirty="0">
              <a:solidFill>
                <a:schemeClr val="accent1"/>
              </a:solidFill>
            </a:endParaRPr>
          </a:p>
          <a:p>
            <a:pPr marL="457200" lvl="0" indent="-304800" algn="l" rtl="0">
              <a:spcBef>
                <a:spcPts val="0"/>
              </a:spcBef>
              <a:spcAft>
                <a:spcPts val="0"/>
              </a:spcAft>
              <a:buSzPts val="1200"/>
              <a:buChar char="●"/>
            </a:pPr>
            <a:r>
              <a:rPr lang="en" sz="1200" dirty="0"/>
              <a:t>3-28 - The Program Board - </a:t>
            </a:r>
            <a:r>
              <a:rPr lang="en" sz="1200" u="sng" dirty="0">
                <a:solidFill>
                  <a:schemeClr val="accent1"/>
                </a:solidFill>
                <a:hlinkClick r:id="rId6"/>
              </a:rPr>
              <a:t>https://vimeo.com/355401474/4ed0fa500e</a:t>
            </a:r>
            <a:r>
              <a:rPr lang="en" sz="1200" dirty="0">
                <a:solidFill>
                  <a:schemeClr val="accent1"/>
                </a:solidFill>
              </a:rPr>
              <a:t> </a:t>
            </a:r>
            <a:endParaRPr sz="1200" dirty="0">
              <a:solidFill>
                <a:schemeClr val="accent1"/>
              </a:solidFill>
            </a:endParaRPr>
          </a:p>
          <a:p>
            <a:pPr marL="457200" lvl="0" indent="-304800" algn="l" rtl="0">
              <a:spcBef>
                <a:spcPts val="0"/>
              </a:spcBef>
              <a:spcAft>
                <a:spcPts val="0"/>
              </a:spcAft>
              <a:buSzPts val="1200"/>
              <a:buChar char="●"/>
            </a:pPr>
            <a:r>
              <a:rPr lang="en" sz="1200" dirty="0"/>
              <a:t>4-30 - Running an effective SAFe Iteration Planning Meeting - </a:t>
            </a:r>
            <a:r>
              <a:rPr lang="en" sz="1200" u="sng" dirty="0">
                <a:solidFill>
                  <a:schemeClr val="accent1"/>
                </a:solidFill>
                <a:hlinkClick r:id="rId7"/>
              </a:rPr>
              <a:t>https://vimeo.com/299054038/ae429609f1</a:t>
            </a:r>
            <a:r>
              <a:rPr lang="en" sz="1200" dirty="0">
                <a:solidFill>
                  <a:schemeClr val="accent1"/>
                </a:solidFill>
              </a:rPr>
              <a:t> </a:t>
            </a:r>
            <a:endParaRPr sz="1200" dirty="0">
              <a:solidFill>
                <a:schemeClr val="accent1"/>
              </a:solidFill>
            </a:endParaRPr>
          </a:p>
          <a:p>
            <a:pPr marL="457200" lvl="0" indent="-304800" algn="l" rtl="0">
              <a:spcBef>
                <a:spcPts val="0"/>
              </a:spcBef>
              <a:spcAft>
                <a:spcPts val="0"/>
              </a:spcAft>
              <a:buSzPts val="1200"/>
              <a:buChar char="●"/>
            </a:pPr>
            <a:r>
              <a:rPr lang="en" sz="1200" dirty="0"/>
              <a:t>4-51 - Running an Effective SAFe DSU - </a:t>
            </a:r>
            <a:r>
              <a:rPr lang="en" sz="1200" u="sng" dirty="0">
                <a:solidFill>
                  <a:schemeClr val="accent1"/>
                </a:solidFill>
                <a:hlinkClick r:id="rId8"/>
              </a:rPr>
              <a:t>https://vimeo.com/289123257/0de749d63e</a:t>
            </a:r>
            <a:r>
              <a:rPr lang="en" sz="1200" dirty="0">
                <a:solidFill>
                  <a:schemeClr val="accent1"/>
                </a:solidFill>
              </a:rPr>
              <a:t> </a:t>
            </a:r>
            <a:endParaRPr sz="1200" dirty="0">
              <a:solidFill>
                <a:schemeClr val="accent1"/>
              </a:solidFill>
            </a:endParaRPr>
          </a:p>
          <a:p>
            <a:pPr marL="457200" lvl="0" indent="-304800" algn="l" rtl="0">
              <a:spcBef>
                <a:spcPts val="0"/>
              </a:spcBef>
              <a:spcAft>
                <a:spcPts val="0"/>
              </a:spcAft>
              <a:buSzPts val="1200"/>
              <a:buChar char="●"/>
            </a:pPr>
            <a:r>
              <a:rPr lang="en" sz="1200" dirty="0"/>
              <a:t>4-59 - How to Run an Effective SAFe Iteration Review Meeting - </a:t>
            </a:r>
            <a:r>
              <a:rPr lang="en" sz="1200" u="sng" dirty="0">
                <a:solidFill>
                  <a:schemeClr val="accent1"/>
                </a:solidFill>
                <a:hlinkClick r:id="rId9"/>
              </a:rPr>
              <a:t>https://vimeo.com/309353242/e486372f18</a:t>
            </a:r>
            <a:r>
              <a:rPr lang="en" sz="1200" dirty="0">
                <a:solidFill>
                  <a:schemeClr val="accent1"/>
                </a:solidFill>
              </a:rPr>
              <a:t> </a:t>
            </a:r>
            <a:endParaRPr sz="1200" dirty="0">
              <a:solidFill>
                <a:schemeClr val="accent1"/>
              </a:solidFill>
            </a:endParaRPr>
          </a:p>
          <a:p>
            <a:pPr marL="457200" lvl="0" indent="-304800" algn="l" rtl="0">
              <a:spcBef>
                <a:spcPts val="0"/>
              </a:spcBef>
              <a:spcAft>
                <a:spcPts val="0"/>
              </a:spcAft>
              <a:buSzPts val="1200"/>
              <a:buChar char="●"/>
            </a:pPr>
            <a:r>
              <a:rPr lang="en" sz="1200" dirty="0"/>
              <a:t>4-66 - How to Run an Effective SAFe Iteration Retrospective - </a:t>
            </a:r>
            <a:r>
              <a:rPr lang="en" sz="1200" u="sng" dirty="0">
                <a:solidFill>
                  <a:schemeClr val="accent1"/>
                </a:solidFill>
                <a:hlinkClick r:id="rId10"/>
              </a:rPr>
              <a:t>https://vimeo.com/289517223/5216eafd10</a:t>
            </a:r>
            <a:r>
              <a:rPr lang="en" sz="1200" dirty="0">
                <a:solidFill>
                  <a:schemeClr val="accent1"/>
                </a:solidFill>
              </a:rPr>
              <a:t> </a:t>
            </a:r>
            <a:endParaRPr sz="1200" dirty="0">
              <a:solidFill>
                <a:schemeClr val="accent1"/>
              </a:solidFill>
            </a:endParaRPr>
          </a:p>
          <a:p>
            <a:pPr marL="457200" lvl="0" indent="-304800" algn="l" rtl="0">
              <a:spcBef>
                <a:spcPts val="0"/>
              </a:spcBef>
              <a:spcAft>
                <a:spcPts val="0"/>
              </a:spcAft>
              <a:buSzPts val="1200"/>
              <a:buChar char="●"/>
            </a:pPr>
            <a:r>
              <a:rPr lang="en" sz="1200" dirty="0"/>
              <a:t>4-70 - What is DevOps? - </a:t>
            </a:r>
            <a:r>
              <a:rPr lang="en" sz="1200" u="sng" dirty="0">
                <a:solidFill>
                  <a:schemeClr val="accent1"/>
                </a:solidFill>
                <a:hlinkClick r:id="rId11"/>
              </a:rPr>
              <a:t>https://vimeo.com/342037390/3a25026214</a:t>
            </a:r>
            <a:r>
              <a:rPr lang="en" sz="1200" dirty="0">
                <a:solidFill>
                  <a:schemeClr val="accent1"/>
                </a:solidFill>
              </a:rPr>
              <a:t> </a:t>
            </a:r>
            <a:endParaRPr sz="1200" dirty="0">
              <a:solidFill>
                <a:schemeClr val="accent1"/>
              </a:solidFill>
            </a:endParaRPr>
          </a:p>
          <a:p>
            <a:pPr marL="457200" lvl="0" indent="-304800" algn="l" rtl="0">
              <a:spcBef>
                <a:spcPts val="0"/>
              </a:spcBef>
              <a:spcAft>
                <a:spcPts val="0"/>
              </a:spcAft>
              <a:buSzPts val="1200"/>
              <a:buChar char="●"/>
            </a:pPr>
            <a:r>
              <a:rPr lang="en" sz="1200" dirty="0"/>
              <a:t>4-71 - The Continuous Delivery Pipeline - </a:t>
            </a:r>
            <a:r>
              <a:rPr lang="en" sz="1200" u="sng" dirty="0">
                <a:solidFill>
                  <a:schemeClr val="accent1"/>
                </a:solidFill>
                <a:hlinkClick r:id="rId12"/>
              </a:rPr>
              <a:t>https://vimeo.com/342037858/f10a115479</a:t>
            </a:r>
            <a:r>
              <a:rPr lang="en" sz="1200" dirty="0">
                <a:solidFill>
                  <a:schemeClr val="accent1"/>
                </a:solidFill>
              </a:rPr>
              <a:t> </a:t>
            </a:r>
            <a:endParaRPr sz="1200" dirty="0">
              <a:solidFill>
                <a:schemeClr val="accent1"/>
              </a:solidFill>
            </a:endParaRPr>
          </a:p>
          <a:p>
            <a:pPr marL="457200" lvl="0" indent="-304800" algn="l" rtl="0">
              <a:spcBef>
                <a:spcPts val="0"/>
              </a:spcBef>
              <a:spcAft>
                <a:spcPts val="0"/>
              </a:spcAft>
              <a:buSzPts val="1200"/>
              <a:buChar char="●"/>
            </a:pPr>
            <a:r>
              <a:rPr lang="en" sz="1200" dirty="0"/>
              <a:t>5-31 - The Retrospective and Problem-Solving Workshop Overview - </a:t>
            </a:r>
            <a:r>
              <a:rPr lang="en" sz="1200" u="sng" dirty="0">
                <a:solidFill>
                  <a:schemeClr val="accent1"/>
                </a:solidFill>
                <a:hlinkClick r:id="rId13"/>
              </a:rPr>
              <a:t>https://vimeo.com/351678406/ce4e8a1cfa</a:t>
            </a:r>
            <a:endParaRPr sz="1200" dirty="0"/>
          </a:p>
          <a:p>
            <a:pPr marL="457200" lvl="0" indent="-304800" algn="l" rtl="0">
              <a:spcBef>
                <a:spcPts val="0"/>
              </a:spcBef>
              <a:spcAft>
                <a:spcPts val="0"/>
              </a:spcAft>
              <a:buSzPts val="1200"/>
              <a:buChar char="●"/>
            </a:pPr>
            <a:r>
              <a:rPr lang="en" sz="1200" dirty="0"/>
              <a:t>6-3 - SAFe Certification Benefits - </a:t>
            </a:r>
            <a:r>
              <a:rPr lang="en" sz="1200" u="sng" dirty="0">
                <a:solidFill>
                  <a:schemeClr val="accent1"/>
                </a:solidFill>
                <a:hlinkClick r:id="rId14"/>
              </a:rPr>
              <a:t>https://vimeo.com/307578726</a:t>
            </a:r>
            <a:r>
              <a:rPr lang="en" sz="1200" dirty="0">
                <a:solidFill>
                  <a:schemeClr val="accent1"/>
                </a:solidFill>
              </a:rPr>
              <a:t> </a:t>
            </a:r>
            <a:endParaRPr sz="1200" dirty="0">
              <a:solidFill>
                <a:schemeClr val="accent1"/>
              </a:solidFill>
            </a:endParaRPr>
          </a:p>
          <a:p>
            <a:pPr marL="457200" lvl="0" indent="-304800" algn="l" rtl="0">
              <a:spcBef>
                <a:spcPts val="0"/>
              </a:spcBef>
              <a:spcAft>
                <a:spcPts val="0"/>
              </a:spcAft>
              <a:buSzPts val="1200"/>
              <a:buChar char="●"/>
            </a:pPr>
            <a:r>
              <a:rPr lang="en" sz="1200" dirty="0"/>
              <a:t>6-4 - Welcome to the SAFe Community Platform - </a:t>
            </a:r>
            <a:r>
              <a:rPr lang="en" sz="1200" u="sng" dirty="0">
                <a:solidFill>
                  <a:schemeClr val="accent1"/>
                </a:solidFill>
                <a:hlinkClick r:id="rId15"/>
              </a:rPr>
              <a:t>https://vimeo.com/201877314</a:t>
            </a:r>
            <a:r>
              <a:rPr lang="en" sz="1200" dirty="0">
                <a:solidFill>
                  <a:schemeClr val="accent1"/>
                </a:solidFill>
              </a:rPr>
              <a:t> </a:t>
            </a:r>
            <a:r>
              <a:rPr lang="en" sz="1200" dirty="0"/>
              <a:t> </a:t>
            </a:r>
            <a:endParaRPr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85"/>
          <p:cNvSpPr txBox="1">
            <a:spLocks noGrp="1"/>
          </p:cNvSpPr>
          <p:nvPr>
            <p:ph type="title"/>
          </p:nvPr>
        </p:nvSpPr>
        <p:spPr>
          <a:xfrm>
            <a:off x="0" y="1683875"/>
            <a:ext cx="9144000" cy="17757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
              <a:t>Activity Worksheets</a:t>
            </a:r>
            <a:endParaRPr/>
          </a:p>
          <a:p>
            <a:pPr marL="0" lvl="0" indent="0" algn="ctr" rtl="0">
              <a:spcBef>
                <a:spcPts val="0"/>
              </a:spcBef>
              <a:spcAft>
                <a:spcPts val="0"/>
              </a:spcAft>
              <a:buNone/>
            </a:pPr>
            <a:endParaRPr sz="1400"/>
          </a:p>
          <a:p>
            <a:pPr marL="0" lvl="0" indent="0" algn="ctr" rtl="0">
              <a:spcBef>
                <a:spcPts val="0"/>
              </a:spcBef>
              <a:spcAft>
                <a:spcPts val="0"/>
              </a:spcAft>
              <a:buNone/>
            </a:pPr>
            <a:r>
              <a:rPr lang="en">
                <a:solidFill>
                  <a:schemeClr val="accent1"/>
                </a:solidFill>
              </a:rPr>
              <a:t>&lt;Group name&gt;</a:t>
            </a:r>
            <a:endParaRPr>
              <a:solidFill>
                <a:schemeClr val="accen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B9170D04-EF1E-4CB2-AFD4-0E2CD94176EA}"/>
              </a:ext>
            </a:extLst>
          </p:cNvPr>
          <p:cNvGraphicFramePr>
            <a:graphicFrameLocks noGrp="1"/>
          </p:cNvGraphicFramePr>
          <p:nvPr>
            <p:extLst>
              <p:ext uri="{D42A27DB-BD31-4B8C-83A1-F6EECF244321}">
                <p14:modId xmlns:p14="http://schemas.microsoft.com/office/powerpoint/2010/main" val="3005025382"/>
              </p:ext>
            </p:extLst>
          </p:nvPr>
        </p:nvGraphicFramePr>
        <p:xfrm>
          <a:off x="1271981" y="1040780"/>
          <a:ext cx="6600002" cy="3549492"/>
        </p:xfrm>
        <a:graphic>
          <a:graphicData uri="http://schemas.openxmlformats.org/drawingml/2006/table">
            <a:tbl>
              <a:tblPr firstRow="1" bandRow="1">
                <a:tableStyleId>{FD41FC3E-183F-424A-9F1C-F722A5223572}</a:tableStyleId>
              </a:tblPr>
              <a:tblGrid>
                <a:gridCol w="3300001">
                  <a:extLst>
                    <a:ext uri="{9D8B030D-6E8A-4147-A177-3AD203B41FA5}">
                      <a16:colId xmlns:a16="http://schemas.microsoft.com/office/drawing/2014/main" val="3176101535"/>
                    </a:ext>
                  </a:extLst>
                </a:gridCol>
                <a:gridCol w="3300001">
                  <a:extLst>
                    <a:ext uri="{9D8B030D-6E8A-4147-A177-3AD203B41FA5}">
                      <a16:colId xmlns:a16="http://schemas.microsoft.com/office/drawing/2014/main" val="1331210777"/>
                    </a:ext>
                  </a:extLst>
                </a:gridCol>
              </a:tblGrid>
              <a:tr h="1774746">
                <a:tc>
                  <a:txBody>
                    <a:bodyPr/>
                    <a:lstStyle/>
                    <a:p>
                      <a:pPr marL="285750" indent="-285750">
                        <a:buFont typeface="Arial" panose="020B0604020202020204" pitchFamily="34" charset="0"/>
                        <a:buChar char="•"/>
                      </a:pPr>
                      <a:r>
                        <a:rPr lang="en-US" sz="1200" dirty="0"/>
                        <a:t>Better predictability and confidence level</a:t>
                      </a:r>
                    </a:p>
                    <a:p>
                      <a:pPr marL="285750" indent="-285750">
                        <a:buFont typeface="Arial" panose="020B0604020202020204" pitchFamily="34" charset="0"/>
                        <a:buChar char="•"/>
                      </a:pPr>
                      <a:r>
                        <a:rPr lang="en-US" sz="1200" dirty="0"/>
                        <a:t>Proper use of time</a:t>
                      </a:r>
                    </a:p>
                    <a:p>
                      <a:pPr marL="285750" indent="-285750">
                        <a:buFont typeface="Arial" panose="020B0604020202020204" pitchFamily="34" charset="0"/>
                        <a:buChar char="•"/>
                      </a:pPr>
                      <a:r>
                        <a:rPr lang="en-US" sz="1200" dirty="0"/>
                        <a:t>Understand the timelines and interdependencies</a:t>
                      </a:r>
                    </a:p>
                    <a:p>
                      <a:pPr marL="285750" indent="-285750">
                        <a:buFont typeface="Arial" panose="020B0604020202020204" pitchFamily="34" charset="0"/>
                        <a:buChar char="•"/>
                      </a:pPr>
                      <a:r>
                        <a:rPr lang="en-US" sz="1200" dirty="0"/>
                        <a:t>Align dev roadmap with business goals</a:t>
                      </a:r>
                    </a:p>
                    <a:p>
                      <a:pPr marL="285750" indent="-285750">
                        <a:buFont typeface="Arial" panose="020B0604020202020204" pitchFamily="34" charset="0"/>
                        <a:buChar char="•"/>
                      </a:pPr>
                      <a:r>
                        <a:rPr lang="en-US" sz="1200" dirty="0"/>
                        <a:t>Refined backlog</a:t>
                      </a:r>
                    </a:p>
                    <a:p>
                      <a:pPr marL="285750" indent="-285750">
                        <a:buFont typeface="Arial" panose="020B0604020202020204" pitchFamily="34" charset="0"/>
                        <a:buChar char="•"/>
                      </a:pPr>
                      <a:r>
                        <a:rPr lang="en-US" sz="1200" dirty="0"/>
                        <a:t>Identify risks and plan mitigation</a:t>
                      </a:r>
                    </a:p>
                  </a:txBody>
                  <a:tcPr/>
                </a:tc>
                <a:tc>
                  <a:txBody>
                    <a:bodyPr/>
                    <a:lstStyle/>
                    <a:p>
                      <a:pPr marL="285750" indent="-285750">
                        <a:buFont typeface="Arial" panose="020B0604020202020204" pitchFamily="34" charset="0"/>
                        <a:buChar char="•"/>
                      </a:pPr>
                      <a:r>
                        <a:rPr lang="en-US" dirty="0"/>
                        <a:t>Less open to better approach</a:t>
                      </a:r>
                    </a:p>
                    <a:p>
                      <a:pPr marL="285750" indent="-285750">
                        <a:buFont typeface="Arial" panose="020B0604020202020204" pitchFamily="34" charset="0"/>
                        <a:buChar char="•"/>
                      </a:pPr>
                      <a:r>
                        <a:rPr lang="en-US" dirty="0"/>
                        <a:t>Less exploration </a:t>
                      </a:r>
                    </a:p>
                    <a:p>
                      <a:pPr marL="285750" indent="-285750">
                        <a:buFont typeface="Arial" panose="020B0604020202020204" pitchFamily="34" charset="0"/>
                        <a:buChar char="•"/>
                      </a:pPr>
                      <a:r>
                        <a:rPr lang="en-US" dirty="0"/>
                        <a:t>Less interaction</a:t>
                      </a:r>
                    </a:p>
                    <a:p>
                      <a:pPr marL="285750" indent="-285750">
                        <a:buFont typeface="Arial" panose="020B0604020202020204" pitchFamily="34" charset="0"/>
                        <a:buChar char="•"/>
                      </a:pPr>
                      <a:r>
                        <a:rPr lang="en-US" dirty="0"/>
                        <a:t>May have to rework for newer business alignments </a:t>
                      </a:r>
                    </a:p>
                    <a:p>
                      <a:pPr marL="285750" indent="-285750">
                        <a:buFont typeface="Arial" panose="020B0604020202020204" pitchFamily="34" charset="0"/>
                        <a:buChar char="•"/>
                      </a:pPr>
                      <a:endParaRPr lang="en-US" dirty="0"/>
                    </a:p>
                  </a:txBody>
                  <a:tcPr/>
                </a:tc>
                <a:extLst>
                  <a:ext uri="{0D108BD9-81ED-4DB2-BD59-A6C34878D82A}">
                    <a16:rowId xmlns:a16="http://schemas.microsoft.com/office/drawing/2014/main" val="760751503"/>
                  </a:ext>
                </a:extLst>
              </a:tr>
              <a:tr h="1774746">
                <a:tc>
                  <a:txBody>
                    <a:bodyPr/>
                    <a:lstStyle/>
                    <a:p>
                      <a:pPr marL="285750" indent="-285750">
                        <a:buFont typeface="Arial" panose="020B0604020202020204" pitchFamily="34" charset="0"/>
                        <a:buChar char="•"/>
                      </a:pPr>
                      <a:r>
                        <a:rPr lang="en-US" dirty="0"/>
                        <a:t>Open minded to accept new viewpoints</a:t>
                      </a:r>
                    </a:p>
                    <a:p>
                      <a:pPr marL="285750" indent="-285750">
                        <a:buFont typeface="Arial" panose="020B0604020202020204" pitchFamily="34" charset="0"/>
                        <a:buChar char="•"/>
                      </a:pPr>
                      <a:r>
                        <a:rPr lang="en-US" dirty="0"/>
                        <a:t>More exploration</a:t>
                      </a:r>
                    </a:p>
                    <a:p>
                      <a:pPr marL="285750" indent="-285750">
                        <a:buFont typeface="Arial" panose="020B0604020202020204" pitchFamily="34" charset="0"/>
                        <a:buChar char="•"/>
                      </a:pPr>
                      <a:r>
                        <a:rPr lang="en-US" dirty="0"/>
                        <a:t>More creative approach to problem solving</a:t>
                      </a:r>
                    </a:p>
                    <a:p>
                      <a:pPr marL="285750" indent="-285750">
                        <a:buFont typeface="Arial" panose="020B0604020202020204" pitchFamily="34" charset="0"/>
                        <a:buChar char="•"/>
                      </a:pPr>
                      <a:endParaRPr lang="en-US" dirty="0"/>
                    </a:p>
                  </a:txBody>
                  <a:tcPr/>
                </a:tc>
                <a:tc>
                  <a:txBody>
                    <a:bodyPr/>
                    <a:lstStyle/>
                    <a:p>
                      <a:pPr marL="285750" indent="-285750">
                        <a:buFont typeface="Arial" panose="020B0604020202020204" pitchFamily="34" charset="0"/>
                        <a:buChar char="•"/>
                      </a:pPr>
                      <a:r>
                        <a:rPr lang="en-US" dirty="0"/>
                        <a:t>Spend more time to get to a solution</a:t>
                      </a:r>
                    </a:p>
                    <a:p>
                      <a:pPr marL="285750" indent="-285750">
                        <a:buFont typeface="Arial" panose="020B0604020202020204" pitchFamily="34" charset="0"/>
                        <a:buChar char="•"/>
                      </a:pPr>
                      <a:r>
                        <a:rPr lang="en-US" dirty="0"/>
                        <a:t>May not meet the objectives </a:t>
                      </a:r>
                    </a:p>
                    <a:p>
                      <a:pPr marL="285750" indent="-285750">
                        <a:buFont typeface="Arial" panose="020B0604020202020204" pitchFamily="34" charset="0"/>
                        <a:buChar char="•"/>
                      </a:pPr>
                      <a:r>
                        <a:rPr lang="en-US" dirty="0"/>
                        <a:t>Not proper utilization of time</a:t>
                      </a:r>
                    </a:p>
                    <a:p>
                      <a:pPr marL="285750" indent="-285750">
                        <a:buFont typeface="Arial" panose="020B0604020202020204" pitchFamily="34" charset="0"/>
                        <a:buChar char="•"/>
                      </a:pPr>
                      <a:r>
                        <a:rPr lang="en-US" dirty="0"/>
                        <a:t>Can cause project scope creeps</a:t>
                      </a:r>
                    </a:p>
                    <a:p>
                      <a:pPr marL="285750" indent="-285750">
                        <a:buFont typeface="Arial" panose="020B0604020202020204" pitchFamily="34" charset="0"/>
                        <a:buChar char="•"/>
                      </a:pPr>
                      <a:endParaRPr lang="en-US" dirty="0"/>
                    </a:p>
                  </a:txBody>
                  <a:tcPr/>
                </a:tc>
                <a:extLst>
                  <a:ext uri="{0D108BD9-81ED-4DB2-BD59-A6C34878D82A}">
                    <a16:rowId xmlns:a16="http://schemas.microsoft.com/office/drawing/2014/main" val="95185643"/>
                  </a:ext>
                </a:extLst>
              </a:tr>
            </a:tbl>
          </a:graphicData>
        </a:graphic>
      </p:graphicFrame>
      <p:sp>
        <p:nvSpPr>
          <p:cNvPr id="7" name="Google Shape;529;p86">
            <a:extLst>
              <a:ext uri="{FF2B5EF4-FFF2-40B4-BE49-F238E27FC236}">
                <a16:creationId xmlns:a16="http://schemas.microsoft.com/office/drawing/2014/main" id="{E91B5BB6-D848-4998-85A2-E54578CBED5C}"/>
              </a:ext>
            </a:extLst>
          </p:cNvPr>
          <p:cNvSpPr txBox="1">
            <a:spLocks noGrp="1"/>
          </p:cNvSpPr>
          <p:nvPr>
            <p:ph type="title"/>
          </p:nvPr>
        </p:nvSpPr>
        <p:spPr>
          <a:xfrm>
            <a:off x="434232" y="171450"/>
            <a:ext cx="8275500" cy="369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dirty="0"/>
              <a:t>Activity 2-9 – </a:t>
            </a:r>
            <a:r>
              <a:rPr lang="en-US" b="1" dirty="0"/>
              <a:t>Just Enough Pre-Planning</a:t>
            </a:r>
            <a:endParaRPr b="1" dirty="0"/>
          </a:p>
        </p:txBody>
      </p:sp>
      <p:sp>
        <p:nvSpPr>
          <p:cNvPr id="8" name="Google Shape;649;p96">
            <a:extLst>
              <a:ext uri="{FF2B5EF4-FFF2-40B4-BE49-F238E27FC236}">
                <a16:creationId xmlns:a16="http://schemas.microsoft.com/office/drawing/2014/main" id="{6B5F7EB4-2D4C-422E-A2A6-88346F7EB29A}"/>
              </a:ext>
            </a:extLst>
          </p:cNvPr>
          <p:cNvSpPr txBox="1"/>
          <p:nvPr/>
        </p:nvSpPr>
        <p:spPr>
          <a:xfrm>
            <a:off x="3442186" y="663185"/>
            <a:ext cx="2852059" cy="45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dirty="0">
                <a:solidFill>
                  <a:schemeClr val="accent2"/>
                </a:solidFill>
              </a:rPr>
              <a:t>More </a:t>
            </a:r>
            <a:r>
              <a:rPr lang="en-US" dirty="0">
                <a:solidFill>
                  <a:schemeClr val="accent2"/>
                </a:solidFill>
              </a:rPr>
              <a:t>pre-Planning</a:t>
            </a:r>
            <a:endParaRPr dirty="0">
              <a:solidFill>
                <a:schemeClr val="accent2"/>
              </a:solidFill>
            </a:endParaRPr>
          </a:p>
        </p:txBody>
      </p:sp>
      <p:sp>
        <p:nvSpPr>
          <p:cNvPr id="9" name="Google Shape;649;p96">
            <a:extLst>
              <a:ext uri="{FF2B5EF4-FFF2-40B4-BE49-F238E27FC236}">
                <a16:creationId xmlns:a16="http://schemas.microsoft.com/office/drawing/2014/main" id="{6E6D1966-DFD4-492E-A57F-1FAA233C3478}"/>
              </a:ext>
            </a:extLst>
          </p:cNvPr>
          <p:cNvSpPr txBox="1"/>
          <p:nvPr/>
        </p:nvSpPr>
        <p:spPr>
          <a:xfrm>
            <a:off x="3390147" y="4590272"/>
            <a:ext cx="2852059" cy="45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solidFill>
              </a:rPr>
              <a:t>Less</a:t>
            </a:r>
            <a:r>
              <a:rPr lang="en" dirty="0">
                <a:solidFill>
                  <a:schemeClr val="accent2"/>
                </a:solidFill>
              </a:rPr>
              <a:t> </a:t>
            </a:r>
            <a:r>
              <a:rPr lang="en-US" dirty="0">
                <a:solidFill>
                  <a:schemeClr val="accent2"/>
                </a:solidFill>
              </a:rPr>
              <a:t>pre-Planning</a:t>
            </a:r>
            <a:endParaRPr dirty="0">
              <a:solidFill>
                <a:schemeClr val="accent2"/>
              </a:solidFill>
            </a:endParaRPr>
          </a:p>
        </p:txBody>
      </p:sp>
      <p:sp>
        <p:nvSpPr>
          <p:cNvPr id="10" name="Google Shape;649;p96">
            <a:extLst>
              <a:ext uri="{FF2B5EF4-FFF2-40B4-BE49-F238E27FC236}">
                <a16:creationId xmlns:a16="http://schemas.microsoft.com/office/drawing/2014/main" id="{6C2F03F4-3A42-475F-9457-94212E779A1A}"/>
              </a:ext>
            </a:extLst>
          </p:cNvPr>
          <p:cNvSpPr txBox="1"/>
          <p:nvPr/>
        </p:nvSpPr>
        <p:spPr>
          <a:xfrm rot="5400000">
            <a:off x="7618780" y="2919045"/>
            <a:ext cx="1338778" cy="45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solidFill>
              </a:rPr>
              <a:t>Negative</a:t>
            </a:r>
            <a:endParaRPr dirty="0">
              <a:solidFill>
                <a:schemeClr val="accent2"/>
              </a:solidFill>
            </a:endParaRPr>
          </a:p>
        </p:txBody>
      </p:sp>
      <p:sp>
        <p:nvSpPr>
          <p:cNvPr id="11" name="Google Shape;649;p96">
            <a:extLst>
              <a:ext uri="{FF2B5EF4-FFF2-40B4-BE49-F238E27FC236}">
                <a16:creationId xmlns:a16="http://schemas.microsoft.com/office/drawing/2014/main" id="{3EC060AF-148C-4781-931B-3D06A2FB0B22}"/>
              </a:ext>
            </a:extLst>
          </p:cNvPr>
          <p:cNvSpPr txBox="1"/>
          <p:nvPr/>
        </p:nvSpPr>
        <p:spPr>
          <a:xfrm rot="16200000">
            <a:off x="-108306" y="2346299"/>
            <a:ext cx="1372065" cy="45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dirty="0">
                <a:solidFill>
                  <a:schemeClr val="accent2"/>
                </a:solidFill>
              </a:rPr>
              <a:t>Positive</a:t>
            </a:r>
            <a:endParaRPr dirty="0">
              <a:solidFill>
                <a:schemeClr val="accent2"/>
              </a:solidFill>
            </a:endParaRPr>
          </a:p>
        </p:txBody>
      </p:sp>
      <p:sp>
        <p:nvSpPr>
          <p:cNvPr id="12" name="Rectangle 11">
            <a:extLst>
              <a:ext uri="{FF2B5EF4-FFF2-40B4-BE49-F238E27FC236}">
                <a16:creationId xmlns:a16="http://schemas.microsoft.com/office/drawing/2014/main" id="{00BC33E2-B897-4CA1-84CA-DFDCD921F8A4}"/>
              </a:ext>
            </a:extLst>
          </p:cNvPr>
          <p:cNvSpPr/>
          <p:nvPr/>
        </p:nvSpPr>
        <p:spPr>
          <a:xfrm>
            <a:off x="6452840" y="201186"/>
            <a:ext cx="2575932" cy="707886"/>
          </a:xfrm>
          <a:prstGeom prst="rect">
            <a:avLst/>
          </a:prstGeom>
        </p:spPr>
        <p:txBody>
          <a:bodyPr wrap="square">
            <a:spAutoFit/>
          </a:bodyPr>
          <a:lstStyle/>
          <a:p>
            <a:r>
              <a:rPr lang="en-US" sz="1000" dirty="0"/>
              <a:t>Think about </a:t>
            </a:r>
            <a:r>
              <a:rPr lang="en-US" sz="1000" dirty="0" err="1"/>
              <a:t>SAFe</a:t>
            </a:r>
            <a:r>
              <a:rPr lang="en-US" sz="1000" dirty="0"/>
              <a:t> core values and principles as well as different </a:t>
            </a:r>
            <a:r>
              <a:rPr lang="en-US" sz="1000" dirty="0" err="1"/>
              <a:t>SAFe</a:t>
            </a:r>
            <a:r>
              <a:rPr lang="en-US" sz="1000" dirty="0"/>
              <a:t> practices that influence or enable PI planning preparedness.</a:t>
            </a:r>
          </a:p>
        </p:txBody>
      </p:sp>
    </p:spTree>
    <p:extLst>
      <p:ext uri="{BB962C8B-B14F-4D97-AF65-F5344CB8AC3E}">
        <p14:creationId xmlns:p14="http://schemas.microsoft.com/office/powerpoint/2010/main" val="1960446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86"/>
          <p:cNvSpPr txBox="1">
            <a:spLocks noGrp="1"/>
          </p:cNvSpPr>
          <p:nvPr>
            <p:ph type="title"/>
          </p:nvPr>
        </p:nvSpPr>
        <p:spPr>
          <a:xfrm>
            <a:off x="434232" y="171450"/>
            <a:ext cx="8275500" cy="3693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dirty="0"/>
              <a:t>Activity 2-19 - Create Epics to Fulfill the Vision</a:t>
            </a:r>
            <a:endParaRPr b="1" dirty="0"/>
          </a:p>
        </p:txBody>
      </p:sp>
      <p:pic>
        <p:nvPicPr>
          <p:cNvPr id="530" name="Google Shape;530;p86"/>
          <p:cNvPicPr preferRelativeResize="0"/>
          <p:nvPr/>
        </p:nvPicPr>
        <p:blipFill>
          <a:blip r:embed="rId3">
            <a:alphaModFix/>
          </a:blip>
          <a:stretch>
            <a:fillRect/>
          </a:stretch>
        </p:blipFill>
        <p:spPr>
          <a:xfrm>
            <a:off x="6530313" y="1017713"/>
            <a:ext cx="2390775" cy="3800475"/>
          </a:xfrm>
          <a:prstGeom prst="rect">
            <a:avLst/>
          </a:prstGeom>
          <a:noFill/>
          <a:ln w="9525" cap="flat" cmpd="sng">
            <a:solidFill>
              <a:srgbClr val="FFFFFF"/>
            </a:solidFill>
            <a:prstDash val="solid"/>
            <a:round/>
            <a:headEnd type="none" w="sm" len="sm"/>
            <a:tailEnd type="none" w="sm" len="sm"/>
          </a:ln>
        </p:spPr>
      </p:pic>
      <p:sp>
        <p:nvSpPr>
          <p:cNvPr id="531" name="Google Shape;531;p86"/>
          <p:cNvSpPr/>
          <p:nvPr/>
        </p:nvSpPr>
        <p:spPr>
          <a:xfrm>
            <a:off x="1712750" y="1536013"/>
            <a:ext cx="3644400" cy="27639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US" dirty="0"/>
              <a:t>Epic: Gather the feedback from the customers about predictive pattern of customer behavior. </a:t>
            </a:r>
            <a:endParaRPr dirty="0"/>
          </a:p>
        </p:txBody>
      </p:sp>
      <p:pic>
        <p:nvPicPr>
          <p:cNvPr id="5" name="Picture 4">
            <a:extLst>
              <a:ext uri="{FF2B5EF4-FFF2-40B4-BE49-F238E27FC236}">
                <a16:creationId xmlns:a16="http://schemas.microsoft.com/office/drawing/2014/main" id="{4E46490F-14B9-47E6-8B04-D8F0933CA639}"/>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8186653" y="181423"/>
            <a:ext cx="844402" cy="844402"/>
          </a:xfrm>
          <a:prstGeom prst="rect">
            <a:avLst/>
          </a:prstGeom>
        </p:spPr>
      </p:pic>
      <p:sp>
        <p:nvSpPr>
          <p:cNvPr id="6" name="Text Placeholder 18">
            <a:extLst>
              <a:ext uri="{FF2B5EF4-FFF2-40B4-BE49-F238E27FC236}">
                <a16:creationId xmlns:a16="http://schemas.microsoft.com/office/drawing/2014/main" id="{5C2A80CB-756A-4183-B4F0-8F43BFDA69A6}"/>
              </a:ext>
            </a:extLst>
          </p:cNvPr>
          <p:cNvSpPr txBox="1">
            <a:spLocks/>
          </p:cNvSpPr>
          <p:nvPr/>
        </p:nvSpPr>
        <p:spPr>
          <a:xfrm>
            <a:off x="8291599" y="367434"/>
            <a:ext cx="634511" cy="401213"/>
          </a:xfrm>
          <a:prstGeom prst="rect">
            <a:avLst/>
          </a:prstGeom>
        </p:spPr>
        <p:txBody>
          <a:bodyPr wrap="none" anchor="ctr" anchorCtr="0">
            <a:no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1400" b="1" i="0" u="none" strike="noStrike" cap="none">
                <a:solidFill>
                  <a:schemeClr val="bg1"/>
                </a:solidFill>
                <a:latin typeface="Arial" panose="020B0604020202020204" pitchFamily="34" charset="0"/>
                <a:ea typeface="Arial"/>
                <a:cs typeface="Arial"/>
                <a:sym typeface="Arial"/>
              </a:defRPr>
            </a:lvl1pPr>
            <a:lvl2pPr marL="469888" marR="0" lvl="1" indent="0" algn="ctr" rtl="0">
              <a:lnSpc>
                <a:spcPct val="100000"/>
              </a:lnSpc>
              <a:spcBef>
                <a:spcPts val="0"/>
              </a:spcBef>
              <a:spcAft>
                <a:spcPts val="0"/>
              </a:spcAft>
              <a:buClr>
                <a:srgbClr val="000000"/>
              </a:buClr>
              <a:buFont typeface="Arial"/>
              <a:buNone/>
              <a:defRPr sz="1400" b="1" i="0" u="none" strike="noStrike" cap="none">
                <a:solidFill>
                  <a:srgbClr val="000000"/>
                </a:solidFill>
                <a:latin typeface="Arial" panose="020B0503020202020204" pitchFamily="34" charset="0"/>
                <a:ea typeface="Arial"/>
                <a:cs typeface="Arial"/>
                <a:sym typeface="Arial"/>
              </a:defRPr>
            </a:lvl2pPr>
            <a:lvl3pPr marL="611701" marR="0" lvl="2" indent="0" algn="ctr" rtl="0">
              <a:lnSpc>
                <a:spcPct val="100000"/>
              </a:lnSpc>
              <a:spcBef>
                <a:spcPts val="0"/>
              </a:spcBef>
              <a:spcAft>
                <a:spcPts val="0"/>
              </a:spcAft>
              <a:buClr>
                <a:srgbClr val="000000"/>
              </a:buClr>
              <a:buFont typeface="Arial"/>
              <a:buNone/>
              <a:defRPr sz="1400" b="1" i="0" u="none" strike="noStrike" cap="none">
                <a:solidFill>
                  <a:srgbClr val="000000"/>
                </a:solidFill>
                <a:latin typeface="Arial" panose="020B0503020202020204" pitchFamily="34" charset="0"/>
                <a:ea typeface="Arial"/>
                <a:cs typeface="Arial"/>
                <a:sym typeface="Arial"/>
              </a:defRPr>
            </a:lvl3pPr>
            <a:lvl4pPr marL="852996" marR="0" lvl="3" indent="0" algn="ctr" rtl="0">
              <a:lnSpc>
                <a:spcPct val="100000"/>
              </a:lnSpc>
              <a:spcBef>
                <a:spcPts val="0"/>
              </a:spcBef>
              <a:spcAft>
                <a:spcPts val="0"/>
              </a:spcAft>
              <a:buClr>
                <a:srgbClr val="000000"/>
              </a:buClr>
              <a:buFont typeface="Arial" panose="020B0604020202020204" pitchFamily="34" charset="0"/>
              <a:buNone/>
              <a:defRPr sz="1400" b="1" i="0" u="none" strike="noStrike" cap="none">
                <a:solidFill>
                  <a:srgbClr val="000000"/>
                </a:solidFill>
                <a:latin typeface="Arial" panose="020B0503020202020204" pitchFamily="34" charset="0"/>
                <a:ea typeface="Arial"/>
                <a:cs typeface="Arial"/>
                <a:sym typeface="Arial"/>
              </a:defRPr>
            </a:lvl4pPr>
            <a:lvl5pPr marL="800080" marR="0" lvl="4" indent="0" algn="ctr" rtl="0">
              <a:lnSpc>
                <a:spcPct val="100000"/>
              </a:lnSpc>
              <a:spcBef>
                <a:spcPts val="0"/>
              </a:spcBef>
              <a:spcAft>
                <a:spcPts val="0"/>
              </a:spcAft>
              <a:buClr>
                <a:srgbClr val="000000"/>
              </a:buClr>
              <a:buFont typeface="Arial"/>
              <a:buNone/>
              <a:defRPr sz="1400" b="1" i="0" u="none" strike="noStrike" cap="none">
                <a:solidFill>
                  <a:srgbClr val="000000"/>
                </a:solidFill>
                <a:latin typeface="Arial" panose="020B0503020202020204" pitchFamily="34" charset="0"/>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t>10</a:t>
            </a:r>
          </a:p>
        </p:txBody>
      </p:sp>
      <p:sp>
        <p:nvSpPr>
          <p:cNvPr id="7" name="Text Placeholder 16">
            <a:extLst>
              <a:ext uri="{FF2B5EF4-FFF2-40B4-BE49-F238E27FC236}">
                <a16:creationId xmlns:a16="http://schemas.microsoft.com/office/drawing/2014/main" id="{453A9E71-C8EE-4DA2-9D18-4387DB16E297}"/>
              </a:ext>
            </a:extLst>
          </p:cNvPr>
          <p:cNvSpPr txBox="1">
            <a:spLocks/>
          </p:cNvSpPr>
          <p:nvPr/>
        </p:nvSpPr>
        <p:spPr>
          <a:xfrm>
            <a:off x="8073708" y="0"/>
            <a:ext cx="1070292" cy="279463"/>
          </a:xfrm>
          <a:prstGeom prst="rect">
            <a:avLst/>
          </a:prstGeom>
        </p:spPr>
        <p:txBody>
          <a:bodyPr wrap="none" anchor="ctr" anchorCtr="0">
            <a:no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1200" b="1" i="0" u="none" strike="noStrike" cap="none" spc="0">
                <a:ln>
                  <a:noFill/>
                </a:ln>
                <a:solidFill>
                  <a:schemeClr val="tx1"/>
                </a:solidFill>
                <a:effectLst/>
                <a:latin typeface="Arial" panose="020B0604020202020204" pitchFamily="34" charset="0"/>
                <a:ea typeface="Arial"/>
                <a:cs typeface="Arial"/>
                <a:sym typeface="Arial"/>
              </a:defRPr>
            </a:lvl1pPr>
            <a:lvl2pPr marL="469888" marR="0" lvl="1" indent="0" algn="ctr" rtl="0">
              <a:lnSpc>
                <a:spcPct val="100000"/>
              </a:lnSpc>
              <a:spcBef>
                <a:spcPts val="0"/>
              </a:spcBef>
              <a:spcAft>
                <a:spcPts val="0"/>
              </a:spcAft>
              <a:buClr>
                <a:srgbClr val="000000"/>
              </a:buClr>
              <a:buFont typeface="Arial"/>
              <a:buNone/>
              <a:defRPr sz="1467" b="0" i="0" u="none" strike="noStrike" cap="none">
                <a:solidFill>
                  <a:srgbClr val="000000"/>
                </a:solidFill>
                <a:latin typeface="Arial"/>
                <a:ea typeface="Arial"/>
                <a:cs typeface="Arial"/>
                <a:sym typeface="Arial"/>
              </a:defRPr>
            </a:lvl2pPr>
            <a:lvl3pPr marL="611701" marR="0" lvl="2" indent="0" algn="ctr" rtl="0">
              <a:lnSpc>
                <a:spcPct val="100000"/>
              </a:lnSpc>
              <a:spcBef>
                <a:spcPts val="0"/>
              </a:spcBef>
              <a:spcAft>
                <a:spcPts val="0"/>
              </a:spcAft>
              <a:buClr>
                <a:srgbClr val="000000"/>
              </a:buClr>
              <a:buFont typeface="Arial"/>
              <a:buNone/>
              <a:defRPr sz="1467" b="0" i="0" u="none" strike="noStrike" cap="none">
                <a:solidFill>
                  <a:srgbClr val="000000"/>
                </a:solidFill>
                <a:latin typeface="Arial"/>
                <a:ea typeface="Arial"/>
                <a:cs typeface="Arial"/>
                <a:sym typeface="Arial"/>
              </a:defRPr>
            </a:lvl3pPr>
            <a:lvl4pPr marL="852996" marR="0" lvl="3" indent="0" algn="ctr" rtl="0">
              <a:lnSpc>
                <a:spcPct val="100000"/>
              </a:lnSpc>
              <a:spcBef>
                <a:spcPts val="0"/>
              </a:spcBef>
              <a:spcAft>
                <a:spcPts val="0"/>
              </a:spcAft>
              <a:buClr>
                <a:srgbClr val="000000"/>
              </a:buClr>
              <a:buFont typeface="Arial" panose="020B0604020202020204" pitchFamily="34" charset="0"/>
              <a:buNone/>
              <a:defRPr sz="1467" b="0" i="0" u="none" strike="noStrike" cap="none">
                <a:solidFill>
                  <a:srgbClr val="000000"/>
                </a:solidFill>
                <a:latin typeface="Arial"/>
                <a:ea typeface="Arial"/>
                <a:cs typeface="Arial"/>
                <a:sym typeface="Arial"/>
              </a:defRPr>
            </a:lvl4pPr>
            <a:lvl5pPr marL="800080" marR="0" lvl="4" indent="0" algn="ctr" rtl="0">
              <a:lnSpc>
                <a:spcPct val="100000"/>
              </a:lnSpc>
              <a:spcBef>
                <a:spcPts val="0"/>
              </a:spcBef>
              <a:spcAft>
                <a:spcPts val="0"/>
              </a:spcAft>
              <a:buClr>
                <a:srgbClr val="000000"/>
              </a:buClr>
              <a:buFont typeface="Arial"/>
              <a:buNone/>
              <a:defRPr sz="14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t>Share</a:t>
            </a:r>
          </a:p>
        </p:txBody>
      </p:sp>
      <p:pic>
        <p:nvPicPr>
          <p:cNvPr id="8" name="Picture 7">
            <a:extLst>
              <a:ext uri="{FF2B5EF4-FFF2-40B4-BE49-F238E27FC236}">
                <a16:creationId xmlns:a16="http://schemas.microsoft.com/office/drawing/2014/main" id="{C0CFEB30-8511-4809-B138-26CB81532C3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080049" y="181423"/>
            <a:ext cx="844402" cy="844402"/>
          </a:xfrm>
          <a:prstGeom prst="rect">
            <a:avLst/>
          </a:prstGeom>
        </p:spPr>
      </p:pic>
      <p:sp>
        <p:nvSpPr>
          <p:cNvPr id="9" name="Text Placeholder 18">
            <a:extLst>
              <a:ext uri="{FF2B5EF4-FFF2-40B4-BE49-F238E27FC236}">
                <a16:creationId xmlns:a16="http://schemas.microsoft.com/office/drawing/2014/main" id="{FB931142-F905-4306-8E8E-3EF252B9AD4F}"/>
              </a:ext>
            </a:extLst>
          </p:cNvPr>
          <p:cNvSpPr txBox="1">
            <a:spLocks/>
          </p:cNvSpPr>
          <p:nvPr/>
        </p:nvSpPr>
        <p:spPr>
          <a:xfrm>
            <a:off x="7184995" y="367434"/>
            <a:ext cx="634511" cy="401213"/>
          </a:xfrm>
          <a:prstGeom prst="rect">
            <a:avLst/>
          </a:prstGeom>
        </p:spPr>
        <p:txBody>
          <a:bodyPr wrap="none" anchor="ctr" anchorCtr="0">
            <a:no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1400" b="1" i="0" u="none" strike="noStrike" cap="none">
                <a:solidFill>
                  <a:schemeClr val="bg1"/>
                </a:solidFill>
                <a:latin typeface="Arial" panose="020B0604020202020204" pitchFamily="34" charset="0"/>
                <a:ea typeface="Arial"/>
                <a:cs typeface="Arial"/>
                <a:sym typeface="Arial"/>
              </a:defRPr>
            </a:lvl1pPr>
            <a:lvl2pPr marL="469888" marR="0" lvl="1" indent="0" algn="ctr" rtl="0">
              <a:lnSpc>
                <a:spcPct val="100000"/>
              </a:lnSpc>
              <a:spcBef>
                <a:spcPts val="0"/>
              </a:spcBef>
              <a:spcAft>
                <a:spcPts val="0"/>
              </a:spcAft>
              <a:buClr>
                <a:srgbClr val="000000"/>
              </a:buClr>
              <a:buFont typeface="Arial"/>
              <a:buNone/>
              <a:defRPr sz="1400" b="1" i="0" u="none" strike="noStrike" cap="none">
                <a:solidFill>
                  <a:srgbClr val="000000"/>
                </a:solidFill>
                <a:latin typeface="Arial" panose="020B0503020202020204" pitchFamily="34" charset="0"/>
                <a:ea typeface="Arial"/>
                <a:cs typeface="Arial"/>
                <a:sym typeface="Arial"/>
              </a:defRPr>
            </a:lvl2pPr>
            <a:lvl3pPr marL="611701" marR="0" lvl="2" indent="0" algn="ctr" rtl="0">
              <a:lnSpc>
                <a:spcPct val="100000"/>
              </a:lnSpc>
              <a:spcBef>
                <a:spcPts val="0"/>
              </a:spcBef>
              <a:spcAft>
                <a:spcPts val="0"/>
              </a:spcAft>
              <a:buClr>
                <a:srgbClr val="000000"/>
              </a:buClr>
              <a:buFont typeface="Arial"/>
              <a:buNone/>
              <a:defRPr sz="1400" b="1" i="0" u="none" strike="noStrike" cap="none">
                <a:solidFill>
                  <a:srgbClr val="000000"/>
                </a:solidFill>
                <a:latin typeface="Arial" panose="020B0503020202020204" pitchFamily="34" charset="0"/>
                <a:ea typeface="Arial"/>
                <a:cs typeface="Arial"/>
                <a:sym typeface="Arial"/>
              </a:defRPr>
            </a:lvl3pPr>
            <a:lvl4pPr marL="852996" marR="0" lvl="3" indent="0" algn="ctr" rtl="0">
              <a:lnSpc>
                <a:spcPct val="100000"/>
              </a:lnSpc>
              <a:spcBef>
                <a:spcPts val="0"/>
              </a:spcBef>
              <a:spcAft>
                <a:spcPts val="0"/>
              </a:spcAft>
              <a:buClr>
                <a:srgbClr val="000000"/>
              </a:buClr>
              <a:buFont typeface="Arial" panose="020B0604020202020204" pitchFamily="34" charset="0"/>
              <a:buNone/>
              <a:defRPr sz="1400" b="1" i="0" u="none" strike="noStrike" cap="none">
                <a:solidFill>
                  <a:srgbClr val="000000"/>
                </a:solidFill>
                <a:latin typeface="Arial" panose="020B0503020202020204" pitchFamily="34" charset="0"/>
                <a:ea typeface="Arial"/>
                <a:cs typeface="Arial"/>
                <a:sym typeface="Arial"/>
              </a:defRPr>
            </a:lvl4pPr>
            <a:lvl5pPr marL="800080" marR="0" lvl="4" indent="0" algn="ctr" rtl="0">
              <a:lnSpc>
                <a:spcPct val="100000"/>
              </a:lnSpc>
              <a:spcBef>
                <a:spcPts val="0"/>
              </a:spcBef>
              <a:spcAft>
                <a:spcPts val="0"/>
              </a:spcAft>
              <a:buClr>
                <a:srgbClr val="000000"/>
              </a:buClr>
              <a:buFont typeface="Arial"/>
              <a:buNone/>
              <a:defRPr sz="1400" b="1" i="0" u="none" strike="noStrike" cap="none">
                <a:solidFill>
                  <a:srgbClr val="000000"/>
                </a:solidFill>
                <a:latin typeface="Arial" panose="020B0503020202020204" pitchFamily="34" charset="0"/>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t>5</a:t>
            </a:r>
          </a:p>
        </p:txBody>
      </p:sp>
      <p:sp>
        <p:nvSpPr>
          <p:cNvPr id="10" name="Text Placeholder 16">
            <a:extLst>
              <a:ext uri="{FF2B5EF4-FFF2-40B4-BE49-F238E27FC236}">
                <a16:creationId xmlns:a16="http://schemas.microsoft.com/office/drawing/2014/main" id="{D8D983E6-10F6-4F08-89CF-46BF6DB24BF6}"/>
              </a:ext>
            </a:extLst>
          </p:cNvPr>
          <p:cNvSpPr txBox="1">
            <a:spLocks/>
          </p:cNvSpPr>
          <p:nvPr/>
        </p:nvSpPr>
        <p:spPr>
          <a:xfrm>
            <a:off x="6967104" y="0"/>
            <a:ext cx="1070292" cy="279463"/>
          </a:xfrm>
          <a:prstGeom prst="rect">
            <a:avLst/>
          </a:prstGeom>
        </p:spPr>
        <p:txBody>
          <a:bodyPr wrap="none" anchor="ctr" anchorCtr="0">
            <a:no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1200" b="1" i="0" u="none" strike="noStrike" cap="none" spc="0">
                <a:ln>
                  <a:noFill/>
                </a:ln>
                <a:solidFill>
                  <a:schemeClr val="tx1"/>
                </a:solidFill>
                <a:effectLst/>
                <a:latin typeface="Arial" panose="020B0604020202020204" pitchFamily="34" charset="0"/>
                <a:ea typeface="Arial"/>
                <a:cs typeface="Arial"/>
                <a:sym typeface="Arial"/>
              </a:defRPr>
            </a:lvl1pPr>
            <a:lvl2pPr marL="469888" marR="0" lvl="1" indent="0" algn="ctr" rtl="0">
              <a:lnSpc>
                <a:spcPct val="100000"/>
              </a:lnSpc>
              <a:spcBef>
                <a:spcPts val="0"/>
              </a:spcBef>
              <a:spcAft>
                <a:spcPts val="0"/>
              </a:spcAft>
              <a:buClr>
                <a:srgbClr val="000000"/>
              </a:buClr>
              <a:buFont typeface="Arial"/>
              <a:buNone/>
              <a:defRPr sz="1467" b="0" i="0" u="none" strike="noStrike" cap="none">
                <a:solidFill>
                  <a:srgbClr val="000000"/>
                </a:solidFill>
                <a:latin typeface="Arial"/>
                <a:ea typeface="Arial"/>
                <a:cs typeface="Arial"/>
                <a:sym typeface="Arial"/>
              </a:defRPr>
            </a:lvl2pPr>
            <a:lvl3pPr marL="611701" marR="0" lvl="2" indent="0" algn="ctr" rtl="0">
              <a:lnSpc>
                <a:spcPct val="100000"/>
              </a:lnSpc>
              <a:spcBef>
                <a:spcPts val="0"/>
              </a:spcBef>
              <a:spcAft>
                <a:spcPts val="0"/>
              </a:spcAft>
              <a:buClr>
                <a:srgbClr val="000000"/>
              </a:buClr>
              <a:buFont typeface="Arial"/>
              <a:buNone/>
              <a:defRPr sz="1467" b="0" i="0" u="none" strike="noStrike" cap="none">
                <a:solidFill>
                  <a:srgbClr val="000000"/>
                </a:solidFill>
                <a:latin typeface="Arial"/>
                <a:ea typeface="Arial"/>
                <a:cs typeface="Arial"/>
                <a:sym typeface="Arial"/>
              </a:defRPr>
            </a:lvl3pPr>
            <a:lvl4pPr marL="852996" marR="0" lvl="3" indent="0" algn="ctr" rtl="0">
              <a:lnSpc>
                <a:spcPct val="100000"/>
              </a:lnSpc>
              <a:spcBef>
                <a:spcPts val="0"/>
              </a:spcBef>
              <a:spcAft>
                <a:spcPts val="0"/>
              </a:spcAft>
              <a:buClr>
                <a:srgbClr val="000000"/>
              </a:buClr>
              <a:buFont typeface="Arial" panose="020B0604020202020204" pitchFamily="34" charset="0"/>
              <a:buNone/>
              <a:defRPr sz="1467" b="0" i="0" u="none" strike="noStrike" cap="none">
                <a:solidFill>
                  <a:srgbClr val="000000"/>
                </a:solidFill>
                <a:latin typeface="Arial"/>
                <a:ea typeface="Arial"/>
                <a:cs typeface="Arial"/>
                <a:sym typeface="Arial"/>
              </a:defRPr>
            </a:lvl4pPr>
            <a:lvl5pPr marL="800080" marR="0" lvl="4" indent="0" algn="ctr" rtl="0">
              <a:lnSpc>
                <a:spcPct val="100000"/>
              </a:lnSpc>
              <a:spcBef>
                <a:spcPts val="0"/>
              </a:spcBef>
              <a:spcAft>
                <a:spcPts val="0"/>
              </a:spcAft>
              <a:buClr>
                <a:srgbClr val="000000"/>
              </a:buClr>
              <a:buFont typeface="Arial"/>
              <a:buNone/>
              <a:defRPr sz="14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t>Prepare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87"/>
          <p:cNvSpPr txBox="1">
            <a:spLocks noGrp="1"/>
          </p:cNvSpPr>
          <p:nvPr>
            <p:ph type="title"/>
          </p:nvPr>
        </p:nvSpPr>
        <p:spPr>
          <a:xfrm>
            <a:off x="434232" y="171450"/>
            <a:ext cx="8275500" cy="3693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1800" b="1"/>
              <a:t>Activity 2-27 - Consider market rhythms for optimum release timing</a:t>
            </a:r>
            <a:endParaRPr sz="1800" b="1"/>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88"/>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sz="1800" b="1"/>
              <a:t>Activity 2-40 - Decompose an Epic using Feature storming</a:t>
            </a:r>
            <a:endParaRPr sz="1800"/>
          </a:p>
        </p:txBody>
      </p:sp>
      <p:pic>
        <p:nvPicPr>
          <p:cNvPr id="542" name="Google Shape;542;p88"/>
          <p:cNvPicPr preferRelativeResize="0"/>
          <p:nvPr/>
        </p:nvPicPr>
        <p:blipFill>
          <a:blip r:embed="rId3">
            <a:alphaModFix/>
          </a:blip>
          <a:stretch>
            <a:fillRect/>
          </a:stretch>
        </p:blipFill>
        <p:spPr>
          <a:xfrm>
            <a:off x="6393350" y="907796"/>
            <a:ext cx="2291050" cy="1556050"/>
          </a:xfrm>
          <a:prstGeom prst="rect">
            <a:avLst/>
          </a:prstGeom>
          <a:noFill/>
          <a:ln>
            <a:noFill/>
          </a:ln>
        </p:spPr>
      </p:pic>
      <p:sp>
        <p:nvSpPr>
          <p:cNvPr id="543" name="Google Shape;543;p88"/>
          <p:cNvSpPr/>
          <p:nvPr/>
        </p:nvSpPr>
        <p:spPr>
          <a:xfrm>
            <a:off x="419100" y="90779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44" name="Google Shape;544;p88"/>
          <p:cNvSpPr/>
          <p:nvPr/>
        </p:nvSpPr>
        <p:spPr>
          <a:xfrm>
            <a:off x="2161675" y="90779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45" name="Google Shape;545;p88"/>
          <p:cNvSpPr/>
          <p:nvPr/>
        </p:nvSpPr>
        <p:spPr>
          <a:xfrm>
            <a:off x="3918000" y="90779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46" name="Google Shape;546;p88"/>
          <p:cNvSpPr/>
          <p:nvPr/>
        </p:nvSpPr>
        <p:spPr>
          <a:xfrm>
            <a:off x="419100" y="232574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47" name="Google Shape;547;p88"/>
          <p:cNvSpPr/>
          <p:nvPr/>
        </p:nvSpPr>
        <p:spPr>
          <a:xfrm>
            <a:off x="2161675" y="232574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48" name="Google Shape;548;p88"/>
          <p:cNvSpPr/>
          <p:nvPr/>
        </p:nvSpPr>
        <p:spPr>
          <a:xfrm>
            <a:off x="3918000" y="232574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49" name="Google Shape;549;p88"/>
          <p:cNvSpPr/>
          <p:nvPr/>
        </p:nvSpPr>
        <p:spPr>
          <a:xfrm>
            <a:off x="419100" y="367469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50" name="Google Shape;550;p88"/>
          <p:cNvSpPr/>
          <p:nvPr/>
        </p:nvSpPr>
        <p:spPr>
          <a:xfrm>
            <a:off x="2161675" y="367469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
        <p:nvSpPr>
          <p:cNvPr id="551" name="Google Shape;551;p88"/>
          <p:cNvSpPr/>
          <p:nvPr/>
        </p:nvSpPr>
        <p:spPr>
          <a:xfrm>
            <a:off x="3918000" y="3674699"/>
            <a:ext cx="1612800" cy="1223100"/>
          </a:xfrm>
          <a:prstGeom prst="foldedCorner">
            <a:avLst>
              <a:gd name="adj" fmla="val 1666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a:t>[Create additional Features]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89"/>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2-41 - Feature Refinement</a:t>
            </a:r>
            <a:endParaRPr/>
          </a:p>
        </p:txBody>
      </p:sp>
      <p:sp>
        <p:nvSpPr>
          <p:cNvPr id="557" name="Google Shape;557;p89"/>
          <p:cNvSpPr/>
          <p:nvPr/>
        </p:nvSpPr>
        <p:spPr>
          <a:xfrm>
            <a:off x="245900" y="745900"/>
            <a:ext cx="2802300" cy="4299300"/>
          </a:xfrm>
          <a:prstGeom prst="foldedCorner">
            <a:avLst>
              <a:gd name="adj" fmla="val 664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b="1"/>
              <a:t>Description: </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Benefit Hypothesis: </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Acceptance Criteria:</a:t>
            </a:r>
            <a:endParaRPr b="1"/>
          </a:p>
          <a:p>
            <a:pPr marL="457200" lvl="0" indent="-317500" algn="l" rtl="0">
              <a:spcBef>
                <a:spcPts val="0"/>
              </a:spcBef>
              <a:spcAft>
                <a:spcPts val="0"/>
              </a:spcAft>
              <a:buSzPts val="1400"/>
              <a:buChar char="●"/>
            </a:pPr>
            <a:endParaRPr/>
          </a:p>
        </p:txBody>
      </p:sp>
      <p:sp>
        <p:nvSpPr>
          <p:cNvPr id="558" name="Google Shape;558;p89"/>
          <p:cNvSpPr/>
          <p:nvPr/>
        </p:nvSpPr>
        <p:spPr>
          <a:xfrm>
            <a:off x="3170850" y="745900"/>
            <a:ext cx="2802300" cy="4299300"/>
          </a:xfrm>
          <a:prstGeom prst="foldedCorner">
            <a:avLst>
              <a:gd name="adj" fmla="val 664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b="1" dirty="0"/>
              <a:t>Description: </a:t>
            </a:r>
            <a:endParaRPr b="1" dirty="0"/>
          </a:p>
          <a:p>
            <a:pPr marL="0" lvl="0" indent="0" algn="l" rtl="0">
              <a:spcBef>
                <a:spcPts val="0"/>
              </a:spcBef>
              <a:spcAft>
                <a:spcPts val="0"/>
              </a:spcAft>
              <a:buNone/>
            </a:pPr>
            <a:endParaRPr b="1" dirty="0"/>
          </a:p>
          <a:p>
            <a:pPr marL="0" lvl="0" indent="0" algn="l" rtl="0">
              <a:spcBef>
                <a:spcPts val="0"/>
              </a:spcBef>
              <a:spcAft>
                <a:spcPts val="0"/>
              </a:spcAft>
              <a:buNone/>
            </a:pPr>
            <a:r>
              <a:rPr lang="en" b="1" dirty="0"/>
              <a:t>Benefit Hypothesis: </a:t>
            </a:r>
            <a:endParaRPr b="1" dirty="0"/>
          </a:p>
          <a:p>
            <a:pPr marL="0" lvl="0" indent="0" algn="l" rtl="0">
              <a:spcBef>
                <a:spcPts val="0"/>
              </a:spcBef>
              <a:spcAft>
                <a:spcPts val="0"/>
              </a:spcAft>
              <a:buNone/>
            </a:pPr>
            <a:endParaRPr b="1" dirty="0"/>
          </a:p>
          <a:p>
            <a:pPr marL="0" lvl="0" indent="0" algn="l" rtl="0">
              <a:spcBef>
                <a:spcPts val="0"/>
              </a:spcBef>
              <a:spcAft>
                <a:spcPts val="0"/>
              </a:spcAft>
              <a:buNone/>
            </a:pPr>
            <a:r>
              <a:rPr lang="en" b="1" dirty="0"/>
              <a:t>Acceptance Criteria:</a:t>
            </a:r>
            <a:endParaRPr b="1" dirty="0"/>
          </a:p>
          <a:p>
            <a:pPr marL="457200" lvl="0" indent="-317500" algn="l" rtl="0">
              <a:spcBef>
                <a:spcPts val="0"/>
              </a:spcBef>
              <a:spcAft>
                <a:spcPts val="0"/>
              </a:spcAft>
              <a:buSzPts val="1400"/>
              <a:buChar char="●"/>
            </a:pPr>
            <a:endParaRPr dirty="0"/>
          </a:p>
        </p:txBody>
      </p:sp>
      <p:sp>
        <p:nvSpPr>
          <p:cNvPr id="559" name="Google Shape;559;p89"/>
          <p:cNvSpPr/>
          <p:nvPr/>
        </p:nvSpPr>
        <p:spPr>
          <a:xfrm>
            <a:off x="6095800" y="1327875"/>
            <a:ext cx="2802300" cy="3717300"/>
          </a:xfrm>
          <a:prstGeom prst="foldedCorner">
            <a:avLst>
              <a:gd name="adj" fmla="val 6647"/>
            </a:avLst>
          </a:prstGeom>
          <a:solidFill>
            <a:srgbClr val="CFE2F3"/>
          </a:solidFill>
          <a:ln w="28575" cap="flat" cmpd="sng">
            <a:solidFill>
              <a:srgbClr val="0B5394"/>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b="1"/>
              <a:t>Description: </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Benefit Hypothesis: </a:t>
            </a:r>
            <a:endParaRPr b="1"/>
          </a:p>
          <a:p>
            <a:pPr marL="0" lvl="0" indent="0" algn="l" rtl="0">
              <a:spcBef>
                <a:spcPts val="0"/>
              </a:spcBef>
              <a:spcAft>
                <a:spcPts val="0"/>
              </a:spcAft>
              <a:buNone/>
            </a:pPr>
            <a:endParaRPr b="1"/>
          </a:p>
          <a:p>
            <a:pPr marL="0" lvl="0" indent="0" algn="l" rtl="0">
              <a:spcBef>
                <a:spcPts val="0"/>
              </a:spcBef>
              <a:spcAft>
                <a:spcPts val="0"/>
              </a:spcAft>
              <a:buNone/>
            </a:pPr>
            <a:r>
              <a:rPr lang="en" b="1"/>
              <a:t>Acceptance Criteria:</a:t>
            </a:r>
            <a:endParaRPr b="1"/>
          </a:p>
          <a:p>
            <a:pPr marL="457200" lvl="0" indent="-317500" algn="l" rtl="0">
              <a:spcBef>
                <a:spcPts val="0"/>
              </a:spcBef>
              <a:spcAft>
                <a:spcPts val="0"/>
              </a:spcAft>
              <a:buSzPts val="1400"/>
              <a:buChar char="●"/>
            </a:pPr>
            <a:endParaRPr/>
          </a:p>
        </p:txBody>
      </p:sp>
      <p:pic>
        <p:nvPicPr>
          <p:cNvPr id="560" name="Google Shape;560;p89"/>
          <p:cNvPicPr preferRelativeResize="0"/>
          <p:nvPr/>
        </p:nvPicPr>
        <p:blipFill>
          <a:blip r:embed="rId3">
            <a:alphaModFix/>
          </a:blip>
          <a:stretch>
            <a:fillRect/>
          </a:stretch>
        </p:blipFill>
        <p:spPr>
          <a:xfrm>
            <a:off x="6158251" y="57350"/>
            <a:ext cx="2891626" cy="1154700"/>
          </a:xfrm>
          <a:prstGeom prst="rect">
            <a:avLst/>
          </a:prstGeom>
          <a:noFill/>
          <a:ln w="28575" cap="flat" cmpd="sng">
            <a:solidFill>
              <a:schemeClr val="accent3"/>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90"/>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2-57 - Prioritizing the Program Backlog</a:t>
            </a:r>
            <a:endParaRPr b="1"/>
          </a:p>
        </p:txBody>
      </p:sp>
      <p:pic>
        <p:nvPicPr>
          <p:cNvPr id="566" name="Google Shape;566;p90"/>
          <p:cNvPicPr preferRelativeResize="0"/>
          <p:nvPr/>
        </p:nvPicPr>
        <p:blipFill rotWithShape="1">
          <a:blip r:embed="rId3">
            <a:alphaModFix/>
          </a:blip>
          <a:srcRect t="74690"/>
          <a:stretch/>
        </p:blipFill>
        <p:spPr>
          <a:xfrm>
            <a:off x="1245552" y="3951875"/>
            <a:ext cx="6348100" cy="556700"/>
          </a:xfrm>
          <a:prstGeom prst="rect">
            <a:avLst/>
          </a:prstGeom>
          <a:noFill/>
          <a:ln>
            <a:noFill/>
          </a:ln>
        </p:spPr>
      </p:pic>
      <p:graphicFrame>
        <p:nvGraphicFramePr>
          <p:cNvPr id="567" name="Google Shape;567;p90"/>
          <p:cNvGraphicFramePr/>
          <p:nvPr>
            <p:extLst>
              <p:ext uri="{D42A27DB-BD31-4B8C-83A1-F6EECF244321}">
                <p14:modId xmlns:p14="http://schemas.microsoft.com/office/powerpoint/2010/main" val="334732252"/>
              </p:ext>
            </p:extLst>
          </p:nvPr>
        </p:nvGraphicFramePr>
        <p:xfrm>
          <a:off x="-100" y="1809750"/>
          <a:ext cx="9144025" cy="1737330"/>
        </p:xfrm>
        <a:graphic>
          <a:graphicData uri="http://schemas.openxmlformats.org/drawingml/2006/table">
            <a:tbl>
              <a:tblPr>
                <a:noFill/>
                <a:tableStyleId>{FD41FC3E-183F-424A-9F1C-F722A5223572}</a:tableStyleId>
              </a:tblPr>
              <a:tblGrid>
                <a:gridCol w="2443000">
                  <a:extLst>
                    <a:ext uri="{9D8B030D-6E8A-4147-A177-3AD203B41FA5}">
                      <a16:colId xmlns:a16="http://schemas.microsoft.com/office/drawing/2014/main" val="20000"/>
                    </a:ext>
                  </a:extLst>
                </a:gridCol>
                <a:gridCol w="744925">
                  <a:extLst>
                    <a:ext uri="{9D8B030D-6E8A-4147-A177-3AD203B41FA5}">
                      <a16:colId xmlns:a16="http://schemas.microsoft.com/office/drawing/2014/main" val="20001"/>
                    </a:ext>
                  </a:extLst>
                </a:gridCol>
                <a:gridCol w="435475">
                  <a:extLst>
                    <a:ext uri="{9D8B030D-6E8A-4147-A177-3AD203B41FA5}">
                      <a16:colId xmlns:a16="http://schemas.microsoft.com/office/drawing/2014/main" val="20002"/>
                    </a:ext>
                  </a:extLst>
                </a:gridCol>
                <a:gridCol w="796300">
                  <a:extLst>
                    <a:ext uri="{9D8B030D-6E8A-4147-A177-3AD203B41FA5}">
                      <a16:colId xmlns:a16="http://schemas.microsoft.com/office/drawing/2014/main" val="20003"/>
                    </a:ext>
                  </a:extLst>
                </a:gridCol>
                <a:gridCol w="459350">
                  <a:extLst>
                    <a:ext uri="{9D8B030D-6E8A-4147-A177-3AD203B41FA5}">
                      <a16:colId xmlns:a16="http://schemas.microsoft.com/office/drawing/2014/main" val="20004"/>
                    </a:ext>
                  </a:extLst>
                </a:gridCol>
                <a:gridCol w="806125">
                  <a:extLst>
                    <a:ext uri="{9D8B030D-6E8A-4147-A177-3AD203B41FA5}">
                      <a16:colId xmlns:a16="http://schemas.microsoft.com/office/drawing/2014/main" val="20005"/>
                    </a:ext>
                  </a:extLst>
                </a:gridCol>
                <a:gridCol w="386775">
                  <a:extLst>
                    <a:ext uri="{9D8B030D-6E8A-4147-A177-3AD203B41FA5}">
                      <a16:colId xmlns:a16="http://schemas.microsoft.com/office/drawing/2014/main" val="20006"/>
                    </a:ext>
                  </a:extLst>
                </a:gridCol>
                <a:gridCol w="738475">
                  <a:extLst>
                    <a:ext uri="{9D8B030D-6E8A-4147-A177-3AD203B41FA5}">
                      <a16:colId xmlns:a16="http://schemas.microsoft.com/office/drawing/2014/main" val="20007"/>
                    </a:ext>
                  </a:extLst>
                </a:gridCol>
                <a:gridCol w="382850">
                  <a:extLst>
                    <a:ext uri="{9D8B030D-6E8A-4147-A177-3AD203B41FA5}">
                      <a16:colId xmlns:a16="http://schemas.microsoft.com/office/drawing/2014/main" val="20008"/>
                    </a:ext>
                  </a:extLst>
                </a:gridCol>
                <a:gridCol w="729050">
                  <a:extLst>
                    <a:ext uri="{9D8B030D-6E8A-4147-A177-3AD203B41FA5}">
                      <a16:colId xmlns:a16="http://schemas.microsoft.com/office/drawing/2014/main" val="20009"/>
                    </a:ext>
                  </a:extLst>
                </a:gridCol>
                <a:gridCol w="382850">
                  <a:extLst>
                    <a:ext uri="{9D8B030D-6E8A-4147-A177-3AD203B41FA5}">
                      <a16:colId xmlns:a16="http://schemas.microsoft.com/office/drawing/2014/main" val="20010"/>
                    </a:ext>
                  </a:extLst>
                </a:gridCol>
                <a:gridCol w="838850">
                  <a:extLst>
                    <a:ext uri="{9D8B030D-6E8A-4147-A177-3AD203B41FA5}">
                      <a16:colId xmlns:a16="http://schemas.microsoft.com/office/drawing/2014/main" val="20011"/>
                    </a:ext>
                  </a:extLst>
                </a:gridCol>
              </a:tblGrid>
              <a:tr h="381000">
                <a:tc>
                  <a:txBody>
                    <a:bodyPr/>
                    <a:lstStyle/>
                    <a:p>
                      <a:pPr marL="0" lvl="0" indent="0" algn="ctr" rtl="0">
                        <a:spcBef>
                          <a:spcPts val="0"/>
                        </a:spcBef>
                        <a:spcAft>
                          <a:spcPts val="0"/>
                        </a:spcAft>
                        <a:buNone/>
                      </a:pPr>
                      <a:r>
                        <a:rPr lang="en" sz="1000" b="1">
                          <a:solidFill>
                            <a:srgbClr val="FFFFFF"/>
                          </a:solidFill>
                        </a:rPr>
                        <a:t>Feature</a:t>
                      </a:r>
                      <a:endParaRPr sz="10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900" b="1">
                          <a:solidFill>
                            <a:srgbClr val="FFFFFF"/>
                          </a:solidFill>
                        </a:rPr>
                        <a:t>User- Business Value</a:t>
                      </a: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900" b="1">
                          <a:solidFill>
                            <a:srgbClr val="FFFFFF"/>
                          </a:solidFill>
                        </a:rPr>
                        <a:t>Time Criticality</a:t>
                      </a: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900" b="1">
                          <a:solidFill>
                            <a:srgbClr val="FFFFFF"/>
                          </a:solidFill>
                        </a:rPr>
                        <a:t>RR or OE</a:t>
                      </a: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900" b="1">
                          <a:solidFill>
                            <a:srgbClr val="FFFFFF"/>
                          </a:solidFill>
                        </a:rPr>
                        <a:t>Cost of Delay</a:t>
                      </a: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900" b="1">
                          <a:solidFill>
                            <a:srgbClr val="FFFFFF"/>
                          </a:solidFill>
                        </a:rPr>
                        <a:t>Job Size</a:t>
                      </a: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tc>
                  <a:txBody>
                    <a:bodyPr/>
                    <a:lstStyle/>
                    <a:p>
                      <a:pPr marL="0" lvl="0" indent="0" algn="ctr" rtl="0">
                        <a:spcBef>
                          <a:spcPts val="0"/>
                        </a:spcBef>
                        <a:spcAft>
                          <a:spcPts val="0"/>
                        </a:spcAft>
                        <a:buNone/>
                      </a:pPr>
                      <a:r>
                        <a:rPr lang="en" sz="900" b="1">
                          <a:solidFill>
                            <a:srgbClr val="FFFFFF"/>
                          </a:solidFill>
                        </a:rPr>
                        <a:t>WSJF</a:t>
                      </a:r>
                      <a:endParaRPr sz="900" b="1">
                        <a:solidFill>
                          <a:srgbClr val="FFFFFF"/>
                        </a:solidFill>
                      </a:endParaRPr>
                    </a:p>
                  </a:txBody>
                  <a:tcPr marL="91425" marR="91425" marT="91425" marB="91425">
                    <a:lnB w="9525" cap="flat" cmpd="sng">
                      <a:solidFill>
                        <a:srgbClr val="FFFFFF"/>
                      </a:solidFill>
                      <a:prstDash val="solid"/>
                      <a:round/>
                      <a:headEnd type="none" w="sm" len="sm"/>
                      <a:tailEnd type="none" w="sm" len="sm"/>
                    </a:lnB>
                    <a:solidFill>
                      <a:schemeClr val="accent4"/>
                    </a:solidFill>
                  </a:tcPr>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r>
                        <a:rPr lang="en-US" sz="1100" dirty="0"/>
                        <a:t>Mobile app</a:t>
                      </a:r>
                      <a:endParaRPr sz="11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n-US" sz="1100" dirty="0"/>
                        <a:t>8</a:t>
                      </a:r>
                      <a:endParaRPr sz="11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a:solidFill>
                            <a:schemeClr val="accent2"/>
                          </a:solidFill>
                        </a:rPr>
                        <a:t>+</a:t>
                      </a:r>
                      <a:endParaRPr>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b="1">
                          <a:solidFill>
                            <a:schemeClr val="accent2"/>
                          </a:solidFill>
                        </a:rPr>
                        <a:t>=</a:t>
                      </a:r>
                      <a:endParaRPr>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200" b="1">
                          <a:solidFill>
                            <a:schemeClr val="accent2"/>
                          </a:solidFill>
                        </a:rPr>
                        <a:t>/</a:t>
                      </a:r>
                      <a:endParaRPr sz="1200" b="1">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b="1">
                          <a:solidFill>
                            <a:schemeClr val="accent2"/>
                          </a:solidFill>
                        </a:rPr>
                        <a:t>=</a:t>
                      </a:r>
                      <a:endParaRPr sz="1100" b="1">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r>
                        <a:rPr lang="en-US" sz="1100" dirty="0"/>
                        <a:t>Alert and notification for feedback</a:t>
                      </a:r>
                      <a:endParaRPr sz="11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n-US" sz="1100" dirty="0"/>
                        <a:t>1</a:t>
                      </a:r>
                      <a:endParaRPr sz="11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b="1">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200" b="1">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b="1">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r>
                        <a:rPr lang="en-US" sz="1100" dirty="0"/>
                        <a:t>Community/ Peer users</a:t>
                      </a:r>
                      <a:endParaRPr sz="11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l" rtl="0">
                        <a:spcBef>
                          <a:spcPts val="0"/>
                        </a:spcBef>
                        <a:spcAft>
                          <a:spcPts val="0"/>
                        </a:spcAft>
                        <a:buNone/>
                      </a:pPr>
                      <a:r>
                        <a:rPr lang="en-US" sz="1100" dirty="0"/>
                        <a:t>3</a:t>
                      </a:r>
                      <a:endParaRPr sz="11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b="1">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200" b="1">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tc>
                  <a:txBody>
                    <a:bodyPr/>
                    <a:lstStyle/>
                    <a:p>
                      <a:pPr marL="0" lvl="0" indent="0" algn="ctr" rtl="0">
                        <a:spcBef>
                          <a:spcPts val="0"/>
                        </a:spcBef>
                        <a:spcAft>
                          <a:spcPts val="0"/>
                        </a:spcAft>
                        <a:buNone/>
                      </a:pPr>
                      <a:r>
                        <a:rPr lang="en" sz="1100" b="1">
                          <a:solidFill>
                            <a:schemeClr val="accent2"/>
                          </a:solidFill>
                        </a:rPr>
                        <a:t>=</a:t>
                      </a:r>
                      <a:endParaRPr sz="1100">
                        <a:solidFill>
                          <a:schemeClr val="accent2"/>
                        </a:solidFill>
                      </a:endParaRPr>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chemeClr val="lt2"/>
                    </a:solidFill>
                  </a:tcPr>
                </a:tc>
                <a:tc>
                  <a:txBody>
                    <a:bodyPr/>
                    <a:lstStyle/>
                    <a:p>
                      <a:pPr marL="0" lvl="0" indent="0" algn="l" rtl="0">
                        <a:spcBef>
                          <a:spcPts val="0"/>
                        </a:spcBef>
                        <a:spcAft>
                          <a:spcPts val="0"/>
                        </a:spcAft>
                        <a:buNone/>
                      </a:pPr>
                      <a:endParaRPr sz="1100" dirty="0"/>
                    </a:p>
                  </a:txBody>
                  <a:tcPr marL="91425" marR="91425" marT="91425" marB="91425">
                    <a:lnL w="9525" cap="flat" cmpd="sng">
                      <a:solidFill>
                        <a:srgbClr val="FFFFFF"/>
                      </a:solidFill>
                      <a:prstDash val="solid"/>
                      <a:round/>
                      <a:headEnd type="none" w="sm" len="sm"/>
                      <a:tailEnd type="none" w="sm" len="sm"/>
                    </a:lnL>
                    <a:lnR w="9525" cap="flat" cmpd="sng">
                      <a:solidFill>
                        <a:srgbClr val="FFFFFF"/>
                      </a:solidFill>
                      <a:prstDash val="solid"/>
                      <a:round/>
                      <a:headEnd type="none" w="sm" len="sm"/>
                      <a:tailEnd type="none" w="sm" len="sm"/>
                    </a:lnR>
                    <a:lnT w="9525" cap="flat" cmpd="sng">
                      <a:solidFill>
                        <a:srgbClr val="FFFFFF"/>
                      </a:solidFill>
                      <a:prstDash val="solid"/>
                      <a:round/>
                      <a:headEnd type="none" w="sm" len="sm"/>
                      <a:tailEnd type="none" w="sm" len="sm"/>
                    </a:lnT>
                    <a:lnB w="9525" cap="flat" cmpd="sng">
                      <a:solidFill>
                        <a:srgbClr val="FFFFFF"/>
                      </a:solidFill>
                      <a:prstDash val="solid"/>
                      <a:round/>
                      <a:headEnd type="none" w="sm" len="sm"/>
                      <a:tailEnd type="none" w="sm" len="sm"/>
                    </a:lnB>
                    <a:solidFill>
                      <a:srgbClr val="C9DAF8"/>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91"/>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2-61 - Draft Your Capacity Allocation Policy</a:t>
            </a:r>
            <a:endParaRPr b="1"/>
          </a:p>
        </p:txBody>
      </p:sp>
      <p:sp>
        <p:nvSpPr>
          <p:cNvPr id="573" name="Google Shape;573;p91"/>
          <p:cNvSpPr/>
          <p:nvPr/>
        </p:nvSpPr>
        <p:spPr>
          <a:xfrm>
            <a:off x="419100" y="819150"/>
            <a:ext cx="5496600" cy="3990600"/>
          </a:xfrm>
          <a:prstGeom prst="roundRect">
            <a:avLst>
              <a:gd name="adj" fmla="val 6820"/>
            </a:avLst>
          </a:prstGeom>
          <a:solidFill>
            <a:srgbClr val="CFE2F3"/>
          </a:solidFill>
          <a:ln w="2857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b="1"/>
              <a:t>Capacity allocation policies</a:t>
            </a:r>
            <a:endParaRPr b="1"/>
          </a:p>
          <a:p>
            <a:pPr marL="457200" lvl="0" indent="-317500" algn="l" rtl="0">
              <a:spcBef>
                <a:spcPts val="0"/>
              </a:spcBef>
              <a:spcAft>
                <a:spcPts val="0"/>
              </a:spcAft>
              <a:buSzPts val="1400"/>
              <a:buAutoNum type="arabicPeriod"/>
            </a:pPr>
            <a:endParaRPr/>
          </a:p>
        </p:txBody>
      </p:sp>
      <p:pic>
        <p:nvPicPr>
          <p:cNvPr id="574" name="Google Shape;574;p91"/>
          <p:cNvPicPr preferRelativeResize="0"/>
          <p:nvPr/>
        </p:nvPicPr>
        <p:blipFill rotWithShape="1">
          <a:blip r:embed="rId3">
            <a:alphaModFix/>
          </a:blip>
          <a:srcRect t="40305" r="46785"/>
          <a:stretch/>
        </p:blipFill>
        <p:spPr>
          <a:xfrm>
            <a:off x="5964625" y="1827888"/>
            <a:ext cx="3154199" cy="1487725"/>
          </a:xfrm>
          <a:prstGeom prst="rect">
            <a:avLst/>
          </a:prstGeom>
          <a:noFill/>
          <a:ln w="28575" cap="flat" cmpd="sng">
            <a:solidFill>
              <a:schemeClr val="accent3"/>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sp>
        <p:nvSpPr>
          <p:cNvPr id="572" name="Google Shape;572;p91"/>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dirty="0"/>
              <a:t>Activity 3-14 – </a:t>
            </a:r>
            <a:r>
              <a:rPr lang="en-US" b="1" dirty="0"/>
              <a:t>Communicate the Vision</a:t>
            </a:r>
            <a:endParaRPr b="1" dirty="0"/>
          </a:p>
        </p:txBody>
      </p:sp>
      <p:sp>
        <p:nvSpPr>
          <p:cNvPr id="573" name="Google Shape;573;p91"/>
          <p:cNvSpPr/>
          <p:nvPr/>
        </p:nvSpPr>
        <p:spPr>
          <a:xfrm>
            <a:off x="419099" y="819150"/>
            <a:ext cx="7559647" cy="3990600"/>
          </a:xfrm>
          <a:prstGeom prst="roundRect">
            <a:avLst>
              <a:gd name="adj" fmla="val 6820"/>
            </a:avLst>
          </a:prstGeom>
          <a:solidFill>
            <a:srgbClr val="CFE2F3"/>
          </a:solidFill>
          <a:ln w="2857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US" b="1" dirty="0"/>
              <a:t>Vision</a:t>
            </a:r>
            <a:endParaRPr b="1" dirty="0"/>
          </a:p>
          <a:p>
            <a:pPr marL="457200" lvl="0" indent="-317500" algn="l" rtl="0">
              <a:spcBef>
                <a:spcPts val="0"/>
              </a:spcBef>
              <a:spcAft>
                <a:spcPts val="0"/>
              </a:spcAft>
              <a:buSzPts val="1400"/>
              <a:buAutoNum type="arabicPeriod"/>
            </a:pPr>
            <a:endParaRPr dirty="0"/>
          </a:p>
        </p:txBody>
      </p:sp>
    </p:spTree>
    <p:extLst>
      <p:ext uri="{BB962C8B-B14F-4D97-AF65-F5344CB8AC3E}">
        <p14:creationId xmlns:p14="http://schemas.microsoft.com/office/powerpoint/2010/main" val="1234991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92"/>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4-14 - Decompose Features into Stories</a:t>
            </a:r>
            <a:endParaRPr/>
          </a:p>
        </p:txBody>
      </p:sp>
      <p:sp>
        <p:nvSpPr>
          <p:cNvPr id="580" name="Google Shape;580;p92"/>
          <p:cNvSpPr/>
          <p:nvPr/>
        </p:nvSpPr>
        <p:spPr>
          <a:xfrm>
            <a:off x="494000" y="907800"/>
            <a:ext cx="2613900" cy="1223100"/>
          </a:xfrm>
          <a:prstGeom prst="foldedCorner">
            <a:avLst>
              <a:gd name="adj" fmla="val 16667"/>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Clr>
                <a:schemeClr val="dk2"/>
              </a:buClr>
              <a:buSzPts val="1100"/>
              <a:buFont typeface="Arial"/>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Clr>
                <a:schemeClr val="dk2"/>
              </a:buClr>
              <a:buSzPts val="1100"/>
              <a:buFont typeface="Arial"/>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b="1"/>
          </a:p>
        </p:txBody>
      </p:sp>
      <p:sp>
        <p:nvSpPr>
          <p:cNvPr id="581" name="Google Shape;581;p92"/>
          <p:cNvSpPr/>
          <p:nvPr/>
        </p:nvSpPr>
        <p:spPr>
          <a:xfrm>
            <a:off x="494000" y="2255400"/>
            <a:ext cx="2613900" cy="1223100"/>
          </a:xfrm>
          <a:prstGeom prst="foldedCorner">
            <a:avLst>
              <a:gd name="adj" fmla="val 16667"/>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2"/>
              </a:buClr>
              <a:buSzPts val="1100"/>
              <a:buFont typeface="Arial"/>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Clr>
                <a:schemeClr val="dk2"/>
              </a:buClr>
              <a:buSzPts val="1100"/>
              <a:buFont typeface="Arial"/>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Clr>
                <a:schemeClr val="dk2"/>
              </a:buClr>
              <a:buSzPts val="1100"/>
              <a:buFont typeface="Arial"/>
              <a:buNone/>
            </a:pPr>
            <a:r>
              <a:rPr lang="en" sz="1100" b="1">
                <a:solidFill>
                  <a:schemeClr val="dk2"/>
                </a:solidFill>
              </a:rPr>
              <a:t>So that</a:t>
            </a:r>
            <a:r>
              <a:rPr lang="en" sz="1100">
                <a:solidFill>
                  <a:schemeClr val="dk2"/>
                </a:solidFill>
              </a:rPr>
              <a:t> (business value)</a:t>
            </a:r>
            <a:endParaRPr sz="1100" b="1">
              <a:solidFill>
                <a:schemeClr val="dk2"/>
              </a:solidFill>
            </a:endParaRPr>
          </a:p>
          <a:p>
            <a:pPr marL="0" lvl="0" indent="0" algn="l" rtl="0">
              <a:spcBef>
                <a:spcPts val="0"/>
              </a:spcBef>
              <a:spcAft>
                <a:spcPts val="0"/>
              </a:spcAft>
              <a:buNone/>
            </a:pPr>
            <a:endParaRPr b="1">
              <a:solidFill>
                <a:schemeClr val="dk2"/>
              </a:solidFill>
            </a:endParaRPr>
          </a:p>
        </p:txBody>
      </p:sp>
      <p:sp>
        <p:nvSpPr>
          <p:cNvPr id="582" name="Google Shape;582;p92"/>
          <p:cNvSpPr/>
          <p:nvPr/>
        </p:nvSpPr>
        <p:spPr>
          <a:xfrm>
            <a:off x="494000" y="3603000"/>
            <a:ext cx="2613900" cy="1223100"/>
          </a:xfrm>
          <a:prstGeom prst="foldedCorner">
            <a:avLst>
              <a:gd name="adj" fmla="val 16667"/>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chemeClr val="dk2"/>
              </a:buClr>
              <a:buSzPts val="1100"/>
              <a:buFont typeface="Arial"/>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Clr>
                <a:schemeClr val="dk2"/>
              </a:buClr>
              <a:buSzPts val="1100"/>
              <a:buFont typeface="Arial"/>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Clr>
                <a:schemeClr val="dk2"/>
              </a:buClr>
              <a:buSzPts val="1100"/>
              <a:buFont typeface="Arial"/>
              <a:buNone/>
            </a:pPr>
            <a:r>
              <a:rPr lang="en" sz="1100" b="1">
                <a:solidFill>
                  <a:schemeClr val="dk2"/>
                </a:solidFill>
              </a:rPr>
              <a:t>So that</a:t>
            </a:r>
            <a:r>
              <a:rPr lang="en" sz="1100">
                <a:solidFill>
                  <a:schemeClr val="dk2"/>
                </a:solidFill>
              </a:rPr>
              <a:t> (business value)</a:t>
            </a:r>
            <a:endParaRPr sz="1100" b="1">
              <a:solidFill>
                <a:schemeClr val="dk2"/>
              </a:solidFill>
            </a:endParaRPr>
          </a:p>
          <a:p>
            <a:pPr marL="0" lvl="0" indent="0" algn="l" rtl="0">
              <a:spcBef>
                <a:spcPts val="0"/>
              </a:spcBef>
              <a:spcAft>
                <a:spcPts val="0"/>
              </a:spcAft>
              <a:buNone/>
            </a:pPr>
            <a:endParaRPr b="1">
              <a:solidFill>
                <a:schemeClr val="dk2"/>
              </a:solidFill>
            </a:endParaRPr>
          </a:p>
        </p:txBody>
      </p:sp>
      <p:sp>
        <p:nvSpPr>
          <p:cNvPr id="583" name="Google Shape;583;p92"/>
          <p:cNvSpPr/>
          <p:nvPr/>
        </p:nvSpPr>
        <p:spPr>
          <a:xfrm>
            <a:off x="3265050" y="907800"/>
            <a:ext cx="2613900" cy="1223100"/>
          </a:xfrm>
          <a:prstGeom prst="foldedCorner">
            <a:avLst>
              <a:gd name="adj" fmla="val 16667"/>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b="1"/>
          </a:p>
        </p:txBody>
      </p:sp>
      <p:sp>
        <p:nvSpPr>
          <p:cNvPr id="584" name="Google Shape;584;p92"/>
          <p:cNvSpPr/>
          <p:nvPr/>
        </p:nvSpPr>
        <p:spPr>
          <a:xfrm>
            <a:off x="3265050" y="2255400"/>
            <a:ext cx="2613900" cy="1223100"/>
          </a:xfrm>
          <a:prstGeom prst="foldedCorner">
            <a:avLst>
              <a:gd name="adj" fmla="val 16667"/>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b="1">
              <a:solidFill>
                <a:schemeClr val="dk2"/>
              </a:solidFill>
            </a:endParaRPr>
          </a:p>
          <a:p>
            <a:pPr marL="0" lvl="0" indent="0" algn="l" rtl="0">
              <a:spcBef>
                <a:spcPts val="0"/>
              </a:spcBef>
              <a:spcAft>
                <a:spcPts val="0"/>
              </a:spcAft>
              <a:buNone/>
            </a:pPr>
            <a:endParaRPr b="1">
              <a:solidFill>
                <a:schemeClr val="dk2"/>
              </a:solidFill>
            </a:endParaRPr>
          </a:p>
        </p:txBody>
      </p:sp>
      <p:sp>
        <p:nvSpPr>
          <p:cNvPr id="585" name="Google Shape;585;p92"/>
          <p:cNvSpPr/>
          <p:nvPr/>
        </p:nvSpPr>
        <p:spPr>
          <a:xfrm>
            <a:off x="3265050" y="3603000"/>
            <a:ext cx="2613900" cy="1223100"/>
          </a:xfrm>
          <a:prstGeom prst="foldedCorner">
            <a:avLst>
              <a:gd name="adj" fmla="val 16667"/>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b="1">
              <a:solidFill>
                <a:schemeClr val="dk2"/>
              </a:solidFill>
            </a:endParaRPr>
          </a:p>
          <a:p>
            <a:pPr marL="0" lvl="0" indent="0" algn="l" rtl="0">
              <a:spcBef>
                <a:spcPts val="0"/>
              </a:spcBef>
              <a:spcAft>
                <a:spcPts val="0"/>
              </a:spcAft>
              <a:buNone/>
            </a:pPr>
            <a:endParaRPr b="1">
              <a:solidFill>
                <a:schemeClr val="dk2"/>
              </a:solidFill>
            </a:endParaRPr>
          </a:p>
        </p:txBody>
      </p:sp>
      <p:pic>
        <p:nvPicPr>
          <p:cNvPr id="586" name="Google Shape;586;p92"/>
          <p:cNvPicPr preferRelativeResize="0"/>
          <p:nvPr/>
        </p:nvPicPr>
        <p:blipFill rotWithShape="1">
          <a:blip r:embed="rId3">
            <a:alphaModFix/>
          </a:blip>
          <a:srcRect l="58642" r="961" b="6296"/>
          <a:stretch/>
        </p:blipFill>
        <p:spPr>
          <a:xfrm>
            <a:off x="6036100" y="1036125"/>
            <a:ext cx="2996800" cy="3291800"/>
          </a:xfrm>
          <a:prstGeom prst="rect">
            <a:avLst/>
          </a:prstGeom>
          <a:noFill/>
          <a:ln w="28575" cap="flat" cmpd="sng">
            <a:solidFill>
              <a:schemeClr val="accent3"/>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591" name="Google Shape;591;p93"/>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4-19 - Write Acceptance Criteria</a:t>
            </a:r>
            <a:endParaRPr/>
          </a:p>
        </p:txBody>
      </p:sp>
      <p:sp>
        <p:nvSpPr>
          <p:cNvPr id="592" name="Google Shape;592;p93"/>
          <p:cNvSpPr/>
          <p:nvPr/>
        </p:nvSpPr>
        <p:spPr>
          <a:xfrm>
            <a:off x="494000" y="754200"/>
            <a:ext cx="2613900" cy="4158600"/>
          </a:xfrm>
          <a:prstGeom prst="foldedCorner">
            <a:avLst>
              <a:gd name="adj" fmla="val 7054"/>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r>
              <a:rPr lang="en" sz="1100" b="1">
                <a:solidFill>
                  <a:schemeClr val="dk2"/>
                </a:solidFill>
              </a:rPr>
              <a:t>Acceptance Criteria</a:t>
            </a:r>
            <a:endParaRPr sz="1100" b="1">
              <a:solidFill>
                <a:schemeClr val="dk2"/>
              </a:solidFill>
            </a:endParaRPr>
          </a:p>
          <a:p>
            <a:pPr marL="0" lvl="0" indent="0" algn="l" rtl="0">
              <a:spcBef>
                <a:spcPts val="0"/>
              </a:spcBef>
              <a:spcAft>
                <a:spcPts val="0"/>
              </a:spcAft>
              <a:buNone/>
            </a:pPr>
            <a:r>
              <a:rPr lang="en" sz="1100">
                <a:solidFill>
                  <a:schemeClr val="dk2"/>
                </a:solidFill>
              </a:rPr>
              <a:t>Given</a:t>
            </a:r>
            <a:endParaRPr sz="1100">
              <a:solidFill>
                <a:schemeClr val="dk2"/>
              </a:solidFill>
            </a:endParaRPr>
          </a:p>
          <a:p>
            <a:pPr marL="0" lvl="0" indent="0" algn="l" rtl="0">
              <a:spcBef>
                <a:spcPts val="0"/>
              </a:spcBef>
              <a:spcAft>
                <a:spcPts val="0"/>
              </a:spcAft>
              <a:buNone/>
            </a:pPr>
            <a:r>
              <a:rPr lang="en" sz="1100">
                <a:solidFill>
                  <a:schemeClr val="dk2"/>
                </a:solidFill>
              </a:rPr>
              <a:t>When</a:t>
            </a:r>
            <a:endParaRPr sz="1100">
              <a:solidFill>
                <a:schemeClr val="dk2"/>
              </a:solidFill>
            </a:endParaRPr>
          </a:p>
          <a:p>
            <a:pPr marL="0" lvl="0" indent="0" algn="l" rtl="0">
              <a:spcBef>
                <a:spcPts val="0"/>
              </a:spcBef>
              <a:spcAft>
                <a:spcPts val="0"/>
              </a:spcAft>
              <a:buNone/>
            </a:pPr>
            <a:r>
              <a:rPr lang="en" sz="1100">
                <a:solidFill>
                  <a:schemeClr val="dk2"/>
                </a:solidFill>
              </a:rPr>
              <a:t>Then</a:t>
            </a:r>
            <a:endParaRPr sz="1100">
              <a:solidFill>
                <a:schemeClr val="dk2"/>
              </a:solidFill>
            </a:endParaRPr>
          </a:p>
        </p:txBody>
      </p:sp>
      <p:sp>
        <p:nvSpPr>
          <p:cNvPr id="593" name="Google Shape;593;p93"/>
          <p:cNvSpPr/>
          <p:nvPr/>
        </p:nvSpPr>
        <p:spPr>
          <a:xfrm>
            <a:off x="3265050" y="754100"/>
            <a:ext cx="2613900" cy="4158600"/>
          </a:xfrm>
          <a:prstGeom prst="foldedCorner">
            <a:avLst>
              <a:gd name="adj" fmla="val 6753"/>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r>
              <a:rPr lang="en" sz="1100" b="1">
                <a:solidFill>
                  <a:schemeClr val="dk2"/>
                </a:solidFill>
              </a:rPr>
              <a:t>Acceptance Criteria</a:t>
            </a:r>
            <a:endParaRPr sz="1100" b="1">
              <a:solidFill>
                <a:schemeClr val="dk2"/>
              </a:solidFill>
            </a:endParaRPr>
          </a:p>
          <a:p>
            <a:pPr marL="0" lvl="0" indent="0" algn="l" rtl="0">
              <a:spcBef>
                <a:spcPts val="0"/>
              </a:spcBef>
              <a:spcAft>
                <a:spcPts val="0"/>
              </a:spcAft>
              <a:buNone/>
            </a:pPr>
            <a:r>
              <a:rPr lang="en" sz="1100">
                <a:solidFill>
                  <a:schemeClr val="dk2"/>
                </a:solidFill>
              </a:rPr>
              <a:t>Given</a:t>
            </a:r>
            <a:endParaRPr sz="1100">
              <a:solidFill>
                <a:schemeClr val="dk2"/>
              </a:solidFill>
            </a:endParaRPr>
          </a:p>
          <a:p>
            <a:pPr marL="0" lvl="0" indent="0" algn="l" rtl="0">
              <a:spcBef>
                <a:spcPts val="0"/>
              </a:spcBef>
              <a:spcAft>
                <a:spcPts val="0"/>
              </a:spcAft>
              <a:buNone/>
            </a:pPr>
            <a:r>
              <a:rPr lang="en" sz="1100">
                <a:solidFill>
                  <a:schemeClr val="dk2"/>
                </a:solidFill>
              </a:rPr>
              <a:t>When</a:t>
            </a:r>
            <a:endParaRPr sz="1100">
              <a:solidFill>
                <a:schemeClr val="dk2"/>
              </a:solidFill>
            </a:endParaRPr>
          </a:p>
          <a:p>
            <a:pPr marL="0" lvl="0" indent="0" algn="l" rtl="0">
              <a:spcBef>
                <a:spcPts val="0"/>
              </a:spcBef>
              <a:spcAft>
                <a:spcPts val="0"/>
              </a:spcAft>
              <a:buNone/>
            </a:pPr>
            <a:r>
              <a:rPr lang="en" sz="1100">
                <a:solidFill>
                  <a:schemeClr val="dk2"/>
                </a:solidFill>
              </a:rPr>
              <a:t>Then</a:t>
            </a:r>
            <a:endParaRPr sz="1100">
              <a:solidFill>
                <a:schemeClr val="dk2"/>
              </a:solidFill>
            </a:endParaRPr>
          </a:p>
          <a:p>
            <a:pPr marL="0" lvl="0" indent="0" algn="l" rtl="0">
              <a:spcBef>
                <a:spcPts val="0"/>
              </a:spcBef>
              <a:spcAft>
                <a:spcPts val="0"/>
              </a:spcAft>
              <a:buNone/>
            </a:pPr>
            <a:endParaRPr sz="1100" b="1">
              <a:solidFill>
                <a:schemeClr val="dk2"/>
              </a:solidFill>
            </a:endParaRPr>
          </a:p>
        </p:txBody>
      </p:sp>
      <p:sp>
        <p:nvSpPr>
          <p:cNvPr id="594" name="Google Shape;594;p93"/>
          <p:cNvSpPr/>
          <p:nvPr/>
        </p:nvSpPr>
        <p:spPr>
          <a:xfrm>
            <a:off x="6036100" y="1549200"/>
            <a:ext cx="2613900" cy="3363600"/>
          </a:xfrm>
          <a:prstGeom prst="foldedCorner">
            <a:avLst>
              <a:gd name="adj" fmla="val 7051"/>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r>
              <a:rPr lang="en" sz="1100" b="1">
                <a:solidFill>
                  <a:schemeClr val="dk2"/>
                </a:solidFill>
              </a:rPr>
              <a:t>Acceptance Criteria</a:t>
            </a:r>
            <a:endParaRPr sz="1100" b="1">
              <a:solidFill>
                <a:schemeClr val="dk2"/>
              </a:solidFill>
            </a:endParaRPr>
          </a:p>
          <a:p>
            <a:pPr marL="0" lvl="0" indent="0" algn="l" rtl="0">
              <a:spcBef>
                <a:spcPts val="0"/>
              </a:spcBef>
              <a:spcAft>
                <a:spcPts val="0"/>
              </a:spcAft>
              <a:buNone/>
            </a:pPr>
            <a:r>
              <a:rPr lang="en" sz="1100">
                <a:solidFill>
                  <a:schemeClr val="dk2"/>
                </a:solidFill>
              </a:rPr>
              <a:t>Given</a:t>
            </a:r>
            <a:endParaRPr sz="1100">
              <a:solidFill>
                <a:schemeClr val="dk2"/>
              </a:solidFill>
            </a:endParaRPr>
          </a:p>
          <a:p>
            <a:pPr marL="0" lvl="0" indent="0" algn="l" rtl="0">
              <a:spcBef>
                <a:spcPts val="0"/>
              </a:spcBef>
              <a:spcAft>
                <a:spcPts val="0"/>
              </a:spcAft>
              <a:buNone/>
            </a:pPr>
            <a:r>
              <a:rPr lang="en" sz="1100">
                <a:solidFill>
                  <a:schemeClr val="dk2"/>
                </a:solidFill>
              </a:rPr>
              <a:t>When</a:t>
            </a:r>
            <a:endParaRPr sz="1100">
              <a:solidFill>
                <a:schemeClr val="dk2"/>
              </a:solidFill>
            </a:endParaRPr>
          </a:p>
          <a:p>
            <a:pPr marL="0" lvl="0" indent="0" algn="l" rtl="0">
              <a:spcBef>
                <a:spcPts val="0"/>
              </a:spcBef>
              <a:spcAft>
                <a:spcPts val="0"/>
              </a:spcAft>
              <a:buNone/>
            </a:pPr>
            <a:r>
              <a:rPr lang="en" sz="1100">
                <a:solidFill>
                  <a:schemeClr val="dk2"/>
                </a:solidFill>
              </a:rPr>
              <a:t>Then</a:t>
            </a:r>
            <a:endParaRPr sz="1100">
              <a:solidFill>
                <a:schemeClr val="dk2"/>
              </a:solidFill>
            </a:endParaRPr>
          </a:p>
          <a:p>
            <a:pPr marL="0" lvl="0" indent="0" algn="l" rtl="0">
              <a:spcBef>
                <a:spcPts val="0"/>
              </a:spcBef>
              <a:spcAft>
                <a:spcPts val="0"/>
              </a:spcAft>
              <a:buNone/>
            </a:pPr>
            <a:endParaRPr sz="1100" b="1">
              <a:solidFill>
                <a:schemeClr val="dk2"/>
              </a:solidFill>
            </a:endParaRPr>
          </a:p>
        </p:txBody>
      </p:sp>
      <p:pic>
        <p:nvPicPr>
          <p:cNvPr id="595" name="Google Shape;595;p93"/>
          <p:cNvPicPr preferRelativeResize="0"/>
          <p:nvPr/>
        </p:nvPicPr>
        <p:blipFill>
          <a:blip r:embed="rId3">
            <a:alphaModFix/>
          </a:blip>
          <a:stretch>
            <a:fillRect/>
          </a:stretch>
        </p:blipFill>
        <p:spPr>
          <a:xfrm>
            <a:off x="6500075" y="32000"/>
            <a:ext cx="2589424" cy="1404275"/>
          </a:xfrm>
          <a:prstGeom prst="rect">
            <a:avLst/>
          </a:prstGeom>
          <a:noFill/>
          <a:ln w="28575" cap="flat" cmpd="sng">
            <a:solidFill>
              <a:schemeClr val="accent3"/>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94"/>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4-21 - Split Stories</a:t>
            </a:r>
            <a:endParaRPr/>
          </a:p>
        </p:txBody>
      </p:sp>
      <p:sp>
        <p:nvSpPr>
          <p:cNvPr id="601" name="Google Shape;601;p94"/>
          <p:cNvSpPr/>
          <p:nvPr/>
        </p:nvSpPr>
        <p:spPr>
          <a:xfrm>
            <a:off x="494000" y="907800"/>
            <a:ext cx="2613900" cy="4005000"/>
          </a:xfrm>
          <a:prstGeom prst="foldedCorner">
            <a:avLst>
              <a:gd name="adj" fmla="val 7054"/>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r>
              <a:rPr lang="en" sz="1100" b="1">
                <a:solidFill>
                  <a:schemeClr val="dk2"/>
                </a:solidFill>
              </a:rPr>
              <a:t>Acceptance Criteria</a:t>
            </a:r>
            <a:endParaRPr sz="1100" b="1">
              <a:solidFill>
                <a:schemeClr val="dk2"/>
              </a:solidFill>
            </a:endParaRPr>
          </a:p>
          <a:p>
            <a:pPr marL="0" lvl="0" indent="0" algn="l" rtl="0">
              <a:spcBef>
                <a:spcPts val="0"/>
              </a:spcBef>
              <a:spcAft>
                <a:spcPts val="0"/>
              </a:spcAft>
              <a:buNone/>
            </a:pPr>
            <a:r>
              <a:rPr lang="en" sz="1100">
                <a:solidFill>
                  <a:schemeClr val="dk2"/>
                </a:solidFill>
              </a:rPr>
              <a:t>Given</a:t>
            </a:r>
            <a:endParaRPr sz="1100">
              <a:solidFill>
                <a:schemeClr val="dk2"/>
              </a:solidFill>
            </a:endParaRPr>
          </a:p>
          <a:p>
            <a:pPr marL="0" lvl="0" indent="0" algn="l" rtl="0">
              <a:spcBef>
                <a:spcPts val="0"/>
              </a:spcBef>
              <a:spcAft>
                <a:spcPts val="0"/>
              </a:spcAft>
              <a:buNone/>
            </a:pPr>
            <a:r>
              <a:rPr lang="en" sz="1100">
                <a:solidFill>
                  <a:schemeClr val="dk2"/>
                </a:solidFill>
              </a:rPr>
              <a:t>When</a:t>
            </a:r>
            <a:endParaRPr sz="1100">
              <a:solidFill>
                <a:schemeClr val="dk2"/>
              </a:solidFill>
            </a:endParaRPr>
          </a:p>
          <a:p>
            <a:pPr marL="0" lvl="0" indent="0" algn="l" rtl="0">
              <a:spcBef>
                <a:spcPts val="0"/>
              </a:spcBef>
              <a:spcAft>
                <a:spcPts val="0"/>
              </a:spcAft>
              <a:buNone/>
            </a:pPr>
            <a:r>
              <a:rPr lang="en" sz="1100">
                <a:solidFill>
                  <a:schemeClr val="dk2"/>
                </a:solidFill>
              </a:rPr>
              <a:t>Then</a:t>
            </a:r>
            <a:endParaRPr sz="1100">
              <a:solidFill>
                <a:schemeClr val="dk2"/>
              </a:solidFill>
            </a:endParaRPr>
          </a:p>
        </p:txBody>
      </p:sp>
      <p:sp>
        <p:nvSpPr>
          <p:cNvPr id="602" name="Google Shape;602;p94"/>
          <p:cNvSpPr/>
          <p:nvPr/>
        </p:nvSpPr>
        <p:spPr>
          <a:xfrm>
            <a:off x="3265050" y="907800"/>
            <a:ext cx="2613900" cy="4005000"/>
          </a:xfrm>
          <a:prstGeom prst="foldedCorner">
            <a:avLst>
              <a:gd name="adj" fmla="val 6753"/>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r>
              <a:rPr lang="en" sz="1100" b="1">
                <a:solidFill>
                  <a:schemeClr val="dk2"/>
                </a:solidFill>
              </a:rPr>
              <a:t>Acceptance Criteria</a:t>
            </a:r>
            <a:endParaRPr sz="1100" b="1">
              <a:solidFill>
                <a:schemeClr val="dk2"/>
              </a:solidFill>
            </a:endParaRPr>
          </a:p>
          <a:p>
            <a:pPr marL="0" lvl="0" indent="0" algn="l" rtl="0">
              <a:spcBef>
                <a:spcPts val="0"/>
              </a:spcBef>
              <a:spcAft>
                <a:spcPts val="0"/>
              </a:spcAft>
              <a:buNone/>
            </a:pPr>
            <a:r>
              <a:rPr lang="en" sz="1100">
                <a:solidFill>
                  <a:schemeClr val="dk2"/>
                </a:solidFill>
              </a:rPr>
              <a:t>Given</a:t>
            </a:r>
            <a:endParaRPr sz="1100">
              <a:solidFill>
                <a:schemeClr val="dk2"/>
              </a:solidFill>
            </a:endParaRPr>
          </a:p>
          <a:p>
            <a:pPr marL="0" lvl="0" indent="0" algn="l" rtl="0">
              <a:spcBef>
                <a:spcPts val="0"/>
              </a:spcBef>
              <a:spcAft>
                <a:spcPts val="0"/>
              </a:spcAft>
              <a:buNone/>
            </a:pPr>
            <a:r>
              <a:rPr lang="en" sz="1100">
                <a:solidFill>
                  <a:schemeClr val="dk2"/>
                </a:solidFill>
              </a:rPr>
              <a:t>When</a:t>
            </a:r>
            <a:endParaRPr sz="1100">
              <a:solidFill>
                <a:schemeClr val="dk2"/>
              </a:solidFill>
            </a:endParaRPr>
          </a:p>
          <a:p>
            <a:pPr marL="0" lvl="0" indent="0" algn="l" rtl="0">
              <a:spcBef>
                <a:spcPts val="0"/>
              </a:spcBef>
              <a:spcAft>
                <a:spcPts val="0"/>
              </a:spcAft>
              <a:buNone/>
            </a:pPr>
            <a:r>
              <a:rPr lang="en" sz="1100">
                <a:solidFill>
                  <a:schemeClr val="dk2"/>
                </a:solidFill>
              </a:rPr>
              <a:t>Then</a:t>
            </a:r>
            <a:endParaRPr sz="1100">
              <a:solidFill>
                <a:schemeClr val="dk2"/>
              </a:solidFill>
            </a:endParaRPr>
          </a:p>
          <a:p>
            <a:pPr marL="0" lvl="0" indent="0" algn="l" rtl="0">
              <a:spcBef>
                <a:spcPts val="0"/>
              </a:spcBef>
              <a:spcAft>
                <a:spcPts val="0"/>
              </a:spcAft>
              <a:buNone/>
            </a:pPr>
            <a:endParaRPr sz="1100" b="1">
              <a:solidFill>
                <a:schemeClr val="dk2"/>
              </a:solidFill>
            </a:endParaRPr>
          </a:p>
        </p:txBody>
      </p:sp>
      <p:sp>
        <p:nvSpPr>
          <p:cNvPr id="603" name="Google Shape;603;p94"/>
          <p:cNvSpPr/>
          <p:nvPr/>
        </p:nvSpPr>
        <p:spPr>
          <a:xfrm>
            <a:off x="6036100" y="907800"/>
            <a:ext cx="2613900" cy="4005000"/>
          </a:xfrm>
          <a:prstGeom prst="foldedCorner">
            <a:avLst>
              <a:gd name="adj" fmla="val 7051"/>
            </a:avLst>
          </a:prstGeom>
          <a:solidFill>
            <a:srgbClr val="D9EAD3"/>
          </a:solidFill>
          <a:ln w="2857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100" b="1">
                <a:solidFill>
                  <a:schemeClr val="dk2"/>
                </a:solidFill>
              </a:rPr>
              <a:t>As a </a:t>
            </a:r>
            <a:r>
              <a:rPr lang="en" sz="1100">
                <a:solidFill>
                  <a:schemeClr val="dk2"/>
                </a:solidFill>
              </a:rPr>
              <a:t>(user role)</a:t>
            </a:r>
            <a:endParaRPr sz="1100">
              <a:solidFill>
                <a:schemeClr val="dk2"/>
              </a:solidFill>
            </a:endParaRPr>
          </a:p>
          <a:p>
            <a:pPr marL="0" lvl="0" indent="0" algn="l" rtl="0">
              <a:spcBef>
                <a:spcPts val="0"/>
              </a:spcBef>
              <a:spcAft>
                <a:spcPts val="0"/>
              </a:spcAft>
              <a:buNone/>
            </a:pPr>
            <a:r>
              <a:rPr lang="en" sz="1100" b="1">
                <a:solidFill>
                  <a:schemeClr val="dk2"/>
                </a:solidFill>
              </a:rPr>
              <a:t>I want to</a:t>
            </a:r>
            <a:r>
              <a:rPr lang="en" sz="1100">
                <a:solidFill>
                  <a:schemeClr val="dk2"/>
                </a:solidFill>
              </a:rPr>
              <a:t> (activity)</a:t>
            </a:r>
            <a:endParaRPr sz="1100">
              <a:solidFill>
                <a:schemeClr val="dk2"/>
              </a:solidFill>
            </a:endParaRPr>
          </a:p>
          <a:p>
            <a:pPr marL="0" lvl="0" indent="0" algn="l" rtl="0">
              <a:spcBef>
                <a:spcPts val="0"/>
              </a:spcBef>
              <a:spcAft>
                <a:spcPts val="0"/>
              </a:spcAft>
              <a:buNone/>
            </a:pPr>
            <a:r>
              <a:rPr lang="en" sz="1100" b="1">
                <a:solidFill>
                  <a:schemeClr val="dk2"/>
                </a:solidFill>
              </a:rPr>
              <a:t>So that</a:t>
            </a:r>
            <a:r>
              <a:rPr lang="en" sz="1100">
                <a:solidFill>
                  <a:schemeClr val="dk2"/>
                </a:solidFill>
              </a:rPr>
              <a:t> (business value)</a:t>
            </a:r>
            <a:endParaRPr sz="1100">
              <a:solidFill>
                <a:schemeClr val="dk2"/>
              </a:solidFill>
            </a:endParaRPr>
          </a:p>
          <a:p>
            <a:pPr marL="0" lvl="0" indent="0" algn="l" rtl="0">
              <a:spcBef>
                <a:spcPts val="0"/>
              </a:spcBef>
              <a:spcAft>
                <a:spcPts val="0"/>
              </a:spcAft>
              <a:buNone/>
            </a:pPr>
            <a:endParaRPr sz="1100">
              <a:solidFill>
                <a:schemeClr val="dk2"/>
              </a:solidFill>
            </a:endParaRPr>
          </a:p>
          <a:p>
            <a:pPr marL="0" lvl="0" indent="0" algn="l" rtl="0">
              <a:spcBef>
                <a:spcPts val="0"/>
              </a:spcBef>
              <a:spcAft>
                <a:spcPts val="0"/>
              </a:spcAft>
              <a:buNone/>
            </a:pPr>
            <a:r>
              <a:rPr lang="en" sz="1100" b="1">
                <a:solidFill>
                  <a:schemeClr val="dk2"/>
                </a:solidFill>
              </a:rPr>
              <a:t>Acceptance Criteria</a:t>
            </a:r>
            <a:endParaRPr sz="1100" b="1">
              <a:solidFill>
                <a:schemeClr val="dk2"/>
              </a:solidFill>
            </a:endParaRPr>
          </a:p>
          <a:p>
            <a:pPr marL="0" lvl="0" indent="0" algn="l" rtl="0">
              <a:spcBef>
                <a:spcPts val="0"/>
              </a:spcBef>
              <a:spcAft>
                <a:spcPts val="0"/>
              </a:spcAft>
              <a:buNone/>
            </a:pPr>
            <a:r>
              <a:rPr lang="en" sz="1100">
                <a:solidFill>
                  <a:schemeClr val="dk2"/>
                </a:solidFill>
              </a:rPr>
              <a:t>Given</a:t>
            </a:r>
            <a:endParaRPr sz="1100">
              <a:solidFill>
                <a:schemeClr val="dk2"/>
              </a:solidFill>
            </a:endParaRPr>
          </a:p>
          <a:p>
            <a:pPr marL="0" lvl="0" indent="0" algn="l" rtl="0">
              <a:spcBef>
                <a:spcPts val="0"/>
              </a:spcBef>
              <a:spcAft>
                <a:spcPts val="0"/>
              </a:spcAft>
              <a:buNone/>
            </a:pPr>
            <a:r>
              <a:rPr lang="en" sz="1100">
                <a:solidFill>
                  <a:schemeClr val="dk2"/>
                </a:solidFill>
              </a:rPr>
              <a:t>When</a:t>
            </a:r>
            <a:endParaRPr sz="1100">
              <a:solidFill>
                <a:schemeClr val="dk2"/>
              </a:solidFill>
            </a:endParaRPr>
          </a:p>
          <a:p>
            <a:pPr marL="0" lvl="0" indent="0" algn="l" rtl="0">
              <a:spcBef>
                <a:spcPts val="0"/>
              </a:spcBef>
              <a:spcAft>
                <a:spcPts val="0"/>
              </a:spcAft>
              <a:buNone/>
            </a:pPr>
            <a:r>
              <a:rPr lang="en" sz="1100">
                <a:solidFill>
                  <a:schemeClr val="dk2"/>
                </a:solidFill>
              </a:rPr>
              <a:t>Then</a:t>
            </a:r>
            <a:endParaRPr sz="1100">
              <a:solidFill>
                <a:schemeClr val="dk2"/>
              </a:solidFill>
            </a:endParaRPr>
          </a:p>
          <a:p>
            <a:pPr marL="0" lvl="0" indent="0" algn="l" rtl="0">
              <a:spcBef>
                <a:spcPts val="0"/>
              </a:spcBef>
              <a:spcAft>
                <a:spcPts val="0"/>
              </a:spcAft>
              <a:buNone/>
            </a:pPr>
            <a:endParaRPr sz="1100" b="1">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95"/>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4-28 - Develop a Story Map</a:t>
            </a:r>
            <a:endParaRPr/>
          </a:p>
        </p:txBody>
      </p:sp>
      <p:sp>
        <p:nvSpPr>
          <p:cNvPr id="609" name="Google Shape;609;p95"/>
          <p:cNvSpPr/>
          <p:nvPr/>
        </p:nvSpPr>
        <p:spPr>
          <a:xfrm>
            <a:off x="105525" y="789500"/>
            <a:ext cx="1383600" cy="426000"/>
          </a:xfrm>
          <a:prstGeom prst="rect">
            <a:avLst/>
          </a:prstGeom>
          <a:solidFill>
            <a:schemeClr val="accent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FFFF"/>
                </a:solidFill>
              </a:rPr>
              <a:t>Activity or Task</a:t>
            </a:r>
            <a:endParaRPr sz="1200">
              <a:solidFill>
                <a:srgbClr val="FFFFFF"/>
              </a:solidFill>
            </a:endParaRPr>
          </a:p>
        </p:txBody>
      </p:sp>
      <p:sp>
        <p:nvSpPr>
          <p:cNvPr id="610" name="Google Shape;610;p95"/>
          <p:cNvSpPr/>
          <p:nvPr/>
        </p:nvSpPr>
        <p:spPr>
          <a:xfrm>
            <a:off x="1489125" y="789500"/>
            <a:ext cx="1383600" cy="426000"/>
          </a:xfrm>
          <a:prstGeom prst="rect">
            <a:avLst/>
          </a:prstGeom>
          <a:solidFill>
            <a:schemeClr val="accent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FFFF"/>
                </a:solidFill>
              </a:rPr>
              <a:t>Activity or Task</a:t>
            </a:r>
            <a:endParaRPr sz="1200">
              <a:solidFill>
                <a:srgbClr val="FFFFFF"/>
              </a:solidFill>
            </a:endParaRPr>
          </a:p>
        </p:txBody>
      </p:sp>
      <p:sp>
        <p:nvSpPr>
          <p:cNvPr id="611" name="Google Shape;611;p95"/>
          <p:cNvSpPr/>
          <p:nvPr/>
        </p:nvSpPr>
        <p:spPr>
          <a:xfrm>
            <a:off x="2872725" y="789500"/>
            <a:ext cx="1383600" cy="426000"/>
          </a:xfrm>
          <a:prstGeom prst="rect">
            <a:avLst/>
          </a:prstGeom>
          <a:solidFill>
            <a:schemeClr val="accent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FFFF"/>
                </a:solidFill>
              </a:rPr>
              <a:t>Activity or Task</a:t>
            </a:r>
            <a:endParaRPr sz="1200">
              <a:solidFill>
                <a:srgbClr val="FFFFFF"/>
              </a:solidFill>
            </a:endParaRPr>
          </a:p>
        </p:txBody>
      </p:sp>
      <p:sp>
        <p:nvSpPr>
          <p:cNvPr id="612" name="Google Shape;612;p95"/>
          <p:cNvSpPr/>
          <p:nvPr/>
        </p:nvSpPr>
        <p:spPr>
          <a:xfrm>
            <a:off x="4256325" y="789500"/>
            <a:ext cx="1383600" cy="426000"/>
          </a:xfrm>
          <a:prstGeom prst="rect">
            <a:avLst/>
          </a:prstGeom>
          <a:solidFill>
            <a:schemeClr val="accent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FFFF"/>
                </a:solidFill>
              </a:rPr>
              <a:t>Activity or Task</a:t>
            </a:r>
            <a:endParaRPr sz="1200">
              <a:solidFill>
                <a:srgbClr val="FFFFFF"/>
              </a:solidFill>
            </a:endParaRPr>
          </a:p>
        </p:txBody>
      </p:sp>
      <p:sp>
        <p:nvSpPr>
          <p:cNvPr id="613" name="Google Shape;613;p95"/>
          <p:cNvSpPr/>
          <p:nvPr/>
        </p:nvSpPr>
        <p:spPr>
          <a:xfrm>
            <a:off x="5639925" y="789500"/>
            <a:ext cx="1383600" cy="426000"/>
          </a:xfrm>
          <a:prstGeom prst="rect">
            <a:avLst/>
          </a:prstGeom>
          <a:solidFill>
            <a:schemeClr val="accent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FFFF"/>
                </a:solidFill>
              </a:rPr>
              <a:t>Activity or Task</a:t>
            </a:r>
            <a:endParaRPr sz="1200">
              <a:solidFill>
                <a:srgbClr val="FFFFFF"/>
              </a:solidFill>
            </a:endParaRPr>
          </a:p>
        </p:txBody>
      </p:sp>
      <p:sp>
        <p:nvSpPr>
          <p:cNvPr id="614" name="Google Shape;614;p95"/>
          <p:cNvSpPr/>
          <p:nvPr/>
        </p:nvSpPr>
        <p:spPr>
          <a:xfrm>
            <a:off x="7023525" y="789500"/>
            <a:ext cx="1383600" cy="426000"/>
          </a:xfrm>
          <a:prstGeom prst="rect">
            <a:avLst/>
          </a:prstGeom>
          <a:solidFill>
            <a:schemeClr val="accent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solidFill>
                  <a:srgbClr val="FFFFFF"/>
                </a:solidFill>
              </a:rPr>
              <a:t>Activity or Task</a:t>
            </a:r>
            <a:endParaRPr sz="1200">
              <a:solidFill>
                <a:srgbClr val="FFFFFF"/>
              </a:solidFill>
            </a:endParaRPr>
          </a:p>
        </p:txBody>
      </p:sp>
      <p:sp>
        <p:nvSpPr>
          <p:cNvPr id="615" name="Google Shape;615;p95"/>
          <p:cNvSpPr/>
          <p:nvPr/>
        </p:nvSpPr>
        <p:spPr>
          <a:xfrm>
            <a:off x="8407125" y="789500"/>
            <a:ext cx="645000" cy="426000"/>
          </a:xfrm>
          <a:prstGeom prst="homePlate">
            <a:avLst>
              <a:gd name="adj" fmla="val 50000"/>
            </a:avLst>
          </a:prstGeom>
          <a:solidFill>
            <a:schemeClr val="accent4"/>
          </a:solidFill>
          <a:ln w="1905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FFFFFF"/>
              </a:solidFill>
            </a:endParaRPr>
          </a:p>
        </p:txBody>
      </p:sp>
      <p:cxnSp>
        <p:nvCxnSpPr>
          <p:cNvPr id="616" name="Google Shape;616;p95"/>
          <p:cNvCxnSpPr/>
          <p:nvPr/>
        </p:nvCxnSpPr>
        <p:spPr>
          <a:xfrm>
            <a:off x="113350" y="3181475"/>
            <a:ext cx="8938500" cy="0"/>
          </a:xfrm>
          <a:prstGeom prst="straightConnector1">
            <a:avLst/>
          </a:prstGeom>
          <a:noFill/>
          <a:ln w="38100" cap="flat" cmpd="sng">
            <a:solidFill>
              <a:schemeClr val="dk2"/>
            </a:solidFill>
            <a:prstDash val="solid"/>
            <a:round/>
            <a:headEnd type="none" w="med" len="med"/>
            <a:tailEnd type="none" w="med" len="med"/>
          </a:ln>
        </p:spPr>
      </p:cxnSp>
      <p:sp>
        <p:nvSpPr>
          <p:cNvPr id="617" name="Google Shape;617;p95"/>
          <p:cNvSpPr/>
          <p:nvPr/>
        </p:nvSpPr>
        <p:spPr>
          <a:xfrm>
            <a:off x="113350" y="128975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18" name="Google Shape;618;p95"/>
          <p:cNvSpPr/>
          <p:nvPr/>
        </p:nvSpPr>
        <p:spPr>
          <a:xfrm>
            <a:off x="105525" y="177045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19" name="Google Shape;619;p95"/>
          <p:cNvSpPr/>
          <p:nvPr/>
        </p:nvSpPr>
        <p:spPr>
          <a:xfrm>
            <a:off x="6824100" y="34784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0" name="Google Shape;620;p95"/>
          <p:cNvSpPr/>
          <p:nvPr/>
        </p:nvSpPr>
        <p:spPr>
          <a:xfrm>
            <a:off x="6976500" y="36308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1" name="Google Shape;621;p95"/>
          <p:cNvSpPr/>
          <p:nvPr/>
        </p:nvSpPr>
        <p:spPr>
          <a:xfrm>
            <a:off x="7128900" y="37832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2" name="Google Shape;622;p95"/>
          <p:cNvSpPr/>
          <p:nvPr/>
        </p:nvSpPr>
        <p:spPr>
          <a:xfrm>
            <a:off x="7281300" y="39356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3" name="Google Shape;623;p95"/>
          <p:cNvSpPr/>
          <p:nvPr/>
        </p:nvSpPr>
        <p:spPr>
          <a:xfrm>
            <a:off x="7433700" y="40880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4" name="Google Shape;624;p95"/>
          <p:cNvSpPr/>
          <p:nvPr/>
        </p:nvSpPr>
        <p:spPr>
          <a:xfrm>
            <a:off x="7586100" y="42404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5" name="Google Shape;625;p95"/>
          <p:cNvSpPr/>
          <p:nvPr/>
        </p:nvSpPr>
        <p:spPr>
          <a:xfrm>
            <a:off x="7738500" y="43928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6" name="Google Shape;626;p95"/>
          <p:cNvSpPr/>
          <p:nvPr/>
        </p:nvSpPr>
        <p:spPr>
          <a:xfrm>
            <a:off x="5225350" y="34784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7" name="Google Shape;627;p95"/>
          <p:cNvSpPr/>
          <p:nvPr/>
        </p:nvSpPr>
        <p:spPr>
          <a:xfrm>
            <a:off x="5377750" y="36308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8" name="Google Shape;628;p95"/>
          <p:cNvSpPr/>
          <p:nvPr/>
        </p:nvSpPr>
        <p:spPr>
          <a:xfrm>
            <a:off x="5530150" y="37832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29" name="Google Shape;629;p95"/>
          <p:cNvSpPr/>
          <p:nvPr/>
        </p:nvSpPr>
        <p:spPr>
          <a:xfrm>
            <a:off x="5682550" y="39356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30" name="Google Shape;630;p95"/>
          <p:cNvSpPr/>
          <p:nvPr/>
        </p:nvSpPr>
        <p:spPr>
          <a:xfrm>
            <a:off x="5834950" y="40880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31" name="Google Shape;631;p95"/>
          <p:cNvSpPr/>
          <p:nvPr/>
        </p:nvSpPr>
        <p:spPr>
          <a:xfrm>
            <a:off x="5987350" y="42404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32" name="Google Shape;632;p95"/>
          <p:cNvSpPr/>
          <p:nvPr/>
        </p:nvSpPr>
        <p:spPr>
          <a:xfrm>
            <a:off x="6139750" y="4392800"/>
            <a:ext cx="1383600" cy="426000"/>
          </a:xfrm>
          <a:prstGeom prst="rect">
            <a:avLst/>
          </a:prstGeom>
          <a:solidFill>
            <a:srgbClr val="D9EAD3"/>
          </a:solidFill>
          <a:ln w="1905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1200"/>
              <a:t>Story</a:t>
            </a:r>
            <a:endParaRPr sz="1200"/>
          </a:p>
        </p:txBody>
      </p:sp>
      <p:sp>
        <p:nvSpPr>
          <p:cNvPr id="633" name="Google Shape;633;p95"/>
          <p:cNvSpPr txBox="1"/>
          <p:nvPr/>
        </p:nvSpPr>
        <p:spPr>
          <a:xfrm>
            <a:off x="7670400" y="2910175"/>
            <a:ext cx="1473600" cy="212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000"/>
              <a:t>⬆Essentials</a:t>
            </a:r>
            <a:endParaRPr sz="1000"/>
          </a:p>
        </p:txBody>
      </p:sp>
      <p:sp>
        <p:nvSpPr>
          <p:cNvPr id="634" name="Google Shape;634;p95"/>
          <p:cNvSpPr txBox="1"/>
          <p:nvPr/>
        </p:nvSpPr>
        <p:spPr>
          <a:xfrm>
            <a:off x="7693500" y="3145413"/>
            <a:ext cx="1473600" cy="2127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1000"/>
              <a:t>⬇Improvements</a:t>
            </a:r>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39" name="Google Shape;639;p96"/>
          <p:cNvSpPr txBox="1">
            <a:spLocks noGrp="1"/>
          </p:cNvSpPr>
          <p:nvPr>
            <p:ph type="title"/>
          </p:nvPr>
        </p:nvSpPr>
        <p:spPr>
          <a:xfrm>
            <a:off x="457200" y="171450"/>
            <a:ext cx="8227200" cy="3375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b="1"/>
              <a:t>Activity 4-44 - Estimate Stories</a:t>
            </a:r>
            <a:endParaRPr/>
          </a:p>
        </p:txBody>
      </p:sp>
      <p:pic>
        <p:nvPicPr>
          <p:cNvPr id="640" name="Google Shape;640;p96"/>
          <p:cNvPicPr preferRelativeResize="0"/>
          <p:nvPr/>
        </p:nvPicPr>
        <p:blipFill>
          <a:blip r:embed="rId3">
            <a:alphaModFix/>
          </a:blip>
          <a:stretch>
            <a:fillRect/>
          </a:stretch>
        </p:blipFill>
        <p:spPr>
          <a:xfrm>
            <a:off x="6497275" y="658875"/>
            <a:ext cx="2036775" cy="1777101"/>
          </a:xfrm>
          <a:prstGeom prst="rect">
            <a:avLst/>
          </a:prstGeom>
          <a:noFill/>
          <a:ln>
            <a:noFill/>
          </a:ln>
        </p:spPr>
      </p:pic>
      <p:pic>
        <p:nvPicPr>
          <p:cNvPr id="641" name="Google Shape;641;p96"/>
          <p:cNvPicPr preferRelativeResize="0"/>
          <p:nvPr/>
        </p:nvPicPr>
        <p:blipFill>
          <a:blip r:embed="rId4">
            <a:alphaModFix/>
          </a:blip>
          <a:stretch>
            <a:fillRect/>
          </a:stretch>
        </p:blipFill>
        <p:spPr>
          <a:xfrm>
            <a:off x="6497275" y="2417397"/>
            <a:ext cx="2084124" cy="2664679"/>
          </a:xfrm>
          <a:prstGeom prst="rect">
            <a:avLst/>
          </a:prstGeom>
          <a:noFill/>
          <a:ln>
            <a:noFill/>
          </a:ln>
        </p:spPr>
      </p:pic>
      <p:sp>
        <p:nvSpPr>
          <p:cNvPr id="642" name="Google Shape;642;p96"/>
          <p:cNvSpPr/>
          <p:nvPr/>
        </p:nvSpPr>
        <p:spPr>
          <a:xfrm>
            <a:off x="8711475" y="1690250"/>
            <a:ext cx="232800" cy="232800"/>
          </a:xfrm>
          <a:prstGeom prst="flowChartSummingJunction">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96"/>
          <p:cNvSpPr/>
          <p:nvPr/>
        </p:nvSpPr>
        <p:spPr>
          <a:xfrm>
            <a:off x="8711475" y="1949300"/>
            <a:ext cx="232800" cy="232800"/>
          </a:xfrm>
          <a:prstGeom prst="flowChartSummingJunction">
            <a:avLst/>
          </a:prstGeom>
          <a:solidFill>
            <a:schemeClr val="accen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96"/>
          <p:cNvSpPr/>
          <p:nvPr/>
        </p:nvSpPr>
        <p:spPr>
          <a:xfrm>
            <a:off x="8711475" y="2208350"/>
            <a:ext cx="232800" cy="232800"/>
          </a:xfrm>
          <a:prstGeom prst="flowChartSummingJunction">
            <a:avLst/>
          </a:prstGeom>
          <a:solidFill>
            <a:schemeClr val="accent3"/>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96"/>
          <p:cNvSpPr/>
          <p:nvPr/>
        </p:nvSpPr>
        <p:spPr>
          <a:xfrm>
            <a:off x="8711475" y="2467400"/>
            <a:ext cx="232800" cy="232800"/>
          </a:xfrm>
          <a:prstGeom prst="flowChartSummingJunction">
            <a:avLst/>
          </a:prstGeom>
          <a:solidFill>
            <a:schemeClr val="accent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96"/>
          <p:cNvSpPr/>
          <p:nvPr/>
        </p:nvSpPr>
        <p:spPr>
          <a:xfrm>
            <a:off x="8711475" y="2726450"/>
            <a:ext cx="232800" cy="232800"/>
          </a:xfrm>
          <a:prstGeom prst="flowChartSummingJunction">
            <a:avLst/>
          </a:prstGeom>
          <a:solidFill>
            <a:schemeClr val="accent5"/>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96"/>
          <p:cNvSpPr/>
          <p:nvPr/>
        </p:nvSpPr>
        <p:spPr>
          <a:xfrm>
            <a:off x="8711475" y="2985500"/>
            <a:ext cx="232800" cy="232800"/>
          </a:xfrm>
          <a:prstGeom prst="flowChartSummingJunction">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96"/>
          <p:cNvSpPr txBox="1"/>
          <p:nvPr/>
        </p:nvSpPr>
        <p:spPr>
          <a:xfrm>
            <a:off x="8568525" y="702750"/>
            <a:ext cx="518700" cy="2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600" b="1"/>
              <a:t>Each person chooses a marker below and places it on their vote</a:t>
            </a:r>
            <a:endParaRPr sz="600" b="1"/>
          </a:p>
        </p:txBody>
      </p:sp>
      <p:sp>
        <p:nvSpPr>
          <p:cNvPr id="649" name="Google Shape;649;p96"/>
          <p:cNvSpPr txBox="1"/>
          <p:nvPr/>
        </p:nvSpPr>
        <p:spPr>
          <a:xfrm>
            <a:off x="327875" y="658875"/>
            <a:ext cx="6065700" cy="450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accent2"/>
                </a:solidFill>
              </a:rPr>
              <a:t>[Copy your stories from </a:t>
            </a:r>
            <a:r>
              <a:rPr lang="en" u="sng">
                <a:solidFill>
                  <a:schemeClr val="accent2"/>
                </a:solidFill>
                <a:hlinkClick r:id="rId5" action="ppaction://hlinksldjump"/>
              </a:rPr>
              <a:t>slide 15</a:t>
            </a:r>
            <a:r>
              <a:rPr lang="en">
                <a:solidFill>
                  <a:schemeClr val="accent2"/>
                </a:solidFill>
              </a:rPr>
              <a:t> here to add estimates]</a:t>
            </a:r>
            <a:endParaRPr>
              <a:solidFill>
                <a:schemeClr val="accent2"/>
              </a:solidFill>
            </a:endParaRPr>
          </a:p>
        </p:txBody>
      </p:sp>
    </p:spTree>
  </p:cSld>
  <p:clrMapOvr>
    <a:masterClrMapping/>
  </p:clrMapOvr>
</p:sld>
</file>

<file path=ppt/theme/theme1.xml><?xml version="1.0" encoding="utf-8"?>
<a:theme xmlns:a="http://schemas.openxmlformats.org/drawingml/2006/main" name="Courseware Template-V8_with reference">
  <a:themeElements>
    <a:clrScheme name="Jeff Changed">
      <a:dk1>
        <a:srgbClr val="565656"/>
      </a:dk1>
      <a:lt1>
        <a:srgbClr val="FFFFFF"/>
      </a:lt1>
      <a:dk2>
        <a:srgbClr val="000000"/>
      </a:dk2>
      <a:lt2>
        <a:srgbClr val="E2E2E2"/>
      </a:lt2>
      <a:accent1>
        <a:srgbClr val="3C75BA"/>
      </a:accent1>
      <a:accent2>
        <a:srgbClr val="E05E0D"/>
      </a:accent2>
      <a:accent3>
        <a:srgbClr val="F4AD3E"/>
      </a:accent3>
      <a:accent4>
        <a:srgbClr val="465064"/>
      </a:accent4>
      <a:accent5>
        <a:srgbClr val="9EB31C"/>
      </a:accent5>
      <a:accent6>
        <a:srgbClr val="33353A"/>
      </a:accent6>
      <a:hlink>
        <a:srgbClr val="333333"/>
      </a:hlink>
      <a:folHlink>
        <a:srgbClr val="26262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BaseMaster1">
  <a:themeElements>
    <a:clrScheme name="Custom 1">
      <a:dk1>
        <a:srgbClr val="565656"/>
      </a:dk1>
      <a:lt1>
        <a:srgbClr val="FFFFFF"/>
      </a:lt1>
      <a:dk2>
        <a:srgbClr val="000000"/>
      </a:dk2>
      <a:lt2>
        <a:srgbClr val="E4E5E4"/>
      </a:lt2>
      <a:accent1>
        <a:srgbClr val="3C75BA"/>
      </a:accent1>
      <a:accent2>
        <a:srgbClr val="E05E0D"/>
      </a:accent2>
      <a:accent3>
        <a:srgbClr val="F4AD3E"/>
      </a:accent3>
      <a:accent4>
        <a:srgbClr val="465064"/>
      </a:accent4>
      <a:accent5>
        <a:srgbClr val="9EB31C"/>
      </a:accent5>
      <a:accent6>
        <a:srgbClr val="33353A"/>
      </a:accent6>
      <a:hlink>
        <a:srgbClr val="548ED4"/>
      </a:hlink>
      <a:folHlink>
        <a:srgbClr val="4777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1733</TotalTime>
  <Words>1693</Words>
  <Application>Microsoft Office PowerPoint</Application>
  <PresentationFormat>On-screen Show (16:9)</PresentationFormat>
  <Paragraphs>261</Paragraphs>
  <Slides>19</Slides>
  <Notes>18</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19</vt:i4>
      </vt:variant>
    </vt:vector>
  </HeadingPairs>
  <TitlesOfParts>
    <vt:vector size="28" baseType="lpstr">
      <vt:lpstr>Arial</vt:lpstr>
      <vt:lpstr>Arial Black</vt:lpstr>
      <vt:lpstr>Arimo</vt:lpstr>
      <vt:lpstr>Avenir</vt:lpstr>
      <vt:lpstr>Calibri</vt:lpstr>
      <vt:lpstr>Merriweather Sans</vt:lpstr>
      <vt:lpstr>Noto Sans Symbols</vt:lpstr>
      <vt:lpstr>Courseware Template-V8_with reference</vt:lpstr>
      <vt:lpstr>BaseMaster1</vt:lpstr>
      <vt:lpstr>PowerPoint Presentation</vt:lpstr>
      <vt:lpstr>PowerPoint Presentation</vt:lpstr>
      <vt:lpstr>SAFe Product Owner/Product Manager 5.0</vt:lpstr>
      <vt:lpstr>Group Activity Worksheets</vt:lpstr>
      <vt:lpstr>Video Library for the Course</vt:lpstr>
      <vt:lpstr>Activity Worksheets  &lt;Group name&gt;</vt:lpstr>
      <vt:lpstr>Activity 2-9 – Just Enough Pre-Planning</vt:lpstr>
      <vt:lpstr>Activity 2-19 - Create Epics to Fulfill the Vision</vt:lpstr>
      <vt:lpstr>Activity 2-27 - Consider market rhythms for optimum release timing</vt:lpstr>
      <vt:lpstr>Activity 2-40 - Decompose an Epic using Feature storming</vt:lpstr>
      <vt:lpstr>Activity 2-41 - Feature Refinement</vt:lpstr>
      <vt:lpstr>Activity 2-57 - Prioritizing the Program Backlog</vt:lpstr>
      <vt:lpstr>Activity 2-61 - Draft Your Capacity Allocation Policy</vt:lpstr>
      <vt:lpstr>Activity 3-14 – Communicate the Vision</vt:lpstr>
      <vt:lpstr>Activity 4-14 - Decompose Features into Stories</vt:lpstr>
      <vt:lpstr>Activity 4-19 - Write Acceptance Criteria</vt:lpstr>
      <vt:lpstr>Activity 4-21 - Split Stories</vt:lpstr>
      <vt:lpstr>Activity 4-28 - Develop a Story Map</vt:lpstr>
      <vt:lpstr>Activity 4-44 - Estimate Stories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Quraishi, Wajahath</cp:lastModifiedBy>
  <cp:revision>12</cp:revision>
  <dcterms:modified xsi:type="dcterms:W3CDTF">2020-05-31T15:21:47Z</dcterms:modified>
</cp:coreProperties>
</file>