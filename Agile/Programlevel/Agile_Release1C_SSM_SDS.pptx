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74" r:id="rId4"/>
  </p:sldMasterIdLst>
  <p:notesMasterIdLst>
    <p:notesMasterId r:id="rId25"/>
  </p:notesMasterIdLst>
  <p:handoutMasterIdLst>
    <p:handoutMasterId r:id="rId26"/>
  </p:handoutMasterIdLst>
  <p:sldIdLst>
    <p:sldId id="289" r:id="rId5"/>
    <p:sldId id="290" r:id="rId6"/>
    <p:sldId id="291" r:id="rId7"/>
    <p:sldId id="292" r:id="rId8"/>
    <p:sldId id="293" r:id="rId9"/>
    <p:sldId id="294" r:id="rId10"/>
    <p:sldId id="295" r:id="rId11"/>
    <p:sldId id="262" r:id="rId12"/>
    <p:sldId id="307" r:id="rId13"/>
    <p:sldId id="308" r:id="rId14"/>
    <p:sldId id="296" r:id="rId15"/>
    <p:sldId id="298" r:id="rId16"/>
    <p:sldId id="299" r:id="rId17"/>
    <p:sldId id="306" r:id="rId18"/>
    <p:sldId id="300" r:id="rId19"/>
    <p:sldId id="301" r:id="rId20"/>
    <p:sldId id="302" r:id="rId21"/>
    <p:sldId id="303" r:id="rId22"/>
    <p:sldId id="304" r:id="rId23"/>
    <p:sldId id="305" r:id="rId24"/>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a:srgbClr val="003E7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2426" autoAdjust="0"/>
    <p:restoredTop sz="90783" autoAdjust="0"/>
  </p:normalViewPr>
  <p:slideViewPr>
    <p:cSldViewPr>
      <p:cViewPr>
        <p:scale>
          <a:sx n="90" d="100"/>
          <a:sy n="90" d="100"/>
        </p:scale>
        <p:origin x="-936" y="7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notesViewPr>
    <p:cSldViewPr>
      <p:cViewPr varScale="1">
        <p:scale>
          <a:sx n="57" d="100"/>
          <a:sy n="57" d="100"/>
        </p:scale>
        <p:origin x="-2520" y="-78"/>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handoutMaster" Target="handoutMasters/handoutMaster1.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notesMaster" Target="notesMasters/notesMaster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presProps" Target="presProps.xml"/><Relationship Id="rId30"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266F6E7E-AA88-4AF1-97A4-F5616BE409F9}" type="datetimeFigureOut">
              <a:rPr lang="en-US" smtClean="0"/>
              <a:pPr/>
              <a:t>1/16/2014</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80A39BA5-9F7E-4C63-B3D4-CE80B3E8F109}" type="slidenum">
              <a:rPr lang="en-US" smtClean="0"/>
              <a:pPr/>
              <a:t>‹#›</a:t>
            </a:fld>
            <a:endParaRPr lang="en-US"/>
          </a:p>
        </p:txBody>
      </p:sp>
    </p:spTree>
    <p:extLst>
      <p:ext uri="{BB962C8B-B14F-4D97-AF65-F5344CB8AC3E}">
        <p14:creationId xmlns:p14="http://schemas.microsoft.com/office/powerpoint/2010/main" val="3092862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ABC5FAB5-5E70-4216-8C9D-CDF4ACA69E13}" type="datetimeFigureOut">
              <a:rPr lang="en-US" smtClean="0"/>
              <a:pPr/>
              <a:t>1/16/2014</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42844A57-9F6E-433A-8503-0DFC02DFA7E0}" type="slidenum">
              <a:rPr lang="en-US" smtClean="0"/>
              <a:pPr/>
              <a:t>‹#›</a:t>
            </a:fld>
            <a:endParaRPr lang="en-US"/>
          </a:p>
        </p:txBody>
      </p:sp>
    </p:spTree>
    <p:extLst>
      <p:ext uri="{BB962C8B-B14F-4D97-AF65-F5344CB8AC3E}">
        <p14:creationId xmlns:p14="http://schemas.microsoft.com/office/powerpoint/2010/main" val="38515647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Since a release plan exists for each release,</a:t>
            </a:r>
            <a:r>
              <a:rPr lang="en-US" baseline="0" dirty="0" smtClean="0"/>
              <a:t> the n</a:t>
            </a:r>
            <a:r>
              <a:rPr lang="en-US" dirty="0" smtClean="0"/>
              <a:t>umber the iterations will be for the </a:t>
            </a:r>
            <a:r>
              <a:rPr lang="en-US" baseline="0" dirty="0" smtClean="0"/>
              <a:t>release, so X=first iteration number for this release. </a:t>
            </a:r>
          </a:p>
          <a:p>
            <a:r>
              <a:rPr lang="en-US" baseline="0" dirty="0" smtClean="0"/>
              <a:t>As you begin each iteration, verify the previous iterations details are updated to reflect the iteration outcome and then note the new iterations plan. This document replaces your Project Management plan and will serve as a primary communication vehicle for your project.  The information on this slide can be copied into the Steering Committee Update Template as your project progresses</a:t>
            </a:r>
            <a:r>
              <a:rPr lang="en-US" baseline="0" smtClean="0"/>
              <a:t>.  </a:t>
            </a:r>
            <a:endParaRPr lang="en-US" b="0" baseline="0" dirty="0" smtClean="0"/>
          </a:p>
          <a:p>
            <a:endParaRPr lang="en-US" baseline="0" dirty="0" smtClean="0"/>
          </a:p>
          <a:p>
            <a:r>
              <a:rPr lang="en-US" baseline="0" dirty="0" smtClean="0"/>
              <a:t>Velocity: Should show values for both planned and actual amounts of work delivered. </a:t>
            </a:r>
          </a:p>
          <a:p>
            <a:r>
              <a:rPr lang="en-US" baseline="0" dirty="0" smtClean="0"/>
              <a:t>Scope: Will show the stories scheduled to be delivered within the iteration.  When updating based on actual results, indicate any user stories that were not completed by formatting the story name in italics.  These stories should then appear again in the iteration where they will be complete. </a:t>
            </a:r>
          </a:p>
          <a:p>
            <a:r>
              <a:rPr lang="en-US" baseline="0" dirty="0" smtClean="0"/>
              <a:t/>
            </a:r>
            <a:br>
              <a:rPr lang="en-US" baseline="0" dirty="0" smtClean="0"/>
            </a:br>
            <a:r>
              <a:rPr lang="en-US" baseline="0" dirty="0" smtClean="0"/>
              <a:t>Issues: Should reflect those issues that were a significant block for the team during the iteration</a:t>
            </a:r>
          </a:p>
          <a:p>
            <a:endParaRPr lang="en-US" baseline="0" dirty="0" smtClean="0"/>
          </a:p>
          <a:p>
            <a:r>
              <a:rPr lang="en-US" baseline="0" dirty="0" smtClean="0"/>
              <a:t>Dependencies: Due within this iteration or having an impact on the iteration whether a give or a get dependency. </a:t>
            </a:r>
          </a:p>
          <a:p>
            <a:endParaRPr lang="en-US" dirty="0" smtClean="0"/>
          </a:p>
        </p:txBody>
      </p:sp>
      <p:sp>
        <p:nvSpPr>
          <p:cNvPr id="4" name="Slide Number Placeholder 3"/>
          <p:cNvSpPr>
            <a:spLocks noGrp="1"/>
          </p:cNvSpPr>
          <p:nvPr>
            <p:ph type="sldNum" sz="quarter" idx="10"/>
          </p:nvPr>
        </p:nvSpPr>
        <p:spPr/>
        <p:txBody>
          <a:bodyPr/>
          <a:lstStyle/>
          <a:p>
            <a:fld id="{42844A57-9F6E-433A-8503-0DFC02DFA7E0}" type="slidenum">
              <a:rPr lang="en-US" smtClean="0"/>
              <a:pPr/>
              <a:t>8</a:t>
            </a:fld>
            <a:endParaRPr lang="en-US"/>
          </a:p>
        </p:txBody>
      </p:sp>
    </p:spTree>
    <p:extLst>
      <p:ext uri="{BB962C8B-B14F-4D97-AF65-F5344CB8AC3E}">
        <p14:creationId xmlns:p14="http://schemas.microsoft.com/office/powerpoint/2010/main" val="269087275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Since a release plan exists for each release,</a:t>
            </a:r>
            <a:r>
              <a:rPr lang="en-US" baseline="0" dirty="0" smtClean="0"/>
              <a:t> the n</a:t>
            </a:r>
            <a:r>
              <a:rPr lang="en-US" dirty="0" smtClean="0"/>
              <a:t>umber the iterations will be for the </a:t>
            </a:r>
            <a:r>
              <a:rPr lang="en-US" baseline="0" dirty="0" smtClean="0"/>
              <a:t>release, so X=first iteration number for this release. </a:t>
            </a:r>
          </a:p>
          <a:p>
            <a:r>
              <a:rPr lang="en-US" baseline="0" dirty="0" smtClean="0"/>
              <a:t>As you begin each iteration, verify the previous iterations details are updated to reflect the iteration outcome and then note the new iterations plan. This document replaces your Project Management plan and will serve as a primary communication vehicle for your project.  The information on this slide can be copied into the Steering Committee Update Template as your project progresses</a:t>
            </a:r>
            <a:r>
              <a:rPr lang="en-US" baseline="0" smtClean="0"/>
              <a:t>.  </a:t>
            </a:r>
            <a:endParaRPr lang="en-US" b="0" baseline="0" dirty="0" smtClean="0"/>
          </a:p>
          <a:p>
            <a:endParaRPr lang="en-US" baseline="0" dirty="0" smtClean="0"/>
          </a:p>
          <a:p>
            <a:r>
              <a:rPr lang="en-US" baseline="0" dirty="0" smtClean="0"/>
              <a:t>Velocity: Should show values for both planned and actual amounts of work delivered. </a:t>
            </a:r>
          </a:p>
          <a:p>
            <a:r>
              <a:rPr lang="en-US" baseline="0" dirty="0" smtClean="0"/>
              <a:t>Scope: Will show the stories scheduled to be delivered within the iteration.  When updating based on actual results, indicate any user stories that were not completed by formatting the story name in italics.  These stories should then appear again in the iteration where they will be complete. </a:t>
            </a:r>
          </a:p>
          <a:p>
            <a:r>
              <a:rPr lang="en-US" baseline="0" dirty="0" smtClean="0"/>
              <a:t/>
            </a:r>
            <a:br>
              <a:rPr lang="en-US" baseline="0" dirty="0" smtClean="0"/>
            </a:br>
            <a:r>
              <a:rPr lang="en-US" baseline="0" dirty="0" smtClean="0"/>
              <a:t>Issues: Should reflect those issues that were a significant block for the team during the iteration</a:t>
            </a:r>
          </a:p>
          <a:p>
            <a:endParaRPr lang="en-US" baseline="0" dirty="0" smtClean="0"/>
          </a:p>
          <a:p>
            <a:r>
              <a:rPr lang="en-US" baseline="0" dirty="0" smtClean="0"/>
              <a:t>Dependencies: Due within this iteration or having an impact on the iteration whether a give or a get dependency. </a:t>
            </a:r>
          </a:p>
          <a:p>
            <a:endParaRPr lang="en-US" dirty="0" smtClean="0"/>
          </a:p>
        </p:txBody>
      </p:sp>
      <p:sp>
        <p:nvSpPr>
          <p:cNvPr id="4" name="Slide Number Placeholder 3"/>
          <p:cNvSpPr>
            <a:spLocks noGrp="1"/>
          </p:cNvSpPr>
          <p:nvPr>
            <p:ph type="sldNum" sz="quarter" idx="10"/>
          </p:nvPr>
        </p:nvSpPr>
        <p:spPr/>
        <p:txBody>
          <a:bodyPr/>
          <a:lstStyle/>
          <a:p>
            <a:fld id="{42844A57-9F6E-433A-8503-0DFC02DFA7E0}" type="slidenum">
              <a:rPr lang="en-US" smtClean="0"/>
              <a:pPr/>
              <a:t>9</a:t>
            </a:fld>
            <a:endParaRPr lang="en-US"/>
          </a:p>
        </p:txBody>
      </p:sp>
    </p:spTree>
    <p:extLst>
      <p:ext uri="{BB962C8B-B14F-4D97-AF65-F5344CB8AC3E}">
        <p14:creationId xmlns:p14="http://schemas.microsoft.com/office/powerpoint/2010/main" val="269087275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Since a release plan exists for each release,</a:t>
            </a:r>
            <a:r>
              <a:rPr lang="en-US" baseline="0" dirty="0" smtClean="0"/>
              <a:t> the n</a:t>
            </a:r>
            <a:r>
              <a:rPr lang="en-US" dirty="0" smtClean="0"/>
              <a:t>umber the iterations will be for the </a:t>
            </a:r>
            <a:r>
              <a:rPr lang="en-US" baseline="0" dirty="0" smtClean="0"/>
              <a:t>release, so X=first iteration number for this release. </a:t>
            </a:r>
          </a:p>
          <a:p>
            <a:r>
              <a:rPr lang="en-US" baseline="0" dirty="0" smtClean="0"/>
              <a:t>As you begin each iteration, verify the previous iterations details are updated to reflect the iteration outcome and then note the new iterations plan. This document replaces your Project Management plan and will serve as a primary communication vehicle for your project.  The information on this slide can be copied into the Steering Committee Update Template as your project progresses</a:t>
            </a:r>
            <a:r>
              <a:rPr lang="en-US" baseline="0" smtClean="0"/>
              <a:t>.  </a:t>
            </a:r>
            <a:endParaRPr lang="en-US" b="0" baseline="0" dirty="0" smtClean="0"/>
          </a:p>
          <a:p>
            <a:endParaRPr lang="en-US" baseline="0" dirty="0" smtClean="0"/>
          </a:p>
          <a:p>
            <a:r>
              <a:rPr lang="en-US" baseline="0" dirty="0" smtClean="0"/>
              <a:t>Velocity: Should show values for both planned and actual amounts of work delivered. </a:t>
            </a:r>
          </a:p>
          <a:p>
            <a:r>
              <a:rPr lang="en-US" baseline="0" dirty="0" smtClean="0"/>
              <a:t>Scope: Will show the stories scheduled to be delivered within the iteration.  When updating based on actual results, indicate any user stories that were not completed by formatting the story name in italics.  These stories should then appear again in the iteration where they will be complete. </a:t>
            </a:r>
          </a:p>
          <a:p>
            <a:r>
              <a:rPr lang="en-US" baseline="0" dirty="0" smtClean="0"/>
              <a:t/>
            </a:r>
            <a:br>
              <a:rPr lang="en-US" baseline="0" dirty="0" smtClean="0"/>
            </a:br>
            <a:r>
              <a:rPr lang="en-US" baseline="0" dirty="0" smtClean="0"/>
              <a:t>Issues: Should reflect those issues that were a significant block for the team during the iteration</a:t>
            </a:r>
          </a:p>
          <a:p>
            <a:endParaRPr lang="en-US" baseline="0" dirty="0" smtClean="0"/>
          </a:p>
          <a:p>
            <a:r>
              <a:rPr lang="en-US" baseline="0" dirty="0" smtClean="0"/>
              <a:t>Dependencies: Due within this iteration or having an impact on the iteration whether a give or a get dependency. </a:t>
            </a:r>
          </a:p>
          <a:p>
            <a:endParaRPr lang="en-US" dirty="0" smtClean="0"/>
          </a:p>
        </p:txBody>
      </p:sp>
      <p:sp>
        <p:nvSpPr>
          <p:cNvPr id="4" name="Slide Number Placeholder 3"/>
          <p:cNvSpPr>
            <a:spLocks noGrp="1"/>
          </p:cNvSpPr>
          <p:nvPr>
            <p:ph type="sldNum" sz="quarter" idx="10"/>
          </p:nvPr>
        </p:nvSpPr>
        <p:spPr/>
        <p:txBody>
          <a:bodyPr/>
          <a:lstStyle/>
          <a:p>
            <a:fld id="{42844A57-9F6E-433A-8503-0DFC02DFA7E0}" type="slidenum">
              <a:rPr lang="en-US" smtClean="0"/>
              <a:pPr/>
              <a:t>10</a:t>
            </a:fld>
            <a:endParaRPr lang="en-US"/>
          </a:p>
        </p:txBody>
      </p:sp>
    </p:spTree>
    <p:extLst>
      <p:ext uri="{BB962C8B-B14F-4D97-AF65-F5344CB8AC3E}">
        <p14:creationId xmlns:p14="http://schemas.microsoft.com/office/powerpoint/2010/main" val="2690872751"/>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png"/><Relationship Id="rId1" Type="http://schemas.openxmlformats.org/officeDocument/2006/relationships/slideMaster" Target="../slideMasters/slideMaster1.xml"/><Relationship Id="rId5" Type="http://schemas.openxmlformats.org/officeDocument/2006/relationships/image" Target="../media/image5.png"/><Relationship Id="rId4" Type="http://schemas.openxmlformats.org/officeDocument/2006/relationships/image" Target="../media/image4.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Cover Slide">
    <p:spTree>
      <p:nvGrpSpPr>
        <p:cNvPr id="1" name=""/>
        <p:cNvGrpSpPr/>
        <p:nvPr/>
      </p:nvGrpSpPr>
      <p:grpSpPr>
        <a:xfrm>
          <a:off x="0" y="0"/>
          <a:ext cx="0" cy="0"/>
          <a:chOff x="0" y="0"/>
          <a:chExt cx="0" cy="0"/>
        </a:xfrm>
      </p:grpSpPr>
      <p:pic>
        <p:nvPicPr>
          <p:cNvPr id="1027" name="Picture 3" descr="D:\aa_ppt_elements\aa_aa_tm_hrz_1cp_grd_pos.png"/>
          <p:cNvPicPr>
            <a:picLocks noChangeAspect="1" noChangeArrowheads="1"/>
          </p:cNvPicPr>
          <p:nvPr/>
        </p:nvPicPr>
        <p:blipFill>
          <a:blip r:embed="rId2" cstate="print"/>
          <a:srcRect/>
          <a:stretch>
            <a:fillRect/>
          </a:stretch>
        </p:blipFill>
        <p:spPr bwMode="auto">
          <a:xfrm>
            <a:off x="5504688" y="495300"/>
            <a:ext cx="3195302" cy="484632"/>
          </a:xfrm>
          <a:prstGeom prst="rect">
            <a:avLst/>
          </a:prstGeom>
          <a:noFill/>
        </p:spPr>
      </p:pic>
      <p:pic>
        <p:nvPicPr>
          <p:cNvPr id="10" name="Picture 9" descr="aa_clda_PPT_rgb_23g.jpg"/>
          <p:cNvPicPr>
            <a:picLocks noChangeAspect="1"/>
          </p:cNvPicPr>
          <p:nvPr/>
        </p:nvPicPr>
        <p:blipFill>
          <a:blip r:embed="rId3" cstate="print"/>
          <a:stretch>
            <a:fillRect/>
          </a:stretch>
        </p:blipFill>
        <p:spPr bwMode="hidden">
          <a:xfrm>
            <a:off x="0" y="0"/>
            <a:ext cx="9144000" cy="6858000"/>
          </a:xfrm>
          <a:prstGeom prst="rect">
            <a:avLst/>
          </a:prstGeom>
        </p:spPr>
      </p:pic>
      <p:sp>
        <p:nvSpPr>
          <p:cNvPr id="2" name="Title 1"/>
          <p:cNvSpPr>
            <a:spLocks noGrp="1"/>
          </p:cNvSpPr>
          <p:nvPr>
            <p:ph type="ctrTitle" hasCustomPrompt="1"/>
          </p:nvPr>
        </p:nvSpPr>
        <p:spPr>
          <a:xfrm>
            <a:off x="457199" y="2043404"/>
            <a:ext cx="8232775" cy="970384"/>
          </a:xfrm>
        </p:spPr>
        <p:txBody>
          <a:bodyPr anchor="b" anchorCtr="0">
            <a:noAutofit/>
          </a:bodyPr>
          <a:lstStyle>
            <a:lvl1pPr>
              <a:lnSpc>
                <a:spcPts val="3200"/>
              </a:lnSpc>
              <a:defRPr>
                <a:solidFill>
                  <a:schemeClr val="tx2"/>
                </a:solidFill>
              </a:defRPr>
            </a:lvl1pPr>
          </a:lstStyle>
          <a:p>
            <a:r>
              <a:rPr lang="en-US" dirty="0" smtClean="0"/>
              <a:t>Click to edit cover slide title</a:t>
            </a:r>
            <a:endParaRPr lang="en-US" dirty="0"/>
          </a:p>
        </p:txBody>
      </p:sp>
      <p:sp>
        <p:nvSpPr>
          <p:cNvPr id="3" name="Subtitle 2"/>
          <p:cNvSpPr>
            <a:spLocks noGrp="1"/>
          </p:cNvSpPr>
          <p:nvPr>
            <p:ph type="subTitle" idx="1" hasCustomPrompt="1"/>
          </p:nvPr>
        </p:nvSpPr>
        <p:spPr>
          <a:xfrm>
            <a:off x="457199" y="3130422"/>
            <a:ext cx="8232775" cy="914400"/>
          </a:xfrm>
          <a:prstGeom prst="rect">
            <a:avLst/>
          </a:prstGeom>
        </p:spPr>
        <p:txBody>
          <a:bodyPr/>
          <a:lstStyle>
            <a:lvl1pPr marL="0" indent="0" algn="l">
              <a:lnSpc>
                <a:spcPts val="2000"/>
              </a:lnSpc>
              <a:spcBef>
                <a:spcPts val="0"/>
              </a:spcBef>
              <a:buNone/>
              <a:defRPr>
                <a:solidFill>
                  <a:schemeClr val="accent2"/>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smtClean="0"/>
              <a:t>Click to edit cover slide subtitle</a:t>
            </a:r>
            <a:endParaRPr lang="en-US" dirty="0"/>
          </a:p>
        </p:txBody>
      </p:sp>
      <p:sp>
        <p:nvSpPr>
          <p:cNvPr id="8" name="Date Placeholder 7"/>
          <p:cNvSpPr>
            <a:spLocks noGrp="1"/>
          </p:cNvSpPr>
          <p:nvPr>
            <p:ph type="dt" sz="half" idx="10"/>
          </p:nvPr>
        </p:nvSpPr>
        <p:spPr>
          <a:xfrm>
            <a:off x="457200" y="1801368"/>
            <a:ext cx="2825496" cy="219456"/>
          </a:xfrm>
        </p:spPr>
        <p:txBody>
          <a:bodyPr/>
          <a:lstStyle>
            <a:lvl1pPr algn="l">
              <a:defRPr sz="1600"/>
            </a:lvl1pPr>
          </a:lstStyle>
          <a:p>
            <a:endParaRPr lang="en-US" dirty="0"/>
          </a:p>
        </p:txBody>
      </p:sp>
      <p:pic>
        <p:nvPicPr>
          <p:cNvPr id="1026" name="Picture 2" descr="D:\aa_ppt_elements\aa_aa_tm_hrz_rgb_grd_pos.png"/>
          <p:cNvPicPr>
            <a:picLocks noChangeAspect="1" noChangeArrowheads="1"/>
          </p:cNvPicPr>
          <p:nvPr/>
        </p:nvPicPr>
        <p:blipFill>
          <a:blip r:embed="rId4" cstate="print"/>
          <a:srcRect/>
          <a:stretch>
            <a:fillRect/>
          </a:stretch>
        </p:blipFill>
        <p:spPr bwMode="hidden">
          <a:xfrm>
            <a:off x="5504688" y="493776"/>
            <a:ext cx="3195302" cy="484632"/>
          </a:xfrm>
          <a:prstGeom prst="rect">
            <a:avLst/>
          </a:prstGeom>
          <a:noFill/>
        </p:spPr>
      </p:pic>
      <p:pic>
        <p:nvPicPr>
          <p:cNvPr id="12" name="Picture 3" descr="D:\Oneworld_rgb_Logo.png"/>
          <p:cNvPicPr>
            <a:picLocks noChangeAspect="1" noChangeArrowheads="1"/>
          </p:cNvPicPr>
          <p:nvPr/>
        </p:nvPicPr>
        <p:blipFill>
          <a:blip r:embed="rId5" cstate="print"/>
          <a:srcRect/>
          <a:stretch>
            <a:fillRect/>
          </a:stretch>
        </p:blipFill>
        <p:spPr bwMode="auto">
          <a:xfrm>
            <a:off x="8245435" y="6040370"/>
            <a:ext cx="420687" cy="420688"/>
          </a:xfrm>
          <a:prstGeom prst="rect">
            <a:avLst/>
          </a:prstGeom>
          <a:noFill/>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Agenda Slide">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lvl1pPr>
              <a:defRPr/>
            </a:lvl1pPr>
          </a:lstStyle>
          <a:p>
            <a:r>
              <a:rPr lang="en-US" dirty="0" smtClean="0"/>
              <a:t>Click to edit text slide title</a:t>
            </a:r>
            <a:endParaRPr lang="en-US" dirty="0"/>
          </a:p>
        </p:txBody>
      </p:sp>
      <p:sp>
        <p:nvSpPr>
          <p:cNvPr id="5" name="Footer Placeholder 4"/>
          <p:cNvSpPr>
            <a:spLocks noGrp="1"/>
          </p:cNvSpPr>
          <p:nvPr>
            <p:ph type="ftr" sz="quarter" idx="11"/>
          </p:nvPr>
        </p:nvSpPr>
        <p:spPr/>
        <p:txBody>
          <a:bodyPr/>
          <a:lstStyle/>
          <a:p>
            <a:r>
              <a:rPr lang="en-US" smtClean="0"/>
              <a:t>Release [N] v[x.x]</a:t>
            </a:r>
            <a:endParaRPr lang="en-US"/>
          </a:p>
        </p:txBody>
      </p:sp>
      <p:sp>
        <p:nvSpPr>
          <p:cNvPr id="6" name="Slide Number Placeholder 5"/>
          <p:cNvSpPr>
            <a:spLocks noGrp="1"/>
          </p:cNvSpPr>
          <p:nvPr>
            <p:ph type="sldNum" sz="quarter" idx="12"/>
          </p:nvPr>
        </p:nvSpPr>
        <p:spPr/>
        <p:txBody>
          <a:bodyPr/>
          <a:lstStyle/>
          <a:p>
            <a:pPr fontAlgn="base">
              <a:spcBef>
                <a:spcPct val="0"/>
              </a:spcBef>
              <a:spcAft>
                <a:spcPct val="0"/>
              </a:spcAft>
            </a:pPr>
            <a:fld id="{9E3C471D-FB94-43E4-8DFD-966A05A84658}" type="slidenum">
              <a:rPr lang="en-US" smtClean="0">
                <a:solidFill>
                  <a:srgbClr val="7F7F7F"/>
                </a:solidFill>
              </a:rPr>
              <a:pPr fontAlgn="base">
                <a:spcBef>
                  <a:spcPct val="0"/>
                </a:spcBef>
                <a:spcAft>
                  <a:spcPct val="0"/>
                </a:spcAft>
              </a:pPr>
              <a:t>‹#›</a:t>
            </a:fld>
            <a:endParaRPr lang="en-US" dirty="0">
              <a:solidFill>
                <a:srgbClr val="7F7F7F"/>
              </a:solidFill>
            </a:endParaRPr>
          </a:p>
        </p:txBody>
      </p:sp>
      <p:sp>
        <p:nvSpPr>
          <p:cNvPr id="16" name="Date Placeholder 15"/>
          <p:cNvSpPr>
            <a:spLocks noGrp="1"/>
          </p:cNvSpPr>
          <p:nvPr>
            <p:ph type="dt" sz="half" idx="14"/>
          </p:nvPr>
        </p:nvSpPr>
        <p:spPr/>
        <p:txBody>
          <a:bodyPr/>
          <a:lstStyle/>
          <a:p>
            <a:endParaRPr lang="en-US" dirty="0"/>
          </a:p>
        </p:txBody>
      </p:sp>
      <p:sp>
        <p:nvSpPr>
          <p:cNvPr id="12" name="Content Placeholder 10"/>
          <p:cNvSpPr>
            <a:spLocks noGrp="1"/>
          </p:cNvSpPr>
          <p:nvPr>
            <p:ph sz="quarter" idx="15"/>
          </p:nvPr>
        </p:nvSpPr>
        <p:spPr>
          <a:xfrm>
            <a:off x="457200" y="1184564"/>
            <a:ext cx="8232775" cy="4958542"/>
          </a:xfrm>
        </p:spPr>
        <p:txBody>
          <a:bodyPr/>
          <a:lstStyle>
            <a:lvl1pPr>
              <a:defRPr sz="2000" b="1"/>
            </a:lvl1pPr>
            <a:lvl2pPr>
              <a:buFont typeface="Wingdings" pitchFamily="2" charset="2"/>
              <a:buChar char="§"/>
              <a:defRPr sz="2000"/>
            </a:lvl2pPr>
            <a:lvl3pPr>
              <a:defRPr sz="1800"/>
            </a:lvl3pPr>
            <a:lvl4pPr>
              <a:buFont typeface="Courier New" pitchFamily="49" charset="0"/>
              <a:buChar char="o"/>
              <a:defRPr sz="1600"/>
            </a:lvl4pPr>
            <a:lvl5pPr>
              <a:buFont typeface="Courier New" pitchFamily="49" charset="0"/>
              <a:buChar char="o"/>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ivide Slide">
    <p:spTree>
      <p:nvGrpSpPr>
        <p:cNvPr id="1" name=""/>
        <p:cNvGrpSpPr/>
        <p:nvPr/>
      </p:nvGrpSpPr>
      <p:grpSpPr>
        <a:xfrm>
          <a:off x="0" y="0"/>
          <a:ext cx="0" cy="0"/>
          <a:chOff x="0" y="0"/>
          <a:chExt cx="0" cy="0"/>
        </a:xfrm>
      </p:grpSpPr>
      <p:pic>
        <p:nvPicPr>
          <p:cNvPr id="8" name="Picture 7" descr="aa_pc_PPT_rgb_23c_b.jpg"/>
          <p:cNvPicPr>
            <a:picLocks noChangeAspect="1"/>
          </p:cNvPicPr>
          <p:nvPr/>
        </p:nvPicPr>
        <p:blipFill>
          <a:blip r:embed="rId2" cstate="print"/>
          <a:stretch>
            <a:fillRect/>
          </a:stretch>
        </p:blipFill>
        <p:spPr bwMode="hidden">
          <a:xfrm>
            <a:off x="0" y="0"/>
            <a:ext cx="9144000" cy="6858000"/>
          </a:xfrm>
          <a:prstGeom prst="rect">
            <a:avLst/>
          </a:prstGeom>
        </p:spPr>
      </p:pic>
      <p:sp>
        <p:nvSpPr>
          <p:cNvPr id="15" name="Date Placeholder 14"/>
          <p:cNvSpPr>
            <a:spLocks noGrp="1"/>
          </p:cNvSpPr>
          <p:nvPr>
            <p:ph type="dt" sz="half" idx="10"/>
          </p:nvPr>
        </p:nvSpPr>
        <p:spPr/>
        <p:txBody>
          <a:bodyPr/>
          <a:lstStyle>
            <a:lvl1pPr>
              <a:defRPr>
                <a:solidFill>
                  <a:schemeClr val="bg1"/>
                </a:solidFill>
              </a:defRPr>
            </a:lvl1pPr>
          </a:lstStyle>
          <a:p>
            <a:endParaRPr lang="en-US" dirty="0"/>
          </a:p>
        </p:txBody>
      </p:sp>
      <p:sp>
        <p:nvSpPr>
          <p:cNvPr id="16" name="Slide Number Placeholder 15"/>
          <p:cNvSpPr>
            <a:spLocks noGrp="1"/>
          </p:cNvSpPr>
          <p:nvPr>
            <p:ph type="sldNum" sz="quarter" idx="11"/>
          </p:nvPr>
        </p:nvSpPr>
        <p:spPr/>
        <p:txBody>
          <a:bodyPr/>
          <a:lstStyle>
            <a:lvl1pPr>
              <a:defRPr>
                <a:solidFill>
                  <a:schemeClr val="bg1"/>
                </a:solidFill>
              </a:defRPr>
            </a:lvl1pPr>
          </a:lstStyle>
          <a:p>
            <a:pPr fontAlgn="base">
              <a:spcBef>
                <a:spcPct val="0"/>
              </a:spcBef>
              <a:spcAft>
                <a:spcPct val="0"/>
              </a:spcAft>
            </a:pPr>
            <a:fld id="{9E3C471D-FB94-43E4-8DFD-966A05A84658}" type="slidenum">
              <a:rPr lang="en-US" smtClean="0">
                <a:solidFill>
                  <a:srgbClr val="7F7F7F"/>
                </a:solidFill>
              </a:rPr>
              <a:pPr fontAlgn="base">
                <a:spcBef>
                  <a:spcPct val="0"/>
                </a:spcBef>
                <a:spcAft>
                  <a:spcPct val="0"/>
                </a:spcAft>
              </a:pPr>
              <a:t>‹#›</a:t>
            </a:fld>
            <a:endParaRPr lang="en-US" dirty="0">
              <a:solidFill>
                <a:srgbClr val="7F7F7F"/>
              </a:solidFill>
            </a:endParaRPr>
          </a:p>
        </p:txBody>
      </p:sp>
      <p:sp>
        <p:nvSpPr>
          <p:cNvPr id="17" name="Footer Placeholder 16"/>
          <p:cNvSpPr>
            <a:spLocks noGrp="1"/>
          </p:cNvSpPr>
          <p:nvPr>
            <p:ph type="ftr" sz="quarter" idx="12"/>
          </p:nvPr>
        </p:nvSpPr>
        <p:spPr/>
        <p:txBody>
          <a:bodyPr/>
          <a:lstStyle>
            <a:lvl1pPr>
              <a:defRPr>
                <a:solidFill>
                  <a:schemeClr val="bg1"/>
                </a:solidFill>
              </a:defRPr>
            </a:lvl1pPr>
          </a:lstStyle>
          <a:p>
            <a:r>
              <a:rPr lang="en-US" smtClean="0"/>
              <a:t>Release [N] v[x.x]</a:t>
            </a:r>
            <a:endParaRPr lang="en-US" dirty="0"/>
          </a:p>
        </p:txBody>
      </p:sp>
      <p:sp>
        <p:nvSpPr>
          <p:cNvPr id="11" name="Title 1"/>
          <p:cNvSpPr>
            <a:spLocks noGrp="1"/>
          </p:cNvSpPr>
          <p:nvPr>
            <p:ph type="title" hasCustomPrompt="1"/>
          </p:nvPr>
        </p:nvSpPr>
        <p:spPr>
          <a:xfrm>
            <a:off x="447869" y="739492"/>
            <a:ext cx="8242106" cy="1552857"/>
          </a:xfrm>
        </p:spPr>
        <p:txBody>
          <a:bodyPr anchor="t"/>
          <a:lstStyle>
            <a:lvl1pPr>
              <a:defRPr/>
            </a:lvl1pPr>
          </a:lstStyle>
          <a:p>
            <a:r>
              <a:rPr lang="en-US" dirty="0" smtClean="0"/>
              <a:t>Click to edit text slide title</a:t>
            </a:r>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AA Blue Quotes Divider Slide">
    <p:spTree>
      <p:nvGrpSpPr>
        <p:cNvPr id="1" name=""/>
        <p:cNvGrpSpPr/>
        <p:nvPr/>
      </p:nvGrpSpPr>
      <p:grpSpPr>
        <a:xfrm>
          <a:off x="0" y="0"/>
          <a:ext cx="0" cy="0"/>
          <a:chOff x="0" y="0"/>
          <a:chExt cx="0" cy="0"/>
        </a:xfrm>
      </p:grpSpPr>
      <p:sp>
        <p:nvSpPr>
          <p:cNvPr id="11" name="Rectangle 10"/>
          <p:cNvSpPr/>
          <p:nvPr/>
        </p:nvSpPr>
        <p:spPr bwMode="hidden">
          <a:xfrm>
            <a:off x="0" y="0"/>
            <a:ext cx="91440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Date Placeholder 14"/>
          <p:cNvSpPr>
            <a:spLocks noGrp="1"/>
          </p:cNvSpPr>
          <p:nvPr>
            <p:ph type="dt" sz="half" idx="10"/>
          </p:nvPr>
        </p:nvSpPr>
        <p:spPr/>
        <p:txBody>
          <a:bodyPr/>
          <a:lstStyle>
            <a:lvl1pPr>
              <a:defRPr>
                <a:solidFill>
                  <a:schemeClr val="bg1"/>
                </a:solidFill>
              </a:defRPr>
            </a:lvl1pPr>
          </a:lstStyle>
          <a:p>
            <a:endParaRPr lang="en-US" dirty="0"/>
          </a:p>
        </p:txBody>
      </p:sp>
      <p:sp>
        <p:nvSpPr>
          <p:cNvPr id="16" name="Slide Number Placeholder 15"/>
          <p:cNvSpPr>
            <a:spLocks noGrp="1"/>
          </p:cNvSpPr>
          <p:nvPr>
            <p:ph type="sldNum" sz="quarter" idx="11"/>
          </p:nvPr>
        </p:nvSpPr>
        <p:spPr/>
        <p:txBody>
          <a:bodyPr/>
          <a:lstStyle>
            <a:lvl1pPr>
              <a:defRPr>
                <a:solidFill>
                  <a:schemeClr val="bg1"/>
                </a:solidFill>
              </a:defRPr>
            </a:lvl1pPr>
          </a:lstStyle>
          <a:p>
            <a:pPr fontAlgn="base">
              <a:spcBef>
                <a:spcPct val="0"/>
              </a:spcBef>
              <a:spcAft>
                <a:spcPct val="0"/>
              </a:spcAft>
            </a:pPr>
            <a:fld id="{9E3C471D-FB94-43E4-8DFD-966A05A84658}" type="slidenum">
              <a:rPr lang="en-US" smtClean="0">
                <a:solidFill>
                  <a:srgbClr val="7F7F7F"/>
                </a:solidFill>
              </a:rPr>
              <a:pPr fontAlgn="base">
                <a:spcBef>
                  <a:spcPct val="0"/>
                </a:spcBef>
                <a:spcAft>
                  <a:spcPct val="0"/>
                </a:spcAft>
              </a:pPr>
              <a:t>‹#›</a:t>
            </a:fld>
            <a:endParaRPr lang="en-US" dirty="0">
              <a:solidFill>
                <a:srgbClr val="7F7F7F"/>
              </a:solidFill>
            </a:endParaRPr>
          </a:p>
        </p:txBody>
      </p:sp>
      <p:sp>
        <p:nvSpPr>
          <p:cNvPr id="17" name="Footer Placeholder 16"/>
          <p:cNvSpPr>
            <a:spLocks noGrp="1"/>
          </p:cNvSpPr>
          <p:nvPr>
            <p:ph type="ftr" sz="quarter" idx="12"/>
          </p:nvPr>
        </p:nvSpPr>
        <p:spPr/>
        <p:txBody>
          <a:bodyPr/>
          <a:lstStyle>
            <a:lvl1pPr>
              <a:defRPr>
                <a:solidFill>
                  <a:schemeClr val="bg1"/>
                </a:solidFill>
              </a:defRPr>
            </a:lvl1pPr>
          </a:lstStyle>
          <a:p>
            <a:r>
              <a:rPr lang="en-US" smtClean="0"/>
              <a:t>Release [N] v[x.x]</a:t>
            </a:r>
            <a:endParaRPr lang="en-US" dirty="0"/>
          </a:p>
        </p:txBody>
      </p:sp>
      <p:sp>
        <p:nvSpPr>
          <p:cNvPr id="8" name="Text Placeholder 9"/>
          <p:cNvSpPr>
            <a:spLocks noGrp="1"/>
          </p:cNvSpPr>
          <p:nvPr>
            <p:ph type="body" sz="quarter" idx="13"/>
          </p:nvPr>
        </p:nvSpPr>
        <p:spPr>
          <a:xfrm>
            <a:off x="457200" y="740664"/>
            <a:ext cx="8232775" cy="5340096"/>
          </a:xfrm>
        </p:spPr>
        <p:txBody>
          <a:bodyPr/>
          <a:lstStyle>
            <a:lvl1pPr>
              <a:defRPr sz="4000" b="0">
                <a:solidFill>
                  <a:schemeClr val="bg1"/>
                </a:solidFill>
              </a:defRPr>
            </a:lvl1pPr>
            <a:lvl2pPr marL="171450" indent="-171450">
              <a:buNone/>
              <a:defRPr sz="4000">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smtClean="0"/>
              <a:t>Click to edit Master text styles</a:t>
            </a: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AA Orange Quotes Divider Slide">
    <p:spTree>
      <p:nvGrpSpPr>
        <p:cNvPr id="1" name=""/>
        <p:cNvGrpSpPr/>
        <p:nvPr/>
      </p:nvGrpSpPr>
      <p:grpSpPr>
        <a:xfrm>
          <a:off x="0" y="0"/>
          <a:ext cx="0" cy="0"/>
          <a:chOff x="0" y="0"/>
          <a:chExt cx="0" cy="0"/>
        </a:xfrm>
      </p:grpSpPr>
      <p:sp>
        <p:nvSpPr>
          <p:cNvPr id="11" name="Rectangle 10"/>
          <p:cNvSpPr/>
          <p:nvPr/>
        </p:nvSpPr>
        <p:spPr bwMode="hidden">
          <a:xfrm>
            <a:off x="0" y="0"/>
            <a:ext cx="914400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Date Placeholder 14"/>
          <p:cNvSpPr>
            <a:spLocks noGrp="1"/>
          </p:cNvSpPr>
          <p:nvPr>
            <p:ph type="dt" sz="half" idx="10"/>
          </p:nvPr>
        </p:nvSpPr>
        <p:spPr/>
        <p:txBody>
          <a:bodyPr/>
          <a:lstStyle>
            <a:lvl1pPr>
              <a:defRPr>
                <a:solidFill>
                  <a:schemeClr val="bg1"/>
                </a:solidFill>
              </a:defRPr>
            </a:lvl1pPr>
          </a:lstStyle>
          <a:p>
            <a:endParaRPr lang="en-US" dirty="0"/>
          </a:p>
        </p:txBody>
      </p:sp>
      <p:sp>
        <p:nvSpPr>
          <p:cNvPr id="16" name="Slide Number Placeholder 15"/>
          <p:cNvSpPr>
            <a:spLocks noGrp="1"/>
          </p:cNvSpPr>
          <p:nvPr>
            <p:ph type="sldNum" sz="quarter" idx="11"/>
          </p:nvPr>
        </p:nvSpPr>
        <p:spPr/>
        <p:txBody>
          <a:bodyPr/>
          <a:lstStyle>
            <a:lvl1pPr>
              <a:defRPr>
                <a:solidFill>
                  <a:schemeClr val="bg1"/>
                </a:solidFill>
              </a:defRPr>
            </a:lvl1pPr>
          </a:lstStyle>
          <a:p>
            <a:pPr fontAlgn="base">
              <a:spcBef>
                <a:spcPct val="0"/>
              </a:spcBef>
              <a:spcAft>
                <a:spcPct val="0"/>
              </a:spcAft>
            </a:pPr>
            <a:fld id="{9E3C471D-FB94-43E4-8DFD-966A05A84658}" type="slidenum">
              <a:rPr lang="en-US" smtClean="0">
                <a:solidFill>
                  <a:srgbClr val="7F7F7F"/>
                </a:solidFill>
              </a:rPr>
              <a:pPr fontAlgn="base">
                <a:spcBef>
                  <a:spcPct val="0"/>
                </a:spcBef>
                <a:spcAft>
                  <a:spcPct val="0"/>
                </a:spcAft>
              </a:pPr>
              <a:t>‹#›</a:t>
            </a:fld>
            <a:endParaRPr lang="en-US" dirty="0">
              <a:solidFill>
                <a:srgbClr val="7F7F7F"/>
              </a:solidFill>
            </a:endParaRPr>
          </a:p>
        </p:txBody>
      </p:sp>
      <p:sp>
        <p:nvSpPr>
          <p:cNvPr id="17" name="Footer Placeholder 16"/>
          <p:cNvSpPr>
            <a:spLocks noGrp="1"/>
          </p:cNvSpPr>
          <p:nvPr>
            <p:ph type="ftr" sz="quarter" idx="12"/>
          </p:nvPr>
        </p:nvSpPr>
        <p:spPr/>
        <p:txBody>
          <a:bodyPr/>
          <a:lstStyle>
            <a:lvl1pPr>
              <a:defRPr>
                <a:solidFill>
                  <a:schemeClr val="bg1"/>
                </a:solidFill>
              </a:defRPr>
            </a:lvl1pPr>
          </a:lstStyle>
          <a:p>
            <a:r>
              <a:rPr lang="en-US" smtClean="0"/>
              <a:t>Release [N] v[x.x]</a:t>
            </a:r>
            <a:endParaRPr lang="en-US" dirty="0"/>
          </a:p>
        </p:txBody>
      </p:sp>
      <p:sp>
        <p:nvSpPr>
          <p:cNvPr id="8" name="Text Placeholder 9"/>
          <p:cNvSpPr>
            <a:spLocks noGrp="1"/>
          </p:cNvSpPr>
          <p:nvPr>
            <p:ph type="body" sz="quarter" idx="13"/>
          </p:nvPr>
        </p:nvSpPr>
        <p:spPr>
          <a:xfrm>
            <a:off x="457200" y="740664"/>
            <a:ext cx="8232775" cy="5340096"/>
          </a:xfrm>
        </p:spPr>
        <p:txBody>
          <a:bodyPr/>
          <a:lstStyle>
            <a:lvl1pPr>
              <a:defRPr sz="4000" b="0">
                <a:solidFill>
                  <a:schemeClr val="bg1"/>
                </a:solidFill>
              </a:defRPr>
            </a:lvl1pPr>
            <a:lvl2pPr marL="171450" indent="-171450">
              <a:buNone/>
              <a:defRPr sz="4000">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smtClean="0"/>
              <a:t>Click to edit Master text styles</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AA Light Orange Quotes Divider Slide">
    <p:spTree>
      <p:nvGrpSpPr>
        <p:cNvPr id="1" name=""/>
        <p:cNvGrpSpPr/>
        <p:nvPr/>
      </p:nvGrpSpPr>
      <p:grpSpPr>
        <a:xfrm>
          <a:off x="0" y="0"/>
          <a:ext cx="0" cy="0"/>
          <a:chOff x="0" y="0"/>
          <a:chExt cx="0" cy="0"/>
        </a:xfrm>
      </p:grpSpPr>
      <p:sp>
        <p:nvSpPr>
          <p:cNvPr id="11" name="Rectangle 10"/>
          <p:cNvSpPr/>
          <p:nvPr/>
        </p:nvSpPr>
        <p:spPr bwMode="hidden">
          <a:xfrm>
            <a:off x="0" y="0"/>
            <a:ext cx="9144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Date Placeholder 14"/>
          <p:cNvSpPr>
            <a:spLocks noGrp="1"/>
          </p:cNvSpPr>
          <p:nvPr>
            <p:ph type="dt" sz="half" idx="10"/>
          </p:nvPr>
        </p:nvSpPr>
        <p:spPr/>
        <p:txBody>
          <a:bodyPr/>
          <a:lstStyle>
            <a:lvl1pPr>
              <a:defRPr>
                <a:solidFill>
                  <a:schemeClr val="bg1"/>
                </a:solidFill>
              </a:defRPr>
            </a:lvl1pPr>
          </a:lstStyle>
          <a:p>
            <a:endParaRPr lang="en-US" dirty="0"/>
          </a:p>
        </p:txBody>
      </p:sp>
      <p:sp>
        <p:nvSpPr>
          <p:cNvPr id="16" name="Slide Number Placeholder 15"/>
          <p:cNvSpPr>
            <a:spLocks noGrp="1"/>
          </p:cNvSpPr>
          <p:nvPr>
            <p:ph type="sldNum" sz="quarter" idx="11"/>
          </p:nvPr>
        </p:nvSpPr>
        <p:spPr/>
        <p:txBody>
          <a:bodyPr/>
          <a:lstStyle>
            <a:lvl1pPr>
              <a:defRPr>
                <a:solidFill>
                  <a:schemeClr val="bg1"/>
                </a:solidFill>
              </a:defRPr>
            </a:lvl1pPr>
          </a:lstStyle>
          <a:p>
            <a:pPr fontAlgn="base">
              <a:spcBef>
                <a:spcPct val="0"/>
              </a:spcBef>
              <a:spcAft>
                <a:spcPct val="0"/>
              </a:spcAft>
            </a:pPr>
            <a:fld id="{9E3C471D-FB94-43E4-8DFD-966A05A84658}" type="slidenum">
              <a:rPr lang="en-US" smtClean="0">
                <a:solidFill>
                  <a:srgbClr val="7F7F7F"/>
                </a:solidFill>
              </a:rPr>
              <a:pPr fontAlgn="base">
                <a:spcBef>
                  <a:spcPct val="0"/>
                </a:spcBef>
                <a:spcAft>
                  <a:spcPct val="0"/>
                </a:spcAft>
              </a:pPr>
              <a:t>‹#›</a:t>
            </a:fld>
            <a:endParaRPr lang="en-US" dirty="0">
              <a:solidFill>
                <a:srgbClr val="7F7F7F"/>
              </a:solidFill>
            </a:endParaRPr>
          </a:p>
        </p:txBody>
      </p:sp>
      <p:sp>
        <p:nvSpPr>
          <p:cNvPr id="17" name="Footer Placeholder 16"/>
          <p:cNvSpPr>
            <a:spLocks noGrp="1"/>
          </p:cNvSpPr>
          <p:nvPr>
            <p:ph type="ftr" sz="quarter" idx="12"/>
          </p:nvPr>
        </p:nvSpPr>
        <p:spPr/>
        <p:txBody>
          <a:bodyPr/>
          <a:lstStyle>
            <a:lvl1pPr>
              <a:defRPr>
                <a:solidFill>
                  <a:schemeClr val="bg1"/>
                </a:solidFill>
              </a:defRPr>
            </a:lvl1pPr>
          </a:lstStyle>
          <a:p>
            <a:r>
              <a:rPr lang="en-US" smtClean="0"/>
              <a:t>Release [N] v[x.x]</a:t>
            </a:r>
            <a:endParaRPr lang="en-US" dirty="0"/>
          </a:p>
        </p:txBody>
      </p:sp>
      <p:sp>
        <p:nvSpPr>
          <p:cNvPr id="8" name="Text Placeholder 9"/>
          <p:cNvSpPr>
            <a:spLocks noGrp="1"/>
          </p:cNvSpPr>
          <p:nvPr>
            <p:ph type="body" sz="quarter" idx="13"/>
          </p:nvPr>
        </p:nvSpPr>
        <p:spPr>
          <a:xfrm>
            <a:off x="457200" y="740664"/>
            <a:ext cx="8232775" cy="5340096"/>
          </a:xfrm>
        </p:spPr>
        <p:txBody>
          <a:bodyPr/>
          <a:lstStyle>
            <a:lvl1pPr>
              <a:defRPr sz="4000" b="0">
                <a:solidFill>
                  <a:schemeClr val="bg1"/>
                </a:solidFill>
              </a:defRPr>
            </a:lvl1pPr>
            <a:lvl2pPr marL="171450" indent="-171450">
              <a:buNone/>
              <a:defRPr sz="4000">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smtClean="0"/>
              <a:t>Click to edit Master text styles</a:t>
            </a: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AA Yellow Green Quotes Divider Slide">
    <p:spTree>
      <p:nvGrpSpPr>
        <p:cNvPr id="1" name=""/>
        <p:cNvGrpSpPr/>
        <p:nvPr/>
      </p:nvGrpSpPr>
      <p:grpSpPr>
        <a:xfrm>
          <a:off x="0" y="0"/>
          <a:ext cx="0" cy="0"/>
          <a:chOff x="0" y="0"/>
          <a:chExt cx="0" cy="0"/>
        </a:xfrm>
      </p:grpSpPr>
      <p:sp>
        <p:nvSpPr>
          <p:cNvPr id="11" name="Rectangle 10"/>
          <p:cNvSpPr/>
          <p:nvPr/>
        </p:nvSpPr>
        <p:spPr bwMode="hidden">
          <a:xfrm>
            <a:off x="0" y="0"/>
            <a:ext cx="9144000" cy="68580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Date Placeholder 14"/>
          <p:cNvSpPr>
            <a:spLocks noGrp="1"/>
          </p:cNvSpPr>
          <p:nvPr>
            <p:ph type="dt" sz="half" idx="10"/>
          </p:nvPr>
        </p:nvSpPr>
        <p:spPr/>
        <p:txBody>
          <a:bodyPr/>
          <a:lstStyle>
            <a:lvl1pPr>
              <a:defRPr>
                <a:solidFill>
                  <a:schemeClr val="bg1"/>
                </a:solidFill>
              </a:defRPr>
            </a:lvl1pPr>
          </a:lstStyle>
          <a:p>
            <a:endParaRPr lang="en-US" dirty="0"/>
          </a:p>
        </p:txBody>
      </p:sp>
      <p:sp>
        <p:nvSpPr>
          <p:cNvPr id="16" name="Slide Number Placeholder 15"/>
          <p:cNvSpPr>
            <a:spLocks noGrp="1"/>
          </p:cNvSpPr>
          <p:nvPr>
            <p:ph type="sldNum" sz="quarter" idx="11"/>
          </p:nvPr>
        </p:nvSpPr>
        <p:spPr/>
        <p:txBody>
          <a:bodyPr/>
          <a:lstStyle>
            <a:lvl1pPr>
              <a:defRPr>
                <a:solidFill>
                  <a:schemeClr val="bg1"/>
                </a:solidFill>
              </a:defRPr>
            </a:lvl1pPr>
          </a:lstStyle>
          <a:p>
            <a:pPr fontAlgn="base">
              <a:spcBef>
                <a:spcPct val="0"/>
              </a:spcBef>
              <a:spcAft>
                <a:spcPct val="0"/>
              </a:spcAft>
            </a:pPr>
            <a:fld id="{9E3C471D-FB94-43E4-8DFD-966A05A84658}" type="slidenum">
              <a:rPr lang="en-US" smtClean="0">
                <a:solidFill>
                  <a:srgbClr val="7F7F7F"/>
                </a:solidFill>
              </a:rPr>
              <a:pPr fontAlgn="base">
                <a:spcBef>
                  <a:spcPct val="0"/>
                </a:spcBef>
                <a:spcAft>
                  <a:spcPct val="0"/>
                </a:spcAft>
              </a:pPr>
              <a:t>‹#›</a:t>
            </a:fld>
            <a:endParaRPr lang="en-US" dirty="0">
              <a:solidFill>
                <a:srgbClr val="7F7F7F"/>
              </a:solidFill>
            </a:endParaRPr>
          </a:p>
        </p:txBody>
      </p:sp>
      <p:sp>
        <p:nvSpPr>
          <p:cNvPr id="17" name="Footer Placeholder 16"/>
          <p:cNvSpPr>
            <a:spLocks noGrp="1"/>
          </p:cNvSpPr>
          <p:nvPr>
            <p:ph type="ftr" sz="quarter" idx="12"/>
          </p:nvPr>
        </p:nvSpPr>
        <p:spPr/>
        <p:txBody>
          <a:bodyPr/>
          <a:lstStyle>
            <a:lvl1pPr>
              <a:defRPr>
                <a:solidFill>
                  <a:schemeClr val="bg1"/>
                </a:solidFill>
              </a:defRPr>
            </a:lvl1pPr>
          </a:lstStyle>
          <a:p>
            <a:r>
              <a:rPr lang="en-US" smtClean="0"/>
              <a:t>Release [N] v[x.x]</a:t>
            </a:r>
            <a:endParaRPr lang="en-US" dirty="0"/>
          </a:p>
        </p:txBody>
      </p:sp>
      <p:sp>
        <p:nvSpPr>
          <p:cNvPr id="8" name="Text Placeholder 9"/>
          <p:cNvSpPr>
            <a:spLocks noGrp="1"/>
          </p:cNvSpPr>
          <p:nvPr>
            <p:ph type="body" sz="quarter" idx="13"/>
          </p:nvPr>
        </p:nvSpPr>
        <p:spPr>
          <a:xfrm>
            <a:off x="457200" y="740664"/>
            <a:ext cx="8232775" cy="5340096"/>
          </a:xfrm>
        </p:spPr>
        <p:txBody>
          <a:bodyPr/>
          <a:lstStyle>
            <a:lvl1pPr>
              <a:defRPr sz="4000" b="0">
                <a:solidFill>
                  <a:schemeClr val="bg1"/>
                </a:solidFill>
              </a:defRPr>
            </a:lvl1pPr>
            <a:lvl2pPr marL="171450" indent="-171450">
              <a:buNone/>
              <a:defRPr sz="4000">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smtClean="0"/>
              <a:t>Click to edit Master text styles</a:t>
            </a: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AA Red Quotes Divider Slide">
    <p:spTree>
      <p:nvGrpSpPr>
        <p:cNvPr id="1" name=""/>
        <p:cNvGrpSpPr/>
        <p:nvPr/>
      </p:nvGrpSpPr>
      <p:grpSpPr>
        <a:xfrm>
          <a:off x="0" y="0"/>
          <a:ext cx="0" cy="0"/>
          <a:chOff x="0" y="0"/>
          <a:chExt cx="0" cy="0"/>
        </a:xfrm>
      </p:grpSpPr>
      <p:sp>
        <p:nvSpPr>
          <p:cNvPr id="11" name="Rectangle 10"/>
          <p:cNvSpPr/>
          <p:nvPr/>
        </p:nvSpPr>
        <p:spPr bwMode="hidden">
          <a:xfrm>
            <a:off x="0" y="0"/>
            <a:ext cx="9144000"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Date Placeholder 14"/>
          <p:cNvSpPr>
            <a:spLocks noGrp="1"/>
          </p:cNvSpPr>
          <p:nvPr>
            <p:ph type="dt" sz="half" idx="10"/>
          </p:nvPr>
        </p:nvSpPr>
        <p:spPr/>
        <p:txBody>
          <a:bodyPr/>
          <a:lstStyle>
            <a:lvl1pPr>
              <a:defRPr>
                <a:solidFill>
                  <a:schemeClr val="bg1"/>
                </a:solidFill>
              </a:defRPr>
            </a:lvl1pPr>
          </a:lstStyle>
          <a:p>
            <a:endParaRPr lang="en-US" dirty="0"/>
          </a:p>
        </p:txBody>
      </p:sp>
      <p:sp>
        <p:nvSpPr>
          <p:cNvPr id="16" name="Slide Number Placeholder 15"/>
          <p:cNvSpPr>
            <a:spLocks noGrp="1"/>
          </p:cNvSpPr>
          <p:nvPr>
            <p:ph type="sldNum" sz="quarter" idx="11"/>
          </p:nvPr>
        </p:nvSpPr>
        <p:spPr/>
        <p:txBody>
          <a:bodyPr/>
          <a:lstStyle>
            <a:lvl1pPr>
              <a:defRPr>
                <a:solidFill>
                  <a:schemeClr val="bg1"/>
                </a:solidFill>
              </a:defRPr>
            </a:lvl1pPr>
          </a:lstStyle>
          <a:p>
            <a:pPr fontAlgn="base">
              <a:spcBef>
                <a:spcPct val="0"/>
              </a:spcBef>
              <a:spcAft>
                <a:spcPct val="0"/>
              </a:spcAft>
            </a:pPr>
            <a:fld id="{9E3C471D-FB94-43E4-8DFD-966A05A84658}" type="slidenum">
              <a:rPr lang="en-US" smtClean="0">
                <a:solidFill>
                  <a:srgbClr val="7F7F7F"/>
                </a:solidFill>
              </a:rPr>
              <a:pPr fontAlgn="base">
                <a:spcBef>
                  <a:spcPct val="0"/>
                </a:spcBef>
                <a:spcAft>
                  <a:spcPct val="0"/>
                </a:spcAft>
              </a:pPr>
              <a:t>‹#›</a:t>
            </a:fld>
            <a:endParaRPr lang="en-US" dirty="0">
              <a:solidFill>
                <a:srgbClr val="7F7F7F"/>
              </a:solidFill>
            </a:endParaRPr>
          </a:p>
        </p:txBody>
      </p:sp>
      <p:sp>
        <p:nvSpPr>
          <p:cNvPr id="17" name="Footer Placeholder 16"/>
          <p:cNvSpPr>
            <a:spLocks noGrp="1"/>
          </p:cNvSpPr>
          <p:nvPr>
            <p:ph type="ftr" sz="quarter" idx="12"/>
          </p:nvPr>
        </p:nvSpPr>
        <p:spPr/>
        <p:txBody>
          <a:bodyPr/>
          <a:lstStyle>
            <a:lvl1pPr>
              <a:defRPr>
                <a:solidFill>
                  <a:schemeClr val="bg1"/>
                </a:solidFill>
              </a:defRPr>
            </a:lvl1pPr>
          </a:lstStyle>
          <a:p>
            <a:r>
              <a:rPr lang="en-US" smtClean="0"/>
              <a:t>Release [N] v[x.x]</a:t>
            </a:r>
            <a:endParaRPr lang="en-US" dirty="0"/>
          </a:p>
        </p:txBody>
      </p:sp>
      <p:sp>
        <p:nvSpPr>
          <p:cNvPr id="8" name="Text Placeholder 9"/>
          <p:cNvSpPr>
            <a:spLocks noGrp="1"/>
          </p:cNvSpPr>
          <p:nvPr>
            <p:ph type="body" sz="quarter" idx="13"/>
          </p:nvPr>
        </p:nvSpPr>
        <p:spPr>
          <a:xfrm>
            <a:off x="457200" y="740664"/>
            <a:ext cx="8232775" cy="5340096"/>
          </a:xfrm>
        </p:spPr>
        <p:txBody>
          <a:bodyPr/>
          <a:lstStyle>
            <a:lvl1pPr>
              <a:defRPr sz="4000" b="0">
                <a:solidFill>
                  <a:schemeClr val="bg1"/>
                </a:solidFill>
              </a:defRPr>
            </a:lvl1pPr>
            <a:lvl2pPr marL="171450" indent="-171450">
              <a:buNone/>
              <a:defRPr sz="4000">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smtClean="0"/>
              <a:t>Click to edit Master text styles</a:t>
            </a: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Two-thirds Image Slide">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lvl1pPr>
              <a:defRPr/>
            </a:lvl1pPr>
          </a:lstStyle>
          <a:p>
            <a:r>
              <a:rPr lang="en-US" dirty="0" smtClean="0"/>
              <a:t>Click to edit 2 column title</a:t>
            </a:r>
            <a:endParaRPr lang="en-US" dirty="0"/>
          </a:p>
        </p:txBody>
      </p:sp>
      <p:sp>
        <p:nvSpPr>
          <p:cNvPr id="15" name="Content Placeholder 14"/>
          <p:cNvSpPr>
            <a:spLocks noGrp="1"/>
          </p:cNvSpPr>
          <p:nvPr>
            <p:ph sz="quarter" idx="14"/>
          </p:nvPr>
        </p:nvSpPr>
        <p:spPr>
          <a:xfrm>
            <a:off x="5879592" y="1194955"/>
            <a:ext cx="2807208" cy="4885805"/>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17" name="Content Placeholder 16"/>
          <p:cNvSpPr>
            <a:spLocks noGrp="1"/>
          </p:cNvSpPr>
          <p:nvPr>
            <p:ph sz="quarter" idx="15"/>
          </p:nvPr>
        </p:nvSpPr>
        <p:spPr>
          <a:xfrm>
            <a:off x="457200" y="1194956"/>
            <a:ext cx="5157216" cy="4881042"/>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10" name="Date Placeholder 9"/>
          <p:cNvSpPr>
            <a:spLocks noGrp="1"/>
          </p:cNvSpPr>
          <p:nvPr>
            <p:ph type="dt" sz="half" idx="16"/>
          </p:nvPr>
        </p:nvSpPr>
        <p:spPr/>
        <p:txBody>
          <a:bodyPr/>
          <a:lstStyle/>
          <a:p>
            <a:endParaRPr lang="en-US" dirty="0"/>
          </a:p>
        </p:txBody>
      </p:sp>
      <p:sp>
        <p:nvSpPr>
          <p:cNvPr id="11" name="Slide Number Placeholder 10"/>
          <p:cNvSpPr>
            <a:spLocks noGrp="1"/>
          </p:cNvSpPr>
          <p:nvPr>
            <p:ph type="sldNum" sz="quarter" idx="17"/>
          </p:nvPr>
        </p:nvSpPr>
        <p:spPr/>
        <p:txBody>
          <a:bodyPr/>
          <a:lstStyle/>
          <a:p>
            <a:pPr fontAlgn="base">
              <a:spcBef>
                <a:spcPct val="0"/>
              </a:spcBef>
              <a:spcAft>
                <a:spcPct val="0"/>
              </a:spcAft>
            </a:pPr>
            <a:fld id="{9E3C471D-FB94-43E4-8DFD-966A05A84658}" type="slidenum">
              <a:rPr lang="en-US" smtClean="0">
                <a:solidFill>
                  <a:srgbClr val="7F7F7F"/>
                </a:solidFill>
              </a:rPr>
              <a:pPr fontAlgn="base">
                <a:spcBef>
                  <a:spcPct val="0"/>
                </a:spcBef>
                <a:spcAft>
                  <a:spcPct val="0"/>
                </a:spcAft>
              </a:pPr>
              <a:t>‹#›</a:t>
            </a:fld>
            <a:endParaRPr lang="en-US" dirty="0">
              <a:solidFill>
                <a:srgbClr val="7F7F7F"/>
              </a:solidFill>
            </a:endParaRPr>
          </a:p>
        </p:txBody>
      </p:sp>
      <p:sp>
        <p:nvSpPr>
          <p:cNvPr id="16" name="Footer Placeholder 15"/>
          <p:cNvSpPr>
            <a:spLocks noGrp="1"/>
          </p:cNvSpPr>
          <p:nvPr>
            <p:ph type="ftr" sz="quarter" idx="18"/>
          </p:nvPr>
        </p:nvSpPr>
        <p:spPr/>
        <p:txBody>
          <a:bodyPr/>
          <a:lstStyle/>
          <a:p>
            <a:r>
              <a:rPr lang="en-US" smtClean="0"/>
              <a:t>Release [N] v[x.x]</a:t>
            </a:r>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One-third Image Slide">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lvl1pPr>
              <a:defRPr/>
            </a:lvl1pPr>
          </a:lstStyle>
          <a:p>
            <a:r>
              <a:rPr lang="en-US" dirty="0" smtClean="0"/>
              <a:t>Click to edit 2 column title</a:t>
            </a:r>
            <a:endParaRPr lang="en-US" dirty="0"/>
          </a:p>
        </p:txBody>
      </p:sp>
      <p:sp>
        <p:nvSpPr>
          <p:cNvPr id="12" name="Date Placeholder 11"/>
          <p:cNvSpPr>
            <a:spLocks noGrp="1"/>
          </p:cNvSpPr>
          <p:nvPr>
            <p:ph type="dt" sz="half" idx="10"/>
          </p:nvPr>
        </p:nvSpPr>
        <p:spPr/>
        <p:txBody>
          <a:bodyPr/>
          <a:lstStyle/>
          <a:p>
            <a:endParaRPr lang="en-US" dirty="0"/>
          </a:p>
        </p:txBody>
      </p:sp>
      <p:sp>
        <p:nvSpPr>
          <p:cNvPr id="13" name="Slide Number Placeholder 12"/>
          <p:cNvSpPr>
            <a:spLocks noGrp="1"/>
          </p:cNvSpPr>
          <p:nvPr>
            <p:ph type="sldNum" sz="quarter" idx="11"/>
          </p:nvPr>
        </p:nvSpPr>
        <p:spPr/>
        <p:txBody>
          <a:bodyPr/>
          <a:lstStyle/>
          <a:p>
            <a:pPr fontAlgn="base">
              <a:spcBef>
                <a:spcPct val="0"/>
              </a:spcBef>
              <a:spcAft>
                <a:spcPct val="0"/>
              </a:spcAft>
            </a:pPr>
            <a:fld id="{9E3C471D-FB94-43E4-8DFD-966A05A84658}" type="slidenum">
              <a:rPr lang="en-US" smtClean="0">
                <a:solidFill>
                  <a:srgbClr val="7F7F7F"/>
                </a:solidFill>
              </a:rPr>
              <a:pPr fontAlgn="base">
                <a:spcBef>
                  <a:spcPct val="0"/>
                </a:spcBef>
                <a:spcAft>
                  <a:spcPct val="0"/>
                </a:spcAft>
              </a:pPr>
              <a:t>‹#›</a:t>
            </a:fld>
            <a:endParaRPr lang="en-US" dirty="0">
              <a:solidFill>
                <a:srgbClr val="7F7F7F"/>
              </a:solidFill>
            </a:endParaRPr>
          </a:p>
        </p:txBody>
      </p:sp>
      <p:sp>
        <p:nvSpPr>
          <p:cNvPr id="14" name="Footer Placeholder 13"/>
          <p:cNvSpPr>
            <a:spLocks noGrp="1"/>
          </p:cNvSpPr>
          <p:nvPr>
            <p:ph type="ftr" sz="quarter" idx="12"/>
          </p:nvPr>
        </p:nvSpPr>
        <p:spPr/>
        <p:txBody>
          <a:bodyPr/>
          <a:lstStyle/>
          <a:p>
            <a:r>
              <a:rPr lang="en-US" smtClean="0"/>
              <a:t>Release [N] v[x.x]</a:t>
            </a:r>
            <a:endParaRPr lang="en-US" dirty="0"/>
          </a:p>
        </p:txBody>
      </p:sp>
      <p:sp>
        <p:nvSpPr>
          <p:cNvPr id="15" name="Content Placeholder 14"/>
          <p:cNvSpPr>
            <a:spLocks noGrp="1"/>
          </p:cNvSpPr>
          <p:nvPr>
            <p:ph sz="quarter" idx="13"/>
          </p:nvPr>
        </p:nvSpPr>
        <p:spPr>
          <a:xfrm>
            <a:off x="3529584" y="1184564"/>
            <a:ext cx="5157216" cy="4896196"/>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17" name="Content Placeholder 16"/>
          <p:cNvSpPr>
            <a:spLocks noGrp="1"/>
          </p:cNvSpPr>
          <p:nvPr>
            <p:ph sz="quarter" idx="14"/>
          </p:nvPr>
        </p:nvSpPr>
        <p:spPr>
          <a:xfrm>
            <a:off x="457200" y="1174173"/>
            <a:ext cx="2807208" cy="4906587"/>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Half Image Slide">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lvl1pPr>
              <a:defRPr/>
            </a:lvl1pPr>
          </a:lstStyle>
          <a:p>
            <a:r>
              <a:rPr lang="en-US" dirty="0" smtClean="0"/>
              <a:t>Click to edit 2 column title</a:t>
            </a:r>
            <a:endParaRPr lang="en-US" dirty="0"/>
          </a:p>
        </p:txBody>
      </p:sp>
      <p:sp>
        <p:nvSpPr>
          <p:cNvPr id="12" name="Date Placeholder 11"/>
          <p:cNvSpPr>
            <a:spLocks noGrp="1"/>
          </p:cNvSpPr>
          <p:nvPr>
            <p:ph type="dt" sz="half" idx="10"/>
          </p:nvPr>
        </p:nvSpPr>
        <p:spPr/>
        <p:txBody>
          <a:bodyPr/>
          <a:lstStyle/>
          <a:p>
            <a:endParaRPr lang="en-US" dirty="0"/>
          </a:p>
        </p:txBody>
      </p:sp>
      <p:sp>
        <p:nvSpPr>
          <p:cNvPr id="13" name="Slide Number Placeholder 12"/>
          <p:cNvSpPr>
            <a:spLocks noGrp="1"/>
          </p:cNvSpPr>
          <p:nvPr>
            <p:ph type="sldNum" sz="quarter" idx="11"/>
          </p:nvPr>
        </p:nvSpPr>
        <p:spPr/>
        <p:txBody>
          <a:bodyPr/>
          <a:lstStyle/>
          <a:p>
            <a:pPr fontAlgn="base">
              <a:spcBef>
                <a:spcPct val="0"/>
              </a:spcBef>
              <a:spcAft>
                <a:spcPct val="0"/>
              </a:spcAft>
            </a:pPr>
            <a:fld id="{9E3C471D-FB94-43E4-8DFD-966A05A84658}" type="slidenum">
              <a:rPr lang="en-US" smtClean="0">
                <a:solidFill>
                  <a:srgbClr val="7F7F7F"/>
                </a:solidFill>
              </a:rPr>
              <a:pPr fontAlgn="base">
                <a:spcBef>
                  <a:spcPct val="0"/>
                </a:spcBef>
                <a:spcAft>
                  <a:spcPct val="0"/>
                </a:spcAft>
              </a:pPr>
              <a:t>‹#›</a:t>
            </a:fld>
            <a:endParaRPr lang="en-US" dirty="0">
              <a:solidFill>
                <a:srgbClr val="7F7F7F"/>
              </a:solidFill>
            </a:endParaRPr>
          </a:p>
        </p:txBody>
      </p:sp>
      <p:sp>
        <p:nvSpPr>
          <p:cNvPr id="14" name="Footer Placeholder 13"/>
          <p:cNvSpPr>
            <a:spLocks noGrp="1"/>
          </p:cNvSpPr>
          <p:nvPr>
            <p:ph type="ftr" sz="quarter" idx="12"/>
          </p:nvPr>
        </p:nvSpPr>
        <p:spPr/>
        <p:txBody>
          <a:bodyPr/>
          <a:lstStyle/>
          <a:p>
            <a:r>
              <a:rPr lang="en-US" smtClean="0"/>
              <a:t>Release [N] v[x.x]</a:t>
            </a:r>
            <a:endParaRPr lang="en-US" dirty="0"/>
          </a:p>
        </p:txBody>
      </p:sp>
      <p:sp>
        <p:nvSpPr>
          <p:cNvPr id="15" name="Content Placeholder 14"/>
          <p:cNvSpPr>
            <a:spLocks noGrp="1"/>
          </p:cNvSpPr>
          <p:nvPr>
            <p:ph sz="quarter" idx="15"/>
          </p:nvPr>
        </p:nvSpPr>
        <p:spPr>
          <a:xfrm>
            <a:off x="4718304" y="1205345"/>
            <a:ext cx="3995928" cy="4875415"/>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17" name="Content Placeholder 16"/>
          <p:cNvSpPr>
            <a:spLocks noGrp="1"/>
          </p:cNvSpPr>
          <p:nvPr>
            <p:ph sz="quarter" idx="16"/>
          </p:nvPr>
        </p:nvSpPr>
        <p:spPr>
          <a:xfrm>
            <a:off x="457200" y="1194955"/>
            <a:ext cx="3968496" cy="4885805"/>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Multiple Images with Captions Slide">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lvl1pPr>
              <a:defRPr/>
            </a:lvl1pPr>
          </a:lstStyle>
          <a:p>
            <a:r>
              <a:rPr lang="en-US" dirty="0" smtClean="0"/>
              <a:t>Click to edit image with caption slide title</a:t>
            </a:r>
            <a:endParaRPr lang="en-US" dirty="0"/>
          </a:p>
        </p:txBody>
      </p:sp>
      <p:sp>
        <p:nvSpPr>
          <p:cNvPr id="3" name="Content Placeholder 2"/>
          <p:cNvSpPr>
            <a:spLocks noGrp="1"/>
          </p:cNvSpPr>
          <p:nvPr>
            <p:ph sz="half" idx="1"/>
          </p:nvPr>
        </p:nvSpPr>
        <p:spPr bwMode="gray">
          <a:xfrm>
            <a:off x="457199" y="3124200"/>
            <a:ext cx="2743200" cy="777240"/>
          </a:xfrm>
          <a:prstGeom prst="rect">
            <a:avLst/>
          </a:prstGeom>
          <a:solidFill>
            <a:schemeClr val="tx2"/>
          </a:solidFill>
        </p:spPr>
        <p:txBody>
          <a:bodyPr tIns="0" anchor="ctr">
            <a:noAutofit/>
          </a:bodyPr>
          <a:lstStyle>
            <a:lvl1pPr marL="171450" indent="0">
              <a:lnSpc>
                <a:spcPct val="100000"/>
              </a:lnSpc>
              <a:defRPr sz="1200" b="1">
                <a:solidFill>
                  <a:schemeClr val="bg1"/>
                </a:solidFill>
              </a:defRPr>
            </a:lvl1pPr>
            <a:lvl2pPr marL="280988" indent="-109538">
              <a:lnSpc>
                <a:spcPct val="100000"/>
              </a:lnSpc>
              <a:spcBef>
                <a:spcPts val="0"/>
              </a:spcBef>
              <a:defRPr sz="1200">
                <a:solidFill>
                  <a:schemeClr val="bg1"/>
                </a:solidFill>
              </a:defRPr>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p:txBody>
      </p:sp>
      <p:sp>
        <p:nvSpPr>
          <p:cNvPr id="4" name="Content Placeholder 3"/>
          <p:cNvSpPr>
            <a:spLocks noGrp="1"/>
          </p:cNvSpPr>
          <p:nvPr>
            <p:ph sz="half" idx="2"/>
          </p:nvPr>
        </p:nvSpPr>
        <p:spPr bwMode="gray">
          <a:xfrm>
            <a:off x="5946775" y="3124200"/>
            <a:ext cx="2743200" cy="777240"/>
          </a:xfrm>
          <a:prstGeom prst="rect">
            <a:avLst/>
          </a:prstGeom>
          <a:solidFill>
            <a:schemeClr val="tx2"/>
          </a:solidFill>
        </p:spPr>
        <p:txBody>
          <a:bodyPr tIns="0" anchor="ctr">
            <a:noAutofit/>
          </a:bodyPr>
          <a:lstStyle>
            <a:lvl1pPr marL="171450" indent="0">
              <a:lnSpc>
                <a:spcPct val="100000"/>
              </a:lnSpc>
              <a:defRPr sz="1200" b="1">
                <a:solidFill>
                  <a:schemeClr val="bg1"/>
                </a:solidFill>
              </a:defRPr>
            </a:lvl1pPr>
            <a:lvl2pPr marL="280988" indent="-109538">
              <a:lnSpc>
                <a:spcPct val="100000"/>
              </a:lnSpc>
              <a:spcBef>
                <a:spcPts val="0"/>
              </a:spcBef>
              <a:defRPr sz="1200">
                <a:solidFill>
                  <a:schemeClr val="bg1"/>
                </a:solidFill>
              </a:defRPr>
            </a:lvl2pPr>
            <a:lvl3pPr>
              <a:defRPr sz="1400">
                <a:solidFill>
                  <a:schemeClr val="bg2"/>
                </a:solidFill>
              </a:defRPr>
            </a:lvl3pPr>
            <a:lvl4pPr>
              <a:defRPr sz="1400">
                <a:solidFill>
                  <a:schemeClr val="bg2"/>
                </a:solidFill>
              </a:defRPr>
            </a:lvl4pPr>
            <a:lvl5pPr>
              <a:defRPr sz="1400">
                <a:solidFill>
                  <a:schemeClr val="bg2"/>
                </a:solidFill>
              </a:defRPr>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p:txBody>
      </p:sp>
      <p:sp>
        <p:nvSpPr>
          <p:cNvPr id="6" name="Footer Placeholder 5"/>
          <p:cNvSpPr>
            <a:spLocks noGrp="1"/>
          </p:cNvSpPr>
          <p:nvPr>
            <p:ph type="ftr" sz="quarter" idx="11"/>
          </p:nvPr>
        </p:nvSpPr>
        <p:spPr/>
        <p:txBody>
          <a:bodyPr/>
          <a:lstStyle/>
          <a:p>
            <a:r>
              <a:rPr lang="en-US" smtClean="0"/>
              <a:t>Release [N] v[x.x]</a:t>
            </a:r>
            <a:endParaRPr lang="en-US"/>
          </a:p>
        </p:txBody>
      </p:sp>
      <p:sp>
        <p:nvSpPr>
          <p:cNvPr id="7" name="Slide Number Placeholder 6"/>
          <p:cNvSpPr>
            <a:spLocks noGrp="1"/>
          </p:cNvSpPr>
          <p:nvPr>
            <p:ph type="sldNum" sz="quarter" idx="12"/>
          </p:nvPr>
        </p:nvSpPr>
        <p:spPr/>
        <p:txBody>
          <a:bodyPr/>
          <a:lstStyle/>
          <a:p>
            <a:pPr fontAlgn="base">
              <a:spcBef>
                <a:spcPct val="0"/>
              </a:spcBef>
              <a:spcAft>
                <a:spcPct val="0"/>
              </a:spcAft>
            </a:pPr>
            <a:fld id="{9E3C471D-FB94-43E4-8DFD-966A05A84658}" type="slidenum">
              <a:rPr lang="en-US" smtClean="0">
                <a:solidFill>
                  <a:srgbClr val="7F7F7F"/>
                </a:solidFill>
              </a:rPr>
              <a:pPr fontAlgn="base">
                <a:spcBef>
                  <a:spcPct val="0"/>
                </a:spcBef>
                <a:spcAft>
                  <a:spcPct val="0"/>
                </a:spcAft>
              </a:pPr>
              <a:t>‹#›</a:t>
            </a:fld>
            <a:endParaRPr lang="en-US" dirty="0">
              <a:solidFill>
                <a:srgbClr val="7F7F7F"/>
              </a:solidFill>
            </a:endParaRPr>
          </a:p>
        </p:txBody>
      </p:sp>
      <p:sp>
        <p:nvSpPr>
          <p:cNvPr id="11" name="Content Placeholder 2"/>
          <p:cNvSpPr>
            <a:spLocks noGrp="1"/>
          </p:cNvSpPr>
          <p:nvPr>
            <p:ph sz="half" idx="13"/>
          </p:nvPr>
        </p:nvSpPr>
        <p:spPr bwMode="gray">
          <a:xfrm>
            <a:off x="3201988" y="5294503"/>
            <a:ext cx="2743200" cy="777240"/>
          </a:xfrm>
          <a:prstGeom prst="rect">
            <a:avLst/>
          </a:prstGeom>
          <a:solidFill>
            <a:schemeClr val="tx2"/>
          </a:solidFill>
        </p:spPr>
        <p:txBody>
          <a:bodyPr tIns="0" anchor="ctr">
            <a:noAutofit/>
          </a:bodyPr>
          <a:lstStyle>
            <a:lvl1pPr marL="171450" indent="0">
              <a:lnSpc>
                <a:spcPct val="100000"/>
              </a:lnSpc>
              <a:defRPr sz="1200" b="1">
                <a:solidFill>
                  <a:schemeClr val="bg1"/>
                </a:solidFill>
              </a:defRPr>
            </a:lvl1pPr>
            <a:lvl2pPr marL="280988" indent="-109538">
              <a:lnSpc>
                <a:spcPct val="100000"/>
              </a:lnSpc>
              <a:spcBef>
                <a:spcPts val="0"/>
              </a:spcBef>
              <a:defRPr sz="1200">
                <a:solidFill>
                  <a:schemeClr val="bg1"/>
                </a:solidFill>
              </a:defRPr>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p:txBody>
      </p:sp>
      <p:sp>
        <p:nvSpPr>
          <p:cNvPr id="12" name="Content Placeholder 2"/>
          <p:cNvSpPr>
            <a:spLocks noGrp="1"/>
          </p:cNvSpPr>
          <p:nvPr>
            <p:ph sz="half" idx="14"/>
          </p:nvPr>
        </p:nvSpPr>
        <p:spPr bwMode="gray">
          <a:xfrm>
            <a:off x="3200400" y="3124200"/>
            <a:ext cx="2743200" cy="777240"/>
          </a:xfrm>
          <a:prstGeom prst="rect">
            <a:avLst/>
          </a:prstGeom>
          <a:solidFill>
            <a:schemeClr val="tx2"/>
          </a:solidFill>
          <a:ln>
            <a:noFill/>
          </a:ln>
        </p:spPr>
        <p:txBody>
          <a:bodyPr tIns="0" anchor="ctr">
            <a:noAutofit/>
          </a:bodyPr>
          <a:lstStyle>
            <a:lvl1pPr marL="171450" indent="0">
              <a:lnSpc>
                <a:spcPct val="100000"/>
              </a:lnSpc>
              <a:defRPr sz="1200" b="1">
                <a:solidFill>
                  <a:schemeClr val="bg1"/>
                </a:solidFill>
              </a:defRPr>
            </a:lvl1pPr>
            <a:lvl2pPr marL="280988" indent="-109538">
              <a:lnSpc>
                <a:spcPct val="100000"/>
              </a:lnSpc>
              <a:spcBef>
                <a:spcPts val="0"/>
              </a:spcBef>
              <a:defRPr sz="1200">
                <a:solidFill>
                  <a:schemeClr val="bg1"/>
                </a:solidFill>
              </a:defRPr>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p:txBody>
      </p:sp>
      <p:sp>
        <p:nvSpPr>
          <p:cNvPr id="13" name="Content Placeholder 2"/>
          <p:cNvSpPr>
            <a:spLocks noGrp="1"/>
          </p:cNvSpPr>
          <p:nvPr>
            <p:ph sz="half" idx="15"/>
          </p:nvPr>
        </p:nvSpPr>
        <p:spPr bwMode="gray">
          <a:xfrm>
            <a:off x="3200400" y="1730373"/>
            <a:ext cx="2743200" cy="1389888"/>
          </a:xfrm>
          <a:prstGeom prst="rect">
            <a:avLst/>
          </a:prstGeom>
          <a:solidFill>
            <a:schemeClr val="bg1"/>
          </a:solidFill>
          <a:ln>
            <a:noFill/>
          </a:ln>
        </p:spPr>
        <p:txBody>
          <a:bodyPr tIns="0" anchor="ctr">
            <a:noAutofit/>
          </a:bodyPr>
          <a:lstStyle>
            <a:lvl1pPr marL="171450" indent="0">
              <a:lnSpc>
                <a:spcPct val="100000"/>
              </a:lnSpc>
              <a:defRPr sz="1200" b="1">
                <a:solidFill>
                  <a:schemeClr val="bg2"/>
                </a:solidFill>
              </a:defRPr>
            </a:lvl1pPr>
            <a:lvl2pPr marL="171450" indent="0">
              <a:lnSpc>
                <a:spcPct val="100000"/>
              </a:lnSpc>
              <a:spcBef>
                <a:spcPts val="0"/>
              </a:spcBef>
              <a:defRPr sz="1200">
                <a:solidFill>
                  <a:schemeClr val="bg2"/>
                </a:solidFill>
              </a:defRPr>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p:txBody>
      </p:sp>
      <p:sp>
        <p:nvSpPr>
          <p:cNvPr id="14" name="Content Placeholder 2"/>
          <p:cNvSpPr>
            <a:spLocks noGrp="1"/>
          </p:cNvSpPr>
          <p:nvPr>
            <p:ph sz="half" idx="16"/>
          </p:nvPr>
        </p:nvSpPr>
        <p:spPr bwMode="gray">
          <a:xfrm>
            <a:off x="3200400" y="3905250"/>
            <a:ext cx="2743200" cy="1389888"/>
          </a:xfrm>
          <a:prstGeom prst="rect">
            <a:avLst/>
          </a:prstGeom>
          <a:solidFill>
            <a:schemeClr val="bg1"/>
          </a:solidFill>
        </p:spPr>
        <p:txBody>
          <a:bodyPr tIns="0" anchor="ctr">
            <a:noAutofit/>
          </a:bodyPr>
          <a:lstStyle>
            <a:lvl1pPr marL="171450" indent="0">
              <a:lnSpc>
                <a:spcPct val="100000"/>
              </a:lnSpc>
              <a:defRPr sz="1200" b="1">
                <a:solidFill>
                  <a:schemeClr val="bg2"/>
                </a:solidFill>
              </a:defRPr>
            </a:lvl1pPr>
            <a:lvl2pPr marL="171450" indent="0">
              <a:lnSpc>
                <a:spcPct val="100000"/>
              </a:lnSpc>
              <a:spcBef>
                <a:spcPts val="0"/>
              </a:spcBef>
              <a:defRPr sz="1200">
                <a:solidFill>
                  <a:schemeClr val="bg2"/>
                </a:solidFill>
              </a:defRPr>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p:txBody>
      </p:sp>
      <p:sp>
        <p:nvSpPr>
          <p:cNvPr id="15" name="Content Placeholder 2"/>
          <p:cNvSpPr>
            <a:spLocks noGrp="1"/>
          </p:cNvSpPr>
          <p:nvPr>
            <p:ph sz="half" idx="17"/>
          </p:nvPr>
        </p:nvSpPr>
        <p:spPr bwMode="gray">
          <a:xfrm>
            <a:off x="457200" y="1730373"/>
            <a:ext cx="2743200" cy="1389888"/>
          </a:xfrm>
          <a:prstGeom prst="rect">
            <a:avLst/>
          </a:prstGeom>
          <a:solidFill>
            <a:schemeClr val="bg1"/>
          </a:solidFill>
        </p:spPr>
        <p:txBody>
          <a:bodyPr tIns="0" anchor="ctr">
            <a:noAutofit/>
          </a:bodyPr>
          <a:lstStyle>
            <a:lvl1pPr marL="171450" indent="0">
              <a:lnSpc>
                <a:spcPct val="100000"/>
              </a:lnSpc>
              <a:defRPr sz="1200" b="1">
                <a:solidFill>
                  <a:schemeClr val="bg2"/>
                </a:solidFill>
              </a:defRPr>
            </a:lvl1pPr>
            <a:lvl2pPr marL="171450" indent="0">
              <a:lnSpc>
                <a:spcPct val="100000"/>
              </a:lnSpc>
              <a:spcBef>
                <a:spcPts val="0"/>
              </a:spcBef>
              <a:defRPr sz="1200">
                <a:solidFill>
                  <a:schemeClr val="bg2"/>
                </a:solidFill>
              </a:defRPr>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p:txBody>
      </p:sp>
      <p:sp>
        <p:nvSpPr>
          <p:cNvPr id="16" name="Content Placeholder 2"/>
          <p:cNvSpPr>
            <a:spLocks noGrp="1"/>
          </p:cNvSpPr>
          <p:nvPr>
            <p:ph sz="half" idx="18"/>
          </p:nvPr>
        </p:nvSpPr>
        <p:spPr bwMode="gray">
          <a:xfrm>
            <a:off x="5946775" y="1730373"/>
            <a:ext cx="2743200" cy="1389888"/>
          </a:xfrm>
          <a:prstGeom prst="rect">
            <a:avLst/>
          </a:prstGeom>
          <a:solidFill>
            <a:schemeClr val="bg1"/>
          </a:solidFill>
        </p:spPr>
        <p:txBody>
          <a:bodyPr tIns="0" anchor="ctr">
            <a:noAutofit/>
          </a:bodyPr>
          <a:lstStyle>
            <a:lvl1pPr marL="171450" indent="0">
              <a:lnSpc>
                <a:spcPct val="100000"/>
              </a:lnSpc>
              <a:defRPr sz="1200" b="1">
                <a:solidFill>
                  <a:schemeClr val="bg2"/>
                </a:solidFill>
              </a:defRPr>
            </a:lvl1pPr>
            <a:lvl2pPr marL="171450" indent="0">
              <a:lnSpc>
                <a:spcPct val="100000"/>
              </a:lnSpc>
              <a:spcBef>
                <a:spcPts val="0"/>
              </a:spcBef>
              <a:defRPr sz="1200">
                <a:solidFill>
                  <a:schemeClr val="bg2"/>
                </a:solidFill>
              </a:defRPr>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p:txBody>
      </p:sp>
      <p:sp>
        <p:nvSpPr>
          <p:cNvPr id="17" name="Date Placeholder 16"/>
          <p:cNvSpPr>
            <a:spLocks noGrp="1"/>
          </p:cNvSpPr>
          <p:nvPr>
            <p:ph type="dt" sz="half" idx="19"/>
          </p:nvPr>
        </p:nvSpPr>
        <p:spPr/>
        <p:txBody>
          <a:bodyPr/>
          <a:lstStyle/>
          <a:p>
            <a:endParaRPr lang="en-US" dirty="0"/>
          </a:p>
        </p:txBody>
      </p:sp>
      <p:sp>
        <p:nvSpPr>
          <p:cNvPr id="18" name="Content Placeholder 2"/>
          <p:cNvSpPr>
            <a:spLocks noGrp="1"/>
          </p:cNvSpPr>
          <p:nvPr>
            <p:ph sz="half" idx="20"/>
          </p:nvPr>
        </p:nvSpPr>
        <p:spPr bwMode="gray">
          <a:xfrm>
            <a:off x="457200" y="5294503"/>
            <a:ext cx="2743200" cy="777240"/>
          </a:xfrm>
          <a:prstGeom prst="rect">
            <a:avLst/>
          </a:prstGeom>
          <a:solidFill>
            <a:schemeClr val="tx2"/>
          </a:solidFill>
        </p:spPr>
        <p:txBody>
          <a:bodyPr tIns="0" anchor="ctr">
            <a:noAutofit/>
          </a:bodyPr>
          <a:lstStyle>
            <a:lvl1pPr marL="171450" indent="0">
              <a:lnSpc>
                <a:spcPct val="100000"/>
              </a:lnSpc>
              <a:defRPr sz="1200" b="1">
                <a:solidFill>
                  <a:schemeClr val="bg1"/>
                </a:solidFill>
              </a:defRPr>
            </a:lvl1pPr>
            <a:lvl2pPr marL="280988" indent="-109538">
              <a:lnSpc>
                <a:spcPct val="100000"/>
              </a:lnSpc>
              <a:spcBef>
                <a:spcPts val="0"/>
              </a:spcBef>
              <a:defRPr sz="1200">
                <a:solidFill>
                  <a:schemeClr val="bg1"/>
                </a:solidFill>
              </a:defRPr>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p:txBody>
      </p:sp>
      <p:sp>
        <p:nvSpPr>
          <p:cNvPr id="19" name="Content Placeholder 3"/>
          <p:cNvSpPr>
            <a:spLocks noGrp="1"/>
          </p:cNvSpPr>
          <p:nvPr>
            <p:ph sz="half" idx="21"/>
          </p:nvPr>
        </p:nvSpPr>
        <p:spPr bwMode="gray">
          <a:xfrm>
            <a:off x="5946775" y="5294503"/>
            <a:ext cx="2743200" cy="777240"/>
          </a:xfrm>
          <a:prstGeom prst="rect">
            <a:avLst/>
          </a:prstGeom>
          <a:solidFill>
            <a:schemeClr val="tx2"/>
          </a:solidFill>
        </p:spPr>
        <p:txBody>
          <a:bodyPr tIns="0" anchor="ctr">
            <a:noAutofit/>
          </a:bodyPr>
          <a:lstStyle>
            <a:lvl1pPr marL="171450" indent="0">
              <a:lnSpc>
                <a:spcPct val="100000"/>
              </a:lnSpc>
              <a:defRPr sz="1200" b="1">
                <a:solidFill>
                  <a:schemeClr val="bg1"/>
                </a:solidFill>
              </a:defRPr>
            </a:lvl1pPr>
            <a:lvl2pPr marL="280988" indent="-109538">
              <a:lnSpc>
                <a:spcPct val="100000"/>
              </a:lnSpc>
              <a:spcBef>
                <a:spcPts val="0"/>
              </a:spcBef>
              <a:defRPr sz="1200">
                <a:solidFill>
                  <a:schemeClr val="bg1"/>
                </a:solidFill>
              </a:defRPr>
            </a:lvl2pPr>
            <a:lvl3pPr>
              <a:defRPr sz="1400">
                <a:solidFill>
                  <a:schemeClr val="bg2"/>
                </a:solidFill>
              </a:defRPr>
            </a:lvl3pPr>
            <a:lvl4pPr>
              <a:defRPr sz="1400">
                <a:solidFill>
                  <a:schemeClr val="bg2"/>
                </a:solidFill>
              </a:defRPr>
            </a:lvl4pPr>
            <a:lvl5pPr>
              <a:defRPr sz="1400">
                <a:solidFill>
                  <a:schemeClr val="bg2"/>
                </a:solidFill>
              </a:defRPr>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p:txBody>
      </p:sp>
      <p:sp>
        <p:nvSpPr>
          <p:cNvPr id="20" name="Content Placeholder 2"/>
          <p:cNvSpPr>
            <a:spLocks noGrp="1"/>
          </p:cNvSpPr>
          <p:nvPr>
            <p:ph sz="half" idx="22"/>
          </p:nvPr>
        </p:nvSpPr>
        <p:spPr bwMode="gray">
          <a:xfrm>
            <a:off x="457200" y="3905250"/>
            <a:ext cx="2743200" cy="1389888"/>
          </a:xfrm>
          <a:prstGeom prst="rect">
            <a:avLst/>
          </a:prstGeom>
          <a:solidFill>
            <a:schemeClr val="bg1"/>
          </a:solidFill>
        </p:spPr>
        <p:txBody>
          <a:bodyPr tIns="0" anchor="ctr">
            <a:noAutofit/>
          </a:bodyPr>
          <a:lstStyle>
            <a:lvl1pPr marL="171450" indent="0">
              <a:lnSpc>
                <a:spcPct val="100000"/>
              </a:lnSpc>
              <a:defRPr sz="1200" b="1">
                <a:solidFill>
                  <a:schemeClr val="bg2"/>
                </a:solidFill>
              </a:defRPr>
            </a:lvl1pPr>
            <a:lvl2pPr marL="171450" indent="0">
              <a:lnSpc>
                <a:spcPct val="100000"/>
              </a:lnSpc>
              <a:spcBef>
                <a:spcPts val="0"/>
              </a:spcBef>
              <a:defRPr sz="1200">
                <a:solidFill>
                  <a:schemeClr val="bg2"/>
                </a:solidFill>
              </a:defRPr>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p:txBody>
      </p:sp>
      <p:sp>
        <p:nvSpPr>
          <p:cNvPr id="21" name="Content Placeholder 2"/>
          <p:cNvSpPr>
            <a:spLocks noGrp="1"/>
          </p:cNvSpPr>
          <p:nvPr>
            <p:ph sz="half" idx="23"/>
          </p:nvPr>
        </p:nvSpPr>
        <p:spPr bwMode="gray">
          <a:xfrm>
            <a:off x="5946775" y="3905250"/>
            <a:ext cx="2743200" cy="1389888"/>
          </a:xfrm>
          <a:prstGeom prst="rect">
            <a:avLst/>
          </a:prstGeom>
          <a:solidFill>
            <a:schemeClr val="bg1"/>
          </a:solidFill>
        </p:spPr>
        <p:txBody>
          <a:bodyPr tIns="0" anchor="ctr">
            <a:noAutofit/>
          </a:bodyPr>
          <a:lstStyle>
            <a:lvl1pPr marL="171450" indent="0">
              <a:lnSpc>
                <a:spcPct val="100000"/>
              </a:lnSpc>
              <a:defRPr sz="1200" b="1">
                <a:solidFill>
                  <a:schemeClr val="bg2"/>
                </a:solidFill>
              </a:defRPr>
            </a:lvl1pPr>
            <a:lvl2pPr marL="171450" indent="0">
              <a:lnSpc>
                <a:spcPct val="100000"/>
              </a:lnSpc>
              <a:spcBef>
                <a:spcPts val="0"/>
              </a:spcBef>
              <a:defRPr sz="1200">
                <a:solidFill>
                  <a:schemeClr val="bg2"/>
                </a:solidFill>
              </a:defRPr>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Full-bleed Multiple Images and Callout Slide">
    <p:spTree>
      <p:nvGrpSpPr>
        <p:cNvPr id="1" name=""/>
        <p:cNvGrpSpPr/>
        <p:nvPr/>
      </p:nvGrpSpPr>
      <p:grpSpPr>
        <a:xfrm>
          <a:off x="0" y="0"/>
          <a:ext cx="0" cy="0"/>
          <a:chOff x="0" y="0"/>
          <a:chExt cx="0" cy="0"/>
        </a:xfrm>
      </p:grpSpPr>
      <p:sp>
        <p:nvSpPr>
          <p:cNvPr id="3" name="Content Placeholder 2"/>
          <p:cNvSpPr>
            <a:spLocks noGrp="1"/>
          </p:cNvSpPr>
          <p:nvPr>
            <p:ph sz="half" idx="1"/>
          </p:nvPr>
        </p:nvSpPr>
        <p:spPr bwMode="gray">
          <a:xfrm>
            <a:off x="1" y="2286642"/>
            <a:ext cx="3044952" cy="2286000"/>
          </a:xfrm>
          <a:prstGeom prst="rect">
            <a:avLst/>
          </a:prstGeom>
          <a:noFill/>
          <a:ln>
            <a:noFill/>
          </a:ln>
        </p:spPr>
        <p:txBody>
          <a:bodyPr lIns="457200" tIns="0" rIns="457200" anchor="ctr">
            <a:noAutofit/>
          </a:bodyPr>
          <a:lstStyle>
            <a:lvl1pPr marL="0" indent="0">
              <a:lnSpc>
                <a:spcPct val="100000"/>
              </a:lnSpc>
              <a:defRPr sz="1600" b="0">
                <a:solidFill>
                  <a:schemeClr val="bg2"/>
                </a:solidFill>
              </a:defRPr>
            </a:lvl1pPr>
            <a:lvl2pPr marL="120650" indent="-120650">
              <a:lnSpc>
                <a:spcPct val="100000"/>
              </a:lnSpc>
              <a:spcBef>
                <a:spcPts val="0"/>
              </a:spcBef>
              <a:defRPr sz="1200">
                <a:solidFill>
                  <a:schemeClr val="bg2"/>
                </a:solidFill>
              </a:defRPr>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p:txBody>
      </p:sp>
      <p:sp>
        <p:nvSpPr>
          <p:cNvPr id="4" name="Content Placeholder 3"/>
          <p:cNvSpPr>
            <a:spLocks noGrp="1"/>
          </p:cNvSpPr>
          <p:nvPr>
            <p:ph sz="half" idx="2"/>
          </p:nvPr>
        </p:nvSpPr>
        <p:spPr bwMode="gray">
          <a:xfrm>
            <a:off x="6100761" y="2286642"/>
            <a:ext cx="3044952" cy="2286000"/>
          </a:xfrm>
          <a:prstGeom prst="rect">
            <a:avLst/>
          </a:prstGeom>
          <a:noFill/>
          <a:ln>
            <a:noFill/>
          </a:ln>
        </p:spPr>
        <p:txBody>
          <a:bodyPr lIns="457200" tIns="0" rIns="457200" anchor="ctr">
            <a:noAutofit/>
          </a:bodyPr>
          <a:lstStyle>
            <a:lvl1pPr marL="0" indent="0">
              <a:lnSpc>
                <a:spcPct val="100000"/>
              </a:lnSpc>
              <a:defRPr sz="1600" b="0">
                <a:solidFill>
                  <a:schemeClr val="bg2"/>
                </a:solidFill>
              </a:defRPr>
            </a:lvl1pPr>
            <a:lvl2pPr marL="120650" indent="-120650">
              <a:lnSpc>
                <a:spcPct val="100000"/>
              </a:lnSpc>
              <a:spcBef>
                <a:spcPts val="0"/>
              </a:spcBef>
              <a:defRPr sz="1200">
                <a:solidFill>
                  <a:schemeClr val="bg2"/>
                </a:solidFill>
              </a:defRPr>
            </a:lvl2pPr>
            <a:lvl3pPr>
              <a:defRPr sz="1400">
                <a:solidFill>
                  <a:schemeClr val="bg2"/>
                </a:solidFill>
              </a:defRPr>
            </a:lvl3pPr>
            <a:lvl4pPr>
              <a:defRPr sz="1400">
                <a:solidFill>
                  <a:schemeClr val="bg2"/>
                </a:solidFill>
              </a:defRPr>
            </a:lvl4pPr>
            <a:lvl5pPr>
              <a:defRPr sz="1400">
                <a:solidFill>
                  <a:schemeClr val="bg2"/>
                </a:solidFill>
              </a:defRPr>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p:txBody>
      </p:sp>
      <p:sp>
        <p:nvSpPr>
          <p:cNvPr id="12" name="Content Placeholder 2"/>
          <p:cNvSpPr>
            <a:spLocks noGrp="1"/>
          </p:cNvSpPr>
          <p:nvPr>
            <p:ph sz="half" idx="14"/>
          </p:nvPr>
        </p:nvSpPr>
        <p:spPr bwMode="gray">
          <a:xfrm>
            <a:off x="3036950" y="2286642"/>
            <a:ext cx="3063240" cy="2286000"/>
          </a:xfrm>
          <a:prstGeom prst="rect">
            <a:avLst/>
          </a:prstGeom>
          <a:noFill/>
          <a:ln>
            <a:noFill/>
          </a:ln>
        </p:spPr>
        <p:txBody>
          <a:bodyPr lIns="457200" tIns="0" rIns="457200" anchor="ctr">
            <a:noAutofit/>
          </a:bodyPr>
          <a:lstStyle>
            <a:lvl1pPr marL="0" indent="0">
              <a:lnSpc>
                <a:spcPct val="100000"/>
              </a:lnSpc>
              <a:defRPr sz="1600" b="0">
                <a:solidFill>
                  <a:schemeClr val="bg2"/>
                </a:solidFill>
              </a:defRPr>
            </a:lvl1pPr>
            <a:lvl2pPr marL="120650" indent="-120650">
              <a:lnSpc>
                <a:spcPct val="100000"/>
              </a:lnSpc>
              <a:spcBef>
                <a:spcPts val="0"/>
              </a:spcBef>
              <a:defRPr sz="1200">
                <a:solidFill>
                  <a:schemeClr val="bg2"/>
                </a:solidFill>
              </a:defRPr>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p:txBody>
      </p:sp>
      <p:sp>
        <p:nvSpPr>
          <p:cNvPr id="13" name="Content Placeholder 2"/>
          <p:cNvSpPr>
            <a:spLocks noGrp="1"/>
          </p:cNvSpPr>
          <p:nvPr>
            <p:ph sz="half" idx="15"/>
          </p:nvPr>
        </p:nvSpPr>
        <p:spPr bwMode="gray">
          <a:xfrm>
            <a:off x="3036951" y="0"/>
            <a:ext cx="3063240" cy="2286000"/>
          </a:xfrm>
          <a:prstGeom prst="rect">
            <a:avLst/>
          </a:prstGeom>
          <a:noFill/>
          <a:ln>
            <a:noFill/>
          </a:ln>
        </p:spPr>
        <p:txBody>
          <a:bodyPr lIns="457200" tIns="0" rIns="457200" anchor="ctr">
            <a:noAutofit/>
          </a:bodyPr>
          <a:lstStyle>
            <a:lvl1pPr marL="0" indent="0">
              <a:lnSpc>
                <a:spcPct val="100000"/>
              </a:lnSpc>
              <a:defRPr sz="1600" b="0">
                <a:solidFill>
                  <a:schemeClr val="bg2"/>
                </a:solidFill>
              </a:defRPr>
            </a:lvl1pPr>
            <a:lvl2pPr marL="120650" indent="-120650">
              <a:lnSpc>
                <a:spcPct val="100000"/>
              </a:lnSpc>
              <a:spcBef>
                <a:spcPts val="0"/>
              </a:spcBef>
              <a:defRPr sz="1200">
                <a:solidFill>
                  <a:schemeClr val="bg2"/>
                </a:solidFill>
              </a:defRPr>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p:txBody>
      </p:sp>
      <p:sp>
        <p:nvSpPr>
          <p:cNvPr id="14" name="Content Placeholder 2"/>
          <p:cNvSpPr>
            <a:spLocks noGrp="1"/>
          </p:cNvSpPr>
          <p:nvPr>
            <p:ph sz="half" idx="16"/>
          </p:nvPr>
        </p:nvSpPr>
        <p:spPr bwMode="gray">
          <a:xfrm>
            <a:off x="3036951" y="4573284"/>
            <a:ext cx="3063240" cy="2286000"/>
          </a:xfrm>
          <a:prstGeom prst="rect">
            <a:avLst/>
          </a:prstGeom>
          <a:noFill/>
          <a:ln>
            <a:noFill/>
          </a:ln>
        </p:spPr>
        <p:txBody>
          <a:bodyPr lIns="457200" tIns="0" rIns="457200" anchor="ctr">
            <a:noAutofit/>
          </a:bodyPr>
          <a:lstStyle>
            <a:lvl1pPr marL="0" indent="0">
              <a:lnSpc>
                <a:spcPct val="100000"/>
              </a:lnSpc>
              <a:defRPr sz="1600" b="0">
                <a:solidFill>
                  <a:schemeClr val="bg2"/>
                </a:solidFill>
              </a:defRPr>
            </a:lvl1pPr>
            <a:lvl2pPr marL="120650" indent="-120650">
              <a:lnSpc>
                <a:spcPct val="100000"/>
              </a:lnSpc>
              <a:spcBef>
                <a:spcPts val="0"/>
              </a:spcBef>
              <a:defRPr sz="1200">
                <a:solidFill>
                  <a:schemeClr val="bg2"/>
                </a:solidFill>
              </a:defRPr>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p:txBody>
      </p:sp>
      <p:sp>
        <p:nvSpPr>
          <p:cNvPr id="15" name="Content Placeholder 2"/>
          <p:cNvSpPr>
            <a:spLocks noGrp="1"/>
          </p:cNvSpPr>
          <p:nvPr>
            <p:ph sz="half" idx="17"/>
          </p:nvPr>
        </p:nvSpPr>
        <p:spPr bwMode="gray">
          <a:xfrm>
            <a:off x="1" y="0"/>
            <a:ext cx="3044952" cy="2286000"/>
          </a:xfrm>
          <a:prstGeom prst="rect">
            <a:avLst/>
          </a:prstGeom>
          <a:noFill/>
          <a:ln>
            <a:noFill/>
          </a:ln>
        </p:spPr>
        <p:txBody>
          <a:bodyPr lIns="457200" tIns="0" rIns="457200" anchor="ctr">
            <a:noAutofit/>
          </a:bodyPr>
          <a:lstStyle>
            <a:lvl1pPr marL="0" indent="0">
              <a:lnSpc>
                <a:spcPct val="100000"/>
              </a:lnSpc>
              <a:defRPr sz="1600" b="0">
                <a:solidFill>
                  <a:schemeClr val="bg2"/>
                </a:solidFill>
              </a:defRPr>
            </a:lvl1pPr>
            <a:lvl2pPr marL="120650" indent="-120650">
              <a:lnSpc>
                <a:spcPct val="100000"/>
              </a:lnSpc>
              <a:spcBef>
                <a:spcPts val="0"/>
              </a:spcBef>
              <a:defRPr sz="1200">
                <a:solidFill>
                  <a:schemeClr val="bg2"/>
                </a:solidFill>
              </a:defRPr>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p:txBody>
      </p:sp>
      <p:sp>
        <p:nvSpPr>
          <p:cNvPr id="16" name="Content Placeholder 2"/>
          <p:cNvSpPr>
            <a:spLocks noGrp="1"/>
          </p:cNvSpPr>
          <p:nvPr>
            <p:ph sz="half" idx="18"/>
          </p:nvPr>
        </p:nvSpPr>
        <p:spPr bwMode="gray">
          <a:xfrm>
            <a:off x="6100761" y="0"/>
            <a:ext cx="3044952" cy="2286000"/>
          </a:xfrm>
          <a:prstGeom prst="rect">
            <a:avLst/>
          </a:prstGeom>
          <a:noFill/>
          <a:ln>
            <a:noFill/>
          </a:ln>
        </p:spPr>
        <p:txBody>
          <a:bodyPr lIns="457200" tIns="0" rIns="457200" anchor="ctr">
            <a:noAutofit/>
          </a:bodyPr>
          <a:lstStyle>
            <a:lvl1pPr marL="0" indent="0">
              <a:lnSpc>
                <a:spcPct val="100000"/>
              </a:lnSpc>
              <a:defRPr sz="1600" b="0">
                <a:solidFill>
                  <a:schemeClr val="bg2"/>
                </a:solidFill>
              </a:defRPr>
            </a:lvl1pPr>
            <a:lvl2pPr marL="120650" indent="-120650">
              <a:lnSpc>
                <a:spcPct val="100000"/>
              </a:lnSpc>
              <a:spcBef>
                <a:spcPts val="0"/>
              </a:spcBef>
              <a:defRPr sz="1200">
                <a:solidFill>
                  <a:schemeClr val="bg2"/>
                </a:solidFill>
              </a:defRPr>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p:txBody>
      </p:sp>
      <p:sp>
        <p:nvSpPr>
          <p:cNvPr id="20" name="Content Placeholder 2"/>
          <p:cNvSpPr>
            <a:spLocks noGrp="1"/>
          </p:cNvSpPr>
          <p:nvPr>
            <p:ph sz="half" idx="22"/>
          </p:nvPr>
        </p:nvSpPr>
        <p:spPr bwMode="gray">
          <a:xfrm>
            <a:off x="1" y="4573284"/>
            <a:ext cx="3044952" cy="2286000"/>
          </a:xfrm>
          <a:prstGeom prst="rect">
            <a:avLst/>
          </a:prstGeom>
          <a:noFill/>
          <a:ln>
            <a:noFill/>
          </a:ln>
        </p:spPr>
        <p:txBody>
          <a:bodyPr lIns="457200" tIns="0" rIns="457200" anchor="ctr">
            <a:noAutofit/>
          </a:bodyPr>
          <a:lstStyle>
            <a:lvl1pPr marL="0" indent="0">
              <a:lnSpc>
                <a:spcPct val="100000"/>
              </a:lnSpc>
              <a:defRPr sz="1600" b="0">
                <a:solidFill>
                  <a:schemeClr val="bg2"/>
                </a:solidFill>
              </a:defRPr>
            </a:lvl1pPr>
            <a:lvl2pPr marL="120650" indent="-120650">
              <a:lnSpc>
                <a:spcPct val="100000"/>
              </a:lnSpc>
              <a:spcBef>
                <a:spcPts val="0"/>
              </a:spcBef>
              <a:defRPr sz="1200">
                <a:solidFill>
                  <a:schemeClr val="bg2"/>
                </a:solidFill>
              </a:defRPr>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p:txBody>
      </p:sp>
      <p:sp>
        <p:nvSpPr>
          <p:cNvPr id="21" name="Content Placeholder 2"/>
          <p:cNvSpPr>
            <a:spLocks noGrp="1"/>
          </p:cNvSpPr>
          <p:nvPr>
            <p:ph sz="half" idx="23"/>
          </p:nvPr>
        </p:nvSpPr>
        <p:spPr bwMode="gray">
          <a:xfrm>
            <a:off x="6100761" y="4573284"/>
            <a:ext cx="3044952" cy="2286000"/>
          </a:xfrm>
          <a:prstGeom prst="rect">
            <a:avLst/>
          </a:prstGeom>
          <a:noFill/>
          <a:ln>
            <a:noFill/>
          </a:ln>
        </p:spPr>
        <p:txBody>
          <a:bodyPr lIns="457200" tIns="0" rIns="457200" anchor="ctr">
            <a:noAutofit/>
          </a:bodyPr>
          <a:lstStyle>
            <a:lvl1pPr marL="0" indent="0">
              <a:lnSpc>
                <a:spcPct val="100000"/>
              </a:lnSpc>
              <a:defRPr sz="1600" b="0">
                <a:solidFill>
                  <a:schemeClr val="bg2"/>
                </a:solidFill>
              </a:defRPr>
            </a:lvl1pPr>
            <a:lvl2pPr marL="120650" indent="-120650">
              <a:lnSpc>
                <a:spcPct val="100000"/>
              </a:lnSpc>
              <a:spcBef>
                <a:spcPts val="0"/>
              </a:spcBef>
              <a:defRPr sz="1200">
                <a:solidFill>
                  <a:schemeClr val="bg2"/>
                </a:solidFill>
              </a:defRPr>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jpe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47869" y="384313"/>
            <a:ext cx="8242106" cy="561260"/>
          </a:xfrm>
          <a:prstGeom prst="rect">
            <a:avLst/>
          </a:prstGeom>
        </p:spPr>
        <p:txBody>
          <a:bodyPr vert="horz" lIns="0" tIns="0" rIns="0" bIns="0" rtlCol="0" anchor="b" anchorCtr="0">
            <a:noAutofit/>
          </a:bodyPr>
          <a:lstStyle/>
          <a:p>
            <a:r>
              <a:rPr lang="en-US" smtClean="0"/>
              <a:t>Click to edit Master title style</a:t>
            </a:r>
            <a:endParaRPr lang="en-US" dirty="0"/>
          </a:p>
        </p:txBody>
      </p:sp>
      <p:sp>
        <p:nvSpPr>
          <p:cNvPr id="5" name="Footer Placeholder 4"/>
          <p:cNvSpPr>
            <a:spLocks noGrp="1"/>
          </p:cNvSpPr>
          <p:nvPr>
            <p:ph type="ftr" sz="quarter" idx="3"/>
          </p:nvPr>
        </p:nvSpPr>
        <p:spPr>
          <a:xfrm>
            <a:off x="457200" y="6629951"/>
            <a:ext cx="3886200" cy="128016"/>
          </a:xfrm>
          <a:prstGeom prst="rect">
            <a:avLst/>
          </a:prstGeom>
        </p:spPr>
        <p:txBody>
          <a:bodyPr vert="horz" lIns="0" tIns="0" rIns="0" bIns="0" rtlCol="0" anchor="t" anchorCtr="0"/>
          <a:lstStyle>
            <a:lvl1pPr algn="l">
              <a:defRPr sz="800">
                <a:solidFill>
                  <a:schemeClr val="bg2"/>
                </a:solidFill>
              </a:defRPr>
            </a:lvl1pPr>
          </a:lstStyle>
          <a:p>
            <a:r>
              <a:rPr lang="en-US" smtClean="0"/>
              <a:t>Release [N] v[x.x]</a:t>
            </a:r>
            <a:endParaRPr lang="en-US" dirty="0"/>
          </a:p>
        </p:txBody>
      </p:sp>
      <p:sp>
        <p:nvSpPr>
          <p:cNvPr id="6" name="Slide Number Placeholder 5"/>
          <p:cNvSpPr>
            <a:spLocks noGrp="1"/>
          </p:cNvSpPr>
          <p:nvPr>
            <p:ph type="sldNum" sz="quarter" idx="4"/>
          </p:nvPr>
        </p:nvSpPr>
        <p:spPr>
          <a:xfrm>
            <a:off x="8362950" y="6629950"/>
            <a:ext cx="323850" cy="136525"/>
          </a:xfrm>
          <a:prstGeom prst="rect">
            <a:avLst/>
          </a:prstGeom>
        </p:spPr>
        <p:txBody>
          <a:bodyPr vert="horz" lIns="0" tIns="0" rIns="0" bIns="0" rtlCol="0" anchor="t" anchorCtr="0"/>
          <a:lstStyle>
            <a:lvl1pPr algn="r">
              <a:defRPr sz="800">
                <a:solidFill>
                  <a:schemeClr val="bg2"/>
                </a:solidFill>
              </a:defRPr>
            </a:lvl1pPr>
          </a:lstStyle>
          <a:p>
            <a:pPr fontAlgn="base">
              <a:spcBef>
                <a:spcPct val="0"/>
              </a:spcBef>
              <a:spcAft>
                <a:spcPct val="0"/>
              </a:spcAft>
            </a:pPr>
            <a:fld id="{9E3C471D-FB94-43E4-8DFD-966A05A84658}" type="slidenum">
              <a:rPr lang="en-US" smtClean="0">
                <a:solidFill>
                  <a:srgbClr val="7F7F7F"/>
                </a:solidFill>
              </a:rPr>
              <a:pPr fontAlgn="base">
                <a:spcBef>
                  <a:spcPct val="0"/>
                </a:spcBef>
                <a:spcAft>
                  <a:spcPct val="0"/>
                </a:spcAft>
              </a:pPr>
              <a:t>‹#›</a:t>
            </a:fld>
            <a:endParaRPr lang="en-US" dirty="0">
              <a:solidFill>
                <a:srgbClr val="7F7F7F"/>
              </a:solidFill>
            </a:endParaRPr>
          </a:p>
        </p:txBody>
      </p:sp>
      <p:sp>
        <p:nvSpPr>
          <p:cNvPr id="7" name="Date Placeholder 6"/>
          <p:cNvSpPr>
            <a:spLocks noGrp="1"/>
          </p:cNvSpPr>
          <p:nvPr>
            <p:ph type="dt" sz="half" idx="2"/>
          </p:nvPr>
        </p:nvSpPr>
        <p:spPr>
          <a:xfrm>
            <a:off x="4572000" y="6629951"/>
            <a:ext cx="2286000" cy="128016"/>
          </a:xfrm>
          <a:prstGeom prst="rect">
            <a:avLst/>
          </a:prstGeom>
        </p:spPr>
        <p:txBody>
          <a:bodyPr vert="horz" lIns="0" tIns="0" rIns="0" bIns="0" rtlCol="0" anchor="t" anchorCtr="0"/>
          <a:lstStyle>
            <a:lvl1pPr marL="0" indent="0" algn="l">
              <a:defRPr sz="800">
                <a:solidFill>
                  <a:schemeClr val="bg2"/>
                </a:solidFill>
              </a:defRPr>
            </a:lvl1pPr>
          </a:lstStyle>
          <a:p>
            <a:endParaRPr lang="en-US" dirty="0"/>
          </a:p>
        </p:txBody>
      </p:sp>
      <p:sp>
        <p:nvSpPr>
          <p:cNvPr id="11" name="Text Placeholder 10"/>
          <p:cNvSpPr>
            <a:spLocks noGrp="1"/>
          </p:cNvSpPr>
          <p:nvPr>
            <p:ph type="body" idx="1"/>
          </p:nvPr>
        </p:nvSpPr>
        <p:spPr>
          <a:xfrm>
            <a:off x="457200" y="1184564"/>
            <a:ext cx="8229600" cy="4896196"/>
          </a:xfrm>
          <a:prstGeom prst="rect">
            <a:avLst/>
          </a:prstGeom>
        </p:spPr>
        <p:txBody>
          <a:bodyPr vert="horz" lIns="0" tIns="0" rIns="0" bIns="0" rtlCol="0">
            <a:no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cxnSp>
        <p:nvCxnSpPr>
          <p:cNvPr id="8" name="Straight Connector 7"/>
          <p:cNvCxnSpPr/>
          <p:nvPr/>
        </p:nvCxnSpPr>
        <p:spPr>
          <a:xfrm>
            <a:off x="455613" y="1061674"/>
            <a:ext cx="8232775" cy="1588"/>
          </a:xfrm>
          <a:prstGeom prst="line">
            <a:avLst/>
          </a:prstGeom>
          <a:ln w="6350">
            <a:solidFill>
              <a:srgbClr val="0078D2"/>
            </a:solidFill>
          </a:ln>
        </p:spPr>
        <p:style>
          <a:lnRef idx="1">
            <a:schemeClr val="accent1"/>
          </a:lnRef>
          <a:fillRef idx="0">
            <a:schemeClr val="accent1"/>
          </a:fillRef>
          <a:effectRef idx="0">
            <a:schemeClr val="accent1"/>
          </a:effectRef>
          <a:fontRef idx="minor">
            <a:schemeClr val="tx1"/>
          </a:fontRef>
        </p:style>
      </p:cxnSp>
      <p:pic>
        <p:nvPicPr>
          <p:cNvPr id="9" name="Picture 8" descr="PPBar3woneworld.jpg"/>
          <p:cNvPicPr>
            <a:picLocks noChangeAspect="1"/>
          </p:cNvPicPr>
          <p:nvPr userDrawn="1"/>
        </p:nvPicPr>
        <p:blipFill>
          <a:blip r:embed="rId15" cstate="print"/>
          <a:stretch>
            <a:fillRect/>
          </a:stretch>
        </p:blipFill>
        <p:spPr>
          <a:xfrm>
            <a:off x="0" y="6162040"/>
            <a:ext cx="9144000" cy="365760"/>
          </a:xfrm>
          <a:prstGeom prst="rect">
            <a:avLst/>
          </a:prstGeom>
        </p:spPr>
      </p:pic>
      <p:sp>
        <p:nvSpPr>
          <p:cNvPr id="10" name="Rectangle 25"/>
          <p:cNvSpPr>
            <a:spLocks noChangeArrowheads="1"/>
          </p:cNvSpPr>
          <p:nvPr userDrawn="1"/>
        </p:nvSpPr>
        <p:spPr bwMode="auto">
          <a:xfrm>
            <a:off x="1841500" y="6565900"/>
            <a:ext cx="5435600" cy="241300"/>
          </a:xfrm>
          <a:prstGeom prst="rect">
            <a:avLst/>
          </a:prstGeom>
          <a:noFill/>
          <a:ln w="9525">
            <a:noFill/>
            <a:miter lim="800000"/>
            <a:headEnd/>
            <a:tailEnd/>
          </a:ln>
          <a:effectLst/>
        </p:spPr>
        <p:txBody>
          <a:bodyPr wrap="none" lIns="92075" tIns="46038" rIns="92075" bIns="46038" anchor="ctr"/>
          <a:lstStyle/>
          <a:p>
            <a:pPr algn="ctr" eaLnBrk="0" fontAlgn="base" hangingPunct="0">
              <a:spcBef>
                <a:spcPct val="0"/>
              </a:spcBef>
              <a:spcAft>
                <a:spcPct val="0"/>
              </a:spcAft>
              <a:defRPr/>
            </a:pPr>
            <a:r>
              <a:rPr lang="en-US" sz="1100" dirty="0">
                <a:solidFill>
                  <a:srgbClr val="7F7F7F"/>
                </a:solidFill>
                <a:latin typeface="Arial" charset="0"/>
              </a:rPr>
              <a:t>American Airlines confidential document.  Do not copy or distribute.</a:t>
            </a:r>
            <a:endParaRPr kumimoji="1" lang="en-US" sz="1100" dirty="0">
              <a:solidFill>
                <a:srgbClr val="7F7F7F"/>
              </a:solidFill>
              <a:latin typeface="Arial" charset="0"/>
            </a:endParaRPr>
          </a:p>
        </p:txBody>
      </p:sp>
    </p:spTree>
  </p:cSld>
  <p:clrMap bg1="lt1" tx1="dk1" bg2="lt2" tx2="dk2" accent1="accent1" accent2="accent2" accent3="accent3" accent4="accent4" accent5="accent5" accent6="accent6" hlink="hlink" folHlink="folHlink"/>
  <p:sldLayoutIdLst>
    <p:sldLayoutId id="2147483675" r:id="rId1"/>
    <p:sldLayoutId id="2147483676" r:id="rId2"/>
    <p:sldLayoutId id="2147483677" r:id="rId3"/>
    <p:sldLayoutId id="2147483678" r:id="rId4"/>
    <p:sldLayoutId id="2147483679" r:id="rId5"/>
    <p:sldLayoutId id="2147483680" r:id="rId6"/>
    <p:sldLayoutId id="2147483681" r:id="rId7"/>
    <p:sldLayoutId id="2147483682" r:id="rId8"/>
    <p:sldLayoutId id="2147483683" r:id="rId9"/>
    <p:sldLayoutId id="2147483684" r:id="rId10"/>
    <p:sldLayoutId id="2147483685" r:id="rId11"/>
    <p:sldLayoutId id="2147483686" r:id="rId12"/>
    <p:sldLayoutId id="2147483687" r:id="rId13"/>
  </p:sldLayoutIdLst>
  <p:hf hdr="0" dt="0"/>
  <p:txStyles>
    <p:titleStyle>
      <a:lvl1pPr algn="l" defTabSz="914400" rtl="0" eaLnBrk="1" latinLnBrk="0" hangingPunct="1">
        <a:spcBef>
          <a:spcPct val="0"/>
        </a:spcBef>
        <a:buNone/>
        <a:defRPr sz="2800" kern="1200" baseline="0">
          <a:solidFill>
            <a:schemeClr val="tx2"/>
          </a:solidFill>
          <a:latin typeface="+mj-lt"/>
          <a:ea typeface="+mj-ea"/>
          <a:cs typeface="+mj-cs"/>
        </a:defRPr>
      </a:lvl1pPr>
    </p:titleStyle>
    <p:bodyStyle>
      <a:lvl1pPr marL="0" marR="0" indent="0" algn="l" defTabSz="914400" rtl="0" eaLnBrk="1" fontAlgn="auto" latinLnBrk="0" hangingPunct="1">
        <a:lnSpc>
          <a:spcPct val="100000"/>
        </a:lnSpc>
        <a:spcBef>
          <a:spcPts val="0"/>
        </a:spcBef>
        <a:spcAft>
          <a:spcPts val="0"/>
        </a:spcAft>
        <a:buClrTx/>
        <a:buSzTx/>
        <a:buFont typeface="Arial" pitchFamily="34" charset="0"/>
        <a:buNone/>
        <a:tabLst/>
        <a:defRPr sz="2000" kern="1200" baseline="0">
          <a:solidFill>
            <a:schemeClr val="tx1"/>
          </a:solidFill>
          <a:latin typeface="+mj-lt"/>
          <a:ea typeface="+mn-ea"/>
          <a:cs typeface="+mn-cs"/>
        </a:defRPr>
      </a:lvl1pPr>
      <a:lvl2pPr marL="171450" marR="0" indent="-171450" algn="l" defTabSz="914400" rtl="0" eaLnBrk="1" fontAlgn="auto" latinLnBrk="0" hangingPunct="1">
        <a:lnSpc>
          <a:spcPct val="100000"/>
        </a:lnSpc>
        <a:spcBef>
          <a:spcPts val="0"/>
        </a:spcBef>
        <a:spcAft>
          <a:spcPts val="0"/>
        </a:spcAft>
        <a:buClrTx/>
        <a:buSzTx/>
        <a:buFont typeface="Arial" pitchFamily="34" charset="0"/>
        <a:buChar char="•"/>
        <a:tabLst/>
        <a:defRPr sz="1600" kern="1200">
          <a:solidFill>
            <a:schemeClr val="tx1"/>
          </a:solidFill>
          <a:latin typeface="+mj-lt"/>
          <a:ea typeface="+mn-ea"/>
          <a:cs typeface="+mn-cs"/>
        </a:defRPr>
      </a:lvl2pPr>
      <a:lvl3pPr marL="354013" marR="0" indent="-169863" algn="l" defTabSz="914400" rtl="0" eaLnBrk="1" fontAlgn="auto" latinLnBrk="0" hangingPunct="1">
        <a:lnSpc>
          <a:spcPct val="100000"/>
        </a:lnSpc>
        <a:spcBef>
          <a:spcPts val="0"/>
        </a:spcBef>
        <a:spcAft>
          <a:spcPts val="0"/>
        </a:spcAft>
        <a:buClrTx/>
        <a:buSzTx/>
        <a:buFont typeface="Arial" pitchFamily="34" charset="0"/>
        <a:buChar char="•"/>
        <a:tabLst/>
        <a:defRPr sz="1600" kern="1200">
          <a:solidFill>
            <a:schemeClr val="tx1"/>
          </a:solidFill>
          <a:latin typeface="+mj-lt"/>
          <a:ea typeface="+mn-ea"/>
          <a:cs typeface="+mn-cs"/>
        </a:defRPr>
      </a:lvl3pPr>
      <a:lvl4pPr marL="506413" marR="0" indent="-171450" algn="l" defTabSz="914400" rtl="0" eaLnBrk="1" fontAlgn="auto" latinLnBrk="0" hangingPunct="1">
        <a:lnSpc>
          <a:spcPct val="100000"/>
        </a:lnSpc>
        <a:spcBef>
          <a:spcPts val="0"/>
        </a:spcBef>
        <a:spcAft>
          <a:spcPts val="0"/>
        </a:spcAft>
        <a:buClrTx/>
        <a:buSzTx/>
        <a:buFont typeface="Arial" pitchFamily="34" charset="0"/>
        <a:buChar char="•"/>
        <a:tabLst/>
        <a:defRPr sz="1400" kern="1200">
          <a:solidFill>
            <a:schemeClr val="tx1"/>
          </a:solidFill>
          <a:latin typeface="+mj-lt"/>
          <a:ea typeface="+mn-ea"/>
          <a:cs typeface="+mn-cs"/>
        </a:defRPr>
      </a:lvl4pPr>
      <a:lvl5pPr marL="687388" marR="0" indent="-171450" algn="l" defTabSz="914400" rtl="0" eaLnBrk="1" fontAlgn="auto" latinLnBrk="0" hangingPunct="1">
        <a:lnSpc>
          <a:spcPct val="100000"/>
        </a:lnSpc>
        <a:spcBef>
          <a:spcPts val="0"/>
        </a:spcBef>
        <a:spcAft>
          <a:spcPts val="0"/>
        </a:spcAft>
        <a:buClrTx/>
        <a:buSzTx/>
        <a:buFont typeface="Arial" pitchFamily="34" charset="0"/>
        <a:buChar char="•"/>
        <a:tabLst/>
        <a:defRPr sz="1400" kern="1200">
          <a:solidFill>
            <a:schemeClr val="tx1"/>
          </a:solidFill>
          <a:latin typeface="+mj-lt"/>
          <a:ea typeface="+mn-ea"/>
          <a:cs typeface="+mn-cs"/>
        </a:defRPr>
      </a:lvl5pPr>
      <a:lvl6pPr marL="2514600" indent="-228600" algn="l" defTabSz="914400" rtl="0" eaLnBrk="1" latinLnBrk="0" hangingPunct="1">
        <a:spcBef>
          <a:spcPct val="20000"/>
        </a:spcBef>
        <a:buFont typeface="Arial" pitchFamily="34" charset="0"/>
        <a:buChar char="•"/>
        <a:defRPr sz="16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smtClean="0"/>
              <a:t>The Release Plan</a:t>
            </a:r>
            <a:endParaRPr lang="en-US" dirty="0"/>
          </a:p>
        </p:txBody>
      </p:sp>
      <p:sp>
        <p:nvSpPr>
          <p:cNvPr id="5" name="Content Placeholder 4"/>
          <p:cNvSpPr>
            <a:spLocks noGrp="1"/>
          </p:cNvSpPr>
          <p:nvPr>
            <p:ph sz="quarter" idx="15"/>
          </p:nvPr>
        </p:nvSpPr>
        <p:spPr/>
        <p:txBody>
          <a:bodyPr/>
          <a:lstStyle/>
          <a:p>
            <a:r>
              <a:rPr lang="en-US" dirty="0" smtClean="0"/>
              <a:t>Introduction</a:t>
            </a:r>
          </a:p>
          <a:p>
            <a:endParaRPr lang="en-US" dirty="0" smtClean="0"/>
          </a:p>
          <a:p>
            <a:pPr lvl="1"/>
            <a:r>
              <a:rPr lang="en-US" dirty="0" smtClean="0"/>
              <a:t>Purpose:</a:t>
            </a:r>
          </a:p>
          <a:p>
            <a:pPr lvl="2"/>
            <a:r>
              <a:rPr lang="en-US" dirty="0" smtClean="0"/>
              <a:t>Provide communication to stakeholders throughout the project cycle as the project team continues to respond to feedback from business/Product Owner</a:t>
            </a:r>
          </a:p>
          <a:p>
            <a:pPr lvl="2"/>
            <a:r>
              <a:rPr lang="en-US" dirty="0" smtClean="0"/>
              <a:t>The goal is to communicate a detailed view of features/functions</a:t>
            </a:r>
          </a:p>
          <a:p>
            <a:pPr lvl="2"/>
            <a:r>
              <a:rPr lang="en-US" dirty="0" smtClean="0"/>
              <a:t>The intent is to maintain a collaborative effort that keeps the process more transparent</a:t>
            </a:r>
          </a:p>
          <a:p>
            <a:pPr lvl="2"/>
            <a:endParaRPr lang="en-US" dirty="0" smtClean="0"/>
          </a:p>
          <a:p>
            <a:pPr lvl="1"/>
            <a:r>
              <a:rPr lang="en-US" dirty="0" smtClean="0"/>
              <a:t>Ownership:</a:t>
            </a:r>
          </a:p>
          <a:p>
            <a:pPr lvl="2"/>
            <a:r>
              <a:rPr lang="en-US" dirty="0" smtClean="0"/>
              <a:t>The </a:t>
            </a:r>
            <a:r>
              <a:rPr lang="en-US" b="1" dirty="0" smtClean="0"/>
              <a:t>Agile Project Lead </a:t>
            </a:r>
            <a:r>
              <a:rPr lang="en-US" dirty="0" smtClean="0"/>
              <a:t>is responsible for </a:t>
            </a:r>
            <a:r>
              <a:rPr lang="en-US" b="1" dirty="0" smtClean="0"/>
              <a:t>creating and main</a:t>
            </a:r>
            <a:r>
              <a:rPr lang="en-US" dirty="0" smtClean="0"/>
              <a:t>taining the Release Plan in collaboration with the project team as the project progresses through completion</a:t>
            </a:r>
            <a:endParaRPr lang="en-US" dirty="0"/>
          </a:p>
        </p:txBody>
      </p:sp>
      <p:sp>
        <p:nvSpPr>
          <p:cNvPr id="6" name="Slide Number Placeholder 5"/>
          <p:cNvSpPr>
            <a:spLocks noGrp="1"/>
          </p:cNvSpPr>
          <p:nvPr>
            <p:ph type="sldNum" sz="quarter" idx="12"/>
          </p:nvPr>
        </p:nvSpPr>
        <p:spPr/>
        <p:txBody>
          <a:bodyPr/>
          <a:lstStyle/>
          <a:p>
            <a:pPr fontAlgn="base">
              <a:spcBef>
                <a:spcPct val="0"/>
              </a:spcBef>
              <a:spcAft>
                <a:spcPct val="0"/>
              </a:spcAft>
            </a:pPr>
            <a:fld id="{9E3C471D-FB94-43E4-8DFD-966A05A84658}" type="slidenum">
              <a:rPr lang="en-US" smtClean="0">
                <a:solidFill>
                  <a:srgbClr val="7F7F7F"/>
                </a:solidFill>
              </a:rPr>
              <a:pPr fontAlgn="base">
                <a:spcBef>
                  <a:spcPct val="0"/>
                </a:spcBef>
                <a:spcAft>
                  <a:spcPct val="0"/>
                </a:spcAft>
              </a:pPr>
              <a:t>1</a:t>
            </a:fld>
            <a:endParaRPr lang="en-US" dirty="0">
              <a:solidFill>
                <a:srgbClr val="7F7F7F"/>
              </a:solidFill>
            </a:endParaRPr>
          </a:p>
        </p:txBody>
      </p:sp>
      <p:sp>
        <p:nvSpPr>
          <p:cNvPr id="7" name="Footer Placeholder 6"/>
          <p:cNvSpPr>
            <a:spLocks noGrp="1"/>
          </p:cNvSpPr>
          <p:nvPr>
            <p:ph type="ftr" sz="quarter" idx="11"/>
          </p:nvPr>
        </p:nvSpPr>
        <p:spPr/>
        <p:txBody>
          <a:bodyPr/>
          <a:lstStyle/>
          <a:p>
            <a:r>
              <a:rPr lang="en-US" smtClean="0"/>
              <a:t>Release [N] v[x.x]</a:t>
            </a:r>
            <a:endParaRPr lang="en-US"/>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The Release Plan</a:t>
            </a:r>
            <a:endParaRPr lang="en-US" dirty="0"/>
          </a:p>
        </p:txBody>
      </p:sp>
      <p:sp>
        <p:nvSpPr>
          <p:cNvPr id="3" name="Slide Number Placeholder 2"/>
          <p:cNvSpPr>
            <a:spLocks noGrp="1"/>
          </p:cNvSpPr>
          <p:nvPr>
            <p:ph type="sldNum" sz="quarter" idx="12"/>
          </p:nvPr>
        </p:nvSpPr>
        <p:spPr/>
        <p:txBody>
          <a:bodyPr/>
          <a:lstStyle/>
          <a:p>
            <a:pPr fontAlgn="base">
              <a:spcBef>
                <a:spcPct val="0"/>
              </a:spcBef>
              <a:spcAft>
                <a:spcPct val="0"/>
              </a:spcAft>
            </a:pPr>
            <a:fld id="{9E3C471D-FB94-43E4-8DFD-966A05A84658}" type="slidenum">
              <a:rPr lang="en-US" smtClean="0">
                <a:solidFill>
                  <a:srgbClr val="7F7F7F"/>
                </a:solidFill>
              </a:rPr>
              <a:pPr fontAlgn="base">
                <a:spcBef>
                  <a:spcPct val="0"/>
                </a:spcBef>
                <a:spcAft>
                  <a:spcPct val="0"/>
                </a:spcAft>
              </a:pPr>
              <a:t>2</a:t>
            </a:fld>
            <a:endParaRPr lang="en-US" dirty="0">
              <a:solidFill>
                <a:srgbClr val="7F7F7F"/>
              </a:solidFill>
            </a:endParaRPr>
          </a:p>
        </p:txBody>
      </p:sp>
      <p:sp>
        <p:nvSpPr>
          <p:cNvPr id="4" name="Content Placeholder 3"/>
          <p:cNvSpPr>
            <a:spLocks noGrp="1"/>
          </p:cNvSpPr>
          <p:nvPr>
            <p:ph sz="quarter" idx="15"/>
          </p:nvPr>
        </p:nvSpPr>
        <p:spPr/>
        <p:txBody>
          <a:bodyPr/>
          <a:lstStyle/>
          <a:p>
            <a:r>
              <a:rPr lang="en-US" dirty="0" smtClean="0"/>
              <a:t>Maintenance</a:t>
            </a:r>
          </a:p>
          <a:p>
            <a:endParaRPr lang="en-US" dirty="0" smtClean="0"/>
          </a:p>
          <a:p>
            <a:pPr lvl="1"/>
            <a:r>
              <a:rPr lang="en-US" dirty="0" smtClean="0"/>
              <a:t>Start and complete this document during Iteration 0 for the first Release</a:t>
            </a:r>
          </a:p>
          <a:p>
            <a:pPr lvl="1"/>
            <a:endParaRPr lang="en-US" dirty="0" smtClean="0"/>
          </a:p>
          <a:p>
            <a:pPr lvl="1"/>
            <a:r>
              <a:rPr lang="en-US" dirty="0" smtClean="0"/>
              <a:t>Review and update the document after every Iteration planning session, as required</a:t>
            </a:r>
          </a:p>
          <a:p>
            <a:pPr lvl="1"/>
            <a:endParaRPr lang="en-US" dirty="0" smtClean="0"/>
          </a:p>
          <a:p>
            <a:pPr lvl="1"/>
            <a:r>
              <a:rPr lang="en-US" dirty="0" smtClean="0"/>
              <a:t>Changes to the Vision and Roadmap may also be necessary to ensure they remain consistent with this Release Plan</a:t>
            </a:r>
            <a:endParaRPr lang="en-US" dirty="0"/>
          </a:p>
        </p:txBody>
      </p:sp>
      <p:sp>
        <p:nvSpPr>
          <p:cNvPr id="5" name="Footer Placeholder 4"/>
          <p:cNvSpPr>
            <a:spLocks noGrp="1"/>
          </p:cNvSpPr>
          <p:nvPr>
            <p:ph type="ftr" sz="quarter" idx="11"/>
          </p:nvPr>
        </p:nvSpPr>
        <p:spPr/>
        <p:txBody>
          <a:bodyPr/>
          <a:lstStyle/>
          <a:p>
            <a:r>
              <a:rPr lang="en-US" smtClean="0"/>
              <a:t>Release [N] v[x.x]</a:t>
            </a:r>
            <a:endParaRPr lang="en-US"/>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The Release Plan</a:t>
            </a:r>
            <a:endParaRPr lang="en-US" dirty="0"/>
          </a:p>
        </p:txBody>
      </p:sp>
      <p:sp>
        <p:nvSpPr>
          <p:cNvPr id="3" name="Slide Number Placeholder 2"/>
          <p:cNvSpPr>
            <a:spLocks noGrp="1"/>
          </p:cNvSpPr>
          <p:nvPr>
            <p:ph type="sldNum" sz="quarter" idx="12"/>
          </p:nvPr>
        </p:nvSpPr>
        <p:spPr/>
        <p:txBody>
          <a:bodyPr/>
          <a:lstStyle/>
          <a:p>
            <a:pPr fontAlgn="base">
              <a:spcBef>
                <a:spcPct val="0"/>
              </a:spcBef>
              <a:spcAft>
                <a:spcPct val="0"/>
              </a:spcAft>
            </a:pPr>
            <a:fld id="{9E3C471D-FB94-43E4-8DFD-966A05A84658}" type="slidenum">
              <a:rPr lang="en-US" smtClean="0">
                <a:solidFill>
                  <a:srgbClr val="7F7F7F"/>
                </a:solidFill>
              </a:rPr>
              <a:pPr fontAlgn="base">
                <a:spcBef>
                  <a:spcPct val="0"/>
                </a:spcBef>
                <a:spcAft>
                  <a:spcPct val="0"/>
                </a:spcAft>
              </a:pPr>
              <a:t>3</a:t>
            </a:fld>
            <a:endParaRPr lang="en-US" dirty="0">
              <a:solidFill>
                <a:srgbClr val="7F7F7F"/>
              </a:solidFill>
            </a:endParaRPr>
          </a:p>
        </p:txBody>
      </p:sp>
      <p:sp>
        <p:nvSpPr>
          <p:cNvPr id="4" name="Content Placeholder 3"/>
          <p:cNvSpPr>
            <a:spLocks noGrp="1"/>
          </p:cNvSpPr>
          <p:nvPr>
            <p:ph sz="quarter" idx="15"/>
          </p:nvPr>
        </p:nvSpPr>
        <p:spPr/>
        <p:txBody>
          <a:bodyPr/>
          <a:lstStyle/>
          <a:p>
            <a:r>
              <a:rPr lang="en-US" dirty="0" smtClean="0"/>
              <a:t>Instructions</a:t>
            </a:r>
          </a:p>
          <a:p>
            <a:endParaRPr lang="en-US" dirty="0" smtClean="0"/>
          </a:p>
          <a:p>
            <a:pPr lvl="1"/>
            <a:r>
              <a:rPr lang="en-US" dirty="0" smtClean="0"/>
              <a:t>Create a copy of this template to use as your Release Plan document</a:t>
            </a:r>
          </a:p>
          <a:p>
            <a:pPr lvl="1"/>
            <a:r>
              <a:rPr lang="en-US" dirty="0" smtClean="0"/>
              <a:t>Delete the first three slides: (Introduction, Maintenance, Instructions)</a:t>
            </a:r>
          </a:p>
          <a:p>
            <a:pPr lvl="1"/>
            <a:r>
              <a:rPr lang="en-US" dirty="0" smtClean="0"/>
              <a:t>Replace the [bracketed] items on each page with information from your project</a:t>
            </a:r>
          </a:p>
          <a:p>
            <a:pPr lvl="1"/>
            <a:r>
              <a:rPr lang="en-US" dirty="0" smtClean="0"/>
              <a:t>Include your document version number in the footer</a:t>
            </a:r>
          </a:p>
          <a:p>
            <a:pPr lvl="1"/>
            <a:endParaRPr lang="en-US" dirty="0" smtClean="0"/>
          </a:p>
          <a:p>
            <a:pPr lvl="1"/>
            <a:r>
              <a:rPr lang="en-US" dirty="0" smtClean="0"/>
              <a:t>Additional instructions and guidance can be found in the Notes section of the individual slides. (Optionally, the notes may be deleted to make room for talking points specific to your project)</a:t>
            </a:r>
          </a:p>
          <a:p>
            <a:pPr lvl="1"/>
            <a:endParaRPr lang="en-US" dirty="0" smtClean="0"/>
          </a:p>
          <a:p>
            <a:pPr lvl="1"/>
            <a:r>
              <a:rPr lang="en-US" dirty="0" smtClean="0"/>
              <a:t>When needed, copy and insert a ‘pre-formatted’ slide into the presentation if an additional page is needed to communicate an overflow of information</a:t>
            </a:r>
          </a:p>
        </p:txBody>
      </p:sp>
      <p:sp>
        <p:nvSpPr>
          <p:cNvPr id="5" name="Footer Placeholder 4"/>
          <p:cNvSpPr>
            <a:spLocks noGrp="1"/>
          </p:cNvSpPr>
          <p:nvPr>
            <p:ph type="ftr" sz="quarter" idx="11"/>
          </p:nvPr>
        </p:nvSpPr>
        <p:spPr/>
        <p:txBody>
          <a:bodyPr/>
          <a:lstStyle/>
          <a:p>
            <a:r>
              <a:rPr lang="en-US" smtClean="0"/>
              <a:t>Release [N] v[x.x]</a:t>
            </a:r>
            <a:endParaRPr lang="en-US"/>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ctrTitle"/>
          </p:nvPr>
        </p:nvSpPr>
        <p:spPr/>
        <p:txBody>
          <a:bodyPr/>
          <a:lstStyle/>
          <a:p>
            <a:r>
              <a:rPr lang="en-US" dirty="0" smtClean="0"/>
              <a:t>SSM SDFCS</a:t>
            </a:r>
            <a:endParaRPr lang="en-US" dirty="0"/>
          </a:p>
        </p:txBody>
      </p:sp>
      <p:sp>
        <p:nvSpPr>
          <p:cNvPr id="6" name="Subtitle 5"/>
          <p:cNvSpPr>
            <a:spLocks noGrp="1"/>
          </p:cNvSpPr>
          <p:nvPr>
            <p:ph type="subTitle" idx="1"/>
          </p:nvPr>
        </p:nvSpPr>
        <p:spPr/>
        <p:txBody>
          <a:bodyPr/>
          <a:lstStyle/>
          <a:p>
            <a:r>
              <a:rPr lang="en-US" dirty="0" smtClean="0"/>
              <a:t>Release </a:t>
            </a:r>
            <a:r>
              <a:rPr lang="en-US" dirty="0" smtClean="0"/>
              <a:t>1C</a:t>
            </a:r>
            <a:endParaRPr lang="en-US" dirty="0"/>
          </a:p>
        </p:txBody>
      </p:sp>
      <p:sp>
        <p:nvSpPr>
          <p:cNvPr id="7" name="TextBox 6"/>
          <p:cNvSpPr txBox="1"/>
          <p:nvPr/>
        </p:nvSpPr>
        <p:spPr>
          <a:xfrm>
            <a:off x="914399" y="4343400"/>
            <a:ext cx="4949371" cy="1015663"/>
          </a:xfrm>
          <a:prstGeom prst="rect">
            <a:avLst/>
          </a:prstGeom>
          <a:noFill/>
        </p:spPr>
        <p:txBody>
          <a:bodyPr wrap="square" rtlCol="0">
            <a:spAutoFit/>
          </a:bodyPr>
          <a:lstStyle/>
          <a:p>
            <a:r>
              <a:rPr lang="en-US" sz="2000" dirty="0" smtClean="0">
                <a:solidFill>
                  <a:srgbClr val="002060"/>
                </a:solidFill>
                <a:latin typeface="+mj-lt"/>
              </a:rPr>
              <a:t>Revision 1.1</a:t>
            </a:r>
          </a:p>
          <a:p>
            <a:r>
              <a:rPr lang="en-US" sz="2000" dirty="0" smtClean="0">
                <a:solidFill>
                  <a:srgbClr val="002060"/>
                </a:solidFill>
                <a:latin typeface="+mj-lt"/>
              </a:rPr>
              <a:t>1/17/2013</a:t>
            </a:r>
            <a:endParaRPr lang="en-US" sz="2000" dirty="0" smtClean="0">
              <a:solidFill>
                <a:srgbClr val="002060"/>
              </a:solidFill>
              <a:latin typeface="+mj-lt"/>
            </a:endParaRPr>
          </a:p>
          <a:p>
            <a:r>
              <a:rPr lang="en-US" sz="2000" dirty="0" smtClean="0">
                <a:solidFill>
                  <a:srgbClr val="002060"/>
                </a:solidFill>
                <a:latin typeface="+mj-lt"/>
              </a:rPr>
              <a:t>Wajahath Quraishi, Agile Project Lead </a:t>
            </a:r>
            <a:endParaRPr lang="en-US" sz="2000" dirty="0">
              <a:solidFill>
                <a:srgbClr val="002060"/>
              </a:solidFill>
              <a:latin typeface="+mj-lt"/>
            </a:endParaRPr>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Objectives</a:t>
            </a:r>
            <a:endParaRPr lang="en-US" dirty="0"/>
          </a:p>
        </p:txBody>
      </p:sp>
      <p:sp>
        <p:nvSpPr>
          <p:cNvPr id="3" name="Footer Placeholder 2"/>
          <p:cNvSpPr>
            <a:spLocks noGrp="1"/>
          </p:cNvSpPr>
          <p:nvPr>
            <p:ph type="ftr" sz="quarter" idx="11"/>
          </p:nvPr>
        </p:nvSpPr>
        <p:spPr/>
        <p:txBody>
          <a:bodyPr/>
          <a:lstStyle/>
          <a:p>
            <a:r>
              <a:rPr lang="en-US" smtClean="0"/>
              <a:t>Release [N] v[x.x]</a:t>
            </a:r>
            <a:endParaRPr lang="en-US"/>
          </a:p>
        </p:txBody>
      </p:sp>
      <p:sp>
        <p:nvSpPr>
          <p:cNvPr id="4" name="Slide Number Placeholder 3"/>
          <p:cNvSpPr>
            <a:spLocks noGrp="1"/>
          </p:cNvSpPr>
          <p:nvPr>
            <p:ph type="sldNum" sz="quarter" idx="12"/>
          </p:nvPr>
        </p:nvSpPr>
        <p:spPr/>
        <p:txBody>
          <a:bodyPr/>
          <a:lstStyle/>
          <a:p>
            <a:pPr fontAlgn="base">
              <a:spcBef>
                <a:spcPct val="0"/>
              </a:spcBef>
              <a:spcAft>
                <a:spcPct val="0"/>
              </a:spcAft>
            </a:pPr>
            <a:fld id="{9E3C471D-FB94-43E4-8DFD-966A05A84658}" type="slidenum">
              <a:rPr lang="en-US" smtClean="0">
                <a:solidFill>
                  <a:srgbClr val="7F7F7F"/>
                </a:solidFill>
              </a:rPr>
              <a:pPr fontAlgn="base">
                <a:spcBef>
                  <a:spcPct val="0"/>
                </a:spcBef>
                <a:spcAft>
                  <a:spcPct val="0"/>
                </a:spcAft>
              </a:pPr>
              <a:t>5</a:t>
            </a:fld>
            <a:endParaRPr lang="en-US" dirty="0">
              <a:solidFill>
                <a:srgbClr val="7F7F7F"/>
              </a:solidFill>
            </a:endParaRPr>
          </a:p>
        </p:txBody>
      </p:sp>
      <p:sp>
        <p:nvSpPr>
          <p:cNvPr id="5" name="Content Placeholder 4"/>
          <p:cNvSpPr>
            <a:spLocks noGrp="1"/>
          </p:cNvSpPr>
          <p:nvPr>
            <p:ph sz="quarter" idx="15"/>
          </p:nvPr>
        </p:nvSpPr>
        <p:spPr/>
        <p:txBody>
          <a:bodyPr/>
          <a:lstStyle/>
          <a:p>
            <a:r>
              <a:rPr lang="en-US" dirty="0" smtClean="0"/>
              <a:t>Projected Scope:</a:t>
            </a:r>
          </a:p>
          <a:p>
            <a:endParaRPr lang="en-US" dirty="0" smtClean="0"/>
          </a:p>
          <a:p>
            <a:endParaRPr lang="en-US" dirty="0" smtClean="0"/>
          </a:p>
          <a:p>
            <a:endParaRPr lang="en-US" dirty="0" smtClean="0"/>
          </a:p>
          <a:p>
            <a:endParaRPr lang="en-US" dirty="0" smtClean="0"/>
          </a:p>
          <a:p>
            <a:endParaRPr lang="en-US" dirty="0" smtClean="0"/>
          </a:p>
          <a:p>
            <a:endParaRPr lang="en-US" dirty="0" smtClean="0"/>
          </a:p>
          <a:p>
            <a:endParaRPr lang="en-US" dirty="0" smtClean="0"/>
          </a:p>
          <a:p>
            <a:endParaRPr lang="en-US" dirty="0" smtClean="0"/>
          </a:p>
          <a:p>
            <a:endParaRPr lang="en-US" dirty="0" smtClean="0"/>
          </a:p>
          <a:p>
            <a:r>
              <a:rPr lang="en-US" dirty="0" smtClean="0"/>
              <a:t>Timeline</a:t>
            </a:r>
          </a:p>
          <a:p>
            <a:pPr lvl="1"/>
            <a:r>
              <a:rPr lang="en-US" dirty="0" smtClean="0"/>
              <a:t>Release Completion Date: </a:t>
            </a:r>
            <a:r>
              <a:rPr lang="en-US" dirty="0" smtClean="0"/>
              <a:t>TBD</a:t>
            </a:r>
            <a:endParaRPr lang="en-US" dirty="0" smtClean="0"/>
          </a:p>
          <a:p>
            <a:pPr lvl="1"/>
            <a:r>
              <a:rPr lang="en-US" dirty="0" smtClean="0"/>
              <a:t>Production Release Date: </a:t>
            </a:r>
            <a:r>
              <a:rPr lang="en-US" dirty="0" smtClean="0"/>
              <a:t>TDB</a:t>
            </a:r>
            <a:endParaRPr lang="en-US" dirty="0" smtClean="0"/>
          </a:p>
          <a:p>
            <a:pPr lvl="1"/>
            <a:r>
              <a:rPr lang="en-US" dirty="0" smtClean="0"/>
              <a:t>Iteration Length: 2 weeks</a:t>
            </a:r>
            <a:endParaRPr lang="en-US" dirty="0"/>
          </a:p>
        </p:txBody>
      </p:sp>
      <p:graphicFrame>
        <p:nvGraphicFramePr>
          <p:cNvPr id="6" name="Table 5"/>
          <p:cNvGraphicFramePr>
            <a:graphicFrameLocks noGrp="1"/>
          </p:cNvGraphicFramePr>
          <p:nvPr>
            <p:extLst>
              <p:ext uri="{D42A27DB-BD31-4B8C-83A1-F6EECF244321}">
                <p14:modId xmlns:p14="http://schemas.microsoft.com/office/powerpoint/2010/main" val="1115638427"/>
              </p:ext>
            </p:extLst>
          </p:nvPr>
        </p:nvGraphicFramePr>
        <p:xfrm>
          <a:off x="457200" y="1524000"/>
          <a:ext cx="8229600" cy="2570480"/>
        </p:xfrm>
        <a:graphic>
          <a:graphicData uri="http://schemas.openxmlformats.org/drawingml/2006/table">
            <a:tbl>
              <a:tblPr firstRow="1" bandRow="1">
                <a:tableStyleId>{00A15C55-8517-42AA-B614-E9B94910E393}</a:tableStyleId>
              </a:tblPr>
              <a:tblGrid>
                <a:gridCol w="8229600"/>
              </a:tblGrid>
              <a:tr h="370840">
                <a:tc>
                  <a:txBody>
                    <a:bodyPr/>
                    <a:lstStyle/>
                    <a:p>
                      <a:r>
                        <a:rPr lang="en-US" dirty="0" smtClean="0"/>
                        <a:t>Key Features</a:t>
                      </a:r>
                      <a:endParaRPr lang="en-US" dirty="0"/>
                    </a:p>
                  </a:txBody>
                  <a:tcPr/>
                </a:tc>
              </a:tr>
              <a:tr h="370840">
                <a:tc>
                  <a:txBody>
                    <a:bodyPr/>
                    <a:lstStyle/>
                    <a:p>
                      <a:r>
                        <a:rPr lang="en-US" sz="1800" dirty="0" smtClean="0"/>
                        <a:t>Allow passengers to check-in and/or perform AS multiple times at the SSM when there is a DS segment in the PNR.</a:t>
                      </a:r>
                      <a:endParaRPr lang="en-US" dirty="0"/>
                    </a:p>
                  </a:txBody>
                  <a:tcPr/>
                </a:tc>
              </a:tr>
              <a:tr h="370840">
                <a:tc>
                  <a:txBody>
                    <a:bodyPr/>
                    <a:lstStyle/>
                    <a:p>
                      <a:pPr lvl="1"/>
                      <a:r>
                        <a:rPr lang="en-US" smtClean="0"/>
                        <a:t>SSM to process</a:t>
                      </a:r>
                      <a:r>
                        <a:rPr lang="en-US" baseline="0" smtClean="0"/>
                        <a:t> </a:t>
                      </a:r>
                      <a:r>
                        <a:rPr lang="en-US" dirty="0" smtClean="0"/>
                        <a:t>Same</a:t>
                      </a:r>
                      <a:r>
                        <a:rPr lang="en-US" baseline="0" dirty="0" smtClean="0"/>
                        <a:t> day standby (SDS) on AA.com </a:t>
                      </a:r>
                      <a:endParaRPr lang="en-US" dirty="0"/>
                    </a:p>
                  </a:txBody>
                  <a:tcPr/>
                </a:tc>
              </a:tr>
              <a:tr h="370840">
                <a:tc>
                  <a:txBody>
                    <a:bodyPr/>
                    <a:lstStyle/>
                    <a:p>
                      <a:pPr lvl="1"/>
                      <a:r>
                        <a:rPr lang="en-US" dirty="0" smtClean="0"/>
                        <a:t>SSM to process the SDS and AS for Direct</a:t>
                      </a:r>
                      <a:r>
                        <a:rPr lang="en-US" baseline="0" dirty="0" smtClean="0"/>
                        <a:t> Connect</a:t>
                      </a:r>
                    </a:p>
                    <a:p>
                      <a:endParaRPr lang="en-US" baseline="0"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Convert the segment to Slice</a:t>
                      </a:r>
                      <a:r>
                        <a:rPr lang="en-US" baseline="0" dirty="0" smtClean="0"/>
                        <a:t> based implementation for SDS</a:t>
                      </a:r>
                      <a:endParaRPr lang="en-US" dirty="0" smtClean="0"/>
                    </a:p>
                    <a:p>
                      <a:endParaRPr lang="en-US" dirty="0"/>
                    </a:p>
                  </a:txBody>
                  <a:tcPr/>
                </a:tc>
              </a:tr>
            </a:tbl>
          </a:graphicData>
        </a:graphic>
      </p:graphicFrame>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Business Readiness Activities</a:t>
            </a:r>
            <a:endParaRPr lang="en-US" dirty="0"/>
          </a:p>
        </p:txBody>
      </p:sp>
      <p:sp>
        <p:nvSpPr>
          <p:cNvPr id="3" name="Footer Placeholder 2"/>
          <p:cNvSpPr>
            <a:spLocks noGrp="1"/>
          </p:cNvSpPr>
          <p:nvPr>
            <p:ph type="ftr" sz="quarter" idx="11"/>
          </p:nvPr>
        </p:nvSpPr>
        <p:spPr/>
        <p:txBody>
          <a:bodyPr/>
          <a:lstStyle/>
          <a:p>
            <a:r>
              <a:rPr lang="en-US" smtClean="0"/>
              <a:t>Release [N] v[x.x]</a:t>
            </a:r>
            <a:endParaRPr lang="en-US"/>
          </a:p>
        </p:txBody>
      </p:sp>
      <p:sp>
        <p:nvSpPr>
          <p:cNvPr id="4" name="Slide Number Placeholder 3"/>
          <p:cNvSpPr>
            <a:spLocks noGrp="1"/>
          </p:cNvSpPr>
          <p:nvPr>
            <p:ph type="sldNum" sz="quarter" idx="12"/>
          </p:nvPr>
        </p:nvSpPr>
        <p:spPr/>
        <p:txBody>
          <a:bodyPr/>
          <a:lstStyle/>
          <a:p>
            <a:pPr fontAlgn="base">
              <a:spcBef>
                <a:spcPct val="0"/>
              </a:spcBef>
              <a:spcAft>
                <a:spcPct val="0"/>
              </a:spcAft>
            </a:pPr>
            <a:fld id="{9E3C471D-FB94-43E4-8DFD-966A05A84658}" type="slidenum">
              <a:rPr lang="en-US" smtClean="0">
                <a:solidFill>
                  <a:srgbClr val="7F7F7F"/>
                </a:solidFill>
              </a:rPr>
              <a:pPr fontAlgn="base">
                <a:spcBef>
                  <a:spcPct val="0"/>
                </a:spcBef>
                <a:spcAft>
                  <a:spcPct val="0"/>
                </a:spcAft>
              </a:pPr>
              <a:t>6</a:t>
            </a:fld>
            <a:endParaRPr lang="en-US" dirty="0">
              <a:solidFill>
                <a:srgbClr val="7F7F7F"/>
              </a:solidFill>
            </a:endParaRPr>
          </a:p>
        </p:txBody>
      </p:sp>
      <p:sp>
        <p:nvSpPr>
          <p:cNvPr id="5" name="Content Placeholder 4"/>
          <p:cNvSpPr>
            <a:spLocks noGrp="1"/>
          </p:cNvSpPr>
          <p:nvPr>
            <p:ph sz="quarter" idx="15"/>
          </p:nvPr>
        </p:nvSpPr>
        <p:spPr/>
        <p:txBody>
          <a:bodyPr/>
          <a:lstStyle/>
          <a:p>
            <a:r>
              <a:rPr lang="en-US" dirty="0" smtClean="0"/>
              <a:t>Key Business project milestones to ensure product success</a:t>
            </a:r>
          </a:p>
          <a:p>
            <a:pPr lvl="1"/>
            <a:endParaRPr lang="en-US" dirty="0" smtClean="0"/>
          </a:p>
          <a:p>
            <a:pPr lvl="1"/>
            <a:r>
              <a:rPr lang="en-US" dirty="0" smtClean="0"/>
              <a:t>Provide the SDS, SDFC, AS, AFC and AFCS products from the Catalog</a:t>
            </a:r>
          </a:p>
          <a:p>
            <a:pPr marL="184150" lvl="2" indent="0">
              <a:buNone/>
            </a:pPr>
            <a:endParaRPr lang="en-US" dirty="0" smtClean="0"/>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Business Case</a:t>
            </a:r>
            <a:endParaRPr lang="en-US" dirty="0"/>
          </a:p>
        </p:txBody>
      </p:sp>
      <p:sp>
        <p:nvSpPr>
          <p:cNvPr id="3" name="Footer Placeholder 2"/>
          <p:cNvSpPr>
            <a:spLocks noGrp="1"/>
          </p:cNvSpPr>
          <p:nvPr>
            <p:ph type="ftr" sz="quarter" idx="11"/>
          </p:nvPr>
        </p:nvSpPr>
        <p:spPr/>
        <p:txBody>
          <a:bodyPr/>
          <a:lstStyle/>
          <a:p>
            <a:r>
              <a:rPr lang="en-US" dirty="0" smtClean="0"/>
              <a:t>Release [N] v[</a:t>
            </a:r>
            <a:r>
              <a:rPr lang="en-US" dirty="0" err="1" smtClean="0"/>
              <a:t>x.x</a:t>
            </a:r>
            <a:r>
              <a:rPr lang="en-US" dirty="0" smtClean="0"/>
              <a:t>]</a:t>
            </a:r>
            <a:endParaRPr lang="en-US" dirty="0"/>
          </a:p>
        </p:txBody>
      </p:sp>
      <p:sp>
        <p:nvSpPr>
          <p:cNvPr id="4" name="Slide Number Placeholder 3"/>
          <p:cNvSpPr>
            <a:spLocks noGrp="1"/>
          </p:cNvSpPr>
          <p:nvPr>
            <p:ph type="sldNum" sz="quarter" idx="12"/>
          </p:nvPr>
        </p:nvSpPr>
        <p:spPr/>
        <p:txBody>
          <a:bodyPr/>
          <a:lstStyle/>
          <a:p>
            <a:pPr fontAlgn="base">
              <a:spcBef>
                <a:spcPct val="0"/>
              </a:spcBef>
              <a:spcAft>
                <a:spcPct val="0"/>
              </a:spcAft>
            </a:pPr>
            <a:fld id="{9E3C471D-FB94-43E4-8DFD-966A05A84658}" type="slidenum">
              <a:rPr lang="en-US" smtClean="0">
                <a:solidFill>
                  <a:srgbClr val="7F7F7F"/>
                </a:solidFill>
              </a:rPr>
              <a:pPr fontAlgn="base">
                <a:spcBef>
                  <a:spcPct val="0"/>
                </a:spcBef>
                <a:spcAft>
                  <a:spcPct val="0"/>
                </a:spcAft>
              </a:pPr>
              <a:t>7</a:t>
            </a:fld>
            <a:endParaRPr lang="en-US" dirty="0">
              <a:solidFill>
                <a:srgbClr val="7F7F7F"/>
              </a:solidFill>
            </a:endParaRPr>
          </a:p>
        </p:txBody>
      </p:sp>
      <p:sp>
        <p:nvSpPr>
          <p:cNvPr id="5" name="Content Placeholder 4"/>
          <p:cNvSpPr>
            <a:spLocks noGrp="1"/>
          </p:cNvSpPr>
          <p:nvPr>
            <p:ph sz="quarter" idx="15"/>
          </p:nvPr>
        </p:nvSpPr>
        <p:spPr/>
        <p:txBody>
          <a:bodyPr/>
          <a:lstStyle/>
          <a:p>
            <a:r>
              <a:rPr lang="en-US" dirty="0" smtClean="0"/>
              <a:t>The features in this Release will help to realize these business benefits:</a:t>
            </a:r>
          </a:p>
          <a:p>
            <a:endParaRPr lang="en-US" dirty="0" smtClean="0"/>
          </a:p>
          <a:p>
            <a:pPr lvl="1"/>
            <a:r>
              <a:rPr lang="en-US" dirty="0" smtClean="0"/>
              <a:t>Revenue Generation: [details]</a:t>
            </a:r>
          </a:p>
          <a:p>
            <a:pPr lvl="1"/>
            <a:endParaRPr lang="en-US" dirty="0" smtClean="0"/>
          </a:p>
          <a:p>
            <a:pPr lvl="1"/>
            <a:r>
              <a:rPr lang="en-US" dirty="0" smtClean="0"/>
              <a:t>Cost Savings: [details]</a:t>
            </a:r>
          </a:p>
          <a:p>
            <a:pPr lvl="1"/>
            <a:endParaRPr lang="en-US" dirty="0" smtClean="0"/>
          </a:p>
          <a:p>
            <a:pPr lvl="1"/>
            <a:r>
              <a:rPr lang="en-US" dirty="0" smtClean="0"/>
              <a:t>Other Benefits: [details]</a:t>
            </a:r>
            <a:endParaRPr lang="en-US" dirty="0"/>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2800" dirty="0" smtClean="0"/>
              <a:t>Delivery Plan: page 1 of [N]</a:t>
            </a:r>
            <a:endParaRPr lang="en-US" sz="2800" dirty="0"/>
          </a:p>
        </p:txBody>
      </p:sp>
      <p:sp>
        <p:nvSpPr>
          <p:cNvPr id="5" name="Slide Number Placeholder 4"/>
          <p:cNvSpPr>
            <a:spLocks noGrp="1"/>
          </p:cNvSpPr>
          <p:nvPr>
            <p:ph type="sldNum" sz="quarter" idx="12"/>
          </p:nvPr>
        </p:nvSpPr>
        <p:spPr/>
        <p:txBody>
          <a:bodyPr/>
          <a:lstStyle/>
          <a:p>
            <a:fld id="{9E3C471D-FB94-43E4-8DFD-966A05A84658}" type="slidenum">
              <a:rPr lang="en-US" smtClean="0"/>
              <a:pPr/>
              <a:t>8</a:t>
            </a:fld>
            <a:endParaRPr lang="en-US"/>
          </a:p>
        </p:txBody>
      </p:sp>
      <p:graphicFrame>
        <p:nvGraphicFramePr>
          <p:cNvPr id="7" name="Content Placeholder 7"/>
          <p:cNvGraphicFramePr>
            <a:graphicFrameLocks noGrp="1"/>
          </p:cNvGraphicFramePr>
          <p:nvPr>
            <p:ph sz="quarter" idx="15"/>
            <p:extLst>
              <p:ext uri="{D42A27DB-BD31-4B8C-83A1-F6EECF244321}">
                <p14:modId xmlns:p14="http://schemas.microsoft.com/office/powerpoint/2010/main" val="4177730687"/>
              </p:ext>
            </p:extLst>
          </p:nvPr>
        </p:nvGraphicFramePr>
        <p:xfrm>
          <a:off x="304800" y="624168"/>
          <a:ext cx="8686800" cy="6005232"/>
        </p:xfrm>
        <a:graphic>
          <a:graphicData uri="http://schemas.openxmlformats.org/drawingml/2006/table">
            <a:tbl>
              <a:tblPr/>
              <a:tblGrid>
                <a:gridCol w="1447800"/>
                <a:gridCol w="3124200"/>
                <a:gridCol w="1828800"/>
                <a:gridCol w="2286000"/>
              </a:tblGrid>
              <a:tr h="273225">
                <a:tc rowSpan="2">
                  <a:txBody>
                    <a:bodyPr/>
                    <a:lstStyle/>
                    <a:p>
                      <a:pPr algn="l" fontAlgn="b"/>
                      <a:endParaRPr lang="en-US" sz="1600" b="1" i="1" u="none" strike="noStrike" dirty="0">
                        <a:solidFill>
                          <a:srgbClr val="000000"/>
                        </a:solidFill>
                        <a:latin typeface="+mn-lt"/>
                      </a:endParaRPr>
                    </a:p>
                  </a:txBody>
                  <a:tcPr marL="88208" marR="88208" anchor="b">
                    <a:lnL>
                      <a:noFill/>
                    </a:lnL>
                    <a:lnR>
                      <a:noFill/>
                    </a:lnR>
                    <a:lnT>
                      <a:noFill/>
                    </a:lnT>
                    <a:lnB w="6350" cap="flat" cmpd="sng" algn="ctr">
                      <a:solidFill>
                        <a:srgbClr val="000000"/>
                      </a:solidFill>
                      <a:prstDash val="solid"/>
                      <a:round/>
                      <a:headEnd type="none" w="med" len="med"/>
                      <a:tailEnd type="none" w="med" len="med"/>
                    </a:lnB>
                  </a:tcPr>
                </a:tc>
                <a:tc>
                  <a:txBody>
                    <a:bodyPr/>
                    <a:lstStyle/>
                    <a:p>
                      <a:pPr algn="ctr" fontAlgn="b"/>
                      <a:r>
                        <a:rPr lang="en-US" sz="1600" b="1" i="0" u="none" strike="noStrike" dirty="0" smtClean="0">
                          <a:solidFill>
                            <a:srgbClr val="FFFFFF"/>
                          </a:solidFill>
                          <a:latin typeface="+mn-lt"/>
                        </a:rPr>
                        <a:t>Iteration</a:t>
                      </a:r>
                      <a:r>
                        <a:rPr lang="en-US" sz="1600" b="1" i="0" u="none" strike="noStrike" baseline="0" dirty="0" smtClean="0">
                          <a:solidFill>
                            <a:srgbClr val="FFFFFF"/>
                          </a:solidFill>
                          <a:latin typeface="+mn-lt"/>
                        </a:rPr>
                        <a:t> 16</a:t>
                      </a:r>
                      <a:endParaRPr lang="en-US" sz="1600" b="1" i="0" u="none" strike="noStrike" dirty="0">
                        <a:solidFill>
                          <a:srgbClr val="FFFFFF"/>
                        </a:solidFill>
                        <a:latin typeface="+mn-lt"/>
                      </a:endParaRPr>
                    </a:p>
                  </a:txBody>
                  <a:tcPr marL="9104" marR="9104" marT="9868" marB="0" anchor="b">
                    <a:lnL>
                      <a:noFill/>
                    </a:lnL>
                    <a:lnR>
                      <a:noFill/>
                    </a:lnR>
                    <a:lnT>
                      <a:noFill/>
                    </a:lnT>
                    <a:lnB>
                      <a:noFill/>
                    </a:lnB>
                    <a:solidFill>
                      <a:srgbClr val="000000"/>
                    </a:solidFill>
                  </a:tcPr>
                </a:tc>
                <a:tc>
                  <a:txBody>
                    <a:bodyPr/>
                    <a:lstStyle/>
                    <a:p>
                      <a:pPr algn="ctr" fontAlgn="b"/>
                      <a:r>
                        <a:rPr lang="en-US" sz="1600" b="1" i="0" u="none" strike="noStrike" dirty="0" smtClean="0">
                          <a:solidFill>
                            <a:srgbClr val="FFFFFF"/>
                          </a:solidFill>
                          <a:latin typeface="+mn-lt"/>
                        </a:rPr>
                        <a:t>Iteration</a:t>
                      </a:r>
                      <a:r>
                        <a:rPr lang="en-US" sz="1600" b="1" i="0" u="none" strike="noStrike" baseline="0" dirty="0" smtClean="0">
                          <a:solidFill>
                            <a:srgbClr val="FFFFFF"/>
                          </a:solidFill>
                          <a:latin typeface="+mn-lt"/>
                        </a:rPr>
                        <a:t> 17</a:t>
                      </a:r>
                      <a:endParaRPr lang="en-US" sz="1600" b="1" i="0" u="none" strike="noStrike" dirty="0">
                        <a:solidFill>
                          <a:srgbClr val="FFFFFF"/>
                        </a:solidFill>
                        <a:latin typeface="+mn-lt"/>
                      </a:endParaRPr>
                    </a:p>
                  </a:txBody>
                  <a:tcPr marL="9104" marR="9104" marT="9868" marB="0" anchor="b">
                    <a:lnL>
                      <a:noFill/>
                    </a:lnL>
                    <a:lnR>
                      <a:noFill/>
                    </a:lnR>
                    <a:lnT>
                      <a:noFill/>
                    </a:lnT>
                    <a:lnB>
                      <a:noFill/>
                    </a:lnB>
                    <a:solidFill>
                      <a:srgbClr val="000000"/>
                    </a:solidFill>
                  </a:tcPr>
                </a:tc>
                <a:tc>
                  <a:txBody>
                    <a:bodyPr/>
                    <a:lstStyle/>
                    <a:p>
                      <a:pPr algn="ctr" fontAlgn="b"/>
                      <a:r>
                        <a:rPr lang="en-US" sz="1600" b="1" i="0" u="none" strike="noStrike" dirty="0" smtClean="0">
                          <a:solidFill>
                            <a:srgbClr val="FFFFFF"/>
                          </a:solidFill>
                          <a:latin typeface="+mn-lt"/>
                        </a:rPr>
                        <a:t>Iteration 18</a:t>
                      </a:r>
                      <a:endParaRPr lang="en-US" sz="1600" b="1" i="0" u="none" strike="noStrike" dirty="0">
                        <a:solidFill>
                          <a:srgbClr val="FFFFFF"/>
                        </a:solidFill>
                        <a:latin typeface="+mn-lt"/>
                      </a:endParaRPr>
                    </a:p>
                  </a:txBody>
                  <a:tcPr marL="9104" marR="9104" marT="9868" marB="0" anchor="b">
                    <a:lnL>
                      <a:noFill/>
                    </a:lnL>
                    <a:lnR>
                      <a:noFill/>
                    </a:lnR>
                    <a:lnT>
                      <a:noFill/>
                    </a:lnT>
                    <a:lnB>
                      <a:noFill/>
                    </a:lnB>
                    <a:solidFill>
                      <a:srgbClr val="000000"/>
                    </a:solidFill>
                  </a:tcPr>
                </a:tc>
              </a:tr>
              <a:tr h="240400">
                <a:tc vMerge="1">
                  <a:txBody>
                    <a:bodyPr/>
                    <a:lstStyle/>
                    <a:p>
                      <a:endParaRPr lang="en-US"/>
                    </a:p>
                  </a:txBody>
                  <a:tcPr/>
                </a:tc>
                <a:tc>
                  <a:txBody>
                    <a:bodyPr/>
                    <a:lstStyle/>
                    <a:p>
                      <a:pPr algn="ctr"/>
                      <a:r>
                        <a:rPr lang="en-US" sz="1400" kern="1200" dirty="0" smtClean="0">
                          <a:solidFill>
                            <a:srgbClr val="000000"/>
                          </a:solidFill>
                          <a:latin typeface="+mn-lt"/>
                          <a:ea typeface="+mn-ea"/>
                          <a:cs typeface="+mn-cs"/>
                        </a:rPr>
                        <a:t>[02/26]</a:t>
                      </a:r>
                      <a:r>
                        <a:rPr lang="en-US" sz="1400" dirty="0" smtClean="0">
                          <a:solidFill>
                            <a:srgbClr val="000000"/>
                          </a:solidFill>
                          <a:latin typeface="+mn-lt"/>
                        </a:rPr>
                        <a:t> – [03/11]</a:t>
                      </a:r>
                      <a:endParaRPr lang="en-US" sz="1400" dirty="0">
                        <a:solidFill>
                          <a:srgbClr val="000000"/>
                        </a:solidFill>
                        <a:latin typeface="+mn-lt"/>
                      </a:endParaRPr>
                    </a:p>
                  </a:txBody>
                  <a:tcPr marL="9104" marR="9104" marT="9868" marB="0" anchor="ctr">
                    <a:lnL>
                      <a:noFill/>
                    </a:lnL>
                    <a:lnR>
                      <a:noFill/>
                    </a:lnR>
                    <a:lnT>
                      <a:noFill/>
                    </a:lnT>
                    <a:lnB w="6350" cap="flat" cmpd="sng" algn="ctr">
                      <a:solidFill>
                        <a:srgbClr val="000000"/>
                      </a:solidFill>
                      <a:prstDash val="solid"/>
                      <a:round/>
                      <a:headEnd type="none" w="med" len="med"/>
                      <a:tailEnd type="none" w="med" len="med"/>
                    </a:lnB>
                    <a:solidFill>
                      <a:srgbClr val="C0C0C0"/>
                    </a:solidFill>
                  </a:tcPr>
                </a:tc>
                <a:tc>
                  <a:txBody>
                    <a:bodyPr/>
                    <a:lstStyle/>
                    <a:p>
                      <a:pPr algn="ctr"/>
                      <a:r>
                        <a:rPr lang="en-US" sz="1400" kern="1200" dirty="0" smtClean="0">
                          <a:solidFill>
                            <a:srgbClr val="000000"/>
                          </a:solidFill>
                          <a:latin typeface="+mn-lt"/>
                          <a:ea typeface="+mn-ea"/>
                          <a:cs typeface="+mn-cs"/>
                        </a:rPr>
                        <a:t>[03/12]</a:t>
                      </a:r>
                      <a:r>
                        <a:rPr lang="en-US" sz="1400" dirty="0" smtClean="0">
                          <a:solidFill>
                            <a:srgbClr val="000000"/>
                          </a:solidFill>
                          <a:latin typeface="+mn-lt"/>
                        </a:rPr>
                        <a:t> – [03/25]</a:t>
                      </a:r>
                      <a:endParaRPr lang="en-US" sz="1400" dirty="0">
                        <a:solidFill>
                          <a:srgbClr val="000000"/>
                        </a:solidFill>
                        <a:latin typeface="+mn-lt"/>
                      </a:endParaRPr>
                    </a:p>
                  </a:txBody>
                  <a:tcPr marL="9104" marR="9104" marT="9868" marB="0" anchor="ctr">
                    <a:lnL>
                      <a:noFill/>
                    </a:lnL>
                    <a:lnR>
                      <a:noFill/>
                    </a:lnR>
                    <a:lnT>
                      <a:noFill/>
                    </a:lnT>
                    <a:lnB w="6350" cap="flat" cmpd="sng" algn="ctr">
                      <a:solidFill>
                        <a:srgbClr val="000000"/>
                      </a:solidFill>
                      <a:prstDash val="solid"/>
                      <a:round/>
                      <a:headEnd type="none" w="med" len="med"/>
                      <a:tailEnd type="none" w="med" len="med"/>
                    </a:lnB>
                    <a:solidFill>
                      <a:srgbClr val="C0C0C0"/>
                    </a:solidFill>
                  </a:tcPr>
                </a:tc>
                <a:tc>
                  <a:txBody>
                    <a:bodyPr/>
                    <a:lstStyle/>
                    <a:p>
                      <a:pPr algn="ctr"/>
                      <a:r>
                        <a:rPr lang="en-US" sz="1400" kern="1200" dirty="0" smtClean="0">
                          <a:solidFill>
                            <a:srgbClr val="000000"/>
                          </a:solidFill>
                          <a:latin typeface="+mn-lt"/>
                          <a:ea typeface="+mn-ea"/>
                          <a:cs typeface="+mn-cs"/>
                        </a:rPr>
                        <a:t>[03/26]</a:t>
                      </a:r>
                      <a:r>
                        <a:rPr lang="en-US" sz="1400" dirty="0" smtClean="0">
                          <a:solidFill>
                            <a:srgbClr val="000000"/>
                          </a:solidFill>
                          <a:latin typeface="+mn-lt"/>
                        </a:rPr>
                        <a:t> – [04/08]</a:t>
                      </a:r>
                      <a:endParaRPr lang="en-US" sz="1400" dirty="0">
                        <a:solidFill>
                          <a:srgbClr val="000000"/>
                        </a:solidFill>
                        <a:latin typeface="+mn-lt"/>
                      </a:endParaRPr>
                    </a:p>
                  </a:txBody>
                  <a:tcPr marL="9104" marR="9104" marT="9868" marB="0" anchor="ctr">
                    <a:lnL>
                      <a:noFill/>
                    </a:lnL>
                    <a:lnR>
                      <a:noFill/>
                    </a:lnR>
                    <a:lnT>
                      <a:noFill/>
                    </a:lnT>
                    <a:lnB w="6350" cap="flat" cmpd="sng" algn="ctr">
                      <a:solidFill>
                        <a:srgbClr val="000000"/>
                      </a:solidFill>
                      <a:prstDash val="solid"/>
                      <a:round/>
                      <a:headEnd type="none" w="med" len="med"/>
                      <a:tailEnd type="none" w="med" len="med"/>
                    </a:lnB>
                    <a:solidFill>
                      <a:srgbClr val="C0C0C0"/>
                    </a:solidFill>
                  </a:tcPr>
                </a:tc>
              </a:tr>
              <a:tr h="438875">
                <a:tc>
                  <a:txBody>
                    <a:bodyPr/>
                    <a:lstStyle/>
                    <a:p>
                      <a:pPr algn="r" fontAlgn="ctr"/>
                      <a:r>
                        <a:rPr lang="en-US" sz="1600" b="1" i="0" u="none" strike="noStrike" dirty="0" smtClean="0">
                          <a:solidFill>
                            <a:srgbClr val="000000"/>
                          </a:solidFill>
                          <a:latin typeface="+mn-lt"/>
                        </a:rPr>
                        <a:t>Velocity</a:t>
                      </a:r>
                      <a:endParaRPr lang="en-US" sz="1600" b="1" i="0" u="none" strike="noStrike" dirty="0">
                        <a:solidFill>
                          <a:srgbClr val="000000"/>
                        </a:solidFill>
                        <a:latin typeface="+mn-lt"/>
                      </a:endParaRPr>
                    </a:p>
                  </a:txBody>
                  <a:tcPr marL="88208" marR="88208"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0C0C0"/>
                    </a:solidFill>
                  </a:tcPr>
                </a:tc>
                <a:tc>
                  <a:txBody>
                    <a:bodyPr/>
                    <a:lstStyle/>
                    <a:p>
                      <a:pPr algn="ctr" fontAlgn="b"/>
                      <a:r>
                        <a:rPr lang="en-US" sz="1200" b="0" i="0" u="none" strike="noStrike" dirty="0" smtClean="0">
                          <a:solidFill>
                            <a:srgbClr val="000000"/>
                          </a:solidFill>
                          <a:latin typeface="+mn-lt"/>
                        </a:rPr>
                        <a:t>18 Points</a:t>
                      </a:r>
                      <a:endParaRPr lang="en-US" sz="1200" b="0" i="0" u="none" strike="noStrike" baseline="0" dirty="0" smtClean="0">
                        <a:solidFill>
                          <a:srgbClr val="000000"/>
                        </a:solidFill>
                        <a:latin typeface="+mn-lt"/>
                      </a:endParaRPr>
                    </a:p>
                    <a:p>
                      <a:pPr algn="ctr" fontAlgn="b"/>
                      <a:r>
                        <a:rPr lang="en-US" sz="1200" b="0" i="0" u="none" strike="noStrike" baseline="0" dirty="0" smtClean="0">
                          <a:solidFill>
                            <a:srgbClr val="000000"/>
                          </a:solidFill>
                          <a:latin typeface="+mn-lt"/>
                        </a:rPr>
                        <a:t>[actual] points</a:t>
                      </a:r>
                      <a:endParaRPr lang="en-US" sz="1200" b="0" i="0" u="none" strike="noStrike" dirty="0">
                        <a:solidFill>
                          <a:srgbClr val="000000"/>
                        </a:solidFill>
                        <a:latin typeface="+mn-lt"/>
                      </a:endParaRPr>
                    </a:p>
                  </a:txBody>
                  <a:tcPr marL="9104" marR="9104" marT="986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200" b="0" i="0" u="none" strike="noStrike" dirty="0" smtClean="0">
                          <a:solidFill>
                            <a:srgbClr val="000000"/>
                          </a:solidFill>
                          <a:latin typeface="+mn-lt"/>
                        </a:rPr>
                        <a:t>7</a:t>
                      </a:r>
                      <a:endParaRPr lang="en-US" sz="1200" b="0" i="0" u="none" strike="noStrike" baseline="0" dirty="0" smtClean="0">
                        <a:solidFill>
                          <a:srgbClr val="000000"/>
                        </a:solidFill>
                        <a:latin typeface="+mn-lt"/>
                      </a:endParaRPr>
                    </a:p>
                    <a:p>
                      <a:pPr algn="ctr" fontAlgn="b"/>
                      <a:r>
                        <a:rPr lang="en-US" sz="1200" b="0" i="0" u="none" strike="noStrike" baseline="0" dirty="0" smtClean="0">
                          <a:solidFill>
                            <a:srgbClr val="000000"/>
                          </a:solidFill>
                          <a:latin typeface="+mn-lt"/>
                        </a:rPr>
                        <a:t>[actual] points</a:t>
                      </a:r>
                      <a:endParaRPr lang="en-US" sz="1200" b="0" i="0" u="none" strike="noStrike" dirty="0">
                        <a:solidFill>
                          <a:srgbClr val="000000"/>
                        </a:solidFill>
                        <a:latin typeface="+mn-lt"/>
                      </a:endParaRPr>
                    </a:p>
                  </a:txBody>
                  <a:tcPr marL="9104" marR="9104" marT="986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200" b="0" i="0" u="none" strike="noStrike" baseline="0" dirty="0" smtClean="0">
                          <a:solidFill>
                            <a:srgbClr val="000000"/>
                          </a:solidFill>
                          <a:latin typeface="+mn-lt"/>
                        </a:rPr>
                        <a:t>7</a:t>
                      </a:r>
                    </a:p>
                    <a:p>
                      <a:pPr algn="ctr" fontAlgn="b"/>
                      <a:r>
                        <a:rPr lang="en-US" sz="1200" b="0" i="0" u="none" strike="noStrike" baseline="0" dirty="0" smtClean="0">
                          <a:solidFill>
                            <a:srgbClr val="000000"/>
                          </a:solidFill>
                          <a:latin typeface="+mn-lt"/>
                        </a:rPr>
                        <a:t>[actual] points</a:t>
                      </a:r>
                      <a:endParaRPr lang="en-US" sz="1200" b="0" i="0" u="none" strike="noStrike" dirty="0">
                        <a:solidFill>
                          <a:srgbClr val="000000"/>
                        </a:solidFill>
                        <a:latin typeface="+mn-lt"/>
                      </a:endParaRPr>
                    </a:p>
                  </a:txBody>
                  <a:tcPr marL="9104" marR="9104" marT="986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1016448">
                <a:tc>
                  <a:txBody>
                    <a:bodyPr/>
                    <a:lstStyle/>
                    <a:p>
                      <a:pPr algn="r" fontAlgn="ctr"/>
                      <a:r>
                        <a:rPr lang="en-US" sz="1600" b="1" i="0" u="none" strike="noStrike" dirty="0" smtClean="0">
                          <a:solidFill>
                            <a:srgbClr val="000000"/>
                          </a:solidFill>
                          <a:latin typeface="+mn-lt"/>
                        </a:rPr>
                        <a:t>Scope</a:t>
                      </a:r>
                      <a:endParaRPr lang="en-US" sz="1600" b="1" i="0" u="none" strike="noStrike" dirty="0">
                        <a:solidFill>
                          <a:srgbClr val="000000"/>
                        </a:solidFill>
                        <a:latin typeface="+mn-lt"/>
                      </a:endParaRPr>
                    </a:p>
                  </a:txBody>
                  <a:tcPr marL="88208" marR="88208"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0C0C0"/>
                    </a:solidFill>
                  </a:tcPr>
                </a:tc>
                <a:tc>
                  <a:txBody>
                    <a:bodyPr/>
                    <a:lstStyle/>
                    <a:p>
                      <a:pPr marL="171450" indent="-171450" algn="l" fontAlgn="b">
                        <a:buFont typeface="Arial" pitchFamily="34" charset="0"/>
                        <a:buChar char="•"/>
                      </a:pPr>
                      <a:r>
                        <a:rPr lang="en-US" sz="1000" b="0" i="0" u="none" strike="noStrike" dirty="0" smtClean="0">
                          <a:solidFill>
                            <a:srgbClr val="000000"/>
                          </a:solidFill>
                          <a:latin typeface="+mn-lt"/>
                        </a:rPr>
                        <a:t>106495 - Split PNR for SDS  - 3Points</a:t>
                      </a:r>
                    </a:p>
                    <a:p>
                      <a:pPr marL="171450" marR="0" indent="-171450" algn="l" defTabSz="914400" rtl="0" eaLnBrk="1" fontAlgn="b" latinLnBrk="0" hangingPunct="1">
                        <a:lnSpc>
                          <a:spcPct val="100000"/>
                        </a:lnSpc>
                        <a:spcBef>
                          <a:spcPts val="0"/>
                        </a:spcBef>
                        <a:spcAft>
                          <a:spcPts val="0"/>
                        </a:spcAft>
                        <a:buClrTx/>
                        <a:buSzTx/>
                        <a:buFont typeface="Arial" pitchFamily="34" charset="0"/>
                        <a:buChar char="•"/>
                        <a:tabLst/>
                        <a:defRPr/>
                      </a:pPr>
                      <a:r>
                        <a:rPr lang="en-US" sz="1000" b="0" i="0" u="none" strike="noStrike" dirty="0" smtClean="0">
                          <a:solidFill>
                            <a:srgbClr val="000000"/>
                          </a:solidFill>
                          <a:latin typeface="+mn-lt"/>
                        </a:rPr>
                        <a:t>72554  - Process SDS payment thru </a:t>
                      </a:r>
                      <a:r>
                        <a:rPr lang="en-US" sz="1000" b="0" i="0" u="none" strike="noStrike" dirty="0" err="1" smtClean="0">
                          <a:solidFill>
                            <a:srgbClr val="000000"/>
                          </a:solidFill>
                          <a:latin typeface="+mn-lt"/>
                        </a:rPr>
                        <a:t>iTKTs</a:t>
                      </a:r>
                      <a:r>
                        <a:rPr lang="en-US" sz="1000" b="0" i="0" u="none" strike="noStrike" dirty="0" smtClean="0">
                          <a:solidFill>
                            <a:srgbClr val="000000"/>
                          </a:solidFill>
                          <a:latin typeface="+mn-lt"/>
                        </a:rPr>
                        <a:t> </a:t>
                      </a:r>
                      <a:r>
                        <a:rPr lang="en-US" sz="1000" b="0" i="0" u="none" strike="noStrike" baseline="0" dirty="0" smtClean="0">
                          <a:solidFill>
                            <a:srgbClr val="000000"/>
                          </a:solidFill>
                          <a:latin typeface="+mn-lt"/>
                        </a:rPr>
                        <a:t>-  3 Points</a:t>
                      </a:r>
                      <a:endParaRPr lang="en-US" sz="1000" b="0" i="0" u="none" strike="noStrike" dirty="0" smtClean="0">
                        <a:solidFill>
                          <a:srgbClr val="000000"/>
                        </a:solidFill>
                        <a:latin typeface="+mn-lt"/>
                      </a:endParaRPr>
                    </a:p>
                    <a:p>
                      <a:pPr marL="171450" indent="-171450" algn="l" fontAlgn="b">
                        <a:buFont typeface="Arial" pitchFamily="34" charset="0"/>
                        <a:buChar char="•"/>
                      </a:pPr>
                      <a:endParaRPr lang="en-US" sz="1000" b="0" i="0" u="none" strike="noStrike" dirty="0" smtClean="0">
                        <a:solidFill>
                          <a:srgbClr val="000000"/>
                        </a:solidFill>
                        <a:latin typeface="+mn-lt"/>
                      </a:endParaRPr>
                    </a:p>
                    <a:p>
                      <a:pPr marL="171450" marR="0" indent="-171450" algn="l" defTabSz="914400" rtl="0" eaLnBrk="1" fontAlgn="b" latinLnBrk="0" hangingPunct="1">
                        <a:lnSpc>
                          <a:spcPct val="100000"/>
                        </a:lnSpc>
                        <a:spcBef>
                          <a:spcPts val="0"/>
                        </a:spcBef>
                        <a:spcAft>
                          <a:spcPts val="0"/>
                        </a:spcAft>
                        <a:buClrTx/>
                        <a:buSzTx/>
                        <a:buFont typeface="Arial" pitchFamily="34" charset="0"/>
                        <a:buChar char="•"/>
                        <a:tabLst/>
                        <a:defRPr/>
                      </a:pPr>
                      <a:r>
                        <a:rPr lang="en-US" sz="1000" b="0" i="0" u="none" strike="noStrike" dirty="0" smtClean="0">
                          <a:solidFill>
                            <a:srgbClr val="000000"/>
                          </a:solidFill>
                          <a:latin typeface="+mn-lt"/>
                        </a:rPr>
                        <a:t>71025 - Offer SDS payments out</a:t>
                      </a:r>
                      <a:r>
                        <a:rPr lang="en-US" sz="1000" b="0" i="0" u="none" strike="noStrike" baseline="0" dirty="0" smtClean="0">
                          <a:solidFill>
                            <a:srgbClr val="000000"/>
                          </a:solidFill>
                          <a:latin typeface="+mn-lt"/>
                        </a:rPr>
                        <a:t> of Caribbean </a:t>
                      </a:r>
                      <a:r>
                        <a:rPr lang="en-US" sz="1000" b="0" i="0" u="none" strike="noStrike" dirty="0" smtClean="0">
                          <a:solidFill>
                            <a:srgbClr val="000000"/>
                          </a:solidFill>
                          <a:latin typeface="+mn-lt"/>
                        </a:rPr>
                        <a:t>and fulfillment  thru </a:t>
                      </a:r>
                      <a:r>
                        <a:rPr lang="en-US" sz="1000" b="0" i="0" u="none" strike="noStrike" dirty="0" err="1" smtClean="0">
                          <a:solidFill>
                            <a:srgbClr val="000000"/>
                          </a:solidFill>
                          <a:latin typeface="+mn-lt"/>
                        </a:rPr>
                        <a:t>iTKTs</a:t>
                      </a:r>
                      <a:r>
                        <a:rPr lang="en-US" sz="1000" b="0" i="0" u="none" strike="noStrike" dirty="0" smtClean="0">
                          <a:solidFill>
                            <a:srgbClr val="000000"/>
                          </a:solidFill>
                          <a:latin typeface="+mn-lt"/>
                        </a:rPr>
                        <a:t> </a:t>
                      </a:r>
                      <a:r>
                        <a:rPr lang="en-US" sz="1000" b="0" i="0" u="none" strike="noStrike" baseline="0" dirty="0" smtClean="0">
                          <a:solidFill>
                            <a:srgbClr val="000000"/>
                          </a:solidFill>
                          <a:latin typeface="+mn-lt"/>
                        </a:rPr>
                        <a:t>-  3 Points</a:t>
                      </a:r>
                      <a:endParaRPr lang="en-US" sz="1000" b="0" i="0" u="none" strike="noStrike" dirty="0" smtClean="0">
                        <a:solidFill>
                          <a:srgbClr val="000000"/>
                        </a:solidFill>
                        <a:latin typeface="+mn-lt"/>
                      </a:endParaRPr>
                    </a:p>
                    <a:p>
                      <a:pPr marL="171450" indent="-171450" algn="l" fontAlgn="b">
                        <a:buFont typeface="Arial" pitchFamily="34" charset="0"/>
                        <a:buChar char="•"/>
                      </a:pPr>
                      <a:endParaRPr lang="en-US" sz="1000" b="0" i="0" u="none" strike="noStrike" dirty="0" smtClean="0">
                        <a:solidFill>
                          <a:srgbClr val="000000"/>
                        </a:solidFill>
                        <a:latin typeface="+mn-lt"/>
                      </a:endParaRPr>
                    </a:p>
                    <a:p>
                      <a:pPr marL="171450" marR="0" indent="-171450" algn="l" defTabSz="914400" rtl="0" eaLnBrk="1" fontAlgn="b" latinLnBrk="0" hangingPunct="1">
                        <a:lnSpc>
                          <a:spcPct val="100000"/>
                        </a:lnSpc>
                        <a:spcBef>
                          <a:spcPts val="0"/>
                        </a:spcBef>
                        <a:spcAft>
                          <a:spcPts val="0"/>
                        </a:spcAft>
                        <a:buClrTx/>
                        <a:buSzTx/>
                        <a:buFont typeface="Arial" pitchFamily="34" charset="0"/>
                        <a:buChar char="•"/>
                        <a:tabLst/>
                        <a:defRPr/>
                      </a:pPr>
                      <a:r>
                        <a:rPr lang="en-US" sz="1000" b="0" i="0" u="none" strike="noStrike" dirty="0" smtClean="0">
                          <a:solidFill>
                            <a:srgbClr val="000000"/>
                          </a:solidFill>
                          <a:latin typeface="+mn-lt"/>
                        </a:rPr>
                        <a:t>104754 Process SDFC payment and fulfillment  thru </a:t>
                      </a:r>
                      <a:r>
                        <a:rPr lang="en-US" sz="1000" b="0" i="0" u="none" strike="noStrike" dirty="0" err="1" smtClean="0">
                          <a:solidFill>
                            <a:srgbClr val="000000"/>
                          </a:solidFill>
                          <a:latin typeface="+mn-lt"/>
                        </a:rPr>
                        <a:t>iTKTs</a:t>
                      </a:r>
                      <a:r>
                        <a:rPr lang="en-US" sz="1000" b="0" i="0" u="none" strike="noStrike" baseline="0" dirty="0" smtClean="0">
                          <a:solidFill>
                            <a:srgbClr val="000000"/>
                          </a:solidFill>
                          <a:latin typeface="+mn-lt"/>
                        </a:rPr>
                        <a:t> for </a:t>
                      </a:r>
                      <a:r>
                        <a:rPr lang="en-US" sz="1000" b="0" i="0" u="none" strike="noStrike" baseline="0" dirty="0" err="1" smtClean="0">
                          <a:solidFill>
                            <a:srgbClr val="000000"/>
                          </a:solidFill>
                          <a:latin typeface="+mn-lt"/>
                        </a:rPr>
                        <a:t>Gateside</a:t>
                      </a:r>
                      <a:r>
                        <a:rPr lang="en-US" sz="1000" b="0" i="0" u="none" strike="noStrike" baseline="0" dirty="0" smtClean="0">
                          <a:solidFill>
                            <a:srgbClr val="000000"/>
                          </a:solidFill>
                          <a:latin typeface="+mn-lt"/>
                        </a:rPr>
                        <a:t> (non elites)  -  3 Points</a:t>
                      </a:r>
                      <a:endParaRPr lang="en-US" sz="1000" b="0" i="0" u="none" strike="noStrike" dirty="0" smtClean="0">
                        <a:solidFill>
                          <a:srgbClr val="000000"/>
                        </a:solidFill>
                        <a:latin typeface="+mn-lt"/>
                      </a:endParaRPr>
                    </a:p>
                    <a:p>
                      <a:pPr marL="171450" indent="-171450" algn="l" fontAlgn="b">
                        <a:buFont typeface="Arial" pitchFamily="34" charset="0"/>
                        <a:buChar char="•"/>
                      </a:pPr>
                      <a:endParaRPr lang="en-US" sz="1000" b="0" i="0" u="none" strike="noStrike" baseline="0" dirty="0" smtClean="0">
                        <a:solidFill>
                          <a:srgbClr val="000000"/>
                        </a:solidFill>
                        <a:latin typeface="+mn-lt"/>
                      </a:endParaRPr>
                    </a:p>
                    <a:p>
                      <a:pPr marL="171450" marR="0" indent="-171450" algn="l" defTabSz="914400" rtl="0" eaLnBrk="1" fontAlgn="b" latinLnBrk="0" hangingPunct="1">
                        <a:lnSpc>
                          <a:spcPct val="100000"/>
                        </a:lnSpc>
                        <a:spcBef>
                          <a:spcPts val="0"/>
                        </a:spcBef>
                        <a:spcAft>
                          <a:spcPts val="0"/>
                        </a:spcAft>
                        <a:buClrTx/>
                        <a:buSzTx/>
                        <a:buFont typeface="Arial" pitchFamily="34" charset="0"/>
                        <a:buChar char="•"/>
                        <a:tabLst/>
                        <a:defRPr/>
                      </a:pPr>
                      <a:r>
                        <a:rPr lang="en-US" sz="1000" b="0" i="0" u="none" strike="noStrike" dirty="0" smtClean="0">
                          <a:solidFill>
                            <a:srgbClr val="000000"/>
                          </a:solidFill>
                          <a:latin typeface="+mn-lt"/>
                        </a:rPr>
                        <a:t>55184</a:t>
                      </a:r>
                      <a:r>
                        <a:rPr lang="en-US" sz="1000" b="0" i="0" u="none" strike="noStrike" baseline="0" dirty="0" smtClean="0">
                          <a:solidFill>
                            <a:srgbClr val="000000"/>
                          </a:solidFill>
                          <a:latin typeface="+mn-lt"/>
                        </a:rPr>
                        <a:t>  -Standby receipt for SSM - 3 Points</a:t>
                      </a:r>
                      <a:endParaRPr lang="en-US" sz="1000" b="0" i="0" u="none" strike="noStrike" dirty="0" smtClean="0">
                        <a:solidFill>
                          <a:srgbClr val="000000"/>
                        </a:solidFill>
                        <a:latin typeface="+mn-lt"/>
                      </a:endParaRPr>
                    </a:p>
                    <a:p>
                      <a:pPr marL="171450" indent="-171450" algn="l" fontAlgn="b">
                        <a:buFont typeface="Arial" pitchFamily="34" charset="0"/>
                        <a:buChar char="•"/>
                      </a:pPr>
                      <a:r>
                        <a:rPr lang="en-US" sz="1000" b="0" i="0" u="none" strike="noStrike" baseline="0" dirty="0" smtClean="0">
                          <a:solidFill>
                            <a:srgbClr val="000000"/>
                          </a:solidFill>
                          <a:latin typeface="+mn-lt"/>
                        </a:rPr>
                        <a:t>72553 -Print one SDS per customer/transaction  - 3 Points</a:t>
                      </a:r>
                      <a:endParaRPr lang="en-US" sz="1000" b="0" i="0" u="none" strike="noStrike" dirty="0" smtClean="0">
                        <a:solidFill>
                          <a:srgbClr val="000000"/>
                        </a:solidFill>
                        <a:latin typeface="+mn-lt"/>
                      </a:endParaRPr>
                    </a:p>
                    <a:p>
                      <a:pPr marL="171450" indent="-171450" algn="l" fontAlgn="b">
                        <a:buFont typeface="Arial" pitchFamily="34" charset="0"/>
                        <a:buChar char="•"/>
                      </a:pPr>
                      <a:r>
                        <a:rPr lang="en-US" sz="1000" b="0" i="0" u="none" strike="noStrike" baseline="0" dirty="0" smtClean="0">
                          <a:solidFill>
                            <a:srgbClr val="000000"/>
                          </a:solidFill>
                          <a:latin typeface="+mn-lt"/>
                        </a:rPr>
                        <a:t> </a:t>
                      </a:r>
                      <a:r>
                        <a:rPr lang="en-US" sz="1000" b="0" i="1" u="none" strike="noStrike" baseline="0" dirty="0" smtClean="0">
                          <a:solidFill>
                            <a:srgbClr val="000000"/>
                          </a:solidFill>
                          <a:latin typeface="+mn-lt"/>
                        </a:rPr>
                        <a:t>[user story not completed in iteration]</a:t>
                      </a:r>
                    </a:p>
                  </a:txBody>
                  <a:tcPr marL="88208" marR="88208">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171450" indent="-171450" algn="l" fontAlgn="b">
                        <a:buFont typeface="Arial" pitchFamily="34" charset="0"/>
                        <a:buChar char="•"/>
                      </a:pPr>
                      <a:r>
                        <a:rPr lang="en-US" sz="1000" b="0" i="0" u="none" strike="noStrike" dirty="0" smtClean="0">
                          <a:solidFill>
                            <a:srgbClr val="000000"/>
                          </a:solidFill>
                          <a:latin typeface="+mn-lt"/>
                        </a:rPr>
                        <a:t>106612 shop</a:t>
                      </a:r>
                      <a:r>
                        <a:rPr lang="en-US" sz="1000" b="0" i="0" u="none" strike="noStrike" baseline="0" dirty="0" smtClean="0">
                          <a:solidFill>
                            <a:srgbClr val="000000"/>
                          </a:solidFill>
                          <a:latin typeface="+mn-lt"/>
                        </a:rPr>
                        <a:t> for SDS on </a:t>
                      </a:r>
                      <a:r>
                        <a:rPr lang="en-US" sz="1000" b="0" i="0" u="none" strike="noStrike" baseline="0" dirty="0" err="1" smtClean="0">
                          <a:solidFill>
                            <a:srgbClr val="000000"/>
                          </a:solidFill>
                          <a:latin typeface="+mn-lt"/>
                        </a:rPr>
                        <a:t>Gateside</a:t>
                      </a:r>
                      <a:r>
                        <a:rPr lang="en-US" sz="1000" b="0" i="0" u="none" strike="noStrike" baseline="0" dirty="0" smtClean="0">
                          <a:solidFill>
                            <a:srgbClr val="000000"/>
                          </a:solidFill>
                          <a:latin typeface="+mn-lt"/>
                        </a:rPr>
                        <a:t>  and fulfillment for non elites -  3 Points</a:t>
                      </a:r>
                    </a:p>
                    <a:p>
                      <a:pPr marL="171450" marR="0" indent="-171450" algn="l" defTabSz="914400" rtl="0" eaLnBrk="1" fontAlgn="b" latinLnBrk="0" hangingPunct="1">
                        <a:lnSpc>
                          <a:spcPct val="100000"/>
                        </a:lnSpc>
                        <a:spcBef>
                          <a:spcPts val="0"/>
                        </a:spcBef>
                        <a:spcAft>
                          <a:spcPts val="0"/>
                        </a:spcAft>
                        <a:buClrTx/>
                        <a:buSzTx/>
                        <a:buFont typeface="Arial" pitchFamily="34" charset="0"/>
                        <a:buChar char="•"/>
                        <a:tabLst/>
                        <a:defRPr/>
                      </a:pPr>
                      <a:endParaRPr lang="en-US" sz="1000" b="0" i="0" u="none" strike="noStrike" baseline="0" dirty="0" smtClean="0">
                        <a:solidFill>
                          <a:srgbClr val="000000"/>
                        </a:solidFill>
                        <a:latin typeface="+mn-lt"/>
                      </a:endParaRPr>
                    </a:p>
                    <a:p>
                      <a:pPr marL="171450" marR="0" indent="-171450" algn="l" defTabSz="914400" rtl="0" eaLnBrk="1" fontAlgn="b" latinLnBrk="0" hangingPunct="1">
                        <a:lnSpc>
                          <a:spcPct val="100000"/>
                        </a:lnSpc>
                        <a:spcBef>
                          <a:spcPts val="0"/>
                        </a:spcBef>
                        <a:spcAft>
                          <a:spcPts val="0"/>
                        </a:spcAft>
                        <a:buClrTx/>
                        <a:buSzTx/>
                        <a:buFont typeface="Arial" pitchFamily="34" charset="0"/>
                        <a:buChar char="•"/>
                        <a:tabLst/>
                        <a:defRPr/>
                      </a:pPr>
                      <a:r>
                        <a:rPr lang="en-US" sz="1000" b="0" i="0" u="none" strike="noStrike" baseline="0" dirty="0" smtClean="0">
                          <a:solidFill>
                            <a:srgbClr val="000000"/>
                          </a:solidFill>
                          <a:latin typeface="+mn-lt"/>
                        </a:rPr>
                        <a:t>100759 Customer shop for AS - 2 Points</a:t>
                      </a:r>
                    </a:p>
                    <a:p>
                      <a:pPr marL="171450" marR="0" indent="-171450" algn="l" defTabSz="914400" rtl="0" eaLnBrk="1" fontAlgn="b" latinLnBrk="0" hangingPunct="1">
                        <a:lnSpc>
                          <a:spcPct val="100000"/>
                        </a:lnSpc>
                        <a:spcBef>
                          <a:spcPts val="0"/>
                        </a:spcBef>
                        <a:spcAft>
                          <a:spcPts val="0"/>
                        </a:spcAft>
                        <a:buClrTx/>
                        <a:buSzTx/>
                        <a:buFont typeface="Arial" pitchFamily="34" charset="0"/>
                        <a:buChar char="•"/>
                        <a:tabLst/>
                        <a:defRPr/>
                      </a:pPr>
                      <a:endParaRPr lang="en-US" sz="1000" b="0" i="0" u="none" strike="noStrike" baseline="0" dirty="0" smtClean="0">
                        <a:solidFill>
                          <a:srgbClr val="000000"/>
                        </a:solidFill>
                        <a:latin typeface="+mn-lt"/>
                      </a:endParaRPr>
                    </a:p>
                    <a:p>
                      <a:pPr marL="171450" marR="0" indent="-171450" algn="l" defTabSz="914400" rtl="0" eaLnBrk="1" fontAlgn="b" latinLnBrk="0" hangingPunct="1">
                        <a:lnSpc>
                          <a:spcPct val="100000"/>
                        </a:lnSpc>
                        <a:spcBef>
                          <a:spcPts val="0"/>
                        </a:spcBef>
                        <a:spcAft>
                          <a:spcPts val="0"/>
                        </a:spcAft>
                        <a:buClrTx/>
                        <a:buSzTx/>
                        <a:buFont typeface="Arial" pitchFamily="34" charset="0"/>
                        <a:buChar char="•"/>
                        <a:tabLst/>
                        <a:defRPr/>
                      </a:pPr>
                      <a:r>
                        <a:rPr lang="en-US" sz="1000" b="0" i="0" u="none" strike="noStrike" baseline="0" dirty="0" smtClean="0">
                          <a:solidFill>
                            <a:srgbClr val="000000"/>
                          </a:solidFill>
                          <a:latin typeface="+mn-lt"/>
                        </a:rPr>
                        <a:t>100756  AS Standby Popup – 2 Points</a:t>
                      </a:r>
                    </a:p>
                    <a:p>
                      <a:pPr marL="171450" marR="0" indent="-171450" algn="l" defTabSz="914400" rtl="0" eaLnBrk="1" fontAlgn="b" latinLnBrk="0" hangingPunct="1">
                        <a:lnSpc>
                          <a:spcPct val="100000"/>
                        </a:lnSpc>
                        <a:spcBef>
                          <a:spcPts val="0"/>
                        </a:spcBef>
                        <a:spcAft>
                          <a:spcPts val="0"/>
                        </a:spcAft>
                        <a:buClrTx/>
                        <a:buSzTx/>
                        <a:buFont typeface="Arial" pitchFamily="34" charset="0"/>
                        <a:buChar char="•"/>
                        <a:tabLst/>
                        <a:defRPr/>
                      </a:pPr>
                      <a:endParaRPr lang="en-US" sz="1000" b="0" i="0" u="none" strike="noStrike" baseline="0" dirty="0" smtClean="0">
                        <a:solidFill>
                          <a:srgbClr val="000000"/>
                        </a:solidFill>
                        <a:latin typeface="+mn-lt"/>
                      </a:endParaRPr>
                    </a:p>
                  </a:txBody>
                  <a:tcPr marL="88208" marR="88208">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171450" indent="-171450" algn="l" fontAlgn="b">
                        <a:buFont typeface="Arial" pitchFamily="34" charset="0"/>
                        <a:buChar char="•"/>
                      </a:pPr>
                      <a:r>
                        <a:rPr lang="en-US" sz="1000" b="0" i="0" u="none" strike="noStrike" dirty="0" smtClean="0">
                          <a:solidFill>
                            <a:srgbClr val="000000"/>
                          </a:solidFill>
                          <a:latin typeface="+mn-lt"/>
                        </a:rPr>
                        <a:t>12305  Offer</a:t>
                      </a:r>
                      <a:r>
                        <a:rPr lang="en-US" sz="1000" b="0" i="0" u="none" strike="noStrike" baseline="0" dirty="0" smtClean="0">
                          <a:solidFill>
                            <a:srgbClr val="000000"/>
                          </a:solidFill>
                          <a:latin typeface="+mn-lt"/>
                        </a:rPr>
                        <a:t> Alternate standby out of Caribbean  (elite) - 2</a:t>
                      </a:r>
                    </a:p>
                    <a:p>
                      <a:pPr marL="171450" indent="-171450" algn="l" fontAlgn="b">
                        <a:buFont typeface="Arial" pitchFamily="34" charset="0"/>
                        <a:buChar char="•"/>
                      </a:pPr>
                      <a:endParaRPr lang="en-US" sz="1000" b="0" i="0" u="none" strike="noStrike" baseline="0" dirty="0" smtClean="0">
                        <a:solidFill>
                          <a:srgbClr val="000000"/>
                        </a:solidFill>
                        <a:latin typeface="+mn-lt"/>
                      </a:endParaRPr>
                    </a:p>
                    <a:p>
                      <a:pPr marL="171450" indent="-171450" algn="l" fontAlgn="b">
                        <a:buFont typeface="Arial" pitchFamily="34" charset="0"/>
                        <a:buChar char="•"/>
                      </a:pPr>
                      <a:r>
                        <a:rPr lang="en-US" sz="1000" b="0" i="0" u="none" strike="noStrike" baseline="0" dirty="0" smtClean="0">
                          <a:solidFill>
                            <a:srgbClr val="000000"/>
                          </a:solidFill>
                          <a:latin typeface="+mn-lt"/>
                        </a:rPr>
                        <a:t>102316 :Offerings &amp; Fulfillment: Display alternate flights on – 2 Points</a:t>
                      </a:r>
                    </a:p>
                    <a:p>
                      <a:pPr marL="171450" indent="-171450" algn="l" fontAlgn="b">
                        <a:buFont typeface="Arial" pitchFamily="34" charset="0"/>
                        <a:buChar char="•"/>
                      </a:pPr>
                      <a:endParaRPr lang="en-US" sz="1000" b="0" i="0" u="none" strike="noStrike" baseline="0" dirty="0" smtClean="0">
                        <a:solidFill>
                          <a:srgbClr val="000000"/>
                        </a:solidFill>
                        <a:latin typeface="+mn-lt"/>
                      </a:endParaRPr>
                    </a:p>
                    <a:p>
                      <a:pPr marL="171450" indent="-171450" algn="l" fontAlgn="b">
                        <a:buFont typeface="Arial" pitchFamily="34" charset="0"/>
                        <a:buChar char="•"/>
                      </a:pPr>
                      <a:r>
                        <a:rPr lang="en-US" sz="1000" b="0" i="0" u="none" strike="noStrike" baseline="0" dirty="0" err="1" smtClean="0">
                          <a:solidFill>
                            <a:srgbClr val="000000"/>
                          </a:solidFill>
                          <a:latin typeface="+mn-lt"/>
                        </a:rPr>
                        <a:t>Gateside</a:t>
                      </a:r>
                      <a:r>
                        <a:rPr lang="en-US" sz="1000" b="0" i="0" u="none" strike="noStrike" baseline="0" dirty="0" smtClean="0">
                          <a:solidFill>
                            <a:srgbClr val="000000"/>
                          </a:solidFill>
                          <a:latin typeface="+mn-lt"/>
                        </a:rPr>
                        <a:t>  and Payment fulfillment AFC (elite)  - 3 Points</a:t>
                      </a:r>
                    </a:p>
                    <a:p>
                      <a:pPr marL="171450" indent="-171450" algn="l" fontAlgn="b">
                        <a:buFont typeface="Arial" pitchFamily="34" charset="0"/>
                        <a:buChar char="•"/>
                      </a:pPr>
                      <a:endParaRPr lang="en-US" sz="1000" b="0" i="0" u="none" strike="noStrike" baseline="0" dirty="0" smtClean="0">
                        <a:solidFill>
                          <a:srgbClr val="000000"/>
                        </a:solidFill>
                        <a:latin typeface="+mn-lt"/>
                      </a:endParaRPr>
                    </a:p>
                  </a:txBody>
                  <a:tcPr marL="88208" marR="88208">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668244">
                <a:tc>
                  <a:txBody>
                    <a:bodyPr/>
                    <a:lstStyle/>
                    <a:p>
                      <a:pPr algn="r" fontAlgn="ctr"/>
                      <a:r>
                        <a:rPr lang="en-US" sz="1600" b="1" i="0" u="none" strike="noStrike" dirty="0" smtClean="0">
                          <a:solidFill>
                            <a:srgbClr val="000000"/>
                          </a:solidFill>
                          <a:latin typeface="+mn-lt"/>
                        </a:rPr>
                        <a:t>Issues</a:t>
                      </a:r>
                      <a:endParaRPr lang="en-US" sz="1600" b="1" i="0" u="none" strike="noStrike" dirty="0">
                        <a:solidFill>
                          <a:srgbClr val="000000"/>
                        </a:solidFill>
                        <a:latin typeface="+mn-lt"/>
                      </a:endParaRPr>
                    </a:p>
                  </a:txBody>
                  <a:tcPr marL="88208" marR="88208"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0C0C0"/>
                    </a:solidFill>
                  </a:tcPr>
                </a:tc>
                <a:tc>
                  <a:txBody>
                    <a:bodyPr/>
                    <a:lstStyle/>
                    <a:p>
                      <a:pPr marL="171450" indent="-171450" algn="l" fontAlgn="b">
                        <a:buFont typeface="Arial" pitchFamily="34" charset="0"/>
                        <a:buChar char="•"/>
                      </a:pPr>
                      <a:r>
                        <a:rPr lang="en-US" sz="1000" b="0" i="0" u="none" strike="noStrike" baseline="0" dirty="0" smtClean="0">
                          <a:solidFill>
                            <a:srgbClr val="000000"/>
                          </a:solidFill>
                          <a:latin typeface="+mn-lt"/>
                        </a:rPr>
                        <a:t> Detailed covered in  issue Mgmt.</a:t>
                      </a:r>
                      <a:endParaRPr lang="en-US" sz="1000" b="0" i="0" u="none" strike="noStrike" dirty="0">
                        <a:solidFill>
                          <a:srgbClr val="000000"/>
                        </a:solidFill>
                        <a:latin typeface="+mn-lt"/>
                      </a:endParaRPr>
                    </a:p>
                  </a:txBody>
                  <a:tcPr marL="88208" marR="88208">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171450" indent="-171450" algn="l" fontAlgn="b">
                        <a:buFont typeface="Arial" pitchFamily="34" charset="0"/>
                        <a:buChar char="•"/>
                      </a:pPr>
                      <a:r>
                        <a:rPr lang="en-US" sz="1000" b="0" i="0" u="none" strike="noStrike" dirty="0" smtClean="0">
                          <a:solidFill>
                            <a:srgbClr val="000000"/>
                          </a:solidFill>
                          <a:latin typeface="+mn-lt"/>
                        </a:rPr>
                        <a:t>PVC information</a:t>
                      </a:r>
                      <a:r>
                        <a:rPr lang="en-US" sz="1000" b="0" i="0" u="none" strike="noStrike" baseline="0" dirty="0" smtClean="0">
                          <a:solidFill>
                            <a:srgbClr val="000000"/>
                          </a:solidFill>
                          <a:latin typeface="+mn-lt"/>
                        </a:rPr>
                        <a:t> from </a:t>
                      </a:r>
                      <a:r>
                        <a:rPr lang="en-US" sz="1000" b="0" i="0" u="none" strike="noStrike" baseline="0" dirty="0" err="1" smtClean="0">
                          <a:solidFill>
                            <a:srgbClr val="000000"/>
                          </a:solidFill>
                          <a:latin typeface="+mn-lt"/>
                        </a:rPr>
                        <a:t>iTKTs</a:t>
                      </a:r>
                      <a:endParaRPr lang="en-US" sz="1000" b="0" i="0" u="none" strike="noStrike" dirty="0" smtClean="0">
                        <a:solidFill>
                          <a:srgbClr val="000000"/>
                        </a:solidFill>
                        <a:latin typeface="+mn-lt"/>
                      </a:endParaRPr>
                    </a:p>
                  </a:txBody>
                  <a:tcPr marL="88208" marR="88208">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171450" indent="-171450" algn="l" fontAlgn="b">
                        <a:buFont typeface="Arial" pitchFamily="34" charset="0"/>
                        <a:buChar char="•"/>
                      </a:pPr>
                      <a:r>
                        <a:rPr lang="en-US" sz="1000" b="0" i="0" u="none" strike="noStrike" dirty="0" smtClean="0">
                          <a:solidFill>
                            <a:srgbClr val="000000"/>
                          </a:solidFill>
                          <a:latin typeface="+mn-lt"/>
                        </a:rPr>
                        <a:t>[…]</a:t>
                      </a:r>
                    </a:p>
                  </a:txBody>
                  <a:tcPr marL="88208" marR="88208">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668244">
                <a:tc>
                  <a:txBody>
                    <a:bodyPr/>
                    <a:lstStyle/>
                    <a:p>
                      <a:pPr algn="r" fontAlgn="ctr"/>
                      <a:r>
                        <a:rPr lang="en-US" sz="1600" b="1" i="0" u="none" strike="noStrike" dirty="0">
                          <a:solidFill>
                            <a:srgbClr val="000000"/>
                          </a:solidFill>
                          <a:latin typeface="+mn-lt"/>
                        </a:rPr>
                        <a:t>Architecture </a:t>
                      </a:r>
                      <a:r>
                        <a:rPr lang="en-US" sz="1600" b="1" i="0" u="none" strike="noStrike" dirty="0" smtClean="0">
                          <a:solidFill>
                            <a:srgbClr val="000000"/>
                          </a:solidFill>
                          <a:latin typeface="+mn-lt"/>
                        </a:rPr>
                        <a:t>Decisions</a:t>
                      </a:r>
                      <a:endParaRPr lang="en-US" sz="1600" b="1" i="0" u="none" strike="noStrike" dirty="0">
                        <a:solidFill>
                          <a:srgbClr val="000000"/>
                        </a:solidFill>
                        <a:latin typeface="+mn-lt"/>
                      </a:endParaRPr>
                    </a:p>
                  </a:txBody>
                  <a:tcPr marL="88208" marR="88208"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0C0C0"/>
                    </a:solidFill>
                  </a:tcPr>
                </a:tc>
                <a:tc>
                  <a:txBody>
                    <a:bodyPr/>
                    <a:lstStyle/>
                    <a:p>
                      <a:pPr marL="171450" indent="-171450" algn="l" fontAlgn="b">
                        <a:buFont typeface="Arial" pitchFamily="34" charset="0"/>
                        <a:buChar char="•"/>
                      </a:pPr>
                      <a:r>
                        <a:rPr lang="en-US" sz="1000" b="0" i="0" u="none" strike="noStrike" dirty="0" smtClean="0">
                          <a:solidFill>
                            <a:srgbClr val="000000"/>
                          </a:solidFill>
                          <a:latin typeface="+mn-lt"/>
                        </a:rPr>
                        <a:t>[…]</a:t>
                      </a:r>
                      <a:endParaRPr lang="en-US" sz="1000" b="0" i="0" u="none" strike="noStrike" dirty="0">
                        <a:solidFill>
                          <a:srgbClr val="000000"/>
                        </a:solidFill>
                        <a:latin typeface="+mn-lt"/>
                      </a:endParaRPr>
                    </a:p>
                  </a:txBody>
                  <a:tcPr marL="88208" marR="88208">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171450" indent="-171450" algn="l" fontAlgn="b">
                        <a:buFont typeface="Arial" pitchFamily="34" charset="0"/>
                        <a:buChar char="•"/>
                      </a:pPr>
                      <a:r>
                        <a:rPr lang="en-US" sz="1000" b="0" i="0" u="none" strike="noStrike" dirty="0" smtClean="0">
                          <a:solidFill>
                            <a:srgbClr val="000000"/>
                          </a:solidFill>
                          <a:latin typeface="+mn-lt"/>
                        </a:rPr>
                        <a:t>[…]</a:t>
                      </a:r>
                    </a:p>
                  </a:txBody>
                  <a:tcPr marL="88208" marR="88208">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171450" indent="-171450" algn="l" fontAlgn="b">
                        <a:buFont typeface="Arial" pitchFamily="34" charset="0"/>
                        <a:buChar char="•"/>
                      </a:pPr>
                      <a:r>
                        <a:rPr lang="en-US" sz="1000" b="0" i="0" u="none" strike="noStrike" dirty="0" smtClean="0">
                          <a:solidFill>
                            <a:srgbClr val="000000"/>
                          </a:solidFill>
                          <a:latin typeface="+mn-lt"/>
                        </a:rPr>
                        <a:t>[…]</a:t>
                      </a:r>
                    </a:p>
                  </a:txBody>
                  <a:tcPr marL="88208" marR="88208">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668244">
                <a:tc>
                  <a:txBody>
                    <a:bodyPr/>
                    <a:lstStyle/>
                    <a:p>
                      <a:pPr algn="r" fontAlgn="ctr"/>
                      <a:r>
                        <a:rPr lang="en-US" sz="1600" b="1" i="0" u="none" strike="noStrike" dirty="0" smtClean="0">
                          <a:solidFill>
                            <a:srgbClr val="000000"/>
                          </a:solidFill>
                          <a:latin typeface="+mn-lt"/>
                        </a:rPr>
                        <a:t>Dependencies</a:t>
                      </a:r>
                      <a:endParaRPr lang="en-US" sz="1600" b="1" i="0" u="none" strike="noStrike" dirty="0">
                        <a:solidFill>
                          <a:srgbClr val="000000"/>
                        </a:solidFill>
                        <a:latin typeface="+mn-lt"/>
                      </a:endParaRPr>
                    </a:p>
                  </a:txBody>
                  <a:tcPr marL="88208" marR="88208"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0C0C0"/>
                    </a:solidFill>
                  </a:tcPr>
                </a:tc>
                <a:tc>
                  <a:txBody>
                    <a:bodyPr/>
                    <a:lstStyle/>
                    <a:p>
                      <a:pPr marL="171450" indent="-171450" algn="l" fontAlgn="b">
                        <a:buFont typeface="Arial" pitchFamily="34" charset="0"/>
                        <a:buChar char="•"/>
                      </a:pPr>
                      <a:r>
                        <a:rPr lang="en-US" sz="1000" b="0" i="0" u="none" strike="noStrike" dirty="0" smtClean="0">
                          <a:solidFill>
                            <a:srgbClr val="000000"/>
                          </a:solidFill>
                          <a:latin typeface="+mn-lt"/>
                        </a:rPr>
                        <a:t>[Due to …]</a:t>
                      </a:r>
                    </a:p>
                    <a:p>
                      <a:pPr marL="171450" indent="-171450" algn="l" fontAlgn="b">
                        <a:buFont typeface="Arial" pitchFamily="34" charset="0"/>
                        <a:buChar char="•"/>
                      </a:pPr>
                      <a:r>
                        <a:rPr lang="en-US" sz="1000" b="0" i="0" u="none" strike="noStrike" dirty="0" smtClean="0">
                          <a:solidFill>
                            <a:srgbClr val="000000"/>
                          </a:solidFill>
                          <a:latin typeface="+mn-lt"/>
                        </a:rPr>
                        <a:t>[Due from…]</a:t>
                      </a:r>
                      <a:endParaRPr lang="en-US" sz="1000" b="0" i="0" u="none" strike="noStrike" dirty="0">
                        <a:solidFill>
                          <a:srgbClr val="000000"/>
                        </a:solidFill>
                        <a:latin typeface="+mn-lt"/>
                      </a:endParaRPr>
                    </a:p>
                  </a:txBody>
                  <a:tcPr marL="88208" marR="88208">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171450" indent="-171450" algn="l" fontAlgn="b">
                        <a:buFont typeface="Arial" pitchFamily="34" charset="0"/>
                        <a:buChar char="•"/>
                      </a:pPr>
                      <a:r>
                        <a:rPr lang="en-US" sz="1000" b="0" i="0" u="none" strike="noStrike" dirty="0" smtClean="0">
                          <a:solidFill>
                            <a:srgbClr val="000000"/>
                          </a:solidFill>
                          <a:latin typeface="+mn-lt"/>
                        </a:rPr>
                        <a:t>[Due to …]</a:t>
                      </a:r>
                    </a:p>
                    <a:p>
                      <a:pPr marL="171450" indent="-171450" algn="l" fontAlgn="b">
                        <a:buFont typeface="Arial" pitchFamily="34" charset="0"/>
                        <a:buChar char="•"/>
                      </a:pPr>
                      <a:r>
                        <a:rPr lang="en-US" sz="1000" b="0" i="0" u="none" strike="noStrike" dirty="0" smtClean="0">
                          <a:solidFill>
                            <a:srgbClr val="000000"/>
                          </a:solidFill>
                          <a:latin typeface="+mn-lt"/>
                        </a:rPr>
                        <a:t>[Due from…]</a:t>
                      </a:r>
                      <a:endParaRPr lang="en-US" sz="1000" b="0" i="0" u="none" strike="noStrike" dirty="0">
                        <a:solidFill>
                          <a:srgbClr val="000000"/>
                        </a:solidFill>
                        <a:latin typeface="+mn-lt"/>
                      </a:endParaRPr>
                    </a:p>
                  </a:txBody>
                  <a:tcPr marL="88208" marR="88208">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171450" indent="-171450" algn="l" fontAlgn="b">
                        <a:buFont typeface="Arial" pitchFamily="34" charset="0"/>
                        <a:buChar char="•"/>
                      </a:pPr>
                      <a:r>
                        <a:rPr lang="en-US" sz="1000" b="0" i="0" u="none" strike="noStrike" dirty="0" smtClean="0">
                          <a:solidFill>
                            <a:srgbClr val="000000"/>
                          </a:solidFill>
                          <a:latin typeface="+mn-lt"/>
                        </a:rPr>
                        <a:t>[Due to …]</a:t>
                      </a:r>
                    </a:p>
                    <a:p>
                      <a:pPr marL="171450" indent="-171450" algn="l" fontAlgn="b">
                        <a:buFont typeface="Arial" pitchFamily="34" charset="0"/>
                        <a:buChar char="•"/>
                      </a:pPr>
                      <a:r>
                        <a:rPr lang="en-US" sz="1000" b="0" i="0" u="none" strike="noStrike" dirty="0" smtClean="0">
                          <a:solidFill>
                            <a:srgbClr val="000000"/>
                          </a:solidFill>
                          <a:latin typeface="+mn-lt"/>
                        </a:rPr>
                        <a:t>[Due from…]</a:t>
                      </a:r>
                      <a:endParaRPr lang="en-US" sz="1000" b="0" i="0" u="none" strike="noStrike" dirty="0">
                        <a:solidFill>
                          <a:srgbClr val="000000"/>
                        </a:solidFill>
                        <a:latin typeface="+mn-lt"/>
                      </a:endParaRPr>
                    </a:p>
                  </a:txBody>
                  <a:tcPr marL="88208" marR="88208">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262853">
                <a:tc>
                  <a:txBody>
                    <a:bodyPr/>
                    <a:lstStyle/>
                    <a:p>
                      <a:pPr algn="r" fontAlgn="ctr"/>
                      <a:r>
                        <a:rPr lang="en-US" sz="1600" b="1" i="0" u="none" strike="noStrike" dirty="0" smtClean="0">
                          <a:solidFill>
                            <a:srgbClr val="000000"/>
                          </a:solidFill>
                          <a:latin typeface="+mn-lt"/>
                        </a:rPr>
                        <a:t>Business Decisions/Impacts</a:t>
                      </a:r>
                      <a:endParaRPr lang="en-US" sz="1600" b="1" i="0" u="none" strike="noStrike" dirty="0">
                        <a:solidFill>
                          <a:srgbClr val="000000"/>
                        </a:solidFill>
                        <a:latin typeface="+mn-lt"/>
                      </a:endParaRPr>
                    </a:p>
                  </a:txBody>
                  <a:tcPr marL="88208" marR="88208"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0C0C0"/>
                    </a:solidFill>
                  </a:tcPr>
                </a:tc>
                <a:tc>
                  <a:txBody>
                    <a:bodyPr/>
                    <a:lstStyle/>
                    <a:p>
                      <a:pPr marL="171450" indent="-171450" algn="l" fontAlgn="b">
                        <a:buFont typeface="Arial" pitchFamily="34" charset="0"/>
                        <a:buChar char="•"/>
                      </a:pPr>
                      <a:r>
                        <a:rPr lang="en-US" sz="1000" b="0" i="0" u="none" strike="noStrike" dirty="0" smtClean="0">
                          <a:solidFill>
                            <a:srgbClr val="000000"/>
                          </a:solidFill>
                          <a:latin typeface="+mn-lt"/>
                        </a:rPr>
                        <a:t>[…]</a:t>
                      </a:r>
                      <a:endParaRPr lang="en-US" sz="1000" b="0" i="0" u="none" strike="noStrike" dirty="0">
                        <a:solidFill>
                          <a:srgbClr val="000000"/>
                        </a:solidFill>
                        <a:latin typeface="+mn-lt"/>
                      </a:endParaRPr>
                    </a:p>
                  </a:txBody>
                  <a:tcPr marL="88208" marR="88208">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171450" indent="-171450" algn="l" fontAlgn="b">
                        <a:buFont typeface="Arial" pitchFamily="34" charset="0"/>
                        <a:buChar char="•"/>
                      </a:pPr>
                      <a:r>
                        <a:rPr lang="en-US" sz="1000" b="0" i="0" u="none" strike="noStrike" dirty="0" smtClean="0">
                          <a:solidFill>
                            <a:srgbClr val="000000"/>
                          </a:solidFill>
                          <a:latin typeface="+mn-lt"/>
                        </a:rPr>
                        <a:t>[…]</a:t>
                      </a:r>
                    </a:p>
                  </a:txBody>
                  <a:tcPr marL="88208" marR="88208">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171450" indent="-171450" algn="l" fontAlgn="b">
                        <a:buFont typeface="Arial" pitchFamily="34" charset="0"/>
                        <a:buChar char="•"/>
                      </a:pPr>
                      <a:r>
                        <a:rPr lang="en-US" sz="1000" b="0" i="0" u="none" strike="noStrike" dirty="0" smtClean="0">
                          <a:solidFill>
                            <a:srgbClr val="000000"/>
                          </a:solidFill>
                          <a:latin typeface="+mn-lt"/>
                        </a:rPr>
                        <a:t>[…]</a:t>
                      </a:r>
                    </a:p>
                  </a:txBody>
                  <a:tcPr marL="88208" marR="88208">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bl>
          </a:graphicData>
        </a:graphic>
      </p:graphicFrame>
      <p:sp>
        <p:nvSpPr>
          <p:cNvPr id="6" name="Footer Placeholder 2"/>
          <p:cNvSpPr>
            <a:spLocks noGrp="1"/>
          </p:cNvSpPr>
          <p:nvPr>
            <p:ph type="ftr" sz="quarter" idx="11"/>
          </p:nvPr>
        </p:nvSpPr>
        <p:spPr>
          <a:xfrm>
            <a:off x="457200" y="6629951"/>
            <a:ext cx="3886200" cy="128016"/>
          </a:xfrm>
        </p:spPr>
        <p:txBody>
          <a:bodyPr/>
          <a:lstStyle/>
          <a:p>
            <a:r>
              <a:rPr lang="en-US" dirty="0" smtClean="0"/>
              <a:t>Release [N] v[</a:t>
            </a:r>
            <a:r>
              <a:rPr lang="en-US" dirty="0" err="1" smtClean="0"/>
              <a:t>x.x</a:t>
            </a:r>
            <a:r>
              <a:rPr lang="en-US" dirty="0" smtClean="0"/>
              <a:t>]</a:t>
            </a:r>
            <a:endParaRPr lang="en-US" dirty="0"/>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2800" dirty="0" smtClean="0"/>
              <a:t>Delivery Plan: page 1 of [N]</a:t>
            </a:r>
            <a:endParaRPr lang="en-US" sz="2800" dirty="0"/>
          </a:p>
        </p:txBody>
      </p:sp>
      <p:sp>
        <p:nvSpPr>
          <p:cNvPr id="5" name="Slide Number Placeholder 4"/>
          <p:cNvSpPr>
            <a:spLocks noGrp="1"/>
          </p:cNvSpPr>
          <p:nvPr>
            <p:ph type="sldNum" sz="quarter" idx="12"/>
          </p:nvPr>
        </p:nvSpPr>
        <p:spPr/>
        <p:txBody>
          <a:bodyPr/>
          <a:lstStyle/>
          <a:p>
            <a:fld id="{9E3C471D-FB94-43E4-8DFD-966A05A84658}" type="slidenum">
              <a:rPr lang="en-US" smtClean="0"/>
              <a:pPr/>
              <a:t>9</a:t>
            </a:fld>
            <a:endParaRPr lang="en-US"/>
          </a:p>
        </p:txBody>
      </p:sp>
      <p:graphicFrame>
        <p:nvGraphicFramePr>
          <p:cNvPr id="7" name="Content Placeholder 7"/>
          <p:cNvGraphicFramePr>
            <a:graphicFrameLocks noGrp="1"/>
          </p:cNvGraphicFramePr>
          <p:nvPr>
            <p:ph sz="quarter" idx="15"/>
            <p:extLst>
              <p:ext uri="{D42A27DB-BD31-4B8C-83A1-F6EECF244321}">
                <p14:modId xmlns:p14="http://schemas.microsoft.com/office/powerpoint/2010/main" val="3093559432"/>
              </p:ext>
            </p:extLst>
          </p:nvPr>
        </p:nvGraphicFramePr>
        <p:xfrm>
          <a:off x="152400" y="304800"/>
          <a:ext cx="8686800" cy="5565039"/>
        </p:xfrm>
        <a:graphic>
          <a:graphicData uri="http://schemas.openxmlformats.org/drawingml/2006/table">
            <a:tbl>
              <a:tblPr/>
              <a:tblGrid>
                <a:gridCol w="1447800"/>
                <a:gridCol w="3124200"/>
                <a:gridCol w="1828800"/>
                <a:gridCol w="2286000"/>
              </a:tblGrid>
              <a:tr h="290232">
                <a:tc rowSpan="2">
                  <a:txBody>
                    <a:bodyPr/>
                    <a:lstStyle/>
                    <a:p>
                      <a:pPr algn="l" fontAlgn="b"/>
                      <a:endParaRPr lang="en-US" sz="1600" b="1" i="1" u="none" strike="noStrike" dirty="0">
                        <a:solidFill>
                          <a:srgbClr val="000000"/>
                        </a:solidFill>
                        <a:latin typeface="+mn-lt"/>
                      </a:endParaRPr>
                    </a:p>
                  </a:txBody>
                  <a:tcPr marL="88208" marR="88208" anchor="b">
                    <a:lnL>
                      <a:noFill/>
                    </a:lnL>
                    <a:lnR>
                      <a:noFill/>
                    </a:lnR>
                    <a:lnT>
                      <a:noFill/>
                    </a:lnT>
                    <a:lnB w="6350" cap="flat" cmpd="sng" algn="ctr">
                      <a:solidFill>
                        <a:srgbClr val="000000"/>
                      </a:solidFill>
                      <a:prstDash val="solid"/>
                      <a:round/>
                      <a:headEnd type="none" w="med" len="med"/>
                      <a:tailEnd type="none" w="med" len="med"/>
                    </a:lnB>
                  </a:tcPr>
                </a:tc>
                <a:tc>
                  <a:txBody>
                    <a:bodyPr/>
                    <a:lstStyle/>
                    <a:p>
                      <a:pPr algn="ctr" fontAlgn="b"/>
                      <a:r>
                        <a:rPr lang="en-US" sz="1600" b="1" i="0" u="none" strike="noStrike" dirty="0" smtClean="0">
                          <a:solidFill>
                            <a:srgbClr val="FFFFFF"/>
                          </a:solidFill>
                          <a:latin typeface="+mn-lt"/>
                        </a:rPr>
                        <a:t>Iteration</a:t>
                      </a:r>
                      <a:r>
                        <a:rPr lang="en-US" sz="1600" b="1" i="0" u="none" strike="noStrike" baseline="0" dirty="0" smtClean="0">
                          <a:solidFill>
                            <a:srgbClr val="FFFFFF"/>
                          </a:solidFill>
                          <a:latin typeface="+mn-lt"/>
                        </a:rPr>
                        <a:t> 19</a:t>
                      </a:r>
                      <a:endParaRPr lang="en-US" sz="1600" b="1" i="0" u="none" strike="noStrike" dirty="0">
                        <a:solidFill>
                          <a:srgbClr val="FFFFFF"/>
                        </a:solidFill>
                        <a:latin typeface="+mn-lt"/>
                      </a:endParaRPr>
                    </a:p>
                  </a:txBody>
                  <a:tcPr marL="9104" marR="9104" marT="9868" marB="0" anchor="b">
                    <a:lnL>
                      <a:noFill/>
                    </a:lnL>
                    <a:lnR>
                      <a:noFill/>
                    </a:lnR>
                    <a:lnT>
                      <a:noFill/>
                    </a:lnT>
                    <a:lnB>
                      <a:noFill/>
                    </a:lnB>
                    <a:solidFill>
                      <a:srgbClr val="000000"/>
                    </a:solidFill>
                  </a:tcPr>
                </a:tc>
                <a:tc>
                  <a:txBody>
                    <a:bodyPr/>
                    <a:lstStyle/>
                    <a:p>
                      <a:pPr algn="ctr" fontAlgn="b"/>
                      <a:r>
                        <a:rPr lang="en-US" sz="1600" b="1" i="0" u="none" strike="noStrike" dirty="0" smtClean="0">
                          <a:solidFill>
                            <a:srgbClr val="FFFFFF"/>
                          </a:solidFill>
                          <a:latin typeface="+mn-lt"/>
                        </a:rPr>
                        <a:t>Iteration</a:t>
                      </a:r>
                      <a:r>
                        <a:rPr lang="en-US" sz="1600" b="1" i="0" u="none" strike="noStrike" baseline="0" dirty="0" smtClean="0">
                          <a:solidFill>
                            <a:srgbClr val="FFFFFF"/>
                          </a:solidFill>
                          <a:latin typeface="+mn-lt"/>
                        </a:rPr>
                        <a:t> 20</a:t>
                      </a:r>
                      <a:endParaRPr lang="en-US" sz="1600" b="1" i="0" u="none" strike="noStrike" dirty="0">
                        <a:solidFill>
                          <a:srgbClr val="FFFFFF"/>
                        </a:solidFill>
                        <a:latin typeface="+mn-lt"/>
                      </a:endParaRPr>
                    </a:p>
                  </a:txBody>
                  <a:tcPr marL="9104" marR="9104" marT="9868" marB="0" anchor="b">
                    <a:lnL>
                      <a:noFill/>
                    </a:lnL>
                    <a:lnR>
                      <a:noFill/>
                    </a:lnR>
                    <a:lnT>
                      <a:noFill/>
                    </a:lnT>
                    <a:lnB>
                      <a:noFill/>
                    </a:lnB>
                    <a:solidFill>
                      <a:srgbClr val="000000"/>
                    </a:solidFill>
                  </a:tcPr>
                </a:tc>
                <a:tc>
                  <a:txBody>
                    <a:bodyPr/>
                    <a:lstStyle/>
                    <a:p>
                      <a:pPr algn="ctr" fontAlgn="b"/>
                      <a:r>
                        <a:rPr lang="en-US" sz="1600" b="1" i="0" u="none" strike="noStrike" dirty="0" smtClean="0">
                          <a:solidFill>
                            <a:srgbClr val="FFFFFF"/>
                          </a:solidFill>
                          <a:latin typeface="+mn-lt"/>
                        </a:rPr>
                        <a:t>Iteration 21</a:t>
                      </a:r>
                      <a:endParaRPr lang="en-US" sz="1600" b="1" i="0" u="none" strike="noStrike" dirty="0">
                        <a:solidFill>
                          <a:srgbClr val="FFFFFF"/>
                        </a:solidFill>
                        <a:latin typeface="+mn-lt"/>
                      </a:endParaRPr>
                    </a:p>
                  </a:txBody>
                  <a:tcPr marL="9104" marR="9104" marT="9868" marB="0" anchor="b">
                    <a:lnL>
                      <a:noFill/>
                    </a:lnL>
                    <a:lnR>
                      <a:noFill/>
                    </a:lnR>
                    <a:lnT>
                      <a:noFill/>
                    </a:lnT>
                    <a:lnB>
                      <a:noFill/>
                    </a:lnB>
                    <a:solidFill>
                      <a:srgbClr val="000000"/>
                    </a:solidFill>
                  </a:tcPr>
                </a:tc>
              </a:tr>
              <a:tr h="240400">
                <a:tc vMerge="1">
                  <a:txBody>
                    <a:bodyPr/>
                    <a:lstStyle/>
                    <a:p>
                      <a:endParaRPr lang="en-US"/>
                    </a:p>
                  </a:txBody>
                  <a:tcPr/>
                </a:tc>
                <a:tc>
                  <a:txBody>
                    <a:bodyPr/>
                    <a:lstStyle/>
                    <a:p>
                      <a:pPr algn="ctr"/>
                      <a:r>
                        <a:rPr lang="en-US" sz="1400" kern="1200" dirty="0" smtClean="0">
                          <a:solidFill>
                            <a:srgbClr val="000000"/>
                          </a:solidFill>
                          <a:latin typeface="+mn-lt"/>
                          <a:ea typeface="+mn-ea"/>
                          <a:cs typeface="+mn-cs"/>
                        </a:rPr>
                        <a:t>[04/09]</a:t>
                      </a:r>
                      <a:r>
                        <a:rPr lang="en-US" sz="1400" dirty="0" smtClean="0">
                          <a:solidFill>
                            <a:srgbClr val="000000"/>
                          </a:solidFill>
                          <a:latin typeface="+mn-lt"/>
                        </a:rPr>
                        <a:t> – [04/22]</a:t>
                      </a:r>
                      <a:endParaRPr lang="en-US" sz="1400" dirty="0">
                        <a:solidFill>
                          <a:srgbClr val="000000"/>
                        </a:solidFill>
                        <a:latin typeface="+mn-lt"/>
                      </a:endParaRPr>
                    </a:p>
                  </a:txBody>
                  <a:tcPr marL="9104" marR="9104" marT="9868" marB="0" anchor="ctr">
                    <a:lnL>
                      <a:noFill/>
                    </a:lnL>
                    <a:lnR>
                      <a:noFill/>
                    </a:lnR>
                    <a:lnT>
                      <a:noFill/>
                    </a:lnT>
                    <a:lnB w="6350" cap="flat" cmpd="sng" algn="ctr">
                      <a:solidFill>
                        <a:srgbClr val="000000"/>
                      </a:solidFill>
                      <a:prstDash val="solid"/>
                      <a:round/>
                      <a:headEnd type="none" w="med" len="med"/>
                      <a:tailEnd type="none" w="med" len="med"/>
                    </a:lnB>
                    <a:solidFill>
                      <a:srgbClr val="C0C0C0"/>
                    </a:solidFill>
                  </a:tcPr>
                </a:tc>
                <a:tc>
                  <a:txBody>
                    <a:bodyPr/>
                    <a:lstStyle/>
                    <a:p>
                      <a:pPr algn="ctr"/>
                      <a:r>
                        <a:rPr lang="en-US" sz="1400" kern="1200" dirty="0" smtClean="0">
                          <a:solidFill>
                            <a:srgbClr val="000000"/>
                          </a:solidFill>
                          <a:latin typeface="+mn-lt"/>
                          <a:ea typeface="+mn-ea"/>
                          <a:cs typeface="+mn-cs"/>
                        </a:rPr>
                        <a:t>[04/23]</a:t>
                      </a:r>
                      <a:r>
                        <a:rPr lang="en-US" sz="1400" dirty="0" smtClean="0">
                          <a:solidFill>
                            <a:srgbClr val="000000"/>
                          </a:solidFill>
                          <a:latin typeface="+mn-lt"/>
                        </a:rPr>
                        <a:t> – [05/06]</a:t>
                      </a:r>
                      <a:endParaRPr lang="en-US" sz="1400" dirty="0">
                        <a:solidFill>
                          <a:srgbClr val="000000"/>
                        </a:solidFill>
                        <a:latin typeface="+mn-lt"/>
                      </a:endParaRPr>
                    </a:p>
                  </a:txBody>
                  <a:tcPr marL="9104" marR="9104" marT="9868" marB="0" anchor="ctr">
                    <a:lnL>
                      <a:noFill/>
                    </a:lnL>
                    <a:lnR>
                      <a:noFill/>
                    </a:lnR>
                    <a:lnT>
                      <a:noFill/>
                    </a:lnT>
                    <a:lnB w="6350" cap="flat" cmpd="sng" algn="ctr">
                      <a:solidFill>
                        <a:srgbClr val="000000"/>
                      </a:solidFill>
                      <a:prstDash val="solid"/>
                      <a:round/>
                      <a:headEnd type="none" w="med" len="med"/>
                      <a:tailEnd type="none" w="med" len="med"/>
                    </a:lnB>
                    <a:solidFill>
                      <a:srgbClr val="C0C0C0"/>
                    </a:solidFill>
                  </a:tcPr>
                </a:tc>
                <a:tc>
                  <a:txBody>
                    <a:bodyPr/>
                    <a:lstStyle/>
                    <a:p>
                      <a:pPr algn="ctr"/>
                      <a:r>
                        <a:rPr lang="en-US" sz="1400" kern="1200" dirty="0" smtClean="0">
                          <a:solidFill>
                            <a:srgbClr val="000000"/>
                          </a:solidFill>
                          <a:latin typeface="+mn-lt"/>
                          <a:ea typeface="+mn-ea"/>
                          <a:cs typeface="+mn-cs"/>
                        </a:rPr>
                        <a:t>[05/07]</a:t>
                      </a:r>
                      <a:r>
                        <a:rPr lang="en-US" sz="1400" dirty="0" smtClean="0">
                          <a:solidFill>
                            <a:srgbClr val="000000"/>
                          </a:solidFill>
                          <a:latin typeface="+mn-lt"/>
                        </a:rPr>
                        <a:t> – [05/20]</a:t>
                      </a:r>
                      <a:endParaRPr lang="en-US" sz="1400" dirty="0">
                        <a:solidFill>
                          <a:srgbClr val="000000"/>
                        </a:solidFill>
                        <a:latin typeface="+mn-lt"/>
                      </a:endParaRPr>
                    </a:p>
                  </a:txBody>
                  <a:tcPr marL="9104" marR="9104" marT="9868" marB="0" anchor="ctr">
                    <a:lnL>
                      <a:noFill/>
                    </a:lnL>
                    <a:lnR>
                      <a:noFill/>
                    </a:lnR>
                    <a:lnT>
                      <a:noFill/>
                    </a:lnT>
                    <a:lnB w="6350" cap="flat" cmpd="sng" algn="ctr">
                      <a:solidFill>
                        <a:srgbClr val="000000"/>
                      </a:solidFill>
                      <a:prstDash val="solid"/>
                      <a:round/>
                      <a:headEnd type="none" w="med" len="med"/>
                      <a:tailEnd type="none" w="med" len="med"/>
                    </a:lnB>
                    <a:solidFill>
                      <a:srgbClr val="C0C0C0"/>
                    </a:solidFill>
                  </a:tcPr>
                </a:tc>
              </a:tr>
              <a:tr h="438875">
                <a:tc>
                  <a:txBody>
                    <a:bodyPr/>
                    <a:lstStyle/>
                    <a:p>
                      <a:pPr algn="r" fontAlgn="ctr"/>
                      <a:r>
                        <a:rPr lang="en-US" sz="1600" b="1" i="0" u="none" strike="noStrike" dirty="0" smtClean="0">
                          <a:solidFill>
                            <a:srgbClr val="000000"/>
                          </a:solidFill>
                          <a:latin typeface="+mn-lt"/>
                        </a:rPr>
                        <a:t>Velocity</a:t>
                      </a:r>
                      <a:endParaRPr lang="en-US" sz="1600" b="1" i="0" u="none" strike="noStrike" dirty="0">
                        <a:solidFill>
                          <a:srgbClr val="000000"/>
                        </a:solidFill>
                        <a:latin typeface="+mn-lt"/>
                      </a:endParaRPr>
                    </a:p>
                  </a:txBody>
                  <a:tcPr marL="88208" marR="88208"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0C0C0"/>
                    </a:solidFill>
                  </a:tcPr>
                </a:tc>
                <a:tc>
                  <a:txBody>
                    <a:bodyPr/>
                    <a:lstStyle/>
                    <a:p>
                      <a:pPr algn="ctr" fontAlgn="b"/>
                      <a:r>
                        <a:rPr lang="en-US" sz="1200" b="0" i="0" u="none" strike="noStrike" baseline="0" dirty="0" smtClean="0">
                          <a:solidFill>
                            <a:srgbClr val="000000"/>
                          </a:solidFill>
                          <a:latin typeface="+mn-lt"/>
                        </a:rPr>
                        <a:t>5</a:t>
                      </a:r>
                    </a:p>
                    <a:p>
                      <a:pPr algn="ctr" fontAlgn="b"/>
                      <a:r>
                        <a:rPr lang="en-US" sz="1200" b="0" i="0" u="none" strike="noStrike" baseline="0" dirty="0" smtClean="0">
                          <a:solidFill>
                            <a:srgbClr val="000000"/>
                          </a:solidFill>
                          <a:latin typeface="+mn-lt"/>
                        </a:rPr>
                        <a:t>[actual] points</a:t>
                      </a:r>
                      <a:endParaRPr lang="en-US" sz="1200" b="0" i="0" u="none" strike="noStrike" dirty="0">
                        <a:solidFill>
                          <a:srgbClr val="000000"/>
                        </a:solidFill>
                        <a:latin typeface="+mn-lt"/>
                      </a:endParaRPr>
                    </a:p>
                  </a:txBody>
                  <a:tcPr marL="9104" marR="9104" marT="986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200" b="0" i="0" u="none" strike="noStrike" baseline="0" dirty="0" smtClean="0">
                          <a:solidFill>
                            <a:srgbClr val="000000"/>
                          </a:solidFill>
                          <a:latin typeface="+mn-lt"/>
                        </a:rPr>
                        <a:t>5</a:t>
                      </a:r>
                    </a:p>
                    <a:p>
                      <a:pPr algn="ctr" fontAlgn="b"/>
                      <a:r>
                        <a:rPr lang="en-US" sz="1200" b="0" i="0" u="none" strike="noStrike" baseline="0" dirty="0" smtClean="0">
                          <a:solidFill>
                            <a:srgbClr val="000000"/>
                          </a:solidFill>
                          <a:latin typeface="+mn-lt"/>
                        </a:rPr>
                        <a:t>[actual] points</a:t>
                      </a:r>
                      <a:endParaRPr lang="en-US" sz="1200" b="0" i="0" u="none" strike="noStrike" dirty="0">
                        <a:solidFill>
                          <a:srgbClr val="000000"/>
                        </a:solidFill>
                        <a:latin typeface="+mn-lt"/>
                      </a:endParaRPr>
                    </a:p>
                  </a:txBody>
                  <a:tcPr marL="9104" marR="9104" marT="986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endParaRPr lang="en-US" sz="1200" b="0" i="0" u="none" strike="noStrike" baseline="0" dirty="0" smtClean="0">
                        <a:solidFill>
                          <a:srgbClr val="000000"/>
                        </a:solidFill>
                        <a:latin typeface="+mn-lt"/>
                      </a:endParaRPr>
                    </a:p>
                    <a:p>
                      <a:pPr algn="ctr" fontAlgn="b"/>
                      <a:r>
                        <a:rPr lang="en-US" sz="1200" b="0" i="0" u="none" strike="noStrike" baseline="0" dirty="0" smtClean="0">
                          <a:solidFill>
                            <a:srgbClr val="000000"/>
                          </a:solidFill>
                          <a:latin typeface="+mn-lt"/>
                        </a:rPr>
                        <a:t>[actual] points</a:t>
                      </a:r>
                      <a:endParaRPr lang="en-US" sz="1200" b="0" i="0" u="none" strike="noStrike" dirty="0">
                        <a:solidFill>
                          <a:srgbClr val="000000"/>
                        </a:solidFill>
                        <a:latin typeface="+mn-lt"/>
                      </a:endParaRPr>
                    </a:p>
                  </a:txBody>
                  <a:tcPr marL="9104" marR="9104" marT="986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1016448">
                <a:tc>
                  <a:txBody>
                    <a:bodyPr/>
                    <a:lstStyle/>
                    <a:p>
                      <a:pPr algn="r" fontAlgn="ctr"/>
                      <a:r>
                        <a:rPr lang="en-US" sz="1600" b="1" i="0" u="none" strike="noStrike" dirty="0" smtClean="0">
                          <a:solidFill>
                            <a:srgbClr val="000000"/>
                          </a:solidFill>
                          <a:latin typeface="+mn-lt"/>
                        </a:rPr>
                        <a:t>Scope</a:t>
                      </a:r>
                      <a:endParaRPr lang="en-US" sz="1600" b="1" i="0" u="none" strike="noStrike" dirty="0">
                        <a:solidFill>
                          <a:srgbClr val="000000"/>
                        </a:solidFill>
                        <a:latin typeface="+mn-lt"/>
                      </a:endParaRPr>
                    </a:p>
                  </a:txBody>
                  <a:tcPr marL="88208" marR="88208"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0C0C0"/>
                    </a:solidFill>
                  </a:tcPr>
                </a:tc>
                <a:tc>
                  <a:txBody>
                    <a:bodyPr/>
                    <a:lstStyle/>
                    <a:p>
                      <a:pPr marL="171450" indent="-171450" algn="l" fontAlgn="b">
                        <a:buFont typeface="Arial" pitchFamily="34" charset="0"/>
                        <a:buChar char="•"/>
                      </a:pPr>
                      <a:r>
                        <a:rPr lang="en-US" sz="1000" b="0" i="0" u="none" strike="noStrike" dirty="0" smtClean="0">
                          <a:solidFill>
                            <a:srgbClr val="000000"/>
                          </a:solidFill>
                          <a:effectLst/>
                          <a:latin typeface="Calibri"/>
                        </a:rPr>
                        <a:t> US98261  -  5 Points</a:t>
                      </a:r>
                    </a:p>
                    <a:p>
                      <a:pPr marL="171450" indent="-171450" algn="l" fontAlgn="b">
                        <a:buFont typeface="Arial" pitchFamily="34" charset="0"/>
                        <a:buChar char="•"/>
                      </a:pPr>
                      <a:endParaRPr lang="en-US" sz="1000" b="0" i="0" u="none" strike="noStrike" dirty="0" smtClean="0">
                        <a:solidFill>
                          <a:srgbClr val="000000"/>
                        </a:solidFill>
                        <a:effectLst/>
                        <a:latin typeface="Calibri"/>
                      </a:endParaRPr>
                    </a:p>
                    <a:p>
                      <a:pPr marL="171450" indent="-171450" algn="l" fontAlgn="b">
                        <a:buFont typeface="Arial" pitchFamily="34" charset="0"/>
                        <a:buChar char="•"/>
                      </a:pPr>
                      <a:r>
                        <a:rPr lang="en-US" sz="1000" b="0" i="0" u="none" strike="noStrike" dirty="0" smtClean="0">
                          <a:solidFill>
                            <a:srgbClr val="000000"/>
                          </a:solidFill>
                          <a:effectLst/>
                          <a:latin typeface="Calibri"/>
                        </a:rPr>
                        <a:t>US98261 Testing for  customer eligibility for products like SDFC(234), AFC(AFC), AFCF(AFF) and AF (New RFISC codes) for SSM</a:t>
                      </a:r>
                      <a:endParaRPr lang="en-US" sz="1000" b="0" i="1" u="none" strike="noStrike" baseline="0" dirty="0" smtClean="0">
                        <a:solidFill>
                          <a:srgbClr val="000000"/>
                        </a:solidFill>
                        <a:latin typeface="+mn-lt"/>
                      </a:endParaRPr>
                    </a:p>
                    <a:p>
                      <a:pPr marL="171450" indent="-171450" algn="l" fontAlgn="b">
                        <a:buFont typeface="Arial" pitchFamily="34" charset="0"/>
                        <a:buChar char="•"/>
                      </a:pPr>
                      <a:endParaRPr lang="en-US" sz="1000" b="0" i="1" u="none" strike="noStrike" baseline="0" dirty="0" smtClean="0">
                        <a:solidFill>
                          <a:srgbClr val="000000"/>
                        </a:solidFill>
                        <a:latin typeface="+mn-lt"/>
                      </a:endParaRPr>
                    </a:p>
                  </a:txBody>
                  <a:tcPr marL="88208" marR="88208">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171450" indent="-171450" algn="l" fontAlgn="b">
                        <a:buFont typeface="Arial" pitchFamily="34" charset="0"/>
                        <a:buChar char="•"/>
                      </a:pPr>
                      <a:r>
                        <a:rPr lang="en-US" sz="1000" b="0" i="0" u="none" strike="noStrike" dirty="0" smtClean="0">
                          <a:solidFill>
                            <a:srgbClr val="000000"/>
                          </a:solidFill>
                          <a:latin typeface="+mn-lt"/>
                        </a:rPr>
                        <a:t> 5 Points</a:t>
                      </a:r>
                    </a:p>
                    <a:p>
                      <a:pPr marL="171450" indent="-171450" algn="l" fontAlgn="b">
                        <a:buFont typeface="Arial" pitchFamily="34" charset="0"/>
                        <a:buChar char="•"/>
                      </a:pPr>
                      <a:endParaRPr lang="en-US" sz="1000" b="0" i="0" u="none" strike="noStrike" dirty="0" smtClean="0">
                        <a:solidFill>
                          <a:srgbClr val="000000"/>
                        </a:solidFill>
                        <a:latin typeface="+mn-lt"/>
                      </a:endParaRPr>
                    </a:p>
                    <a:p>
                      <a:pPr marL="171450" indent="-171450" algn="l" fontAlgn="b">
                        <a:buFont typeface="Arial" pitchFamily="34" charset="0"/>
                        <a:buChar char="•"/>
                      </a:pPr>
                      <a:r>
                        <a:rPr lang="en-US" sz="1000" b="0" i="0" u="none" strike="noStrike" dirty="0" smtClean="0">
                          <a:solidFill>
                            <a:srgbClr val="000000"/>
                          </a:solidFill>
                          <a:latin typeface="+mn-lt"/>
                        </a:rPr>
                        <a:t>109954 Testing for  customer eligibility for products like SDFC(234), AFC(AFC), AFCF(AFF) and AF (New RFISC codes) for </a:t>
                      </a:r>
                      <a:r>
                        <a:rPr lang="en-US" sz="1000" b="0" i="0" u="none" strike="noStrike" dirty="0" err="1" smtClean="0">
                          <a:solidFill>
                            <a:srgbClr val="000000"/>
                          </a:solidFill>
                          <a:latin typeface="+mn-lt"/>
                        </a:rPr>
                        <a:t>Gateside</a:t>
                      </a:r>
                      <a:endParaRPr lang="en-US" sz="1000" b="0" i="0" u="none" strike="noStrike" baseline="0" dirty="0" smtClean="0">
                        <a:solidFill>
                          <a:srgbClr val="000000"/>
                        </a:solidFill>
                        <a:latin typeface="+mn-lt"/>
                      </a:endParaRPr>
                    </a:p>
                  </a:txBody>
                  <a:tcPr marL="88208" marR="88208">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171450" indent="-171450" algn="l" fontAlgn="b">
                        <a:buFont typeface="Arial" pitchFamily="34" charset="0"/>
                        <a:buChar char="•"/>
                      </a:pPr>
                      <a:endParaRPr lang="en-US" sz="1000" dirty="0" smtClean="0"/>
                    </a:p>
                    <a:p>
                      <a:pPr marL="171450" indent="-171450" algn="l" fontAlgn="b">
                        <a:buFont typeface="Arial" pitchFamily="34" charset="0"/>
                        <a:buChar char="•"/>
                      </a:pPr>
                      <a:r>
                        <a:rPr lang="en-US" sz="1000" dirty="0" smtClean="0"/>
                        <a:t>109953 SPIKE -</a:t>
                      </a:r>
                      <a:r>
                        <a:rPr lang="en-US" sz="1000" dirty="0" err="1" smtClean="0"/>
                        <a:t>Gateside</a:t>
                      </a:r>
                      <a:r>
                        <a:rPr lang="en-US" sz="1000" dirty="0" smtClean="0"/>
                        <a:t> code merge integration</a:t>
                      </a:r>
                    </a:p>
                    <a:p>
                      <a:pPr marL="0" indent="0" algn="l" fontAlgn="b">
                        <a:buFont typeface="Arial" pitchFamily="34" charset="0"/>
                        <a:buNone/>
                      </a:pPr>
                      <a:endParaRPr lang="en-US" sz="1000" dirty="0" smtClean="0"/>
                    </a:p>
                    <a:p>
                      <a:pPr marL="171450" indent="-171450" algn="l" fontAlgn="b">
                        <a:buFont typeface="Arial" pitchFamily="34" charset="0"/>
                        <a:buChar char="•"/>
                      </a:pPr>
                      <a:r>
                        <a:rPr lang="en-US" sz="1000" dirty="0" smtClean="0"/>
                        <a:t>US 85870  SPIKE O/D</a:t>
                      </a:r>
                      <a:r>
                        <a:rPr lang="en-US" sz="1000" baseline="0" dirty="0" smtClean="0"/>
                        <a:t> city and class of service of boarding card</a:t>
                      </a:r>
                    </a:p>
                    <a:p>
                      <a:pPr marL="171450" indent="-171450" algn="l" fontAlgn="b">
                        <a:buFont typeface="Arial" pitchFamily="34" charset="0"/>
                        <a:buChar char="•"/>
                      </a:pPr>
                      <a:endParaRPr lang="en-US" sz="1000" dirty="0" smtClean="0"/>
                    </a:p>
                    <a:p>
                      <a:pPr marL="171450" indent="-171450" algn="l" fontAlgn="b">
                        <a:buFont typeface="Arial" pitchFamily="34" charset="0"/>
                        <a:buChar char="•"/>
                      </a:pPr>
                      <a:r>
                        <a:rPr lang="en-US" sz="1000" dirty="0" smtClean="0"/>
                        <a:t>US106430  SPIKE -Multi segment to provide SDS offer when any segment does not have E - inventory available</a:t>
                      </a:r>
                      <a:endParaRPr lang="en-US" sz="1000" b="0" i="0" u="none" strike="noStrike" baseline="0" dirty="0" smtClean="0">
                        <a:solidFill>
                          <a:srgbClr val="000000"/>
                        </a:solidFill>
                        <a:latin typeface="+mn-lt"/>
                      </a:endParaRPr>
                    </a:p>
                  </a:txBody>
                  <a:tcPr marL="88208" marR="88208">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668244">
                <a:tc>
                  <a:txBody>
                    <a:bodyPr/>
                    <a:lstStyle/>
                    <a:p>
                      <a:pPr algn="r" fontAlgn="ctr"/>
                      <a:r>
                        <a:rPr lang="en-US" sz="1600" b="1" i="0" u="none" strike="noStrike" dirty="0" smtClean="0">
                          <a:solidFill>
                            <a:srgbClr val="000000"/>
                          </a:solidFill>
                          <a:latin typeface="+mn-lt"/>
                        </a:rPr>
                        <a:t>Issues</a:t>
                      </a:r>
                      <a:endParaRPr lang="en-US" sz="1600" b="1" i="0" u="none" strike="noStrike" dirty="0">
                        <a:solidFill>
                          <a:srgbClr val="000000"/>
                        </a:solidFill>
                        <a:latin typeface="+mn-lt"/>
                      </a:endParaRPr>
                    </a:p>
                  </a:txBody>
                  <a:tcPr marL="88208" marR="88208"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0C0C0"/>
                    </a:solidFill>
                  </a:tcPr>
                </a:tc>
                <a:tc>
                  <a:txBody>
                    <a:bodyPr/>
                    <a:lstStyle/>
                    <a:p>
                      <a:pPr marL="171450" indent="-171450" algn="l" fontAlgn="b">
                        <a:buFont typeface="Arial" pitchFamily="34" charset="0"/>
                        <a:buChar char="•"/>
                      </a:pPr>
                      <a:r>
                        <a:rPr lang="en-US" sz="1000" b="0" i="0" u="none" strike="noStrike" baseline="0" dirty="0" smtClean="0">
                          <a:solidFill>
                            <a:srgbClr val="000000"/>
                          </a:solidFill>
                          <a:latin typeface="+mn-lt"/>
                        </a:rPr>
                        <a:t> Detailed covered in  issue Mgmt.</a:t>
                      </a:r>
                      <a:endParaRPr lang="en-US" sz="1000" b="0" i="0" u="none" strike="noStrike" dirty="0">
                        <a:solidFill>
                          <a:srgbClr val="000000"/>
                        </a:solidFill>
                        <a:latin typeface="+mn-lt"/>
                      </a:endParaRPr>
                    </a:p>
                  </a:txBody>
                  <a:tcPr marL="88208" marR="88208">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171450" indent="-171450" algn="l" fontAlgn="b">
                        <a:buFont typeface="Arial" pitchFamily="34" charset="0"/>
                        <a:buChar char="•"/>
                      </a:pPr>
                      <a:endParaRPr lang="en-US" sz="1000" b="0" i="0" u="none" strike="noStrike" dirty="0" smtClean="0">
                        <a:solidFill>
                          <a:srgbClr val="000000"/>
                        </a:solidFill>
                        <a:latin typeface="+mn-lt"/>
                      </a:endParaRPr>
                    </a:p>
                  </a:txBody>
                  <a:tcPr marL="88208" marR="88208">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171450" indent="-171450" algn="l" fontAlgn="b">
                        <a:buFont typeface="Arial" pitchFamily="34" charset="0"/>
                        <a:buChar char="•"/>
                      </a:pPr>
                      <a:r>
                        <a:rPr lang="en-US" sz="1000" b="0" i="0" u="none" strike="noStrike" dirty="0" smtClean="0">
                          <a:solidFill>
                            <a:srgbClr val="000000"/>
                          </a:solidFill>
                          <a:latin typeface="+mn-lt"/>
                        </a:rPr>
                        <a:t>[…]</a:t>
                      </a:r>
                    </a:p>
                  </a:txBody>
                  <a:tcPr marL="88208" marR="88208">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668244">
                <a:tc>
                  <a:txBody>
                    <a:bodyPr/>
                    <a:lstStyle/>
                    <a:p>
                      <a:pPr algn="r" fontAlgn="ctr"/>
                      <a:r>
                        <a:rPr lang="en-US" sz="1600" b="1" i="0" u="none" strike="noStrike" dirty="0">
                          <a:solidFill>
                            <a:srgbClr val="000000"/>
                          </a:solidFill>
                          <a:latin typeface="+mn-lt"/>
                        </a:rPr>
                        <a:t>Architecture </a:t>
                      </a:r>
                      <a:r>
                        <a:rPr lang="en-US" sz="1600" b="1" i="0" u="none" strike="noStrike" dirty="0" smtClean="0">
                          <a:solidFill>
                            <a:srgbClr val="000000"/>
                          </a:solidFill>
                          <a:latin typeface="+mn-lt"/>
                        </a:rPr>
                        <a:t>Decisions</a:t>
                      </a:r>
                      <a:endParaRPr lang="en-US" sz="1600" b="1" i="0" u="none" strike="noStrike" dirty="0">
                        <a:solidFill>
                          <a:srgbClr val="000000"/>
                        </a:solidFill>
                        <a:latin typeface="+mn-lt"/>
                      </a:endParaRPr>
                    </a:p>
                  </a:txBody>
                  <a:tcPr marL="88208" marR="88208"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0C0C0"/>
                    </a:solidFill>
                  </a:tcPr>
                </a:tc>
                <a:tc>
                  <a:txBody>
                    <a:bodyPr/>
                    <a:lstStyle/>
                    <a:p>
                      <a:pPr marL="171450" indent="-171450" algn="l" fontAlgn="b">
                        <a:buFont typeface="Arial" pitchFamily="34" charset="0"/>
                        <a:buChar char="•"/>
                      </a:pPr>
                      <a:r>
                        <a:rPr lang="en-US" sz="1000" b="0" i="0" u="none" strike="noStrike" dirty="0" smtClean="0">
                          <a:solidFill>
                            <a:srgbClr val="000000"/>
                          </a:solidFill>
                          <a:latin typeface="+mn-lt"/>
                        </a:rPr>
                        <a:t>[…]</a:t>
                      </a:r>
                      <a:endParaRPr lang="en-US" sz="1000" b="0" i="0" u="none" strike="noStrike" dirty="0">
                        <a:solidFill>
                          <a:srgbClr val="000000"/>
                        </a:solidFill>
                        <a:latin typeface="+mn-lt"/>
                      </a:endParaRPr>
                    </a:p>
                  </a:txBody>
                  <a:tcPr marL="88208" marR="88208">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171450" indent="-171450" algn="l" fontAlgn="b">
                        <a:buFont typeface="Arial" pitchFamily="34" charset="0"/>
                        <a:buChar char="•"/>
                      </a:pPr>
                      <a:r>
                        <a:rPr lang="en-US" sz="1000" b="0" i="0" u="none" strike="noStrike" dirty="0" smtClean="0">
                          <a:solidFill>
                            <a:srgbClr val="000000"/>
                          </a:solidFill>
                          <a:latin typeface="+mn-lt"/>
                        </a:rPr>
                        <a:t>[…]</a:t>
                      </a:r>
                    </a:p>
                  </a:txBody>
                  <a:tcPr marL="88208" marR="88208">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171450" indent="-171450" algn="l" fontAlgn="b">
                        <a:buFont typeface="Arial" pitchFamily="34" charset="0"/>
                        <a:buChar char="•"/>
                      </a:pPr>
                      <a:r>
                        <a:rPr lang="en-US" sz="1000" b="0" i="0" u="none" strike="noStrike" dirty="0" smtClean="0">
                          <a:solidFill>
                            <a:srgbClr val="000000"/>
                          </a:solidFill>
                          <a:latin typeface="+mn-lt"/>
                        </a:rPr>
                        <a:t>[…]</a:t>
                      </a:r>
                    </a:p>
                  </a:txBody>
                  <a:tcPr marL="88208" marR="88208">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668244">
                <a:tc>
                  <a:txBody>
                    <a:bodyPr/>
                    <a:lstStyle/>
                    <a:p>
                      <a:pPr algn="r" fontAlgn="ctr"/>
                      <a:r>
                        <a:rPr lang="en-US" sz="1600" b="1" i="0" u="none" strike="noStrike" dirty="0" smtClean="0">
                          <a:solidFill>
                            <a:srgbClr val="000000"/>
                          </a:solidFill>
                          <a:latin typeface="+mn-lt"/>
                        </a:rPr>
                        <a:t>Dependencies</a:t>
                      </a:r>
                      <a:endParaRPr lang="en-US" sz="1600" b="1" i="0" u="none" strike="noStrike" dirty="0">
                        <a:solidFill>
                          <a:srgbClr val="000000"/>
                        </a:solidFill>
                        <a:latin typeface="+mn-lt"/>
                      </a:endParaRPr>
                    </a:p>
                  </a:txBody>
                  <a:tcPr marL="88208" marR="88208"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0C0C0"/>
                    </a:solidFill>
                  </a:tcPr>
                </a:tc>
                <a:tc>
                  <a:txBody>
                    <a:bodyPr/>
                    <a:lstStyle/>
                    <a:p>
                      <a:pPr marL="171450" indent="-171450" algn="l" fontAlgn="b">
                        <a:buFont typeface="Arial" pitchFamily="34" charset="0"/>
                        <a:buChar char="•"/>
                      </a:pPr>
                      <a:r>
                        <a:rPr lang="en-US" sz="1000" b="0" i="0" u="none" strike="noStrike" dirty="0" smtClean="0">
                          <a:solidFill>
                            <a:srgbClr val="000000"/>
                          </a:solidFill>
                          <a:latin typeface="+mn-lt"/>
                        </a:rPr>
                        <a:t>[Due to …]</a:t>
                      </a:r>
                    </a:p>
                    <a:p>
                      <a:pPr marL="171450" indent="-171450" algn="l" fontAlgn="b">
                        <a:buFont typeface="Arial" pitchFamily="34" charset="0"/>
                        <a:buChar char="•"/>
                      </a:pPr>
                      <a:r>
                        <a:rPr lang="en-US" sz="1000" b="0" i="0" u="none" strike="noStrike" dirty="0" smtClean="0">
                          <a:solidFill>
                            <a:srgbClr val="000000"/>
                          </a:solidFill>
                          <a:latin typeface="+mn-lt"/>
                        </a:rPr>
                        <a:t>[Due from…]</a:t>
                      </a:r>
                      <a:endParaRPr lang="en-US" sz="1000" b="0" i="0" u="none" strike="noStrike" dirty="0">
                        <a:solidFill>
                          <a:srgbClr val="000000"/>
                        </a:solidFill>
                        <a:latin typeface="+mn-lt"/>
                      </a:endParaRPr>
                    </a:p>
                  </a:txBody>
                  <a:tcPr marL="88208" marR="88208">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171450" indent="-171450" algn="l" fontAlgn="b">
                        <a:buFont typeface="Arial" pitchFamily="34" charset="0"/>
                        <a:buChar char="•"/>
                      </a:pPr>
                      <a:r>
                        <a:rPr lang="en-US" sz="1000" b="0" i="0" u="none" strike="noStrike" dirty="0" smtClean="0">
                          <a:solidFill>
                            <a:srgbClr val="000000"/>
                          </a:solidFill>
                          <a:latin typeface="+mn-lt"/>
                        </a:rPr>
                        <a:t>[Due to …]</a:t>
                      </a:r>
                    </a:p>
                    <a:p>
                      <a:pPr marL="171450" indent="-171450" algn="l" fontAlgn="b">
                        <a:buFont typeface="Arial" pitchFamily="34" charset="0"/>
                        <a:buChar char="•"/>
                      </a:pPr>
                      <a:r>
                        <a:rPr lang="en-US" sz="1000" b="0" i="0" u="none" strike="noStrike" dirty="0" smtClean="0">
                          <a:solidFill>
                            <a:srgbClr val="000000"/>
                          </a:solidFill>
                          <a:latin typeface="+mn-lt"/>
                        </a:rPr>
                        <a:t>[Due from…]</a:t>
                      </a:r>
                      <a:endParaRPr lang="en-US" sz="1000" b="0" i="0" u="none" strike="noStrike" dirty="0">
                        <a:solidFill>
                          <a:srgbClr val="000000"/>
                        </a:solidFill>
                        <a:latin typeface="+mn-lt"/>
                      </a:endParaRPr>
                    </a:p>
                  </a:txBody>
                  <a:tcPr marL="88208" marR="88208">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171450" indent="-171450" algn="l" fontAlgn="b">
                        <a:buFont typeface="Arial" pitchFamily="34" charset="0"/>
                        <a:buChar char="•"/>
                      </a:pPr>
                      <a:r>
                        <a:rPr lang="en-US" sz="1000" b="0" i="0" u="none" strike="noStrike" dirty="0" smtClean="0">
                          <a:solidFill>
                            <a:srgbClr val="000000"/>
                          </a:solidFill>
                          <a:latin typeface="+mn-lt"/>
                        </a:rPr>
                        <a:t>[Due to …]</a:t>
                      </a:r>
                    </a:p>
                    <a:p>
                      <a:pPr marL="171450" indent="-171450" algn="l" fontAlgn="b">
                        <a:buFont typeface="Arial" pitchFamily="34" charset="0"/>
                        <a:buChar char="•"/>
                      </a:pPr>
                      <a:r>
                        <a:rPr lang="en-US" sz="1000" b="0" i="0" u="none" strike="noStrike" dirty="0" smtClean="0">
                          <a:solidFill>
                            <a:srgbClr val="000000"/>
                          </a:solidFill>
                          <a:latin typeface="+mn-lt"/>
                        </a:rPr>
                        <a:t>[Due from…]</a:t>
                      </a:r>
                      <a:endParaRPr lang="en-US" sz="1000" b="0" i="0" u="none" strike="noStrike" dirty="0">
                        <a:solidFill>
                          <a:srgbClr val="000000"/>
                        </a:solidFill>
                        <a:latin typeface="+mn-lt"/>
                      </a:endParaRPr>
                    </a:p>
                  </a:txBody>
                  <a:tcPr marL="88208" marR="88208">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501153">
                <a:tc>
                  <a:txBody>
                    <a:bodyPr/>
                    <a:lstStyle/>
                    <a:p>
                      <a:pPr algn="r" fontAlgn="ctr"/>
                      <a:r>
                        <a:rPr lang="en-US" sz="1600" b="1" i="0" u="none" strike="noStrike" dirty="0" smtClean="0">
                          <a:solidFill>
                            <a:srgbClr val="000000"/>
                          </a:solidFill>
                          <a:latin typeface="+mn-lt"/>
                        </a:rPr>
                        <a:t>Business Decisions/Impacts</a:t>
                      </a:r>
                      <a:endParaRPr lang="en-US" sz="1600" b="1" i="0" u="none" strike="noStrike" dirty="0">
                        <a:solidFill>
                          <a:srgbClr val="000000"/>
                        </a:solidFill>
                        <a:latin typeface="+mn-lt"/>
                      </a:endParaRPr>
                    </a:p>
                  </a:txBody>
                  <a:tcPr marL="88208" marR="88208"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0C0C0"/>
                    </a:solidFill>
                  </a:tcPr>
                </a:tc>
                <a:tc>
                  <a:txBody>
                    <a:bodyPr/>
                    <a:lstStyle/>
                    <a:p>
                      <a:pPr marL="171450" indent="-171450" algn="l" fontAlgn="b">
                        <a:buFont typeface="Arial" pitchFamily="34" charset="0"/>
                        <a:buChar char="•"/>
                      </a:pPr>
                      <a:r>
                        <a:rPr lang="en-US" sz="1000" b="0" i="0" u="none" strike="noStrike" dirty="0" smtClean="0">
                          <a:solidFill>
                            <a:srgbClr val="000000"/>
                          </a:solidFill>
                          <a:latin typeface="+mn-lt"/>
                        </a:rPr>
                        <a:t>[…]</a:t>
                      </a:r>
                      <a:endParaRPr lang="en-US" sz="1000" b="0" i="0" u="none" strike="noStrike" dirty="0">
                        <a:solidFill>
                          <a:srgbClr val="000000"/>
                        </a:solidFill>
                        <a:latin typeface="+mn-lt"/>
                      </a:endParaRPr>
                    </a:p>
                  </a:txBody>
                  <a:tcPr marL="88208" marR="88208">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171450" indent="-171450" algn="l" fontAlgn="b">
                        <a:buFont typeface="Arial" pitchFamily="34" charset="0"/>
                        <a:buChar char="•"/>
                      </a:pPr>
                      <a:r>
                        <a:rPr lang="en-US" sz="1000" b="0" i="0" u="none" strike="noStrike" dirty="0" smtClean="0">
                          <a:solidFill>
                            <a:srgbClr val="000000"/>
                          </a:solidFill>
                          <a:latin typeface="+mn-lt"/>
                        </a:rPr>
                        <a:t>[…]</a:t>
                      </a:r>
                    </a:p>
                  </a:txBody>
                  <a:tcPr marL="88208" marR="88208">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171450" indent="-171450" algn="l" fontAlgn="b">
                        <a:buFont typeface="Arial" pitchFamily="34" charset="0"/>
                        <a:buChar char="•"/>
                      </a:pPr>
                      <a:r>
                        <a:rPr lang="en-US" sz="1000" b="0" i="0" u="none" strike="noStrike" dirty="0" smtClean="0">
                          <a:solidFill>
                            <a:srgbClr val="000000"/>
                          </a:solidFill>
                          <a:latin typeface="+mn-lt"/>
                        </a:rPr>
                        <a:t>[…]</a:t>
                      </a:r>
                    </a:p>
                  </a:txBody>
                  <a:tcPr marL="88208" marR="88208">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bl>
          </a:graphicData>
        </a:graphic>
      </p:graphicFrame>
      <p:sp>
        <p:nvSpPr>
          <p:cNvPr id="6" name="Footer Placeholder 2"/>
          <p:cNvSpPr>
            <a:spLocks noGrp="1"/>
          </p:cNvSpPr>
          <p:nvPr>
            <p:ph type="ftr" sz="quarter" idx="11"/>
          </p:nvPr>
        </p:nvSpPr>
        <p:spPr>
          <a:xfrm>
            <a:off x="457200" y="6629951"/>
            <a:ext cx="3886200" cy="128016"/>
          </a:xfrm>
        </p:spPr>
        <p:txBody>
          <a:bodyPr/>
          <a:lstStyle/>
          <a:p>
            <a:r>
              <a:rPr lang="en-US" dirty="0" smtClean="0"/>
              <a:t>Release [N] v[</a:t>
            </a:r>
            <a:r>
              <a:rPr lang="en-US" dirty="0" err="1" smtClean="0"/>
              <a:t>x.x</a:t>
            </a:r>
            <a:r>
              <a:rPr lang="en-US" dirty="0" smtClean="0"/>
              <a:t>]</a:t>
            </a:r>
            <a:endParaRPr lang="en-US" dirty="0"/>
          </a:p>
        </p:txBody>
      </p:sp>
    </p:spTree>
    <p:extLst>
      <p:ext uri="{BB962C8B-B14F-4D97-AF65-F5344CB8AC3E}">
        <p14:creationId xmlns:p14="http://schemas.microsoft.com/office/powerpoint/2010/main" val="2067475031"/>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2800" dirty="0" smtClean="0"/>
              <a:t>Delivery Plan: page 1 of [N]</a:t>
            </a:r>
            <a:endParaRPr lang="en-US" sz="2800" dirty="0"/>
          </a:p>
        </p:txBody>
      </p:sp>
      <p:sp>
        <p:nvSpPr>
          <p:cNvPr id="5" name="Slide Number Placeholder 4"/>
          <p:cNvSpPr>
            <a:spLocks noGrp="1"/>
          </p:cNvSpPr>
          <p:nvPr>
            <p:ph type="sldNum" sz="quarter" idx="12"/>
          </p:nvPr>
        </p:nvSpPr>
        <p:spPr/>
        <p:txBody>
          <a:bodyPr/>
          <a:lstStyle/>
          <a:p>
            <a:fld id="{9E3C471D-FB94-43E4-8DFD-966A05A84658}" type="slidenum">
              <a:rPr lang="en-US" smtClean="0"/>
              <a:pPr/>
              <a:t>10</a:t>
            </a:fld>
            <a:endParaRPr lang="en-US"/>
          </a:p>
        </p:txBody>
      </p:sp>
      <p:graphicFrame>
        <p:nvGraphicFramePr>
          <p:cNvPr id="7" name="Content Placeholder 7"/>
          <p:cNvGraphicFramePr>
            <a:graphicFrameLocks noGrp="1"/>
          </p:cNvGraphicFramePr>
          <p:nvPr>
            <p:ph sz="quarter" idx="15"/>
            <p:extLst>
              <p:ext uri="{D42A27DB-BD31-4B8C-83A1-F6EECF244321}">
                <p14:modId xmlns:p14="http://schemas.microsoft.com/office/powerpoint/2010/main" val="213790943"/>
              </p:ext>
            </p:extLst>
          </p:nvPr>
        </p:nvGraphicFramePr>
        <p:xfrm>
          <a:off x="152400" y="304800"/>
          <a:ext cx="8686800" cy="4813647"/>
        </p:xfrm>
        <a:graphic>
          <a:graphicData uri="http://schemas.openxmlformats.org/drawingml/2006/table">
            <a:tbl>
              <a:tblPr/>
              <a:tblGrid>
                <a:gridCol w="1447800"/>
                <a:gridCol w="3124200"/>
                <a:gridCol w="1828800"/>
                <a:gridCol w="2286000"/>
              </a:tblGrid>
              <a:tr h="290232">
                <a:tc rowSpan="2">
                  <a:txBody>
                    <a:bodyPr/>
                    <a:lstStyle/>
                    <a:p>
                      <a:pPr algn="l" fontAlgn="b"/>
                      <a:endParaRPr lang="en-US" sz="1600" b="1" i="1" u="none" strike="noStrike" dirty="0">
                        <a:solidFill>
                          <a:srgbClr val="000000"/>
                        </a:solidFill>
                        <a:latin typeface="+mn-lt"/>
                      </a:endParaRPr>
                    </a:p>
                  </a:txBody>
                  <a:tcPr marL="88208" marR="88208" anchor="b">
                    <a:lnL>
                      <a:noFill/>
                    </a:lnL>
                    <a:lnR>
                      <a:noFill/>
                    </a:lnR>
                    <a:lnT>
                      <a:noFill/>
                    </a:lnT>
                    <a:lnB w="6350" cap="flat" cmpd="sng" algn="ctr">
                      <a:solidFill>
                        <a:srgbClr val="000000"/>
                      </a:solidFill>
                      <a:prstDash val="solid"/>
                      <a:round/>
                      <a:headEnd type="none" w="med" len="med"/>
                      <a:tailEnd type="none" w="med" len="med"/>
                    </a:lnB>
                  </a:tcPr>
                </a:tc>
                <a:tc>
                  <a:txBody>
                    <a:bodyPr/>
                    <a:lstStyle/>
                    <a:p>
                      <a:pPr algn="ctr" fontAlgn="b"/>
                      <a:r>
                        <a:rPr lang="en-US" sz="1600" b="1" i="0" u="none" strike="noStrike" dirty="0" smtClean="0">
                          <a:solidFill>
                            <a:srgbClr val="FFFFFF"/>
                          </a:solidFill>
                          <a:latin typeface="+mn-lt"/>
                        </a:rPr>
                        <a:t>Iteration</a:t>
                      </a:r>
                      <a:r>
                        <a:rPr lang="en-US" sz="1600" b="1" i="0" u="none" strike="noStrike" baseline="0" dirty="0" smtClean="0">
                          <a:solidFill>
                            <a:srgbClr val="FFFFFF"/>
                          </a:solidFill>
                          <a:latin typeface="+mn-lt"/>
                        </a:rPr>
                        <a:t> 22</a:t>
                      </a:r>
                      <a:endParaRPr lang="en-US" sz="1600" b="1" i="0" u="none" strike="noStrike" dirty="0">
                        <a:solidFill>
                          <a:srgbClr val="FFFFFF"/>
                        </a:solidFill>
                        <a:latin typeface="+mn-lt"/>
                      </a:endParaRPr>
                    </a:p>
                  </a:txBody>
                  <a:tcPr marL="9104" marR="9104" marT="9868" marB="0" anchor="b">
                    <a:lnL>
                      <a:noFill/>
                    </a:lnL>
                    <a:lnR>
                      <a:noFill/>
                    </a:lnR>
                    <a:lnT>
                      <a:noFill/>
                    </a:lnT>
                    <a:lnB>
                      <a:noFill/>
                    </a:lnB>
                    <a:solidFill>
                      <a:srgbClr val="000000"/>
                    </a:solidFill>
                  </a:tcPr>
                </a:tc>
                <a:tc>
                  <a:txBody>
                    <a:bodyPr/>
                    <a:lstStyle/>
                    <a:p>
                      <a:pPr algn="ctr" fontAlgn="b"/>
                      <a:r>
                        <a:rPr lang="en-US" sz="1600" b="1" i="0" u="none" strike="noStrike" dirty="0" smtClean="0">
                          <a:solidFill>
                            <a:srgbClr val="FFFFFF"/>
                          </a:solidFill>
                          <a:latin typeface="+mn-lt"/>
                        </a:rPr>
                        <a:t>Iteration</a:t>
                      </a:r>
                      <a:r>
                        <a:rPr lang="en-US" sz="1600" b="1" i="0" u="none" strike="noStrike" baseline="0" dirty="0" smtClean="0">
                          <a:solidFill>
                            <a:srgbClr val="FFFFFF"/>
                          </a:solidFill>
                          <a:latin typeface="+mn-lt"/>
                        </a:rPr>
                        <a:t> 23</a:t>
                      </a:r>
                      <a:endParaRPr lang="en-US" sz="1600" b="1" i="0" u="none" strike="noStrike" dirty="0">
                        <a:solidFill>
                          <a:srgbClr val="FFFFFF"/>
                        </a:solidFill>
                        <a:latin typeface="+mn-lt"/>
                      </a:endParaRPr>
                    </a:p>
                  </a:txBody>
                  <a:tcPr marL="9104" marR="9104" marT="9868" marB="0" anchor="b">
                    <a:lnL>
                      <a:noFill/>
                    </a:lnL>
                    <a:lnR>
                      <a:noFill/>
                    </a:lnR>
                    <a:lnT>
                      <a:noFill/>
                    </a:lnT>
                    <a:lnB>
                      <a:noFill/>
                    </a:lnB>
                    <a:solidFill>
                      <a:srgbClr val="000000"/>
                    </a:solidFill>
                  </a:tcPr>
                </a:tc>
                <a:tc>
                  <a:txBody>
                    <a:bodyPr/>
                    <a:lstStyle/>
                    <a:p>
                      <a:pPr algn="ctr" fontAlgn="b"/>
                      <a:r>
                        <a:rPr lang="en-US" sz="1600" b="1" i="0" u="none" strike="noStrike" dirty="0" smtClean="0">
                          <a:solidFill>
                            <a:srgbClr val="FFFFFF"/>
                          </a:solidFill>
                          <a:latin typeface="+mn-lt"/>
                        </a:rPr>
                        <a:t>Iteration 24/25/26/</a:t>
                      </a:r>
                      <a:endParaRPr lang="en-US" sz="1600" b="1" i="0" u="none" strike="noStrike" dirty="0">
                        <a:solidFill>
                          <a:srgbClr val="FFFFFF"/>
                        </a:solidFill>
                        <a:latin typeface="+mn-lt"/>
                      </a:endParaRPr>
                    </a:p>
                  </a:txBody>
                  <a:tcPr marL="9104" marR="9104" marT="9868" marB="0" anchor="b">
                    <a:lnL>
                      <a:noFill/>
                    </a:lnL>
                    <a:lnR>
                      <a:noFill/>
                    </a:lnR>
                    <a:lnT>
                      <a:noFill/>
                    </a:lnT>
                    <a:lnB>
                      <a:noFill/>
                    </a:lnB>
                    <a:solidFill>
                      <a:srgbClr val="000000"/>
                    </a:solidFill>
                  </a:tcPr>
                </a:tc>
              </a:tr>
              <a:tr h="240400">
                <a:tc vMerge="1">
                  <a:txBody>
                    <a:bodyPr/>
                    <a:lstStyle/>
                    <a:p>
                      <a:endParaRPr lang="en-US"/>
                    </a:p>
                  </a:txBody>
                  <a:tcPr/>
                </a:tc>
                <a:tc>
                  <a:txBody>
                    <a:bodyPr/>
                    <a:lstStyle/>
                    <a:p>
                      <a:pPr algn="ctr"/>
                      <a:r>
                        <a:rPr lang="en-US" sz="1400" kern="1200" dirty="0" smtClean="0">
                          <a:solidFill>
                            <a:srgbClr val="000000"/>
                          </a:solidFill>
                          <a:latin typeface="+mn-lt"/>
                          <a:ea typeface="+mn-ea"/>
                          <a:cs typeface="+mn-cs"/>
                        </a:rPr>
                        <a:t>[05/21]</a:t>
                      </a:r>
                      <a:r>
                        <a:rPr lang="en-US" sz="1400" dirty="0" smtClean="0">
                          <a:solidFill>
                            <a:srgbClr val="000000"/>
                          </a:solidFill>
                          <a:latin typeface="+mn-lt"/>
                        </a:rPr>
                        <a:t> – [06/03]</a:t>
                      </a:r>
                      <a:endParaRPr lang="en-US" sz="1400" dirty="0">
                        <a:solidFill>
                          <a:srgbClr val="000000"/>
                        </a:solidFill>
                        <a:latin typeface="+mn-lt"/>
                      </a:endParaRPr>
                    </a:p>
                  </a:txBody>
                  <a:tcPr marL="9104" marR="9104" marT="9868" marB="0" anchor="ctr">
                    <a:lnL>
                      <a:noFill/>
                    </a:lnL>
                    <a:lnR>
                      <a:noFill/>
                    </a:lnR>
                    <a:lnT>
                      <a:noFill/>
                    </a:lnT>
                    <a:lnB w="6350" cap="flat" cmpd="sng" algn="ctr">
                      <a:solidFill>
                        <a:srgbClr val="000000"/>
                      </a:solidFill>
                      <a:prstDash val="solid"/>
                      <a:round/>
                      <a:headEnd type="none" w="med" len="med"/>
                      <a:tailEnd type="none" w="med" len="med"/>
                    </a:lnB>
                    <a:solidFill>
                      <a:srgbClr val="C0C0C0"/>
                    </a:solidFill>
                  </a:tcPr>
                </a:tc>
                <a:tc>
                  <a:txBody>
                    <a:bodyPr/>
                    <a:lstStyle/>
                    <a:p>
                      <a:pPr algn="ctr"/>
                      <a:r>
                        <a:rPr lang="en-US" sz="1400" kern="1200" dirty="0" smtClean="0">
                          <a:solidFill>
                            <a:srgbClr val="000000"/>
                          </a:solidFill>
                          <a:latin typeface="+mn-lt"/>
                          <a:ea typeface="+mn-ea"/>
                          <a:cs typeface="+mn-cs"/>
                        </a:rPr>
                        <a:t>[06/04]</a:t>
                      </a:r>
                      <a:r>
                        <a:rPr lang="en-US" sz="1400" dirty="0" smtClean="0">
                          <a:solidFill>
                            <a:srgbClr val="000000"/>
                          </a:solidFill>
                          <a:latin typeface="+mn-lt"/>
                        </a:rPr>
                        <a:t> – [06/17]</a:t>
                      </a:r>
                      <a:endParaRPr lang="en-US" sz="1400" dirty="0">
                        <a:solidFill>
                          <a:srgbClr val="000000"/>
                        </a:solidFill>
                        <a:latin typeface="+mn-lt"/>
                      </a:endParaRPr>
                    </a:p>
                  </a:txBody>
                  <a:tcPr marL="9104" marR="9104" marT="9868" marB="0" anchor="ctr">
                    <a:lnL>
                      <a:noFill/>
                    </a:lnL>
                    <a:lnR>
                      <a:noFill/>
                    </a:lnR>
                    <a:lnT>
                      <a:noFill/>
                    </a:lnT>
                    <a:lnB w="6350" cap="flat" cmpd="sng" algn="ctr">
                      <a:solidFill>
                        <a:srgbClr val="000000"/>
                      </a:solidFill>
                      <a:prstDash val="solid"/>
                      <a:round/>
                      <a:headEnd type="none" w="med" len="med"/>
                      <a:tailEnd type="none" w="med" len="med"/>
                    </a:lnB>
                    <a:solidFill>
                      <a:srgbClr val="C0C0C0"/>
                    </a:solidFill>
                  </a:tcPr>
                </a:tc>
                <a:tc>
                  <a:txBody>
                    <a:bodyPr/>
                    <a:lstStyle/>
                    <a:p>
                      <a:pPr algn="ctr"/>
                      <a:r>
                        <a:rPr lang="en-US" sz="1400" kern="1200" dirty="0" smtClean="0">
                          <a:solidFill>
                            <a:srgbClr val="000000"/>
                          </a:solidFill>
                          <a:latin typeface="+mn-lt"/>
                          <a:ea typeface="+mn-ea"/>
                          <a:cs typeface="+mn-cs"/>
                        </a:rPr>
                        <a:t>[05/07]</a:t>
                      </a:r>
                      <a:r>
                        <a:rPr lang="en-US" sz="1400" dirty="0" smtClean="0">
                          <a:solidFill>
                            <a:srgbClr val="000000"/>
                          </a:solidFill>
                          <a:latin typeface="+mn-lt"/>
                        </a:rPr>
                        <a:t> – [05/20]</a:t>
                      </a:r>
                      <a:endParaRPr lang="en-US" sz="1400" dirty="0">
                        <a:solidFill>
                          <a:srgbClr val="000000"/>
                        </a:solidFill>
                        <a:latin typeface="+mn-lt"/>
                      </a:endParaRPr>
                    </a:p>
                  </a:txBody>
                  <a:tcPr marL="9104" marR="9104" marT="9868" marB="0" anchor="ctr">
                    <a:lnL>
                      <a:noFill/>
                    </a:lnL>
                    <a:lnR>
                      <a:noFill/>
                    </a:lnR>
                    <a:lnT>
                      <a:noFill/>
                    </a:lnT>
                    <a:lnB w="6350" cap="flat" cmpd="sng" algn="ctr">
                      <a:solidFill>
                        <a:srgbClr val="000000"/>
                      </a:solidFill>
                      <a:prstDash val="solid"/>
                      <a:round/>
                      <a:headEnd type="none" w="med" len="med"/>
                      <a:tailEnd type="none" w="med" len="med"/>
                    </a:lnB>
                    <a:solidFill>
                      <a:srgbClr val="C0C0C0"/>
                    </a:solidFill>
                  </a:tcPr>
                </a:tc>
              </a:tr>
              <a:tr h="438875">
                <a:tc>
                  <a:txBody>
                    <a:bodyPr/>
                    <a:lstStyle/>
                    <a:p>
                      <a:pPr algn="r" fontAlgn="ctr"/>
                      <a:r>
                        <a:rPr lang="en-US" sz="1600" b="1" i="0" u="none" strike="noStrike" dirty="0" smtClean="0">
                          <a:solidFill>
                            <a:srgbClr val="000000"/>
                          </a:solidFill>
                          <a:latin typeface="+mn-lt"/>
                        </a:rPr>
                        <a:t>Velocity</a:t>
                      </a:r>
                      <a:endParaRPr lang="en-US" sz="1600" b="1" i="0" u="none" strike="noStrike" dirty="0">
                        <a:solidFill>
                          <a:srgbClr val="000000"/>
                        </a:solidFill>
                        <a:latin typeface="+mn-lt"/>
                      </a:endParaRPr>
                    </a:p>
                  </a:txBody>
                  <a:tcPr marL="88208" marR="88208"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0C0C0"/>
                    </a:solidFill>
                  </a:tcPr>
                </a:tc>
                <a:tc>
                  <a:txBody>
                    <a:bodyPr/>
                    <a:lstStyle/>
                    <a:p>
                      <a:pPr algn="ctr" fontAlgn="b"/>
                      <a:endParaRPr lang="en-US" sz="1200" b="0" i="0" u="none" strike="noStrike" baseline="0" dirty="0" smtClean="0">
                        <a:solidFill>
                          <a:srgbClr val="000000"/>
                        </a:solidFill>
                        <a:latin typeface="+mn-lt"/>
                      </a:endParaRPr>
                    </a:p>
                    <a:p>
                      <a:pPr algn="ctr" fontAlgn="b"/>
                      <a:r>
                        <a:rPr lang="en-US" sz="1200" b="0" i="0" u="none" strike="noStrike" baseline="0" dirty="0" smtClean="0">
                          <a:solidFill>
                            <a:srgbClr val="000000"/>
                          </a:solidFill>
                          <a:latin typeface="+mn-lt"/>
                        </a:rPr>
                        <a:t>[actual] points</a:t>
                      </a:r>
                      <a:endParaRPr lang="en-US" sz="1200" b="0" i="0" u="none" strike="noStrike" dirty="0">
                        <a:solidFill>
                          <a:srgbClr val="000000"/>
                        </a:solidFill>
                        <a:latin typeface="+mn-lt"/>
                      </a:endParaRPr>
                    </a:p>
                  </a:txBody>
                  <a:tcPr marL="9104" marR="9104" marT="986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endParaRPr lang="en-US" sz="1200" b="0" i="0" u="none" strike="noStrike" baseline="0" dirty="0" smtClean="0">
                        <a:solidFill>
                          <a:srgbClr val="000000"/>
                        </a:solidFill>
                        <a:latin typeface="+mn-lt"/>
                      </a:endParaRPr>
                    </a:p>
                    <a:p>
                      <a:pPr algn="ctr" fontAlgn="b"/>
                      <a:r>
                        <a:rPr lang="en-US" sz="1200" b="0" i="0" u="none" strike="noStrike" baseline="0" dirty="0" smtClean="0">
                          <a:solidFill>
                            <a:srgbClr val="000000"/>
                          </a:solidFill>
                          <a:latin typeface="+mn-lt"/>
                        </a:rPr>
                        <a:t>[actual] points</a:t>
                      </a:r>
                      <a:endParaRPr lang="en-US" sz="1200" b="0" i="0" u="none" strike="noStrike" dirty="0">
                        <a:solidFill>
                          <a:srgbClr val="000000"/>
                        </a:solidFill>
                        <a:latin typeface="+mn-lt"/>
                      </a:endParaRPr>
                    </a:p>
                  </a:txBody>
                  <a:tcPr marL="9104" marR="9104" marT="986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200" b="0" i="0" u="none" strike="noStrike" baseline="0" dirty="0" smtClean="0">
                          <a:solidFill>
                            <a:srgbClr val="000000"/>
                          </a:solidFill>
                          <a:latin typeface="+mn-lt"/>
                        </a:rPr>
                        <a:t>5</a:t>
                      </a:r>
                    </a:p>
                    <a:p>
                      <a:pPr algn="ctr" fontAlgn="b"/>
                      <a:r>
                        <a:rPr lang="en-US" sz="1200" b="0" i="0" u="none" strike="noStrike" baseline="0" dirty="0" smtClean="0">
                          <a:solidFill>
                            <a:srgbClr val="000000"/>
                          </a:solidFill>
                          <a:latin typeface="+mn-lt"/>
                        </a:rPr>
                        <a:t>[actual] points</a:t>
                      </a:r>
                      <a:endParaRPr lang="en-US" sz="1200" b="0" i="0" u="none" strike="noStrike" dirty="0">
                        <a:solidFill>
                          <a:srgbClr val="000000"/>
                        </a:solidFill>
                        <a:latin typeface="+mn-lt"/>
                      </a:endParaRPr>
                    </a:p>
                  </a:txBody>
                  <a:tcPr marL="9104" marR="9104" marT="986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1016448">
                <a:tc>
                  <a:txBody>
                    <a:bodyPr/>
                    <a:lstStyle/>
                    <a:p>
                      <a:pPr algn="r" fontAlgn="ctr"/>
                      <a:r>
                        <a:rPr lang="en-US" sz="1600" b="1" i="0" u="none" strike="noStrike" dirty="0" smtClean="0">
                          <a:solidFill>
                            <a:srgbClr val="000000"/>
                          </a:solidFill>
                          <a:latin typeface="+mn-lt"/>
                        </a:rPr>
                        <a:t>Scope</a:t>
                      </a:r>
                      <a:endParaRPr lang="en-US" sz="1600" b="1" i="0" u="none" strike="noStrike" dirty="0">
                        <a:solidFill>
                          <a:srgbClr val="000000"/>
                        </a:solidFill>
                        <a:latin typeface="+mn-lt"/>
                      </a:endParaRPr>
                    </a:p>
                  </a:txBody>
                  <a:tcPr marL="88208" marR="88208"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0C0C0"/>
                    </a:solidFill>
                  </a:tcPr>
                </a:tc>
                <a:tc>
                  <a:txBody>
                    <a:bodyPr/>
                    <a:lstStyle/>
                    <a:p>
                      <a:pPr marL="171450" indent="-171450" algn="l" fontAlgn="b">
                        <a:buFont typeface="Arial" pitchFamily="34" charset="0"/>
                        <a:buChar char="•"/>
                      </a:pPr>
                      <a:r>
                        <a:rPr lang="en-US" sz="1000" b="0" i="0" u="none" strike="noStrike" dirty="0" smtClean="0">
                          <a:solidFill>
                            <a:srgbClr val="000000"/>
                          </a:solidFill>
                          <a:effectLst/>
                          <a:latin typeface="Calibri"/>
                        </a:rPr>
                        <a:t> Integration</a:t>
                      </a:r>
                      <a:r>
                        <a:rPr lang="en-US" sz="1000" b="0" i="0" u="none" strike="noStrike" baseline="0" dirty="0" smtClean="0">
                          <a:solidFill>
                            <a:srgbClr val="000000"/>
                          </a:solidFill>
                          <a:effectLst/>
                          <a:latin typeface="Calibri"/>
                        </a:rPr>
                        <a:t> testing and unit testing</a:t>
                      </a:r>
                      <a:endParaRPr lang="en-US" sz="1000" b="0" i="0" u="none" strike="noStrike" dirty="0" smtClean="0">
                        <a:solidFill>
                          <a:srgbClr val="000000"/>
                        </a:solidFill>
                        <a:effectLst/>
                        <a:latin typeface="Calibri"/>
                      </a:endParaRPr>
                    </a:p>
                    <a:p>
                      <a:pPr marL="171450" indent="-171450" algn="l" fontAlgn="b">
                        <a:buFont typeface="Arial" pitchFamily="34" charset="0"/>
                        <a:buChar char="•"/>
                      </a:pPr>
                      <a:endParaRPr lang="en-US" sz="1000" b="0" i="0" u="none" strike="noStrike" dirty="0" smtClean="0">
                        <a:solidFill>
                          <a:srgbClr val="000000"/>
                        </a:solidFill>
                        <a:effectLst/>
                        <a:latin typeface="Calibri"/>
                      </a:endParaRPr>
                    </a:p>
                    <a:p>
                      <a:pPr marL="171450" indent="-171450" algn="l" fontAlgn="b">
                        <a:buFont typeface="Arial" pitchFamily="34" charset="0"/>
                        <a:buChar char="•"/>
                      </a:pPr>
                      <a:r>
                        <a:rPr lang="en-US" sz="1000" b="0" i="0" u="none" strike="noStrike" dirty="0" smtClean="0">
                          <a:solidFill>
                            <a:srgbClr val="000000"/>
                          </a:solidFill>
                          <a:effectLst/>
                          <a:latin typeface="Calibri"/>
                        </a:rPr>
                        <a:t>Automation QA and defect fixes </a:t>
                      </a:r>
                      <a:endParaRPr lang="en-US" sz="1000" b="0" i="1" u="none" strike="noStrike" baseline="0" dirty="0" smtClean="0">
                        <a:solidFill>
                          <a:srgbClr val="000000"/>
                        </a:solidFill>
                        <a:latin typeface="+mn-lt"/>
                      </a:endParaRPr>
                    </a:p>
                  </a:txBody>
                  <a:tcPr marL="88208" marR="88208">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171450" indent="-171450" algn="l" fontAlgn="b">
                        <a:buFont typeface="Arial" pitchFamily="34" charset="0"/>
                        <a:buChar char="•"/>
                      </a:pPr>
                      <a:r>
                        <a:rPr lang="en-US" sz="1000" b="0" i="0" u="none" strike="noStrike" dirty="0" smtClean="0">
                          <a:solidFill>
                            <a:srgbClr val="000000"/>
                          </a:solidFill>
                          <a:latin typeface="+mn-lt"/>
                        </a:rPr>
                        <a:t> Integration</a:t>
                      </a:r>
                      <a:r>
                        <a:rPr lang="en-US" sz="1000" b="0" i="0" u="none" strike="noStrike" baseline="0" dirty="0" smtClean="0">
                          <a:solidFill>
                            <a:srgbClr val="000000"/>
                          </a:solidFill>
                          <a:latin typeface="+mn-lt"/>
                        </a:rPr>
                        <a:t> testing</a:t>
                      </a:r>
                      <a:endParaRPr lang="en-US" sz="1000" b="0" i="0" u="none" strike="noStrike" dirty="0" smtClean="0">
                        <a:solidFill>
                          <a:srgbClr val="000000"/>
                        </a:solidFill>
                        <a:latin typeface="+mn-lt"/>
                      </a:endParaRPr>
                    </a:p>
                    <a:p>
                      <a:pPr marL="171450" indent="-171450" algn="l" fontAlgn="b">
                        <a:buFont typeface="Arial" pitchFamily="34" charset="0"/>
                        <a:buChar char="•"/>
                      </a:pPr>
                      <a:endParaRPr lang="en-US" sz="1000" b="0" i="0" u="none" strike="noStrike" dirty="0" smtClean="0">
                        <a:solidFill>
                          <a:srgbClr val="000000"/>
                        </a:solidFill>
                        <a:latin typeface="+mn-lt"/>
                      </a:endParaRPr>
                    </a:p>
                    <a:p>
                      <a:pPr marL="171450" indent="-171450" algn="l" fontAlgn="b">
                        <a:buFont typeface="Arial" pitchFamily="34" charset="0"/>
                        <a:buChar char="•"/>
                      </a:pPr>
                      <a:r>
                        <a:rPr lang="en-US" sz="1000" b="0" i="0" u="none" strike="noStrike" dirty="0" smtClean="0">
                          <a:solidFill>
                            <a:srgbClr val="000000"/>
                          </a:solidFill>
                          <a:latin typeface="+mn-lt"/>
                        </a:rPr>
                        <a:t>Automation QA and defect fixes</a:t>
                      </a:r>
                      <a:endParaRPr lang="en-US" sz="1000" b="0" i="0" u="none" strike="noStrike" baseline="0" dirty="0" smtClean="0">
                        <a:solidFill>
                          <a:srgbClr val="000000"/>
                        </a:solidFill>
                        <a:latin typeface="+mn-lt"/>
                      </a:endParaRPr>
                    </a:p>
                  </a:txBody>
                  <a:tcPr marL="88208" marR="88208">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171450" indent="-171450" algn="l" fontAlgn="b">
                        <a:buFont typeface="Arial" pitchFamily="34" charset="0"/>
                        <a:buChar char="•"/>
                      </a:pPr>
                      <a:r>
                        <a:rPr lang="en-US" sz="1000" b="0" i="0" u="none" strike="noStrike" dirty="0" smtClean="0">
                          <a:solidFill>
                            <a:srgbClr val="000000"/>
                          </a:solidFill>
                          <a:latin typeface="+mn-lt"/>
                        </a:rPr>
                        <a:t> Code Freeze date</a:t>
                      </a:r>
                      <a:r>
                        <a:rPr lang="en-US" sz="1000" b="0" i="0" u="none" strike="noStrike" baseline="0" dirty="0" smtClean="0">
                          <a:solidFill>
                            <a:srgbClr val="000000"/>
                          </a:solidFill>
                          <a:latin typeface="+mn-lt"/>
                        </a:rPr>
                        <a:t> June 20</a:t>
                      </a:r>
                      <a:r>
                        <a:rPr lang="en-US" sz="1000" b="0" i="0" u="none" strike="noStrike" baseline="30000" dirty="0" smtClean="0">
                          <a:solidFill>
                            <a:srgbClr val="000000"/>
                          </a:solidFill>
                          <a:latin typeface="+mn-lt"/>
                        </a:rPr>
                        <a:t>th</a:t>
                      </a:r>
                      <a:r>
                        <a:rPr lang="en-US" sz="1000" b="0" i="0" u="none" strike="noStrike" baseline="0" dirty="0" smtClean="0">
                          <a:solidFill>
                            <a:srgbClr val="000000"/>
                          </a:solidFill>
                          <a:latin typeface="+mn-lt"/>
                        </a:rPr>
                        <a:t> </a:t>
                      </a:r>
                    </a:p>
                    <a:p>
                      <a:pPr marL="171450" indent="-171450" algn="l" fontAlgn="b">
                        <a:buFont typeface="Arial" pitchFamily="34" charset="0"/>
                        <a:buChar char="•"/>
                      </a:pPr>
                      <a:r>
                        <a:rPr lang="en-US" sz="1000" b="0" i="0" u="none" strike="noStrike" baseline="0" dirty="0" smtClean="0">
                          <a:solidFill>
                            <a:srgbClr val="000000"/>
                          </a:solidFill>
                          <a:latin typeface="+mn-lt"/>
                        </a:rPr>
                        <a:t>Integrated QA ( IQA) 6 weeks period until July 25</a:t>
                      </a:r>
                      <a:r>
                        <a:rPr lang="en-US" sz="1000" b="0" i="0" u="none" strike="noStrike" baseline="30000" dirty="0" smtClean="0">
                          <a:solidFill>
                            <a:srgbClr val="000000"/>
                          </a:solidFill>
                          <a:latin typeface="+mn-lt"/>
                        </a:rPr>
                        <a:t>th</a:t>
                      </a:r>
                      <a:r>
                        <a:rPr lang="en-US" sz="1000" b="0" i="0" u="none" strike="noStrike" baseline="0" dirty="0" smtClean="0">
                          <a:solidFill>
                            <a:srgbClr val="000000"/>
                          </a:solidFill>
                          <a:latin typeface="+mn-lt"/>
                        </a:rPr>
                        <a:t> Production.</a:t>
                      </a:r>
                    </a:p>
                    <a:p>
                      <a:pPr marL="171450" indent="-171450" algn="l" fontAlgn="b">
                        <a:buFont typeface="Arial" pitchFamily="34" charset="0"/>
                        <a:buChar char="•"/>
                      </a:pPr>
                      <a:endParaRPr lang="en-US" sz="1000" dirty="0" smtClean="0"/>
                    </a:p>
                  </a:txBody>
                  <a:tcPr marL="88208" marR="88208">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668244">
                <a:tc>
                  <a:txBody>
                    <a:bodyPr/>
                    <a:lstStyle/>
                    <a:p>
                      <a:pPr algn="r" fontAlgn="ctr"/>
                      <a:r>
                        <a:rPr lang="en-US" sz="1600" b="1" i="0" u="none" strike="noStrike" dirty="0" smtClean="0">
                          <a:solidFill>
                            <a:srgbClr val="000000"/>
                          </a:solidFill>
                          <a:latin typeface="+mn-lt"/>
                        </a:rPr>
                        <a:t>Issues</a:t>
                      </a:r>
                      <a:endParaRPr lang="en-US" sz="1600" b="1" i="0" u="none" strike="noStrike" dirty="0">
                        <a:solidFill>
                          <a:srgbClr val="000000"/>
                        </a:solidFill>
                        <a:latin typeface="+mn-lt"/>
                      </a:endParaRPr>
                    </a:p>
                  </a:txBody>
                  <a:tcPr marL="88208" marR="88208"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0C0C0"/>
                    </a:solidFill>
                  </a:tcPr>
                </a:tc>
                <a:tc>
                  <a:txBody>
                    <a:bodyPr/>
                    <a:lstStyle/>
                    <a:p>
                      <a:pPr marL="171450" indent="-171450" algn="l" fontAlgn="b">
                        <a:buFont typeface="Arial" pitchFamily="34" charset="0"/>
                        <a:buChar char="•"/>
                      </a:pPr>
                      <a:r>
                        <a:rPr lang="en-US" sz="1000" b="0" i="0" u="none" strike="noStrike" baseline="0" dirty="0" smtClean="0">
                          <a:solidFill>
                            <a:srgbClr val="000000"/>
                          </a:solidFill>
                          <a:latin typeface="+mn-lt"/>
                        </a:rPr>
                        <a:t> Detailed covered in  issue Mgmt.</a:t>
                      </a:r>
                      <a:endParaRPr lang="en-US" sz="1000" b="0" i="0" u="none" strike="noStrike" dirty="0">
                        <a:solidFill>
                          <a:srgbClr val="000000"/>
                        </a:solidFill>
                        <a:latin typeface="+mn-lt"/>
                      </a:endParaRPr>
                    </a:p>
                  </a:txBody>
                  <a:tcPr marL="88208" marR="88208">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171450" indent="-171450" algn="l" fontAlgn="b">
                        <a:buFont typeface="Arial" pitchFamily="34" charset="0"/>
                        <a:buChar char="•"/>
                      </a:pPr>
                      <a:endParaRPr lang="en-US" sz="1000" b="0" i="0" u="none" strike="noStrike" dirty="0" smtClean="0">
                        <a:solidFill>
                          <a:srgbClr val="000000"/>
                        </a:solidFill>
                        <a:latin typeface="+mn-lt"/>
                      </a:endParaRPr>
                    </a:p>
                  </a:txBody>
                  <a:tcPr marL="88208" marR="88208">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171450" indent="-171450" algn="l" fontAlgn="b">
                        <a:buFont typeface="Arial" pitchFamily="34" charset="0"/>
                        <a:buChar char="•"/>
                      </a:pPr>
                      <a:r>
                        <a:rPr lang="en-US" sz="1000" b="0" i="0" u="none" strike="noStrike" dirty="0" smtClean="0">
                          <a:solidFill>
                            <a:srgbClr val="000000"/>
                          </a:solidFill>
                          <a:latin typeface="+mn-lt"/>
                        </a:rPr>
                        <a:t>[…]</a:t>
                      </a:r>
                    </a:p>
                  </a:txBody>
                  <a:tcPr marL="88208" marR="88208">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668244">
                <a:tc>
                  <a:txBody>
                    <a:bodyPr/>
                    <a:lstStyle/>
                    <a:p>
                      <a:pPr algn="r" fontAlgn="ctr"/>
                      <a:r>
                        <a:rPr lang="en-US" sz="1600" b="1" i="0" u="none" strike="noStrike" dirty="0">
                          <a:solidFill>
                            <a:srgbClr val="000000"/>
                          </a:solidFill>
                          <a:latin typeface="+mn-lt"/>
                        </a:rPr>
                        <a:t>Architecture </a:t>
                      </a:r>
                      <a:r>
                        <a:rPr lang="en-US" sz="1600" b="1" i="0" u="none" strike="noStrike" dirty="0" smtClean="0">
                          <a:solidFill>
                            <a:srgbClr val="000000"/>
                          </a:solidFill>
                          <a:latin typeface="+mn-lt"/>
                        </a:rPr>
                        <a:t>Decisions</a:t>
                      </a:r>
                      <a:endParaRPr lang="en-US" sz="1600" b="1" i="0" u="none" strike="noStrike" dirty="0">
                        <a:solidFill>
                          <a:srgbClr val="000000"/>
                        </a:solidFill>
                        <a:latin typeface="+mn-lt"/>
                      </a:endParaRPr>
                    </a:p>
                  </a:txBody>
                  <a:tcPr marL="88208" marR="88208"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0C0C0"/>
                    </a:solidFill>
                  </a:tcPr>
                </a:tc>
                <a:tc>
                  <a:txBody>
                    <a:bodyPr/>
                    <a:lstStyle/>
                    <a:p>
                      <a:pPr marL="171450" indent="-171450" algn="l" fontAlgn="b">
                        <a:buFont typeface="Arial" pitchFamily="34" charset="0"/>
                        <a:buChar char="•"/>
                      </a:pPr>
                      <a:r>
                        <a:rPr lang="en-US" sz="1000" b="0" i="0" u="none" strike="noStrike" dirty="0" smtClean="0">
                          <a:solidFill>
                            <a:srgbClr val="000000"/>
                          </a:solidFill>
                          <a:latin typeface="+mn-lt"/>
                        </a:rPr>
                        <a:t>[…]</a:t>
                      </a:r>
                      <a:endParaRPr lang="en-US" sz="1000" b="0" i="0" u="none" strike="noStrike" dirty="0">
                        <a:solidFill>
                          <a:srgbClr val="000000"/>
                        </a:solidFill>
                        <a:latin typeface="+mn-lt"/>
                      </a:endParaRPr>
                    </a:p>
                  </a:txBody>
                  <a:tcPr marL="88208" marR="88208">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171450" indent="-171450" algn="l" fontAlgn="b">
                        <a:buFont typeface="Arial" pitchFamily="34" charset="0"/>
                        <a:buChar char="•"/>
                      </a:pPr>
                      <a:r>
                        <a:rPr lang="en-US" sz="1000" b="0" i="0" u="none" strike="noStrike" dirty="0" smtClean="0">
                          <a:solidFill>
                            <a:srgbClr val="000000"/>
                          </a:solidFill>
                          <a:latin typeface="+mn-lt"/>
                        </a:rPr>
                        <a:t>[…]</a:t>
                      </a:r>
                    </a:p>
                  </a:txBody>
                  <a:tcPr marL="88208" marR="88208">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171450" indent="-171450" algn="l" fontAlgn="b">
                        <a:buFont typeface="Arial" pitchFamily="34" charset="0"/>
                        <a:buChar char="•"/>
                      </a:pPr>
                      <a:r>
                        <a:rPr lang="en-US" sz="1000" b="0" i="0" u="none" strike="noStrike" dirty="0" smtClean="0">
                          <a:solidFill>
                            <a:srgbClr val="000000"/>
                          </a:solidFill>
                          <a:latin typeface="+mn-lt"/>
                        </a:rPr>
                        <a:t>[…]</a:t>
                      </a:r>
                    </a:p>
                  </a:txBody>
                  <a:tcPr marL="88208" marR="88208">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668244">
                <a:tc>
                  <a:txBody>
                    <a:bodyPr/>
                    <a:lstStyle/>
                    <a:p>
                      <a:pPr algn="r" fontAlgn="ctr"/>
                      <a:r>
                        <a:rPr lang="en-US" sz="1600" b="1" i="0" u="none" strike="noStrike" dirty="0" smtClean="0">
                          <a:solidFill>
                            <a:srgbClr val="000000"/>
                          </a:solidFill>
                          <a:latin typeface="+mn-lt"/>
                        </a:rPr>
                        <a:t>Dependencies</a:t>
                      </a:r>
                      <a:endParaRPr lang="en-US" sz="1600" b="1" i="0" u="none" strike="noStrike" dirty="0">
                        <a:solidFill>
                          <a:srgbClr val="000000"/>
                        </a:solidFill>
                        <a:latin typeface="+mn-lt"/>
                      </a:endParaRPr>
                    </a:p>
                  </a:txBody>
                  <a:tcPr marL="88208" marR="88208"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0C0C0"/>
                    </a:solidFill>
                  </a:tcPr>
                </a:tc>
                <a:tc>
                  <a:txBody>
                    <a:bodyPr/>
                    <a:lstStyle/>
                    <a:p>
                      <a:pPr marL="171450" indent="-171450" algn="l" fontAlgn="b">
                        <a:buFont typeface="Arial" pitchFamily="34" charset="0"/>
                        <a:buChar char="•"/>
                      </a:pPr>
                      <a:r>
                        <a:rPr lang="en-US" sz="1000" b="0" i="0" u="none" strike="noStrike" dirty="0" smtClean="0">
                          <a:solidFill>
                            <a:srgbClr val="000000"/>
                          </a:solidFill>
                          <a:latin typeface="+mn-lt"/>
                        </a:rPr>
                        <a:t>[Due to …]</a:t>
                      </a:r>
                    </a:p>
                    <a:p>
                      <a:pPr marL="171450" indent="-171450" algn="l" fontAlgn="b">
                        <a:buFont typeface="Arial" pitchFamily="34" charset="0"/>
                        <a:buChar char="•"/>
                      </a:pPr>
                      <a:r>
                        <a:rPr lang="en-US" sz="1000" b="0" i="0" u="none" strike="noStrike" dirty="0" smtClean="0">
                          <a:solidFill>
                            <a:srgbClr val="000000"/>
                          </a:solidFill>
                          <a:latin typeface="+mn-lt"/>
                        </a:rPr>
                        <a:t>[Due from…]</a:t>
                      </a:r>
                      <a:endParaRPr lang="en-US" sz="1000" b="0" i="0" u="none" strike="noStrike" dirty="0">
                        <a:solidFill>
                          <a:srgbClr val="000000"/>
                        </a:solidFill>
                        <a:latin typeface="+mn-lt"/>
                      </a:endParaRPr>
                    </a:p>
                  </a:txBody>
                  <a:tcPr marL="88208" marR="88208">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171450" indent="-171450" algn="l" fontAlgn="b">
                        <a:buFont typeface="Arial" pitchFamily="34" charset="0"/>
                        <a:buChar char="•"/>
                      </a:pPr>
                      <a:r>
                        <a:rPr lang="en-US" sz="1000" b="0" i="0" u="none" strike="noStrike" dirty="0" smtClean="0">
                          <a:solidFill>
                            <a:srgbClr val="000000"/>
                          </a:solidFill>
                          <a:latin typeface="+mn-lt"/>
                        </a:rPr>
                        <a:t>[Due to …]</a:t>
                      </a:r>
                    </a:p>
                    <a:p>
                      <a:pPr marL="171450" indent="-171450" algn="l" fontAlgn="b">
                        <a:buFont typeface="Arial" pitchFamily="34" charset="0"/>
                        <a:buChar char="•"/>
                      </a:pPr>
                      <a:r>
                        <a:rPr lang="en-US" sz="1000" b="0" i="0" u="none" strike="noStrike" dirty="0" smtClean="0">
                          <a:solidFill>
                            <a:srgbClr val="000000"/>
                          </a:solidFill>
                          <a:latin typeface="+mn-lt"/>
                        </a:rPr>
                        <a:t>[Due from…]</a:t>
                      </a:r>
                      <a:endParaRPr lang="en-US" sz="1000" b="0" i="0" u="none" strike="noStrike" dirty="0">
                        <a:solidFill>
                          <a:srgbClr val="000000"/>
                        </a:solidFill>
                        <a:latin typeface="+mn-lt"/>
                      </a:endParaRPr>
                    </a:p>
                  </a:txBody>
                  <a:tcPr marL="88208" marR="88208">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171450" indent="-171450" algn="l" fontAlgn="b">
                        <a:buFont typeface="Arial" pitchFamily="34" charset="0"/>
                        <a:buChar char="•"/>
                      </a:pPr>
                      <a:r>
                        <a:rPr lang="en-US" sz="1000" b="0" i="0" u="none" strike="noStrike" dirty="0" smtClean="0">
                          <a:solidFill>
                            <a:srgbClr val="000000"/>
                          </a:solidFill>
                          <a:latin typeface="+mn-lt"/>
                        </a:rPr>
                        <a:t>[Due to …]</a:t>
                      </a:r>
                    </a:p>
                    <a:p>
                      <a:pPr marL="171450" indent="-171450" algn="l" fontAlgn="b">
                        <a:buFont typeface="Arial" pitchFamily="34" charset="0"/>
                        <a:buChar char="•"/>
                      </a:pPr>
                      <a:r>
                        <a:rPr lang="en-US" sz="1000" b="0" i="0" u="none" strike="noStrike" dirty="0" smtClean="0">
                          <a:solidFill>
                            <a:srgbClr val="000000"/>
                          </a:solidFill>
                          <a:latin typeface="+mn-lt"/>
                        </a:rPr>
                        <a:t>[Due from…]</a:t>
                      </a:r>
                      <a:endParaRPr lang="en-US" sz="1000" b="0" i="0" u="none" strike="noStrike" dirty="0">
                        <a:solidFill>
                          <a:srgbClr val="000000"/>
                        </a:solidFill>
                        <a:latin typeface="+mn-lt"/>
                      </a:endParaRPr>
                    </a:p>
                  </a:txBody>
                  <a:tcPr marL="88208" marR="88208">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501153">
                <a:tc>
                  <a:txBody>
                    <a:bodyPr/>
                    <a:lstStyle/>
                    <a:p>
                      <a:pPr algn="r" fontAlgn="ctr"/>
                      <a:r>
                        <a:rPr lang="en-US" sz="1600" b="1" i="0" u="none" strike="noStrike" dirty="0" smtClean="0">
                          <a:solidFill>
                            <a:srgbClr val="000000"/>
                          </a:solidFill>
                          <a:latin typeface="+mn-lt"/>
                        </a:rPr>
                        <a:t>Business Decisions/Impacts</a:t>
                      </a:r>
                      <a:endParaRPr lang="en-US" sz="1600" b="1" i="0" u="none" strike="noStrike" dirty="0">
                        <a:solidFill>
                          <a:srgbClr val="000000"/>
                        </a:solidFill>
                        <a:latin typeface="+mn-lt"/>
                      </a:endParaRPr>
                    </a:p>
                  </a:txBody>
                  <a:tcPr marL="88208" marR="88208"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0C0C0"/>
                    </a:solidFill>
                  </a:tcPr>
                </a:tc>
                <a:tc>
                  <a:txBody>
                    <a:bodyPr/>
                    <a:lstStyle/>
                    <a:p>
                      <a:pPr marL="171450" indent="-171450" algn="l" fontAlgn="b">
                        <a:buFont typeface="Arial" pitchFamily="34" charset="0"/>
                        <a:buChar char="•"/>
                      </a:pPr>
                      <a:r>
                        <a:rPr lang="en-US" sz="1000" b="0" i="0" u="none" strike="noStrike" dirty="0" smtClean="0">
                          <a:solidFill>
                            <a:srgbClr val="000000"/>
                          </a:solidFill>
                          <a:latin typeface="+mn-lt"/>
                        </a:rPr>
                        <a:t>[…]</a:t>
                      </a:r>
                      <a:endParaRPr lang="en-US" sz="1000" b="0" i="0" u="none" strike="noStrike" dirty="0">
                        <a:solidFill>
                          <a:srgbClr val="000000"/>
                        </a:solidFill>
                        <a:latin typeface="+mn-lt"/>
                      </a:endParaRPr>
                    </a:p>
                  </a:txBody>
                  <a:tcPr marL="88208" marR="88208">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171450" indent="-171450" algn="l" fontAlgn="b">
                        <a:buFont typeface="Arial" pitchFamily="34" charset="0"/>
                        <a:buChar char="•"/>
                      </a:pPr>
                      <a:r>
                        <a:rPr lang="en-US" sz="1000" b="0" i="0" u="none" strike="noStrike" dirty="0" smtClean="0">
                          <a:solidFill>
                            <a:srgbClr val="000000"/>
                          </a:solidFill>
                          <a:latin typeface="+mn-lt"/>
                        </a:rPr>
                        <a:t>[…]</a:t>
                      </a:r>
                    </a:p>
                  </a:txBody>
                  <a:tcPr marL="88208" marR="88208">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171450" indent="-171450" algn="l" fontAlgn="b">
                        <a:buFont typeface="Arial" pitchFamily="34" charset="0"/>
                        <a:buChar char="•"/>
                      </a:pPr>
                      <a:r>
                        <a:rPr lang="en-US" sz="1000" b="0" i="0" u="none" strike="noStrike" dirty="0" smtClean="0">
                          <a:solidFill>
                            <a:srgbClr val="000000"/>
                          </a:solidFill>
                          <a:latin typeface="+mn-lt"/>
                        </a:rPr>
                        <a:t>[…]</a:t>
                      </a:r>
                    </a:p>
                  </a:txBody>
                  <a:tcPr marL="88208" marR="88208">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bl>
          </a:graphicData>
        </a:graphic>
      </p:graphicFrame>
      <p:sp>
        <p:nvSpPr>
          <p:cNvPr id="6" name="Footer Placeholder 2"/>
          <p:cNvSpPr>
            <a:spLocks noGrp="1"/>
          </p:cNvSpPr>
          <p:nvPr>
            <p:ph type="ftr" sz="quarter" idx="11"/>
          </p:nvPr>
        </p:nvSpPr>
        <p:spPr>
          <a:xfrm>
            <a:off x="457200" y="6629951"/>
            <a:ext cx="3886200" cy="128016"/>
          </a:xfrm>
        </p:spPr>
        <p:txBody>
          <a:bodyPr/>
          <a:lstStyle/>
          <a:p>
            <a:r>
              <a:rPr lang="en-US" dirty="0" smtClean="0"/>
              <a:t>Release [N] v[</a:t>
            </a:r>
            <a:r>
              <a:rPr lang="en-US" dirty="0" err="1" smtClean="0"/>
              <a:t>x.x</a:t>
            </a:r>
            <a:r>
              <a:rPr lang="en-US" dirty="0" smtClean="0"/>
              <a:t>]</a:t>
            </a:r>
            <a:endParaRPr lang="en-US" dirty="0"/>
          </a:p>
        </p:txBody>
      </p:sp>
    </p:spTree>
    <p:extLst>
      <p:ext uri="{BB962C8B-B14F-4D97-AF65-F5344CB8AC3E}">
        <p14:creationId xmlns:p14="http://schemas.microsoft.com/office/powerpoint/2010/main" val="2914198210"/>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Risks</a:t>
            </a:r>
            <a:endParaRPr lang="en-US" dirty="0"/>
          </a:p>
        </p:txBody>
      </p:sp>
      <p:sp>
        <p:nvSpPr>
          <p:cNvPr id="3" name="Footer Placeholder 2"/>
          <p:cNvSpPr>
            <a:spLocks noGrp="1"/>
          </p:cNvSpPr>
          <p:nvPr>
            <p:ph type="ftr" sz="quarter" idx="11"/>
          </p:nvPr>
        </p:nvSpPr>
        <p:spPr/>
        <p:txBody>
          <a:bodyPr/>
          <a:lstStyle/>
          <a:p>
            <a:r>
              <a:rPr lang="en-US" smtClean="0"/>
              <a:t>Release [N] v[x.x]</a:t>
            </a:r>
            <a:endParaRPr lang="en-US"/>
          </a:p>
        </p:txBody>
      </p:sp>
      <p:sp>
        <p:nvSpPr>
          <p:cNvPr id="4" name="Slide Number Placeholder 3"/>
          <p:cNvSpPr>
            <a:spLocks noGrp="1"/>
          </p:cNvSpPr>
          <p:nvPr>
            <p:ph type="sldNum" sz="quarter" idx="12"/>
          </p:nvPr>
        </p:nvSpPr>
        <p:spPr/>
        <p:txBody>
          <a:bodyPr/>
          <a:lstStyle/>
          <a:p>
            <a:pPr fontAlgn="base">
              <a:spcBef>
                <a:spcPct val="0"/>
              </a:spcBef>
              <a:spcAft>
                <a:spcPct val="0"/>
              </a:spcAft>
            </a:pPr>
            <a:fld id="{9E3C471D-FB94-43E4-8DFD-966A05A84658}" type="slidenum">
              <a:rPr lang="en-US" smtClean="0">
                <a:solidFill>
                  <a:srgbClr val="7F7F7F"/>
                </a:solidFill>
              </a:rPr>
              <a:pPr fontAlgn="base">
                <a:spcBef>
                  <a:spcPct val="0"/>
                </a:spcBef>
                <a:spcAft>
                  <a:spcPct val="0"/>
                </a:spcAft>
              </a:pPr>
              <a:t>11</a:t>
            </a:fld>
            <a:endParaRPr lang="en-US" dirty="0">
              <a:solidFill>
                <a:srgbClr val="7F7F7F"/>
              </a:solidFill>
            </a:endParaRPr>
          </a:p>
        </p:txBody>
      </p:sp>
      <p:graphicFrame>
        <p:nvGraphicFramePr>
          <p:cNvPr id="6" name="Table 5"/>
          <p:cNvGraphicFramePr>
            <a:graphicFrameLocks noGrp="1"/>
          </p:cNvGraphicFramePr>
          <p:nvPr>
            <p:extLst>
              <p:ext uri="{D42A27DB-BD31-4B8C-83A1-F6EECF244321}">
                <p14:modId xmlns:p14="http://schemas.microsoft.com/office/powerpoint/2010/main" val="3965543897"/>
              </p:ext>
            </p:extLst>
          </p:nvPr>
        </p:nvGraphicFramePr>
        <p:xfrm>
          <a:off x="457200" y="1397000"/>
          <a:ext cx="8458200" cy="4577080"/>
        </p:xfrm>
        <a:graphic>
          <a:graphicData uri="http://schemas.openxmlformats.org/drawingml/2006/table">
            <a:tbl>
              <a:tblPr firstRow="1" bandRow="1">
                <a:tableStyleId>{00A15C55-8517-42AA-B614-E9B94910E393}</a:tableStyleId>
              </a:tblPr>
              <a:tblGrid>
                <a:gridCol w="2362200"/>
                <a:gridCol w="1143000"/>
                <a:gridCol w="1981200"/>
                <a:gridCol w="762000"/>
                <a:gridCol w="1066800"/>
                <a:gridCol w="1143000"/>
              </a:tblGrid>
              <a:tr h="370840">
                <a:tc>
                  <a:txBody>
                    <a:bodyPr/>
                    <a:lstStyle/>
                    <a:p>
                      <a:r>
                        <a:rPr lang="en-US" dirty="0" smtClean="0"/>
                        <a:t>Risk</a:t>
                      </a:r>
                      <a:endParaRPr lang="en-US" dirty="0"/>
                    </a:p>
                  </a:txBody>
                  <a:tcPr/>
                </a:tc>
                <a:tc>
                  <a:txBody>
                    <a:bodyPr/>
                    <a:lstStyle/>
                    <a:p>
                      <a:r>
                        <a:rPr lang="en-US" dirty="0" smtClean="0"/>
                        <a:t>Iteration</a:t>
                      </a:r>
                      <a:endParaRPr lang="en-US" dirty="0"/>
                    </a:p>
                  </a:txBody>
                  <a:tcPr/>
                </a:tc>
                <a:tc>
                  <a:txBody>
                    <a:bodyPr/>
                    <a:lstStyle/>
                    <a:p>
                      <a:r>
                        <a:rPr lang="en-US" dirty="0" smtClean="0"/>
                        <a:t>Related</a:t>
                      </a:r>
                      <a:r>
                        <a:rPr lang="en-US" baseline="0" dirty="0" smtClean="0"/>
                        <a:t> Story</a:t>
                      </a:r>
                      <a:endParaRPr lang="en-US" dirty="0"/>
                    </a:p>
                  </a:txBody>
                  <a:tcPr/>
                </a:tc>
                <a:tc>
                  <a:txBody>
                    <a:bodyPr/>
                    <a:lstStyle/>
                    <a:p>
                      <a:r>
                        <a:rPr lang="en-US" dirty="0" smtClean="0"/>
                        <a:t>State</a:t>
                      </a:r>
                      <a:endParaRPr lang="en-US" dirty="0"/>
                    </a:p>
                  </a:txBody>
                  <a:tcPr/>
                </a:tc>
                <a:tc>
                  <a:txBody>
                    <a:bodyPr/>
                    <a:lstStyle/>
                    <a:p>
                      <a:r>
                        <a:rPr lang="en-US" dirty="0" err="1" smtClean="0"/>
                        <a:t>Prob</a:t>
                      </a:r>
                      <a:endParaRPr lang="en-US" dirty="0"/>
                    </a:p>
                  </a:txBody>
                  <a:tcPr/>
                </a:tc>
                <a:tc>
                  <a:txBody>
                    <a:bodyPr/>
                    <a:lstStyle/>
                    <a:p>
                      <a:r>
                        <a:rPr lang="en-US" dirty="0" smtClean="0"/>
                        <a:t>Impact</a:t>
                      </a:r>
                      <a:endParaRPr lang="en-US" dirty="0"/>
                    </a:p>
                  </a:txBody>
                  <a:tcPr/>
                </a:tc>
              </a:tr>
              <a:tr h="370840">
                <a:tc>
                  <a:txBody>
                    <a:bodyPr/>
                    <a:lstStyle/>
                    <a:p>
                      <a:r>
                        <a:rPr lang="en-US" sz="1400" dirty="0" smtClean="0"/>
                        <a:t>(CS version 13.0.1. Catalog version 12) CS sending the correct</a:t>
                      </a:r>
                      <a:r>
                        <a:rPr lang="en-US" sz="1400" baseline="0" dirty="0" smtClean="0"/>
                        <a:t> </a:t>
                      </a:r>
                      <a:r>
                        <a:rPr lang="en-US" sz="1400" dirty="0" smtClean="0"/>
                        <a:t>Catalog offers based on the business</a:t>
                      </a:r>
                      <a:r>
                        <a:rPr lang="en-US" sz="1400" baseline="0" dirty="0" smtClean="0"/>
                        <a:t> rules.</a:t>
                      </a:r>
                      <a:endParaRPr lang="en-US" sz="1400" dirty="0"/>
                    </a:p>
                  </a:txBody>
                  <a:tcPr/>
                </a:tc>
                <a:tc>
                  <a:txBody>
                    <a:bodyPr/>
                    <a:lstStyle/>
                    <a:p>
                      <a:r>
                        <a:rPr lang="en-US" dirty="0" smtClean="0"/>
                        <a:t>16- 23</a:t>
                      </a:r>
                      <a:endParaRPr lang="en-US" dirty="0"/>
                    </a:p>
                  </a:txBody>
                  <a:tcPr/>
                </a:tc>
                <a:tc>
                  <a:txBody>
                    <a:bodyPr/>
                    <a:lstStyle/>
                    <a:p>
                      <a:r>
                        <a:rPr lang="en-US" dirty="0" smtClean="0"/>
                        <a:t>102305,102316, 106430,98261,100759,106612</a:t>
                      </a:r>
                      <a:endParaRPr lang="en-US" dirty="0"/>
                    </a:p>
                  </a:txBody>
                  <a:tcPr/>
                </a:tc>
                <a:tc>
                  <a:txBody>
                    <a:bodyPr/>
                    <a:lstStyle/>
                    <a:p>
                      <a:r>
                        <a:rPr lang="en-US" dirty="0" smtClean="0"/>
                        <a:t>Open</a:t>
                      </a:r>
                      <a:endParaRPr lang="en-US" dirty="0"/>
                    </a:p>
                  </a:txBody>
                  <a:tcPr/>
                </a:tc>
                <a:tc>
                  <a:txBody>
                    <a:bodyPr/>
                    <a:lstStyle/>
                    <a:p>
                      <a:r>
                        <a:rPr lang="en-US" dirty="0" smtClean="0"/>
                        <a:t>High</a:t>
                      </a:r>
                      <a:endParaRPr lang="en-US" dirty="0"/>
                    </a:p>
                  </a:txBody>
                  <a:tcPr/>
                </a:tc>
                <a:tc>
                  <a:txBody>
                    <a:bodyPr/>
                    <a:lstStyle/>
                    <a:p>
                      <a:r>
                        <a:rPr lang="en-US" dirty="0" smtClean="0"/>
                        <a:t>High</a:t>
                      </a:r>
                      <a:endParaRPr lang="en-US" dirty="0"/>
                    </a:p>
                  </a:txBody>
                  <a:tcPr/>
                </a:tc>
              </a:tr>
              <a:tr h="370840">
                <a:tc>
                  <a:txBody>
                    <a:bodyPr/>
                    <a:lstStyle/>
                    <a:p>
                      <a:r>
                        <a:rPr lang="en-US" sz="1400" dirty="0" err="1" smtClean="0"/>
                        <a:t>eTDS</a:t>
                      </a:r>
                      <a:r>
                        <a:rPr lang="en-US" sz="1400" baseline="0" dirty="0" smtClean="0"/>
                        <a:t> performs the fulfillment /payment for SSM requests. </a:t>
                      </a:r>
                      <a:endParaRPr lang="en-US" sz="14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16- 23</a:t>
                      </a:r>
                    </a:p>
                    <a:p>
                      <a:endParaRPr lang="en-US" dirty="0"/>
                    </a:p>
                  </a:txBody>
                  <a:tcPr/>
                </a:tc>
                <a:tc>
                  <a:txBody>
                    <a:bodyPr/>
                    <a:lstStyle/>
                    <a:p>
                      <a:r>
                        <a:rPr lang="en-US" dirty="0" smtClean="0"/>
                        <a:t>108348,106612,</a:t>
                      </a:r>
                    </a:p>
                    <a:p>
                      <a:r>
                        <a:rPr lang="en-US" dirty="0" smtClean="0"/>
                        <a:t>98261</a:t>
                      </a:r>
                      <a:endParaRPr lang="en-US" dirty="0"/>
                    </a:p>
                  </a:txBody>
                  <a:tcPr/>
                </a:tc>
                <a:tc>
                  <a:txBody>
                    <a:bodyPr/>
                    <a:lstStyle/>
                    <a:p>
                      <a:r>
                        <a:rPr lang="en-US" dirty="0" smtClean="0"/>
                        <a:t>Open</a:t>
                      </a:r>
                      <a:endParaRPr lang="en-US" dirty="0"/>
                    </a:p>
                  </a:txBody>
                  <a:tcPr/>
                </a:tc>
                <a:tc>
                  <a:txBody>
                    <a:bodyPr/>
                    <a:lstStyle/>
                    <a:p>
                      <a:r>
                        <a:rPr lang="en-US" dirty="0" smtClean="0"/>
                        <a:t>High</a:t>
                      </a:r>
                      <a:endParaRPr lang="en-US" dirty="0"/>
                    </a:p>
                  </a:txBody>
                  <a:tcPr/>
                </a:tc>
                <a:tc>
                  <a:txBody>
                    <a:bodyPr/>
                    <a:lstStyle/>
                    <a:p>
                      <a:r>
                        <a:rPr lang="en-US" dirty="0" smtClean="0"/>
                        <a:t>High</a:t>
                      </a:r>
                      <a:endParaRPr lang="en-US" dirty="0"/>
                    </a:p>
                  </a:txBody>
                  <a:tcPr/>
                </a:tc>
              </a:tr>
              <a:tr h="370840">
                <a:tc>
                  <a:txBody>
                    <a:bodyPr/>
                    <a:lstStyle/>
                    <a:p>
                      <a:r>
                        <a:rPr lang="en-US" sz="1400" dirty="0" err="1" smtClean="0"/>
                        <a:t>Ecloud</a:t>
                      </a:r>
                      <a:r>
                        <a:rPr lang="en-US" sz="1400" baseline="0" dirty="0" smtClean="0"/>
                        <a:t> </a:t>
                      </a:r>
                      <a:r>
                        <a:rPr lang="en-US" sz="1400" baseline="0" smtClean="0"/>
                        <a:t>project </a:t>
                      </a:r>
                      <a:r>
                        <a:rPr lang="en-US" sz="1400" smtClean="0"/>
                        <a:t>go-live </a:t>
                      </a:r>
                      <a:r>
                        <a:rPr lang="en-US" sz="1400" dirty="0" smtClean="0"/>
                        <a:t>dates are critical</a:t>
                      </a:r>
                      <a:r>
                        <a:rPr lang="en-US" sz="1400" baseline="0" dirty="0" smtClean="0"/>
                        <a:t> and its schedule affects SSM launch</a:t>
                      </a:r>
                      <a:endParaRPr lang="en-US" sz="1400" dirty="0"/>
                    </a:p>
                  </a:txBody>
                  <a:tcPr/>
                </a:tc>
                <a:tc>
                  <a:txBody>
                    <a:bodyPr/>
                    <a:lstStyle/>
                    <a:p>
                      <a:endParaRPr lang="en-US" dirty="0"/>
                    </a:p>
                  </a:txBody>
                  <a:tcPr/>
                </a:tc>
                <a:tc>
                  <a:txBody>
                    <a:bodyPr/>
                    <a:lstStyle/>
                    <a:p>
                      <a:endParaRPr lang="en-US"/>
                    </a:p>
                  </a:txBody>
                  <a:tcPr/>
                </a:tc>
                <a:tc>
                  <a:txBody>
                    <a:bodyPr/>
                    <a:lstStyle/>
                    <a:p>
                      <a:r>
                        <a:rPr lang="en-US" dirty="0" smtClean="0"/>
                        <a:t>Open</a:t>
                      </a:r>
                      <a:endParaRPr lang="en-US" dirty="0"/>
                    </a:p>
                  </a:txBody>
                  <a:tcPr/>
                </a:tc>
                <a:tc>
                  <a:txBody>
                    <a:bodyPr/>
                    <a:lstStyle/>
                    <a:p>
                      <a:r>
                        <a:rPr lang="en-US" dirty="0" smtClean="0"/>
                        <a:t>High</a:t>
                      </a:r>
                      <a:endParaRPr lang="en-US" dirty="0"/>
                    </a:p>
                  </a:txBody>
                  <a:tcPr/>
                </a:tc>
                <a:tc>
                  <a:txBody>
                    <a:bodyPr/>
                    <a:lstStyle/>
                    <a:p>
                      <a:r>
                        <a:rPr lang="en-US" dirty="0" smtClean="0"/>
                        <a:t>High</a:t>
                      </a:r>
                      <a:endParaRPr lang="en-US" dirty="0"/>
                    </a:p>
                  </a:txBody>
                  <a:tcPr/>
                </a:tc>
              </a:tr>
              <a:tr h="92456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400" baseline="0" dirty="0" smtClean="0"/>
                        <a:t>SSM receives all the needed responses from </a:t>
                      </a:r>
                      <a:r>
                        <a:rPr lang="en-US" sz="1400" baseline="0" dirty="0" err="1" smtClean="0"/>
                        <a:t>iTKTs</a:t>
                      </a:r>
                      <a:r>
                        <a:rPr lang="en-US" sz="1400" baseline="0" dirty="0" smtClean="0"/>
                        <a:t>.</a:t>
                      </a:r>
                      <a:endParaRPr lang="en-US" sz="1400" dirty="0" smtClean="0"/>
                    </a:p>
                    <a:p>
                      <a:endParaRPr lang="en-US" sz="14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16- 23</a:t>
                      </a:r>
                    </a:p>
                    <a:p>
                      <a:endParaRPr lang="en-US" dirty="0"/>
                    </a:p>
                  </a:txBody>
                  <a:tcPr/>
                </a:tc>
                <a:tc>
                  <a:txBody>
                    <a:bodyPr/>
                    <a:lstStyle/>
                    <a:p>
                      <a:r>
                        <a:rPr lang="en-US" dirty="0" smtClean="0"/>
                        <a:t>108348,106612,</a:t>
                      </a:r>
                    </a:p>
                    <a:p>
                      <a:r>
                        <a:rPr lang="en-US" dirty="0" smtClean="0"/>
                        <a:t>98261</a:t>
                      </a:r>
                    </a:p>
                    <a:p>
                      <a:endParaRPr lang="en-US" dirty="0"/>
                    </a:p>
                  </a:txBody>
                  <a:tcPr/>
                </a:tc>
                <a:tc>
                  <a:txBody>
                    <a:bodyPr/>
                    <a:lstStyle/>
                    <a:p>
                      <a:r>
                        <a:rPr lang="en-US" dirty="0" smtClean="0"/>
                        <a:t>Open</a:t>
                      </a:r>
                      <a:endParaRPr lang="en-US" dirty="0"/>
                    </a:p>
                  </a:txBody>
                  <a:tcPr/>
                </a:tc>
                <a:tc>
                  <a:txBody>
                    <a:bodyPr/>
                    <a:lstStyle/>
                    <a:p>
                      <a:r>
                        <a:rPr lang="en-US" dirty="0" smtClean="0"/>
                        <a:t>High</a:t>
                      </a:r>
                      <a:endParaRPr lang="en-US" dirty="0"/>
                    </a:p>
                  </a:txBody>
                  <a:tcPr/>
                </a:tc>
                <a:tc>
                  <a:txBody>
                    <a:bodyPr/>
                    <a:lstStyle/>
                    <a:p>
                      <a:r>
                        <a:rPr lang="en-US" dirty="0" smtClean="0"/>
                        <a:t>High</a:t>
                      </a:r>
                      <a:endParaRPr lang="en-US" dirty="0"/>
                    </a:p>
                  </a:txBody>
                  <a:tcPr/>
                </a:tc>
              </a:tr>
              <a:tr h="370840">
                <a:tc>
                  <a:txBody>
                    <a:bodyPr/>
                    <a:lstStyle/>
                    <a:p>
                      <a:r>
                        <a:rPr lang="en-US" sz="1400" dirty="0" smtClean="0"/>
                        <a:t>Code merge issues with </a:t>
                      </a:r>
                      <a:r>
                        <a:rPr lang="en-US" sz="1400" dirty="0" err="1" smtClean="0"/>
                        <a:t>Gateside</a:t>
                      </a:r>
                      <a:r>
                        <a:rPr lang="en-US" sz="1400" dirty="0" smtClean="0"/>
                        <a:t> code</a:t>
                      </a:r>
                      <a:endParaRPr lang="en-US" sz="1400" dirty="0"/>
                    </a:p>
                  </a:txBody>
                  <a:tcPr/>
                </a:tc>
                <a:tc>
                  <a:txBody>
                    <a:bodyPr/>
                    <a:lstStyle/>
                    <a:p>
                      <a:r>
                        <a:rPr lang="en-US" dirty="0" smtClean="0"/>
                        <a:t>Iteration 20</a:t>
                      </a:r>
                      <a:endParaRPr lang="en-US" dirty="0"/>
                    </a:p>
                  </a:txBody>
                  <a:tcPr/>
                </a:tc>
                <a:tc>
                  <a:txBody>
                    <a:bodyPr/>
                    <a:lstStyle/>
                    <a:p>
                      <a:r>
                        <a:rPr lang="en-US" smtClean="0"/>
                        <a:t>106612,102316,</a:t>
                      </a:r>
                    </a:p>
                    <a:p>
                      <a:r>
                        <a:rPr lang="en-US" smtClean="0"/>
                        <a:t>109954</a:t>
                      </a:r>
                      <a:endParaRPr lang="en-US" dirty="0"/>
                    </a:p>
                  </a:txBody>
                  <a:tcPr/>
                </a:tc>
                <a:tc>
                  <a:txBody>
                    <a:bodyPr/>
                    <a:lstStyle/>
                    <a:p>
                      <a:r>
                        <a:rPr lang="en-US" dirty="0" smtClean="0"/>
                        <a:t>Open</a:t>
                      </a:r>
                      <a:endParaRPr lang="en-US" dirty="0"/>
                    </a:p>
                  </a:txBody>
                  <a:tcPr/>
                </a:tc>
                <a:tc>
                  <a:txBody>
                    <a:bodyPr/>
                    <a:lstStyle/>
                    <a:p>
                      <a:r>
                        <a:rPr lang="en-US" dirty="0" smtClean="0"/>
                        <a:t>Medium</a:t>
                      </a:r>
                      <a:endParaRPr lang="en-US" dirty="0"/>
                    </a:p>
                  </a:txBody>
                  <a:tcPr/>
                </a:tc>
                <a:tc>
                  <a:txBody>
                    <a:bodyPr/>
                    <a:lstStyle/>
                    <a:p>
                      <a:r>
                        <a:rPr lang="en-US" dirty="0" smtClean="0"/>
                        <a:t>Medium</a:t>
                      </a:r>
                      <a:endParaRPr lang="en-US" dirty="0"/>
                    </a:p>
                  </a:txBody>
                  <a:tcPr/>
                </a:tc>
              </a:tr>
            </a:tbl>
          </a:graphicData>
        </a:graphic>
      </p:graphicFrame>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Dependencies</a:t>
            </a:r>
            <a:endParaRPr lang="en-US" dirty="0"/>
          </a:p>
        </p:txBody>
      </p:sp>
      <p:sp>
        <p:nvSpPr>
          <p:cNvPr id="3" name="Footer Placeholder 2"/>
          <p:cNvSpPr>
            <a:spLocks noGrp="1"/>
          </p:cNvSpPr>
          <p:nvPr>
            <p:ph type="ftr" sz="quarter" idx="11"/>
          </p:nvPr>
        </p:nvSpPr>
        <p:spPr/>
        <p:txBody>
          <a:bodyPr/>
          <a:lstStyle/>
          <a:p>
            <a:r>
              <a:rPr lang="en-US" smtClean="0"/>
              <a:t>Release [N] v[x.x]</a:t>
            </a:r>
            <a:endParaRPr lang="en-US"/>
          </a:p>
        </p:txBody>
      </p:sp>
      <p:sp>
        <p:nvSpPr>
          <p:cNvPr id="4" name="Slide Number Placeholder 3"/>
          <p:cNvSpPr>
            <a:spLocks noGrp="1"/>
          </p:cNvSpPr>
          <p:nvPr>
            <p:ph type="sldNum" sz="quarter" idx="12"/>
          </p:nvPr>
        </p:nvSpPr>
        <p:spPr/>
        <p:txBody>
          <a:bodyPr/>
          <a:lstStyle/>
          <a:p>
            <a:pPr fontAlgn="base">
              <a:spcBef>
                <a:spcPct val="0"/>
              </a:spcBef>
              <a:spcAft>
                <a:spcPct val="0"/>
              </a:spcAft>
            </a:pPr>
            <a:fld id="{9E3C471D-FB94-43E4-8DFD-966A05A84658}" type="slidenum">
              <a:rPr lang="en-US" smtClean="0">
                <a:solidFill>
                  <a:srgbClr val="7F7F7F"/>
                </a:solidFill>
              </a:rPr>
              <a:pPr fontAlgn="base">
                <a:spcBef>
                  <a:spcPct val="0"/>
                </a:spcBef>
                <a:spcAft>
                  <a:spcPct val="0"/>
                </a:spcAft>
              </a:pPr>
              <a:t>12</a:t>
            </a:fld>
            <a:endParaRPr lang="en-US" dirty="0">
              <a:solidFill>
                <a:srgbClr val="7F7F7F"/>
              </a:solidFill>
            </a:endParaRPr>
          </a:p>
        </p:txBody>
      </p:sp>
      <p:sp>
        <p:nvSpPr>
          <p:cNvPr id="5" name="Content Placeholder 4"/>
          <p:cNvSpPr>
            <a:spLocks noGrp="1"/>
          </p:cNvSpPr>
          <p:nvPr>
            <p:ph sz="quarter" idx="15"/>
          </p:nvPr>
        </p:nvSpPr>
        <p:spPr/>
        <p:txBody>
          <a:bodyPr/>
          <a:lstStyle/>
          <a:p>
            <a:r>
              <a:rPr lang="en-US" dirty="0" smtClean="0"/>
              <a:t>Gives</a:t>
            </a:r>
          </a:p>
        </p:txBody>
      </p:sp>
      <p:graphicFrame>
        <p:nvGraphicFramePr>
          <p:cNvPr id="6" name="Table 5"/>
          <p:cNvGraphicFramePr>
            <a:graphicFrameLocks noGrp="1"/>
          </p:cNvGraphicFramePr>
          <p:nvPr>
            <p:extLst>
              <p:ext uri="{D42A27DB-BD31-4B8C-83A1-F6EECF244321}">
                <p14:modId xmlns:p14="http://schemas.microsoft.com/office/powerpoint/2010/main" val="3491653853"/>
              </p:ext>
            </p:extLst>
          </p:nvPr>
        </p:nvGraphicFramePr>
        <p:xfrm>
          <a:off x="457200" y="1524000"/>
          <a:ext cx="8229600" cy="4118610"/>
        </p:xfrm>
        <a:graphic>
          <a:graphicData uri="http://schemas.openxmlformats.org/drawingml/2006/table">
            <a:tbl>
              <a:tblPr firstRow="1" bandRow="1">
                <a:tableStyleId>{00A15C55-8517-42AA-B614-E9B94910E393}</a:tableStyleId>
              </a:tblPr>
              <a:tblGrid>
                <a:gridCol w="1645920"/>
                <a:gridCol w="1325880"/>
                <a:gridCol w="1965960"/>
                <a:gridCol w="1645920"/>
                <a:gridCol w="1645920"/>
              </a:tblGrid>
              <a:tr h="370840">
                <a:tc>
                  <a:txBody>
                    <a:bodyPr/>
                    <a:lstStyle/>
                    <a:p>
                      <a:r>
                        <a:rPr lang="en-US" dirty="0" smtClean="0"/>
                        <a:t>Item</a:t>
                      </a:r>
                      <a:endParaRPr lang="en-US" dirty="0"/>
                    </a:p>
                  </a:txBody>
                  <a:tcPr/>
                </a:tc>
                <a:tc>
                  <a:txBody>
                    <a:bodyPr/>
                    <a:lstStyle/>
                    <a:p>
                      <a:r>
                        <a:rPr lang="en-US" dirty="0" smtClean="0"/>
                        <a:t>To</a:t>
                      </a:r>
                      <a:endParaRPr lang="en-US" dirty="0"/>
                    </a:p>
                  </a:txBody>
                  <a:tcPr/>
                </a:tc>
                <a:tc>
                  <a:txBody>
                    <a:bodyPr/>
                    <a:lstStyle/>
                    <a:p>
                      <a:r>
                        <a:rPr lang="en-US" dirty="0" smtClean="0"/>
                        <a:t>Iteration</a:t>
                      </a:r>
                      <a:endParaRPr lang="en-US" dirty="0"/>
                    </a:p>
                  </a:txBody>
                  <a:tcPr/>
                </a:tc>
                <a:tc>
                  <a:txBody>
                    <a:bodyPr/>
                    <a:lstStyle/>
                    <a:p>
                      <a:r>
                        <a:rPr lang="en-US" dirty="0" smtClean="0"/>
                        <a:t>Story</a:t>
                      </a:r>
                      <a:endParaRPr lang="en-US" dirty="0"/>
                    </a:p>
                  </a:txBody>
                  <a:tcPr/>
                </a:tc>
                <a:tc>
                  <a:txBody>
                    <a:bodyPr/>
                    <a:lstStyle/>
                    <a:p>
                      <a:r>
                        <a:rPr lang="en-US" dirty="0" smtClean="0"/>
                        <a:t>Notes</a:t>
                      </a:r>
                      <a:endParaRPr lang="en-US" dirty="0"/>
                    </a:p>
                  </a:txBody>
                  <a:tcPr/>
                </a:tc>
              </a:tr>
              <a:tr h="370840">
                <a:tc>
                  <a:txBody>
                    <a:bodyPr/>
                    <a:lstStyle/>
                    <a:p>
                      <a:r>
                        <a:rPr lang="en-US" dirty="0" smtClean="0"/>
                        <a:t>CS Merch</a:t>
                      </a:r>
                    </a:p>
                    <a:p>
                      <a:r>
                        <a:rPr lang="en-US" dirty="0" smtClean="0"/>
                        <a:t>(CS version 13.0.1. Catalog version 12) </a:t>
                      </a:r>
                      <a:endParaRPr lang="en-US" dirty="0"/>
                    </a:p>
                  </a:txBody>
                  <a:tcPr/>
                </a:tc>
                <a:tc>
                  <a:txBody>
                    <a:bodyPr/>
                    <a:lstStyle/>
                    <a:p>
                      <a:r>
                        <a:rPr lang="en-US" dirty="0" smtClean="0"/>
                        <a:t>Common services</a:t>
                      </a:r>
                      <a:endParaRPr lang="en-US" dirty="0"/>
                    </a:p>
                  </a:txBody>
                  <a:tcPr/>
                </a:tc>
                <a:tc>
                  <a:txBody>
                    <a:bodyPr/>
                    <a:lstStyle/>
                    <a:p>
                      <a:r>
                        <a:rPr lang="en-US" dirty="0" smtClean="0"/>
                        <a:t>1</a:t>
                      </a:r>
                      <a:r>
                        <a:rPr lang="en-US" baseline="0" dirty="0" smtClean="0"/>
                        <a:t> to </a:t>
                      </a:r>
                      <a:r>
                        <a:rPr lang="en-US" dirty="0" smtClean="0"/>
                        <a:t>28</a:t>
                      </a:r>
                      <a:endParaRPr lang="en-US" dirty="0"/>
                    </a:p>
                  </a:txBody>
                  <a:tcPr/>
                </a:tc>
                <a:tc>
                  <a:txBody>
                    <a:bodyPr/>
                    <a:lstStyle/>
                    <a:p>
                      <a:pPr marL="0" marR="0" indent="0" algn="l" defTabSz="914400" rtl="0" eaLnBrk="1" fontAlgn="b" latinLnBrk="0" hangingPunct="1">
                        <a:lnSpc>
                          <a:spcPct val="100000"/>
                        </a:lnSpc>
                        <a:spcBef>
                          <a:spcPts val="0"/>
                        </a:spcBef>
                        <a:spcAft>
                          <a:spcPts val="0"/>
                        </a:spcAft>
                        <a:buClrTx/>
                        <a:buSzTx/>
                        <a:buFontTx/>
                        <a:buNone/>
                        <a:tabLst/>
                        <a:defRPr/>
                      </a:pPr>
                      <a:r>
                        <a:rPr lang="en-US" sz="1100" b="0" i="0" u="none" strike="noStrike" dirty="0" smtClean="0">
                          <a:solidFill>
                            <a:srgbClr val="000000"/>
                          </a:solidFill>
                          <a:effectLst/>
                          <a:latin typeface="Calibri"/>
                        </a:rPr>
                        <a:t>US109195, US108348, US106612, US100759, US109205, US100756, US102305, US102316, US85870, US98261, US106430</a:t>
                      </a:r>
                    </a:p>
                    <a:p>
                      <a:pPr marL="0" marR="0" indent="0" algn="l" defTabSz="914400" rtl="0" eaLnBrk="1" fontAlgn="b" latinLnBrk="0" hangingPunct="1">
                        <a:lnSpc>
                          <a:spcPct val="100000"/>
                        </a:lnSpc>
                        <a:spcBef>
                          <a:spcPts val="0"/>
                        </a:spcBef>
                        <a:spcAft>
                          <a:spcPts val="0"/>
                        </a:spcAft>
                        <a:buClrTx/>
                        <a:buSzTx/>
                        <a:buFontTx/>
                        <a:buNone/>
                        <a:tabLst/>
                        <a:defRPr/>
                      </a:pPr>
                      <a:endParaRPr lang="en-US" sz="1100" b="0" i="0" u="none" strike="noStrike" dirty="0" smtClean="0">
                        <a:solidFill>
                          <a:srgbClr val="000000"/>
                        </a:solidFill>
                        <a:effectLst/>
                        <a:latin typeface="Calibri"/>
                      </a:endParaRPr>
                    </a:p>
                    <a:p>
                      <a:pPr marL="0" marR="0" indent="0" algn="l" defTabSz="914400" rtl="0" eaLnBrk="1" fontAlgn="b" latinLnBrk="0" hangingPunct="1">
                        <a:lnSpc>
                          <a:spcPct val="100000"/>
                        </a:lnSpc>
                        <a:spcBef>
                          <a:spcPts val="0"/>
                        </a:spcBef>
                        <a:spcAft>
                          <a:spcPts val="0"/>
                        </a:spcAft>
                        <a:buClrTx/>
                        <a:buSzTx/>
                        <a:buFontTx/>
                        <a:buNone/>
                        <a:tabLst/>
                        <a:defRPr/>
                      </a:pPr>
                      <a:endParaRPr lang="en-US" sz="1100" b="0" i="0" u="none" strike="noStrike" dirty="0" smtClean="0">
                        <a:solidFill>
                          <a:srgbClr val="000000"/>
                        </a:solidFill>
                        <a:effectLst/>
                        <a:latin typeface="Calibri"/>
                      </a:endParaRPr>
                    </a:p>
                    <a:p>
                      <a:pPr algn="l" fontAlgn="b"/>
                      <a:endParaRPr lang="en-US" sz="1100" b="0" i="0" u="none" strike="noStrike" dirty="0">
                        <a:solidFill>
                          <a:srgbClr val="000000"/>
                        </a:solidFill>
                        <a:effectLst/>
                        <a:latin typeface="Calibri"/>
                      </a:endParaRPr>
                    </a:p>
                  </a:txBody>
                  <a:tcPr marL="9525" marR="9525" marT="9525" marB="0" anchor="b"/>
                </a:tc>
                <a:tc>
                  <a:txBody>
                    <a:bodyPr/>
                    <a:lstStyle/>
                    <a:p>
                      <a:r>
                        <a:rPr lang="en-US" dirty="0" smtClean="0"/>
                        <a:t>[notes]</a:t>
                      </a:r>
                      <a:endParaRPr lang="en-US" dirty="0"/>
                    </a:p>
                  </a:txBody>
                  <a:tcPr/>
                </a:tc>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CS</a:t>
                      </a:r>
                      <a:r>
                        <a:rPr lang="en-US" baseline="0" dirty="0" smtClean="0"/>
                        <a:t> Merch</a:t>
                      </a:r>
                      <a:endParaRPr lang="en-US" dirty="0" smtClean="0"/>
                    </a:p>
                    <a:p>
                      <a:endParaRPr lang="en-US" dirty="0"/>
                    </a:p>
                  </a:txBody>
                  <a:tcPr/>
                </a:tc>
                <a:tc>
                  <a:txBody>
                    <a:bodyPr/>
                    <a:lstStyle/>
                    <a:p>
                      <a:r>
                        <a:rPr lang="en-US" dirty="0" smtClean="0"/>
                        <a:t>Catalog</a:t>
                      </a:r>
                      <a:endParaRPr lang="en-US"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1</a:t>
                      </a:r>
                      <a:r>
                        <a:rPr lang="en-US" baseline="0" dirty="0" smtClean="0"/>
                        <a:t> to </a:t>
                      </a:r>
                      <a:r>
                        <a:rPr lang="en-US" dirty="0" smtClean="0"/>
                        <a:t>28</a:t>
                      </a:r>
                    </a:p>
                    <a:p>
                      <a:endParaRPr lang="en-US" dirty="0"/>
                    </a:p>
                  </a:txBody>
                  <a:tcPr/>
                </a:tc>
                <a:tc>
                  <a:txBody>
                    <a:bodyPr/>
                    <a:lstStyle/>
                    <a:p>
                      <a:r>
                        <a:rPr lang="en-US" sz="1100" dirty="0" smtClean="0"/>
                        <a:t> US102305,US102316,  US106430,</a:t>
                      </a:r>
                    </a:p>
                    <a:p>
                      <a:r>
                        <a:rPr lang="en-US" sz="1100" dirty="0" smtClean="0"/>
                        <a:t>US98261, US100759, US106612</a:t>
                      </a:r>
                    </a:p>
                    <a:p>
                      <a:pPr algn="l" fontAlgn="b"/>
                      <a:endParaRPr lang="en-US" sz="1100" b="0" i="0" u="none" strike="noStrike" dirty="0">
                        <a:solidFill>
                          <a:srgbClr val="000000"/>
                        </a:solidFill>
                        <a:effectLst/>
                        <a:latin typeface="Calibri"/>
                      </a:endParaRPr>
                    </a:p>
                  </a:txBody>
                  <a:tcPr marL="9525" marR="9525" marT="9525" marB="0" anchor="b"/>
                </a:tc>
                <a:tc>
                  <a:txBody>
                    <a:bodyPr/>
                    <a:lstStyle/>
                    <a:p>
                      <a:endParaRPr lang="en-US" dirty="0"/>
                    </a:p>
                  </a:txBody>
                  <a:tcPr/>
                </a:tc>
              </a:tr>
              <a:tr h="370840">
                <a:tc>
                  <a:txBody>
                    <a:bodyPr/>
                    <a:lstStyle/>
                    <a:p>
                      <a:r>
                        <a:rPr lang="en-US" dirty="0" err="1" smtClean="0"/>
                        <a:t>iTKTs</a:t>
                      </a:r>
                      <a:endParaRPr lang="en-US" dirty="0"/>
                    </a:p>
                  </a:txBody>
                  <a:tcPr/>
                </a:tc>
                <a:tc>
                  <a:txBody>
                    <a:bodyPr/>
                    <a:lstStyle/>
                    <a:p>
                      <a:r>
                        <a:rPr lang="en-US" dirty="0" err="1" smtClean="0"/>
                        <a:t>eTDS</a:t>
                      </a:r>
                      <a:endParaRPr lang="en-US"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1</a:t>
                      </a:r>
                      <a:r>
                        <a:rPr lang="en-US" baseline="0" dirty="0" smtClean="0"/>
                        <a:t> to </a:t>
                      </a:r>
                      <a:r>
                        <a:rPr lang="en-US" dirty="0" smtClean="0"/>
                        <a:t>28</a:t>
                      </a:r>
                    </a:p>
                    <a:p>
                      <a:endParaRPr lang="en-US" dirty="0"/>
                    </a:p>
                  </a:txBody>
                  <a:tcPr/>
                </a:tc>
                <a:tc>
                  <a:txBody>
                    <a:bodyPr/>
                    <a:lstStyle/>
                    <a:p>
                      <a:r>
                        <a:rPr lang="en-US" sz="1100" b="0" i="0" u="none" strike="noStrike" dirty="0" smtClean="0">
                          <a:solidFill>
                            <a:srgbClr val="000000"/>
                          </a:solidFill>
                          <a:effectLst/>
                          <a:latin typeface="Calibri"/>
                        </a:rPr>
                        <a:t>US</a:t>
                      </a:r>
                      <a:r>
                        <a:rPr lang="en-US" sz="1100" dirty="0" smtClean="0"/>
                        <a:t>108348,106612,98261</a:t>
                      </a:r>
                    </a:p>
                    <a:p>
                      <a:pPr marL="0" marR="0" indent="0" algn="l" defTabSz="914400" rtl="0" eaLnBrk="1" fontAlgn="b" latinLnBrk="0" hangingPunct="1">
                        <a:lnSpc>
                          <a:spcPct val="100000"/>
                        </a:lnSpc>
                        <a:spcBef>
                          <a:spcPts val="0"/>
                        </a:spcBef>
                        <a:spcAft>
                          <a:spcPts val="0"/>
                        </a:spcAft>
                        <a:buClrTx/>
                        <a:buSzTx/>
                        <a:buFontTx/>
                        <a:buNone/>
                        <a:tabLst/>
                        <a:defRPr/>
                      </a:pPr>
                      <a:r>
                        <a:rPr lang="en-US" sz="1100" b="0" i="0" u="none" strike="noStrike" dirty="0" smtClean="0">
                          <a:solidFill>
                            <a:srgbClr val="000000"/>
                          </a:solidFill>
                          <a:effectLst/>
                          <a:latin typeface="Calibri"/>
                        </a:rPr>
                        <a:t>US109195, US108348, US106612, US100759</a:t>
                      </a:r>
                      <a:endParaRPr lang="en-US" sz="1100" b="0" i="0" u="none" strike="noStrike" dirty="0">
                        <a:solidFill>
                          <a:srgbClr val="000000"/>
                        </a:solidFill>
                        <a:effectLst/>
                        <a:latin typeface="Calibri"/>
                      </a:endParaRPr>
                    </a:p>
                  </a:txBody>
                  <a:tcPr marL="9525" marR="9525" marT="9525" marB="0" anchor="b"/>
                </a:tc>
                <a:tc>
                  <a:txBody>
                    <a:bodyPr/>
                    <a:lstStyle/>
                    <a:p>
                      <a:endParaRPr lang="en-US" dirty="0"/>
                    </a:p>
                  </a:txBody>
                  <a:tcPr/>
                </a:tc>
              </a:tr>
              <a:tr h="370840">
                <a:tc>
                  <a:txBody>
                    <a:bodyPr/>
                    <a:lstStyle/>
                    <a:p>
                      <a:r>
                        <a:rPr lang="en-US" dirty="0" smtClean="0"/>
                        <a:t>App Support</a:t>
                      </a:r>
                      <a:endParaRPr lang="en-US" dirty="0"/>
                    </a:p>
                  </a:txBody>
                  <a:tcPr/>
                </a:tc>
                <a:tc>
                  <a:txBody>
                    <a:bodyPr/>
                    <a:lstStyle/>
                    <a:p>
                      <a:r>
                        <a:rPr lang="en-US" dirty="0" smtClean="0"/>
                        <a:t>Testing</a:t>
                      </a:r>
                      <a:endParaRPr lang="en-US" dirty="0"/>
                    </a:p>
                  </a:txBody>
                  <a:tcPr/>
                </a:tc>
                <a:tc>
                  <a:txBody>
                    <a:bodyPr/>
                    <a:lstStyle/>
                    <a:p>
                      <a:r>
                        <a:rPr lang="en-US" dirty="0" smtClean="0"/>
                        <a:t>1- 28</a:t>
                      </a:r>
                      <a:endParaRPr lang="en-US" dirty="0"/>
                    </a:p>
                  </a:txBody>
                  <a:tcPr/>
                </a:tc>
                <a:tc>
                  <a:txBody>
                    <a:bodyPr/>
                    <a:lstStyle/>
                    <a:p>
                      <a:pPr algn="l" fontAlgn="b"/>
                      <a:endParaRPr lang="en-US" sz="1100" b="0" i="0" u="none" strike="noStrike" dirty="0">
                        <a:solidFill>
                          <a:srgbClr val="000000"/>
                        </a:solidFill>
                        <a:effectLst/>
                        <a:latin typeface="Calibri"/>
                      </a:endParaRPr>
                    </a:p>
                  </a:txBody>
                  <a:tcPr marL="9525" marR="9525" marT="9525" marB="0" anchor="b"/>
                </a:tc>
                <a:tc>
                  <a:txBody>
                    <a:bodyPr/>
                    <a:lstStyle/>
                    <a:p>
                      <a:endParaRPr lang="en-US" dirty="0"/>
                    </a:p>
                  </a:txBody>
                  <a:tcPr/>
                </a:tc>
              </a:tr>
              <a:tr h="370840">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pPr algn="l" fontAlgn="b"/>
                      <a:endParaRPr lang="en-US" sz="1100" b="0" i="0" u="none" strike="noStrike" dirty="0">
                        <a:solidFill>
                          <a:srgbClr val="000000"/>
                        </a:solidFill>
                        <a:effectLst/>
                        <a:latin typeface="Calibri"/>
                      </a:endParaRPr>
                    </a:p>
                  </a:txBody>
                  <a:tcPr marL="9525" marR="9525" marT="9525" marB="0" anchor="b"/>
                </a:tc>
                <a:tc>
                  <a:txBody>
                    <a:bodyPr/>
                    <a:lstStyle/>
                    <a:p>
                      <a:endParaRPr lang="en-US" dirty="0"/>
                    </a:p>
                  </a:txBody>
                  <a:tcPr/>
                </a:tc>
              </a:tr>
            </a:tbl>
          </a:graphicData>
        </a:graphic>
      </p:graphicFrame>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Issue Management</a:t>
            </a:r>
            <a:endParaRPr lang="en-US" dirty="0"/>
          </a:p>
        </p:txBody>
      </p:sp>
      <p:sp>
        <p:nvSpPr>
          <p:cNvPr id="3" name="Footer Placeholder 2"/>
          <p:cNvSpPr>
            <a:spLocks noGrp="1"/>
          </p:cNvSpPr>
          <p:nvPr>
            <p:ph type="ftr" sz="quarter" idx="11"/>
          </p:nvPr>
        </p:nvSpPr>
        <p:spPr/>
        <p:txBody>
          <a:bodyPr/>
          <a:lstStyle/>
          <a:p>
            <a:r>
              <a:rPr lang="en-US" smtClean="0"/>
              <a:t>Release [N] v[x.x]</a:t>
            </a:r>
            <a:endParaRPr lang="en-US"/>
          </a:p>
        </p:txBody>
      </p:sp>
      <p:sp>
        <p:nvSpPr>
          <p:cNvPr id="4" name="Slide Number Placeholder 3"/>
          <p:cNvSpPr>
            <a:spLocks noGrp="1"/>
          </p:cNvSpPr>
          <p:nvPr>
            <p:ph type="sldNum" sz="quarter" idx="12"/>
          </p:nvPr>
        </p:nvSpPr>
        <p:spPr/>
        <p:txBody>
          <a:bodyPr/>
          <a:lstStyle/>
          <a:p>
            <a:pPr fontAlgn="base">
              <a:spcBef>
                <a:spcPct val="0"/>
              </a:spcBef>
              <a:spcAft>
                <a:spcPct val="0"/>
              </a:spcAft>
            </a:pPr>
            <a:fld id="{9E3C471D-FB94-43E4-8DFD-966A05A84658}" type="slidenum">
              <a:rPr lang="en-US" smtClean="0">
                <a:solidFill>
                  <a:srgbClr val="7F7F7F"/>
                </a:solidFill>
              </a:rPr>
              <a:pPr fontAlgn="base">
                <a:spcBef>
                  <a:spcPct val="0"/>
                </a:spcBef>
                <a:spcAft>
                  <a:spcPct val="0"/>
                </a:spcAft>
              </a:pPr>
              <a:t>13</a:t>
            </a:fld>
            <a:endParaRPr lang="en-US" dirty="0">
              <a:solidFill>
                <a:srgbClr val="7F7F7F"/>
              </a:solidFill>
            </a:endParaRPr>
          </a:p>
        </p:txBody>
      </p:sp>
      <p:graphicFrame>
        <p:nvGraphicFramePr>
          <p:cNvPr id="6" name="Table 5"/>
          <p:cNvGraphicFramePr>
            <a:graphicFrameLocks noGrp="1"/>
          </p:cNvGraphicFramePr>
          <p:nvPr>
            <p:extLst>
              <p:ext uri="{D42A27DB-BD31-4B8C-83A1-F6EECF244321}">
                <p14:modId xmlns:p14="http://schemas.microsoft.com/office/powerpoint/2010/main" val="4246316599"/>
              </p:ext>
            </p:extLst>
          </p:nvPr>
        </p:nvGraphicFramePr>
        <p:xfrm>
          <a:off x="457200" y="1397000"/>
          <a:ext cx="8229600" cy="4495800"/>
        </p:xfrm>
        <a:graphic>
          <a:graphicData uri="http://schemas.openxmlformats.org/drawingml/2006/table">
            <a:tbl>
              <a:tblPr firstRow="1" bandRow="1">
                <a:tableStyleId>{00A15C55-8517-42AA-B614-E9B94910E393}</a:tableStyleId>
              </a:tblPr>
              <a:tblGrid>
                <a:gridCol w="2743200"/>
                <a:gridCol w="2743200"/>
                <a:gridCol w="2743200"/>
              </a:tblGrid>
              <a:tr h="370840">
                <a:tc>
                  <a:txBody>
                    <a:bodyPr/>
                    <a:lstStyle/>
                    <a:p>
                      <a:r>
                        <a:rPr lang="en-US" dirty="0" smtClean="0"/>
                        <a:t>Issue</a:t>
                      </a:r>
                      <a:endParaRPr lang="en-US" dirty="0"/>
                    </a:p>
                  </a:txBody>
                  <a:tcPr/>
                </a:tc>
                <a:tc>
                  <a:txBody>
                    <a:bodyPr/>
                    <a:lstStyle/>
                    <a:p>
                      <a:r>
                        <a:rPr lang="en-US" dirty="0" smtClean="0"/>
                        <a:t>Status</a:t>
                      </a:r>
                      <a:endParaRPr lang="en-US" dirty="0"/>
                    </a:p>
                  </a:txBody>
                  <a:tcPr/>
                </a:tc>
                <a:tc>
                  <a:txBody>
                    <a:bodyPr/>
                    <a:lstStyle/>
                    <a:p>
                      <a:r>
                        <a:rPr lang="en-US" dirty="0" smtClean="0"/>
                        <a:t>Notes</a:t>
                      </a:r>
                      <a:endParaRPr lang="en-US" dirty="0"/>
                    </a:p>
                  </a:txBody>
                  <a:tcPr/>
                </a:tc>
              </a:tr>
              <a:tr h="370840">
                <a:tc>
                  <a:txBody>
                    <a:bodyPr/>
                    <a:lstStyle/>
                    <a:p>
                      <a:r>
                        <a:rPr lang="en-US" dirty="0" smtClean="0"/>
                        <a:t>[issue]</a:t>
                      </a:r>
                      <a:endParaRPr lang="en-US" dirty="0"/>
                    </a:p>
                  </a:txBody>
                  <a:tcPr/>
                </a:tc>
                <a:tc>
                  <a:txBody>
                    <a:bodyPr/>
                    <a:lstStyle/>
                    <a:p>
                      <a:r>
                        <a:rPr lang="en-US" dirty="0" smtClean="0"/>
                        <a:t>[status]</a:t>
                      </a:r>
                      <a:endParaRPr lang="en-US" dirty="0"/>
                    </a:p>
                  </a:txBody>
                  <a:tcPr/>
                </a:tc>
                <a:tc>
                  <a:txBody>
                    <a:bodyPr/>
                    <a:lstStyle/>
                    <a:p>
                      <a:r>
                        <a:rPr lang="en-US" dirty="0" smtClean="0"/>
                        <a:t>[notes]</a:t>
                      </a:r>
                      <a:endParaRPr lang="en-US" dirty="0"/>
                    </a:p>
                  </a:txBody>
                  <a:tcPr/>
                </a:tc>
              </a:tr>
              <a:tr h="370840">
                <a:tc>
                  <a:txBody>
                    <a:bodyPr/>
                    <a:lstStyle/>
                    <a:p>
                      <a:r>
                        <a:rPr lang="en-US" dirty="0" smtClean="0"/>
                        <a:t>756</a:t>
                      </a:r>
                      <a:endParaRPr lang="en-US" dirty="0"/>
                    </a:p>
                  </a:txBody>
                  <a:tcPr/>
                </a:tc>
                <a:tc>
                  <a:txBody>
                    <a:bodyPr/>
                    <a:lstStyle/>
                    <a:p>
                      <a:r>
                        <a:rPr lang="en-US" dirty="0" smtClean="0"/>
                        <a:t>OPEN</a:t>
                      </a:r>
                      <a:endParaRPr lang="en-US" dirty="0"/>
                    </a:p>
                  </a:txBody>
                  <a:tcPr/>
                </a:tc>
                <a:tc>
                  <a:txBody>
                    <a:bodyPr/>
                    <a:lstStyle/>
                    <a:p>
                      <a:r>
                        <a:rPr lang="en-US" dirty="0" smtClean="0"/>
                        <a:t>In a multi-segment any </a:t>
                      </a:r>
                      <a:r>
                        <a:rPr lang="en-US" baseline="0" dirty="0" smtClean="0"/>
                        <a:t>segment offer SDS</a:t>
                      </a:r>
                      <a:endParaRPr lang="en-US" dirty="0"/>
                    </a:p>
                  </a:txBody>
                  <a:tcPr/>
                </a:tc>
              </a:tr>
              <a:tr h="370840">
                <a:tc>
                  <a:txBody>
                    <a:bodyPr/>
                    <a:lstStyle/>
                    <a:p>
                      <a:r>
                        <a:rPr lang="en-US" dirty="0" smtClean="0"/>
                        <a:t>??</a:t>
                      </a:r>
                      <a:endParaRPr lang="en-US" dirty="0"/>
                    </a:p>
                  </a:txBody>
                  <a:tcPr/>
                </a:tc>
                <a:tc>
                  <a:txBody>
                    <a:bodyPr/>
                    <a:lstStyle/>
                    <a:p>
                      <a:r>
                        <a:rPr lang="en-US" dirty="0" smtClean="0"/>
                        <a:t>OPEN</a:t>
                      </a:r>
                      <a:endParaRPr lang="en-US" dirty="0"/>
                    </a:p>
                  </a:txBody>
                  <a:tcPr/>
                </a:tc>
                <a:tc>
                  <a:txBody>
                    <a:bodyPr/>
                    <a:lstStyle/>
                    <a:p>
                      <a:r>
                        <a:rPr lang="en-US" dirty="0" smtClean="0"/>
                        <a:t>**Catalog is returning two standby offers for elite passengers </a:t>
                      </a:r>
                      <a:endParaRPr lang="en-US" dirty="0"/>
                    </a:p>
                  </a:txBody>
                  <a:tcPr/>
                </a:tc>
              </a:tr>
              <a:tr h="370840">
                <a:tc>
                  <a:txBody>
                    <a:bodyPr/>
                    <a:lstStyle/>
                    <a:p>
                      <a:r>
                        <a:rPr lang="en-US" dirty="0" smtClean="0"/>
                        <a:t>757</a:t>
                      </a:r>
                      <a:endParaRPr lang="en-US" dirty="0"/>
                    </a:p>
                  </a:txBody>
                  <a:tcPr/>
                </a:tc>
                <a:tc>
                  <a:txBody>
                    <a:bodyPr/>
                    <a:lstStyle/>
                    <a:p>
                      <a:r>
                        <a:rPr lang="en-US" dirty="0" smtClean="0"/>
                        <a:t>OPEN</a:t>
                      </a:r>
                      <a:endParaRPr lang="en-US" dirty="0"/>
                    </a:p>
                  </a:txBody>
                  <a:tcPr/>
                </a:tc>
                <a:tc>
                  <a:txBody>
                    <a:bodyPr/>
                    <a:lstStyle/>
                    <a:p>
                      <a:r>
                        <a:rPr lang="en-US" sz="1800" kern="1200" dirty="0" smtClean="0">
                          <a:solidFill>
                            <a:schemeClr val="dk1"/>
                          </a:solidFill>
                          <a:effectLst/>
                          <a:latin typeface="+mn-lt"/>
                          <a:ea typeface="+mn-ea"/>
                          <a:cs typeface="+mn-cs"/>
                        </a:rPr>
                        <a:t>offer SDFC or SDS to Mexico</a:t>
                      </a:r>
                      <a:endParaRPr lang="en-US" dirty="0"/>
                    </a:p>
                  </a:txBody>
                  <a:tcPr/>
                </a:tc>
              </a:tr>
              <a:tr h="370840">
                <a:tc>
                  <a:txBody>
                    <a:bodyPr/>
                    <a:lstStyle/>
                    <a:p>
                      <a:r>
                        <a:rPr lang="en-US" dirty="0" smtClean="0"/>
                        <a:t>730</a:t>
                      </a:r>
                      <a:endParaRPr lang="en-US" dirty="0"/>
                    </a:p>
                  </a:txBody>
                  <a:tcPr/>
                </a:tc>
                <a:tc>
                  <a:txBody>
                    <a:bodyPr/>
                    <a:lstStyle/>
                    <a:p>
                      <a:r>
                        <a:rPr lang="en-US" dirty="0" smtClean="0"/>
                        <a:t>OPEN</a:t>
                      </a:r>
                      <a:endParaRPr lang="en-US" dirty="0"/>
                    </a:p>
                  </a:txBody>
                  <a:tcPr/>
                </a:tc>
                <a:tc>
                  <a:txBody>
                    <a:bodyPr/>
                    <a:lstStyle/>
                    <a:p>
                      <a:r>
                        <a:rPr lang="en-US" dirty="0" smtClean="0"/>
                        <a:t>Unable to display Alternate Flights if </a:t>
                      </a:r>
                      <a:r>
                        <a:rPr lang="en-US" dirty="0" err="1" smtClean="0"/>
                        <a:t>psgr</a:t>
                      </a:r>
                      <a:r>
                        <a:rPr lang="en-US" dirty="0" smtClean="0"/>
                        <a:t> has previously confirmed a flight change</a:t>
                      </a:r>
                      <a:endParaRPr lang="en-US" dirty="0"/>
                    </a:p>
                  </a:txBody>
                  <a:tcPr/>
                </a:tc>
              </a:tr>
              <a:tr h="370840">
                <a:tc>
                  <a:txBody>
                    <a:bodyPr/>
                    <a:lstStyle/>
                    <a:p>
                      <a:r>
                        <a:rPr lang="en-US" dirty="0" smtClean="0"/>
                        <a:t>**</a:t>
                      </a:r>
                      <a:r>
                        <a:rPr lang="en-US" baseline="0" dirty="0" smtClean="0"/>
                        <a:t> Pl refer the next slide:</a:t>
                      </a:r>
                      <a:endParaRPr lang="en-US" dirty="0"/>
                    </a:p>
                  </a:txBody>
                  <a:tcPr/>
                </a:tc>
                <a:tc>
                  <a:txBody>
                    <a:bodyPr/>
                    <a:lstStyle/>
                    <a:p>
                      <a:endParaRPr lang="en-US" dirty="0"/>
                    </a:p>
                  </a:txBody>
                  <a:tcPr/>
                </a:tc>
                <a:tc>
                  <a:txBody>
                    <a:bodyPr/>
                    <a:lstStyle/>
                    <a:p>
                      <a:endParaRPr lang="en-US" dirty="0"/>
                    </a:p>
                  </a:txBody>
                  <a:tcPr/>
                </a:tc>
              </a:tr>
            </a:tbl>
          </a:graphicData>
        </a:graphic>
      </p:graphicFrame>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Issue : Contd.. Expected results / Actual results</a:t>
            </a:r>
            <a:endParaRPr lang="en-US" dirty="0"/>
          </a:p>
        </p:txBody>
      </p:sp>
      <p:sp>
        <p:nvSpPr>
          <p:cNvPr id="3" name="Footer Placeholder 2"/>
          <p:cNvSpPr>
            <a:spLocks noGrp="1"/>
          </p:cNvSpPr>
          <p:nvPr>
            <p:ph type="ftr" sz="quarter" idx="11"/>
          </p:nvPr>
        </p:nvSpPr>
        <p:spPr/>
        <p:txBody>
          <a:bodyPr/>
          <a:lstStyle/>
          <a:p>
            <a:r>
              <a:rPr lang="en-US" smtClean="0"/>
              <a:t>Release [N] v[x.x]</a:t>
            </a:r>
            <a:endParaRPr lang="en-US"/>
          </a:p>
        </p:txBody>
      </p:sp>
      <p:sp>
        <p:nvSpPr>
          <p:cNvPr id="4" name="Slide Number Placeholder 3"/>
          <p:cNvSpPr>
            <a:spLocks noGrp="1"/>
          </p:cNvSpPr>
          <p:nvPr>
            <p:ph type="sldNum" sz="quarter" idx="12"/>
          </p:nvPr>
        </p:nvSpPr>
        <p:spPr/>
        <p:txBody>
          <a:bodyPr/>
          <a:lstStyle/>
          <a:p>
            <a:pPr fontAlgn="base">
              <a:spcBef>
                <a:spcPct val="0"/>
              </a:spcBef>
              <a:spcAft>
                <a:spcPct val="0"/>
              </a:spcAft>
            </a:pPr>
            <a:fld id="{9E3C471D-FB94-43E4-8DFD-966A05A84658}" type="slidenum">
              <a:rPr lang="en-US" smtClean="0">
                <a:solidFill>
                  <a:srgbClr val="7F7F7F"/>
                </a:solidFill>
              </a:rPr>
              <a:pPr fontAlgn="base">
                <a:spcBef>
                  <a:spcPct val="0"/>
                </a:spcBef>
                <a:spcAft>
                  <a:spcPct val="0"/>
                </a:spcAft>
              </a:pPr>
              <a:t>14</a:t>
            </a:fld>
            <a:endParaRPr lang="en-US" dirty="0">
              <a:solidFill>
                <a:srgbClr val="7F7F7F"/>
              </a:solidFill>
            </a:endParaRPr>
          </a:p>
        </p:txBody>
      </p:sp>
      <p:graphicFrame>
        <p:nvGraphicFramePr>
          <p:cNvPr id="6" name="Content Placeholder 5"/>
          <p:cNvGraphicFramePr>
            <a:graphicFrameLocks noGrp="1"/>
          </p:cNvGraphicFramePr>
          <p:nvPr>
            <p:ph sz="quarter" idx="15"/>
            <p:extLst>
              <p:ext uri="{D42A27DB-BD31-4B8C-83A1-F6EECF244321}">
                <p14:modId xmlns:p14="http://schemas.microsoft.com/office/powerpoint/2010/main" val="1288803231"/>
              </p:ext>
            </p:extLst>
          </p:nvPr>
        </p:nvGraphicFramePr>
        <p:xfrm>
          <a:off x="1219200" y="1142999"/>
          <a:ext cx="6705599" cy="3977640"/>
        </p:xfrm>
        <a:graphic>
          <a:graphicData uri="http://schemas.openxmlformats.org/drawingml/2006/table">
            <a:tbl>
              <a:tblPr firstRow="1" firstCol="1" bandRow="1">
                <a:tableStyleId>{5C22544A-7EE6-4342-B048-85BDC9FD1C3A}</a:tableStyleId>
              </a:tblPr>
              <a:tblGrid>
                <a:gridCol w="1295400"/>
                <a:gridCol w="3697958"/>
                <a:gridCol w="1712241"/>
              </a:tblGrid>
              <a:tr h="1219200">
                <a:tc>
                  <a:txBody>
                    <a:bodyPr/>
                    <a:lstStyle/>
                    <a:p>
                      <a:pPr marL="0" marR="0">
                        <a:spcBef>
                          <a:spcPts val="0"/>
                        </a:spcBef>
                        <a:spcAft>
                          <a:spcPts val="0"/>
                        </a:spcAft>
                      </a:pPr>
                      <a:r>
                        <a:rPr lang="en-US" sz="900" dirty="0">
                          <a:solidFill>
                            <a:schemeClr val="tx1"/>
                          </a:solidFill>
                          <a:effectLst/>
                        </a:rPr>
                        <a:t>Elite single segment</a:t>
                      </a:r>
                      <a:endParaRPr lang="en-US" sz="900" dirty="0">
                        <a:solidFill>
                          <a:schemeClr val="tx1"/>
                        </a:solidFill>
                        <a:effectLst/>
                        <a:latin typeface="Calibri"/>
                        <a:ea typeface="Calibri"/>
                        <a:cs typeface="Times New Roman"/>
                      </a:endParaRPr>
                    </a:p>
                  </a:txBody>
                  <a:tcPr marL="64500" marR="64500" marT="0" marB="0"/>
                </a:tc>
                <a:tc>
                  <a:txBody>
                    <a:bodyPr/>
                    <a:lstStyle/>
                    <a:p>
                      <a:pPr marL="0" marR="0">
                        <a:spcBef>
                          <a:spcPts val="0"/>
                        </a:spcBef>
                        <a:spcAft>
                          <a:spcPts val="0"/>
                        </a:spcAft>
                      </a:pPr>
                      <a:r>
                        <a:rPr lang="en-US" sz="900" dirty="0">
                          <a:solidFill>
                            <a:schemeClr val="tx1"/>
                          </a:solidFill>
                          <a:effectLst/>
                        </a:rPr>
                        <a:t>One SDFC offer with price if not on full fare or bundle 2 and one SDS offer without price depending on the eligibility. Per rule 640: </a:t>
                      </a:r>
                      <a:r>
                        <a:rPr lang="en-US" sz="700" dirty="0">
                          <a:solidFill>
                            <a:schemeClr val="tx1"/>
                          </a:solidFill>
                          <a:effectLst/>
                          <a:highlight>
                            <a:srgbClr val="FFFFFF"/>
                          </a:highlight>
                        </a:rPr>
                        <a:t>Elite Passengers are eligible for both AS and SDFC offers at the same time and are exempt from AS fees</a:t>
                      </a:r>
                      <a:r>
                        <a:rPr lang="en-US" sz="700" dirty="0">
                          <a:solidFill>
                            <a:schemeClr val="tx1"/>
                          </a:solidFill>
                          <a:effectLst/>
                        </a:rPr>
                        <a:t>. </a:t>
                      </a:r>
                      <a:r>
                        <a:rPr lang="en-US" sz="1050" dirty="0">
                          <a:solidFill>
                            <a:schemeClr val="tx1"/>
                          </a:solidFill>
                          <a:effectLst/>
                        </a:rPr>
                        <a:t>The response should include SDFC offers (if available) and the Alternate Standby offer for $0.  It would not include SDS offers. If both SDFC and AS are offered, the same flights could be in both.</a:t>
                      </a:r>
                      <a:endParaRPr lang="en-US" sz="900" dirty="0">
                        <a:solidFill>
                          <a:schemeClr val="tx1"/>
                        </a:solidFill>
                        <a:effectLst/>
                        <a:latin typeface="Calibri"/>
                        <a:ea typeface="Calibri"/>
                        <a:cs typeface="Times New Roman"/>
                      </a:endParaRPr>
                    </a:p>
                  </a:txBody>
                  <a:tcPr marL="64500" marR="64500" marT="0" marB="0"/>
                </a:tc>
                <a:tc>
                  <a:txBody>
                    <a:bodyPr/>
                    <a:lstStyle/>
                    <a:p>
                      <a:pPr marL="0" marR="0">
                        <a:spcBef>
                          <a:spcPts val="0"/>
                        </a:spcBef>
                        <a:spcAft>
                          <a:spcPts val="0"/>
                        </a:spcAft>
                      </a:pPr>
                      <a:r>
                        <a:rPr lang="en-US" sz="900" dirty="0">
                          <a:solidFill>
                            <a:schemeClr val="tx1"/>
                          </a:solidFill>
                          <a:effectLst/>
                        </a:rPr>
                        <a:t>One SDFC offer as expected and two SDS offers with RFISC codes “091” and “AS0” (both without price) A defect will be logged for this. Estimated fix will depend on priority factoring in not just SDFC, but other product releases.</a:t>
                      </a:r>
                      <a:endParaRPr lang="en-US" sz="900" dirty="0">
                        <a:solidFill>
                          <a:schemeClr val="tx1"/>
                        </a:solidFill>
                        <a:effectLst/>
                        <a:latin typeface="Calibri"/>
                        <a:ea typeface="Calibri"/>
                        <a:cs typeface="Times New Roman"/>
                      </a:endParaRPr>
                    </a:p>
                  </a:txBody>
                  <a:tcPr marL="64500" marR="64500" marT="0" marB="0"/>
                </a:tc>
              </a:tr>
              <a:tr h="2528552">
                <a:tc>
                  <a:txBody>
                    <a:bodyPr/>
                    <a:lstStyle/>
                    <a:p>
                      <a:pPr marL="0" marR="0">
                        <a:spcBef>
                          <a:spcPts val="0"/>
                        </a:spcBef>
                        <a:spcAft>
                          <a:spcPts val="0"/>
                        </a:spcAft>
                      </a:pPr>
                      <a:r>
                        <a:rPr lang="en-US" sz="900" dirty="0">
                          <a:solidFill>
                            <a:schemeClr val="tx1"/>
                          </a:solidFill>
                          <a:effectLst/>
                        </a:rPr>
                        <a:t>Elite multi segment</a:t>
                      </a:r>
                      <a:endParaRPr lang="en-US" sz="900" dirty="0">
                        <a:solidFill>
                          <a:schemeClr val="tx1"/>
                        </a:solidFill>
                        <a:effectLst/>
                        <a:latin typeface="Calibri"/>
                        <a:ea typeface="Calibri"/>
                        <a:cs typeface="Times New Roman"/>
                      </a:endParaRPr>
                    </a:p>
                  </a:txBody>
                  <a:tcPr marL="64500" marR="64500" marT="0" marB="0"/>
                </a:tc>
                <a:tc>
                  <a:txBody>
                    <a:bodyPr/>
                    <a:lstStyle/>
                    <a:p>
                      <a:pPr marL="0" marR="0">
                        <a:spcBef>
                          <a:spcPts val="0"/>
                        </a:spcBef>
                        <a:spcAft>
                          <a:spcPts val="0"/>
                        </a:spcAft>
                      </a:pPr>
                      <a:r>
                        <a:rPr lang="en-US" sz="900" dirty="0">
                          <a:solidFill>
                            <a:schemeClr val="tx1"/>
                          </a:solidFill>
                          <a:effectLst/>
                        </a:rPr>
                        <a:t>One SDFC offer with price if not on full fare or bundle 2 and one SDS offer without price in paired format depending on the eligibility Same comment as above.</a:t>
                      </a:r>
                      <a:endParaRPr lang="en-US" sz="900" dirty="0">
                        <a:solidFill>
                          <a:schemeClr val="tx1"/>
                        </a:solidFill>
                        <a:effectLst/>
                        <a:latin typeface="Calibri"/>
                        <a:ea typeface="Calibri"/>
                        <a:cs typeface="Times New Roman"/>
                      </a:endParaRPr>
                    </a:p>
                  </a:txBody>
                  <a:tcPr marL="64500" marR="64500" marT="0" marB="0"/>
                </a:tc>
                <a:tc>
                  <a:txBody>
                    <a:bodyPr/>
                    <a:lstStyle/>
                    <a:p>
                      <a:pPr marL="0" marR="0">
                        <a:spcBef>
                          <a:spcPts val="0"/>
                        </a:spcBef>
                        <a:spcAft>
                          <a:spcPts val="0"/>
                        </a:spcAft>
                      </a:pPr>
                      <a:r>
                        <a:rPr lang="en-US" sz="900" dirty="0">
                          <a:solidFill>
                            <a:schemeClr val="tx1"/>
                          </a:solidFill>
                          <a:effectLst/>
                        </a:rPr>
                        <a:t>One SDFC offer as expected and three SDS offers(for two segment PNR) as below.</a:t>
                      </a:r>
                    </a:p>
                    <a:p>
                      <a:pPr marL="457200" marR="0" indent="-228600">
                        <a:spcBef>
                          <a:spcPts val="0"/>
                        </a:spcBef>
                        <a:spcAft>
                          <a:spcPts val="0"/>
                        </a:spcAft>
                      </a:pPr>
                      <a:r>
                        <a:rPr lang="en-US" sz="900" dirty="0">
                          <a:solidFill>
                            <a:schemeClr val="tx1"/>
                          </a:solidFill>
                          <a:effectLst/>
                        </a:rPr>
                        <a:t>1.</a:t>
                      </a:r>
                      <a:r>
                        <a:rPr lang="en-US" sz="600" dirty="0">
                          <a:solidFill>
                            <a:schemeClr val="tx1"/>
                          </a:solidFill>
                          <a:effectLst/>
                        </a:rPr>
                        <a:t>       </a:t>
                      </a:r>
                      <a:r>
                        <a:rPr lang="en-US" sz="900" dirty="0">
                          <a:solidFill>
                            <a:schemeClr val="tx1"/>
                          </a:solidFill>
                          <a:effectLst/>
                        </a:rPr>
                        <a:t>One with RFISC “091” without price and segments in paired format Defect – should not be in the response.</a:t>
                      </a:r>
                    </a:p>
                    <a:p>
                      <a:pPr marL="457200" marR="0" indent="-228600">
                        <a:spcBef>
                          <a:spcPts val="0"/>
                        </a:spcBef>
                        <a:spcAft>
                          <a:spcPts val="0"/>
                        </a:spcAft>
                      </a:pPr>
                      <a:r>
                        <a:rPr lang="en-US" sz="900" dirty="0">
                          <a:solidFill>
                            <a:schemeClr val="tx1"/>
                          </a:solidFill>
                          <a:effectLst/>
                        </a:rPr>
                        <a:t>2.</a:t>
                      </a:r>
                      <a:r>
                        <a:rPr lang="en-US" sz="600" dirty="0">
                          <a:solidFill>
                            <a:schemeClr val="tx1"/>
                          </a:solidFill>
                          <a:effectLst/>
                        </a:rPr>
                        <a:t>       </a:t>
                      </a:r>
                      <a:r>
                        <a:rPr lang="en-US" sz="900" dirty="0">
                          <a:solidFill>
                            <a:schemeClr val="tx1"/>
                          </a:solidFill>
                          <a:effectLst/>
                        </a:rPr>
                        <a:t>One with RFISC “AS0” without price and flights for first segment only.</a:t>
                      </a:r>
                    </a:p>
                    <a:p>
                      <a:pPr marL="457200" marR="0" indent="-228600">
                        <a:spcBef>
                          <a:spcPts val="0"/>
                        </a:spcBef>
                        <a:spcAft>
                          <a:spcPts val="0"/>
                        </a:spcAft>
                      </a:pPr>
                      <a:r>
                        <a:rPr lang="en-US" sz="900" dirty="0">
                          <a:solidFill>
                            <a:schemeClr val="tx1"/>
                          </a:solidFill>
                          <a:effectLst/>
                        </a:rPr>
                        <a:t>3.</a:t>
                      </a:r>
                      <a:r>
                        <a:rPr lang="en-US" sz="600" dirty="0">
                          <a:solidFill>
                            <a:schemeClr val="tx1"/>
                          </a:solidFill>
                          <a:effectLst/>
                        </a:rPr>
                        <a:t>       </a:t>
                      </a:r>
                      <a:r>
                        <a:rPr lang="en-US" sz="900" dirty="0">
                          <a:solidFill>
                            <a:schemeClr val="tx1"/>
                          </a:solidFill>
                          <a:effectLst/>
                        </a:rPr>
                        <a:t> One with RFISC “AS0” without price and flights for second segment only.</a:t>
                      </a:r>
                    </a:p>
                    <a:p>
                      <a:pPr marL="0" marR="0">
                        <a:spcBef>
                          <a:spcPts val="0"/>
                        </a:spcBef>
                        <a:spcAft>
                          <a:spcPts val="0"/>
                        </a:spcAft>
                      </a:pPr>
                      <a:r>
                        <a:rPr lang="en-US" sz="900" dirty="0">
                          <a:solidFill>
                            <a:schemeClr val="tx1"/>
                          </a:solidFill>
                          <a:effectLst/>
                        </a:rPr>
                        <a:t>I would need to see the PNR to determine if this should be considered 1 or 2 slices/O&amp;D. </a:t>
                      </a:r>
                      <a:endParaRPr lang="en-US" sz="900" dirty="0">
                        <a:solidFill>
                          <a:schemeClr val="tx1"/>
                        </a:solidFill>
                        <a:effectLst/>
                        <a:latin typeface="Calibri"/>
                        <a:ea typeface="Calibri"/>
                        <a:cs typeface="Times New Roman"/>
                      </a:endParaRPr>
                    </a:p>
                  </a:txBody>
                  <a:tcPr marL="64500" marR="64500" marT="0" marB="0"/>
                </a:tc>
              </a:tr>
            </a:tbl>
          </a:graphicData>
        </a:graphic>
      </p:graphicFrame>
    </p:spTree>
    <p:extLst>
      <p:ext uri="{BB962C8B-B14F-4D97-AF65-F5344CB8AC3E}">
        <p14:creationId xmlns:p14="http://schemas.microsoft.com/office/powerpoint/2010/main" val="162659517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Change Management</a:t>
            </a:r>
            <a:endParaRPr lang="en-US" dirty="0"/>
          </a:p>
        </p:txBody>
      </p:sp>
      <p:sp>
        <p:nvSpPr>
          <p:cNvPr id="3" name="Footer Placeholder 2"/>
          <p:cNvSpPr>
            <a:spLocks noGrp="1"/>
          </p:cNvSpPr>
          <p:nvPr>
            <p:ph type="ftr" sz="quarter" idx="11"/>
          </p:nvPr>
        </p:nvSpPr>
        <p:spPr/>
        <p:txBody>
          <a:bodyPr/>
          <a:lstStyle/>
          <a:p>
            <a:r>
              <a:rPr lang="en-US" smtClean="0"/>
              <a:t>Release [N] v[x.x]</a:t>
            </a:r>
            <a:endParaRPr lang="en-US"/>
          </a:p>
        </p:txBody>
      </p:sp>
      <p:sp>
        <p:nvSpPr>
          <p:cNvPr id="4" name="Slide Number Placeholder 3"/>
          <p:cNvSpPr>
            <a:spLocks noGrp="1"/>
          </p:cNvSpPr>
          <p:nvPr>
            <p:ph type="sldNum" sz="quarter" idx="12"/>
          </p:nvPr>
        </p:nvSpPr>
        <p:spPr/>
        <p:txBody>
          <a:bodyPr/>
          <a:lstStyle/>
          <a:p>
            <a:pPr fontAlgn="base">
              <a:spcBef>
                <a:spcPct val="0"/>
              </a:spcBef>
              <a:spcAft>
                <a:spcPct val="0"/>
              </a:spcAft>
            </a:pPr>
            <a:fld id="{9E3C471D-FB94-43E4-8DFD-966A05A84658}" type="slidenum">
              <a:rPr lang="en-US" smtClean="0">
                <a:solidFill>
                  <a:srgbClr val="7F7F7F"/>
                </a:solidFill>
              </a:rPr>
              <a:pPr fontAlgn="base">
                <a:spcBef>
                  <a:spcPct val="0"/>
                </a:spcBef>
                <a:spcAft>
                  <a:spcPct val="0"/>
                </a:spcAft>
              </a:pPr>
              <a:t>15</a:t>
            </a:fld>
            <a:endParaRPr lang="en-US" dirty="0">
              <a:solidFill>
                <a:srgbClr val="7F7F7F"/>
              </a:solidFill>
            </a:endParaRPr>
          </a:p>
        </p:txBody>
      </p:sp>
      <p:graphicFrame>
        <p:nvGraphicFramePr>
          <p:cNvPr id="6" name="Table 5"/>
          <p:cNvGraphicFramePr>
            <a:graphicFrameLocks noGrp="1"/>
          </p:cNvGraphicFramePr>
          <p:nvPr/>
        </p:nvGraphicFramePr>
        <p:xfrm>
          <a:off x="457200" y="1397000"/>
          <a:ext cx="8229600" cy="3708400"/>
        </p:xfrm>
        <a:graphic>
          <a:graphicData uri="http://schemas.openxmlformats.org/drawingml/2006/table">
            <a:tbl>
              <a:tblPr firstRow="1" bandRow="1">
                <a:tableStyleId>{00A15C55-8517-42AA-B614-E9B94910E393}</a:tableStyleId>
              </a:tblPr>
              <a:tblGrid>
                <a:gridCol w="2743200"/>
                <a:gridCol w="2743200"/>
                <a:gridCol w="2743200"/>
              </a:tblGrid>
              <a:tr h="370840">
                <a:tc>
                  <a:txBody>
                    <a:bodyPr/>
                    <a:lstStyle/>
                    <a:p>
                      <a:r>
                        <a:rPr lang="en-US" dirty="0" smtClean="0"/>
                        <a:t>Change Request</a:t>
                      </a:r>
                      <a:endParaRPr lang="en-US" dirty="0"/>
                    </a:p>
                  </a:txBody>
                  <a:tcPr/>
                </a:tc>
                <a:tc>
                  <a:txBody>
                    <a:bodyPr/>
                    <a:lstStyle/>
                    <a:p>
                      <a:r>
                        <a:rPr lang="en-US" dirty="0" smtClean="0"/>
                        <a:t>Status</a:t>
                      </a:r>
                      <a:endParaRPr lang="en-US" dirty="0"/>
                    </a:p>
                  </a:txBody>
                  <a:tcPr/>
                </a:tc>
                <a:tc>
                  <a:txBody>
                    <a:bodyPr/>
                    <a:lstStyle/>
                    <a:p>
                      <a:r>
                        <a:rPr lang="en-US" dirty="0" smtClean="0"/>
                        <a:t>Notes</a:t>
                      </a:r>
                      <a:endParaRPr lang="en-US" dirty="0"/>
                    </a:p>
                  </a:txBody>
                  <a:tcPr/>
                </a:tc>
              </a:tr>
              <a:tr h="370840">
                <a:tc>
                  <a:txBody>
                    <a:bodyPr/>
                    <a:lstStyle/>
                    <a:p>
                      <a:r>
                        <a:rPr lang="en-US" dirty="0" smtClean="0"/>
                        <a:t>[change]</a:t>
                      </a:r>
                      <a:endParaRPr lang="en-US" dirty="0"/>
                    </a:p>
                  </a:txBody>
                  <a:tcPr/>
                </a:tc>
                <a:tc>
                  <a:txBody>
                    <a:bodyPr/>
                    <a:lstStyle/>
                    <a:p>
                      <a:r>
                        <a:rPr lang="en-US" dirty="0" smtClean="0"/>
                        <a:t>[status]</a:t>
                      </a:r>
                      <a:endParaRPr lang="en-US" dirty="0"/>
                    </a:p>
                  </a:txBody>
                  <a:tcPr/>
                </a:tc>
                <a:tc>
                  <a:txBody>
                    <a:bodyPr/>
                    <a:lstStyle/>
                    <a:p>
                      <a:r>
                        <a:rPr lang="en-US" dirty="0" smtClean="0"/>
                        <a:t>[notes]</a:t>
                      </a:r>
                      <a:endParaRPr lang="en-US" dirty="0"/>
                    </a:p>
                  </a:txBody>
                  <a:tcPr/>
                </a:tc>
              </a:tr>
              <a:tr h="370840">
                <a:tc>
                  <a:txBody>
                    <a:bodyPr/>
                    <a:lstStyle/>
                    <a:p>
                      <a:r>
                        <a:rPr lang="en-US" dirty="0" smtClean="0"/>
                        <a:t>[…]</a:t>
                      </a:r>
                      <a:endParaRPr lang="en-US" dirty="0"/>
                    </a:p>
                  </a:txBody>
                  <a:tcPr/>
                </a:tc>
                <a:tc>
                  <a:txBody>
                    <a:bodyPr/>
                    <a:lstStyle/>
                    <a:p>
                      <a:endParaRPr lang="en-US" dirty="0"/>
                    </a:p>
                  </a:txBody>
                  <a:tcPr/>
                </a:tc>
                <a:tc>
                  <a:txBody>
                    <a:bodyPr/>
                    <a:lstStyle/>
                    <a:p>
                      <a:endParaRPr lang="en-US" dirty="0"/>
                    </a:p>
                  </a:txBody>
                  <a:tcPr/>
                </a:tc>
              </a:tr>
              <a:tr h="370840">
                <a:tc>
                  <a:txBody>
                    <a:bodyPr/>
                    <a:lstStyle/>
                    <a:p>
                      <a:endParaRPr lang="en-US" dirty="0"/>
                    </a:p>
                  </a:txBody>
                  <a:tcPr/>
                </a:tc>
                <a:tc>
                  <a:txBody>
                    <a:bodyPr/>
                    <a:lstStyle/>
                    <a:p>
                      <a:endParaRPr lang="en-US" dirty="0"/>
                    </a:p>
                  </a:txBody>
                  <a:tcPr/>
                </a:tc>
                <a:tc>
                  <a:txBody>
                    <a:bodyPr/>
                    <a:lstStyle/>
                    <a:p>
                      <a:endParaRPr lang="en-US" dirty="0"/>
                    </a:p>
                  </a:txBody>
                  <a:tcPr/>
                </a:tc>
              </a:tr>
              <a:tr h="370840">
                <a:tc>
                  <a:txBody>
                    <a:bodyPr/>
                    <a:lstStyle/>
                    <a:p>
                      <a:endParaRPr lang="en-US" dirty="0"/>
                    </a:p>
                  </a:txBody>
                  <a:tcPr/>
                </a:tc>
                <a:tc>
                  <a:txBody>
                    <a:bodyPr/>
                    <a:lstStyle/>
                    <a:p>
                      <a:endParaRPr lang="en-US" dirty="0"/>
                    </a:p>
                  </a:txBody>
                  <a:tcPr/>
                </a:tc>
                <a:tc>
                  <a:txBody>
                    <a:bodyPr/>
                    <a:lstStyle/>
                    <a:p>
                      <a:endParaRPr lang="en-US" dirty="0"/>
                    </a:p>
                  </a:txBody>
                  <a:tcPr/>
                </a:tc>
              </a:tr>
              <a:tr h="370840">
                <a:tc>
                  <a:txBody>
                    <a:bodyPr/>
                    <a:lstStyle/>
                    <a:p>
                      <a:endParaRPr lang="en-US" dirty="0"/>
                    </a:p>
                  </a:txBody>
                  <a:tcPr/>
                </a:tc>
                <a:tc>
                  <a:txBody>
                    <a:bodyPr/>
                    <a:lstStyle/>
                    <a:p>
                      <a:endParaRPr lang="en-US" dirty="0"/>
                    </a:p>
                  </a:txBody>
                  <a:tcPr/>
                </a:tc>
                <a:tc>
                  <a:txBody>
                    <a:bodyPr/>
                    <a:lstStyle/>
                    <a:p>
                      <a:endParaRPr lang="en-US" dirty="0"/>
                    </a:p>
                  </a:txBody>
                  <a:tcPr/>
                </a:tc>
              </a:tr>
              <a:tr h="370840">
                <a:tc>
                  <a:txBody>
                    <a:bodyPr/>
                    <a:lstStyle/>
                    <a:p>
                      <a:endParaRPr lang="en-US" dirty="0"/>
                    </a:p>
                  </a:txBody>
                  <a:tcPr/>
                </a:tc>
                <a:tc>
                  <a:txBody>
                    <a:bodyPr/>
                    <a:lstStyle/>
                    <a:p>
                      <a:endParaRPr lang="en-US" dirty="0"/>
                    </a:p>
                  </a:txBody>
                  <a:tcPr/>
                </a:tc>
                <a:tc>
                  <a:txBody>
                    <a:bodyPr/>
                    <a:lstStyle/>
                    <a:p>
                      <a:endParaRPr lang="en-US" dirty="0"/>
                    </a:p>
                  </a:txBody>
                  <a:tcPr/>
                </a:tc>
              </a:tr>
              <a:tr h="370840">
                <a:tc>
                  <a:txBody>
                    <a:bodyPr/>
                    <a:lstStyle/>
                    <a:p>
                      <a:endParaRPr lang="en-US" dirty="0"/>
                    </a:p>
                  </a:txBody>
                  <a:tcPr/>
                </a:tc>
                <a:tc>
                  <a:txBody>
                    <a:bodyPr/>
                    <a:lstStyle/>
                    <a:p>
                      <a:endParaRPr lang="en-US" dirty="0"/>
                    </a:p>
                  </a:txBody>
                  <a:tcPr/>
                </a:tc>
                <a:tc>
                  <a:txBody>
                    <a:bodyPr/>
                    <a:lstStyle/>
                    <a:p>
                      <a:endParaRPr lang="en-US" dirty="0"/>
                    </a:p>
                  </a:txBody>
                  <a:tcPr/>
                </a:tc>
              </a:tr>
              <a:tr h="370840">
                <a:tc>
                  <a:txBody>
                    <a:bodyPr/>
                    <a:lstStyle/>
                    <a:p>
                      <a:endParaRPr lang="en-US" dirty="0"/>
                    </a:p>
                  </a:txBody>
                  <a:tcPr/>
                </a:tc>
                <a:tc>
                  <a:txBody>
                    <a:bodyPr/>
                    <a:lstStyle/>
                    <a:p>
                      <a:endParaRPr lang="en-US" dirty="0"/>
                    </a:p>
                  </a:txBody>
                  <a:tcPr/>
                </a:tc>
                <a:tc>
                  <a:txBody>
                    <a:bodyPr/>
                    <a:lstStyle/>
                    <a:p>
                      <a:endParaRPr lang="en-US" dirty="0"/>
                    </a:p>
                  </a:txBody>
                  <a:tcPr/>
                </a:tc>
              </a:tr>
              <a:tr h="370840">
                <a:tc>
                  <a:txBody>
                    <a:bodyPr/>
                    <a:lstStyle/>
                    <a:p>
                      <a:endParaRPr lang="en-US" dirty="0"/>
                    </a:p>
                  </a:txBody>
                  <a:tcPr/>
                </a:tc>
                <a:tc>
                  <a:txBody>
                    <a:bodyPr/>
                    <a:lstStyle/>
                    <a:p>
                      <a:endParaRPr lang="en-US" dirty="0"/>
                    </a:p>
                  </a:txBody>
                  <a:tcPr/>
                </a:tc>
                <a:tc>
                  <a:txBody>
                    <a:bodyPr/>
                    <a:lstStyle/>
                    <a:p>
                      <a:endParaRPr lang="en-US" dirty="0"/>
                    </a:p>
                  </a:txBody>
                  <a:tcPr/>
                </a:tc>
              </a:tr>
            </a:tbl>
          </a:graphicData>
        </a:graphic>
      </p:graphicFrame>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Governance and Escalation</a:t>
            </a:r>
            <a:endParaRPr lang="en-US" dirty="0"/>
          </a:p>
        </p:txBody>
      </p:sp>
      <p:sp>
        <p:nvSpPr>
          <p:cNvPr id="3" name="Footer Placeholder 2"/>
          <p:cNvSpPr>
            <a:spLocks noGrp="1"/>
          </p:cNvSpPr>
          <p:nvPr>
            <p:ph type="ftr" sz="quarter" idx="11"/>
          </p:nvPr>
        </p:nvSpPr>
        <p:spPr/>
        <p:txBody>
          <a:bodyPr/>
          <a:lstStyle/>
          <a:p>
            <a:r>
              <a:rPr lang="en-US" smtClean="0"/>
              <a:t>Release [N] v[x.x]</a:t>
            </a:r>
            <a:endParaRPr lang="en-US"/>
          </a:p>
        </p:txBody>
      </p:sp>
      <p:sp>
        <p:nvSpPr>
          <p:cNvPr id="4" name="Slide Number Placeholder 3"/>
          <p:cNvSpPr>
            <a:spLocks noGrp="1"/>
          </p:cNvSpPr>
          <p:nvPr>
            <p:ph type="sldNum" sz="quarter" idx="12"/>
          </p:nvPr>
        </p:nvSpPr>
        <p:spPr/>
        <p:txBody>
          <a:bodyPr/>
          <a:lstStyle/>
          <a:p>
            <a:pPr fontAlgn="base">
              <a:spcBef>
                <a:spcPct val="0"/>
              </a:spcBef>
              <a:spcAft>
                <a:spcPct val="0"/>
              </a:spcAft>
            </a:pPr>
            <a:fld id="{9E3C471D-FB94-43E4-8DFD-966A05A84658}" type="slidenum">
              <a:rPr lang="en-US" smtClean="0">
                <a:solidFill>
                  <a:srgbClr val="7F7F7F"/>
                </a:solidFill>
              </a:rPr>
              <a:pPr fontAlgn="base">
                <a:spcBef>
                  <a:spcPct val="0"/>
                </a:spcBef>
                <a:spcAft>
                  <a:spcPct val="0"/>
                </a:spcAft>
              </a:pPr>
              <a:t>16</a:t>
            </a:fld>
            <a:endParaRPr lang="en-US" dirty="0">
              <a:solidFill>
                <a:srgbClr val="7F7F7F"/>
              </a:solidFill>
            </a:endParaRPr>
          </a:p>
        </p:txBody>
      </p:sp>
      <p:sp>
        <p:nvSpPr>
          <p:cNvPr id="5" name="Content Placeholder 4"/>
          <p:cNvSpPr>
            <a:spLocks noGrp="1"/>
          </p:cNvSpPr>
          <p:nvPr>
            <p:ph sz="quarter" idx="15"/>
          </p:nvPr>
        </p:nvSpPr>
        <p:spPr/>
        <p:txBody>
          <a:bodyPr/>
          <a:lstStyle/>
          <a:p>
            <a:r>
              <a:rPr lang="en-US" dirty="0" smtClean="0"/>
              <a:t>Project Decisions</a:t>
            </a:r>
          </a:p>
          <a:p>
            <a:endParaRPr lang="en-US" dirty="0" smtClean="0"/>
          </a:p>
          <a:p>
            <a:endParaRPr lang="en-US" dirty="0" smtClean="0"/>
          </a:p>
          <a:p>
            <a:endParaRPr lang="en-US" dirty="0" smtClean="0"/>
          </a:p>
          <a:p>
            <a:endParaRPr lang="en-US" dirty="0" smtClean="0"/>
          </a:p>
          <a:p>
            <a:endParaRPr lang="en-US" dirty="0" smtClean="0"/>
          </a:p>
          <a:p>
            <a:endParaRPr lang="en-US" dirty="0" smtClean="0"/>
          </a:p>
          <a:p>
            <a:endParaRPr lang="en-US" dirty="0" smtClean="0"/>
          </a:p>
          <a:p>
            <a:r>
              <a:rPr lang="en-US" dirty="0" smtClean="0"/>
              <a:t>Product Decisions</a:t>
            </a:r>
            <a:endParaRPr lang="en-US" dirty="0"/>
          </a:p>
        </p:txBody>
      </p:sp>
      <p:graphicFrame>
        <p:nvGraphicFramePr>
          <p:cNvPr id="6" name="Table 5"/>
          <p:cNvGraphicFramePr>
            <a:graphicFrameLocks noGrp="1"/>
          </p:cNvGraphicFramePr>
          <p:nvPr>
            <p:extLst>
              <p:ext uri="{D42A27DB-BD31-4B8C-83A1-F6EECF244321}">
                <p14:modId xmlns:p14="http://schemas.microsoft.com/office/powerpoint/2010/main" val="3170383167"/>
              </p:ext>
            </p:extLst>
          </p:nvPr>
        </p:nvGraphicFramePr>
        <p:xfrm>
          <a:off x="457200" y="1524000"/>
          <a:ext cx="8153400" cy="2026920"/>
        </p:xfrm>
        <a:graphic>
          <a:graphicData uri="http://schemas.openxmlformats.org/drawingml/2006/table">
            <a:tbl>
              <a:tblPr firstRow="1" bandRow="1">
                <a:tableStyleId>{00A15C55-8517-42AA-B614-E9B94910E393}</a:tableStyleId>
              </a:tblPr>
              <a:tblGrid>
                <a:gridCol w="2038350"/>
                <a:gridCol w="1162050"/>
                <a:gridCol w="2286000"/>
                <a:gridCol w="2667000"/>
              </a:tblGrid>
              <a:tr h="370840">
                <a:tc>
                  <a:txBody>
                    <a:bodyPr/>
                    <a:lstStyle/>
                    <a:p>
                      <a:r>
                        <a:rPr lang="en-US" dirty="0" smtClean="0"/>
                        <a:t>Escalation Level</a:t>
                      </a:r>
                      <a:endParaRPr lang="en-US" dirty="0"/>
                    </a:p>
                  </a:txBody>
                  <a:tcPr/>
                </a:tc>
                <a:tc>
                  <a:txBody>
                    <a:bodyPr/>
                    <a:lstStyle/>
                    <a:p>
                      <a:r>
                        <a:rPr lang="en-US" dirty="0" smtClean="0"/>
                        <a:t>Time</a:t>
                      </a:r>
                      <a:endParaRPr lang="en-US" dirty="0"/>
                    </a:p>
                  </a:txBody>
                  <a:tcPr/>
                </a:tc>
                <a:tc>
                  <a:txBody>
                    <a:bodyPr/>
                    <a:lstStyle/>
                    <a:p>
                      <a:r>
                        <a:rPr lang="en-US" dirty="0" smtClean="0"/>
                        <a:t>Names</a:t>
                      </a:r>
                      <a:endParaRPr lang="en-US" dirty="0"/>
                    </a:p>
                  </a:txBody>
                  <a:tcPr/>
                </a:tc>
                <a:tc>
                  <a:txBody>
                    <a:bodyPr/>
                    <a:lstStyle/>
                    <a:p>
                      <a:r>
                        <a:rPr lang="en-US" dirty="0" smtClean="0"/>
                        <a:t>Role</a:t>
                      </a:r>
                      <a:endParaRPr lang="en-US" dirty="0"/>
                    </a:p>
                  </a:txBody>
                  <a:tcPr/>
                </a:tc>
              </a:tr>
              <a:tr h="370840">
                <a:tc>
                  <a:txBody>
                    <a:bodyPr/>
                    <a:lstStyle/>
                    <a:p>
                      <a:r>
                        <a:rPr lang="en-US" dirty="0" smtClean="0"/>
                        <a:t>Level</a:t>
                      </a:r>
                      <a:r>
                        <a:rPr lang="en-US" baseline="0" dirty="0" smtClean="0"/>
                        <a:t> One</a:t>
                      </a:r>
                      <a:endParaRPr lang="en-US" dirty="0"/>
                    </a:p>
                  </a:txBody>
                  <a:tcPr/>
                </a:tc>
                <a:tc>
                  <a:txBody>
                    <a:bodyPr/>
                    <a:lstStyle/>
                    <a:p>
                      <a:r>
                        <a:rPr lang="en-US" dirty="0" smtClean="0"/>
                        <a:t>1 day</a:t>
                      </a:r>
                      <a:endParaRPr lang="en-US" dirty="0"/>
                    </a:p>
                  </a:txBody>
                  <a:tcPr/>
                </a:tc>
                <a:tc>
                  <a:txBody>
                    <a:bodyPr/>
                    <a:lstStyle/>
                    <a:p>
                      <a:r>
                        <a:rPr lang="en-US" dirty="0" smtClean="0"/>
                        <a:t>Wajahath Quraishi</a:t>
                      </a:r>
                      <a:endParaRPr lang="en-US" dirty="0"/>
                    </a:p>
                  </a:txBody>
                  <a:tcPr/>
                </a:tc>
                <a:tc>
                  <a:txBody>
                    <a:bodyPr/>
                    <a:lstStyle/>
                    <a:p>
                      <a:r>
                        <a:rPr lang="en-US" dirty="0" smtClean="0"/>
                        <a:t>Agile Project Lead</a:t>
                      </a:r>
                      <a:endParaRPr lang="en-US" dirty="0"/>
                    </a:p>
                  </a:txBody>
                  <a:tcPr/>
                </a:tc>
              </a:tr>
              <a:tr h="370840">
                <a:tc>
                  <a:txBody>
                    <a:bodyPr/>
                    <a:lstStyle/>
                    <a:p>
                      <a:r>
                        <a:rPr lang="en-US" dirty="0" smtClean="0"/>
                        <a:t>Level Two</a:t>
                      </a:r>
                      <a:endParaRPr lang="en-US" dirty="0"/>
                    </a:p>
                  </a:txBody>
                  <a:tcPr/>
                </a:tc>
                <a:tc>
                  <a:txBody>
                    <a:bodyPr/>
                    <a:lstStyle/>
                    <a:p>
                      <a:r>
                        <a:rPr lang="en-US" dirty="0" smtClean="0"/>
                        <a:t>2 days</a:t>
                      </a:r>
                      <a:endParaRPr lang="en-US" dirty="0"/>
                    </a:p>
                  </a:txBody>
                  <a:tcPr/>
                </a:tc>
                <a:tc>
                  <a:txBody>
                    <a:bodyPr/>
                    <a:lstStyle/>
                    <a:p>
                      <a:r>
                        <a:rPr lang="en-US" dirty="0" smtClean="0"/>
                        <a:t>Art </a:t>
                      </a:r>
                      <a:r>
                        <a:rPr lang="en-US" dirty="0" err="1" smtClean="0"/>
                        <a:t>Perra</a:t>
                      </a:r>
                      <a:endParaRPr lang="en-US" dirty="0"/>
                    </a:p>
                  </a:txBody>
                  <a:tcPr/>
                </a:tc>
                <a:tc>
                  <a:txBody>
                    <a:bodyPr/>
                    <a:lstStyle/>
                    <a:p>
                      <a:r>
                        <a:rPr lang="en-US" dirty="0" smtClean="0"/>
                        <a:t>Sr. Project Manager</a:t>
                      </a:r>
                      <a:endParaRPr lang="en-US" dirty="0"/>
                    </a:p>
                  </a:txBody>
                  <a:tcPr/>
                </a:tc>
              </a:tr>
              <a:tr h="370840">
                <a:tc>
                  <a:txBody>
                    <a:bodyPr/>
                    <a:lstStyle/>
                    <a:p>
                      <a:r>
                        <a:rPr lang="en-US" dirty="0" smtClean="0"/>
                        <a:t>Level Three – MD or Steering Committee</a:t>
                      </a:r>
                      <a:endParaRPr lang="en-US" dirty="0"/>
                    </a:p>
                  </a:txBody>
                  <a:tcPr/>
                </a:tc>
                <a:tc>
                  <a:txBody>
                    <a:bodyPr/>
                    <a:lstStyle/>
                    <a:p>
                      <a:r>
                        <a:rPr lang="en-US" dirty="0" smtClean="0"/>
                        <a:t>4 days</a:t>
                      </a:r>
                      <a:endParaRPr lang="en-US" dirty="0"/>
                    </a:p>
                  </a:txBody>
                  <a:tcPr/>
                </a:tc>
                <a:tc>
                  <a:txBody>
                    <a:bodyPr/>
                    <a:lstStyle/>
                    <a:p>
                      <a:r>
                        <a:rPr lang="en-US" dirty="0" smtClean="0"/>
                        <a:t>James Barker</a:t>
                      </a:r>
                      <a:endParaRPr lang="en-US" dirty="0"/>
                    </a:p>
                  </a:txBody>
                  <a:tcPr/>
                </a:tc>
                <a:tc>
                  <a:txBody>
                    <a:bodyPr/>
                    <a:lstStyle/>
                    <a:p>
                      <a:r>
                        <a:rPr lang="en-US" dirty="0" smtClean="0"/>
                        <a:t>Manager</a:t>
                      </a:r>
                      <a:r>
                        <a:rPr lang="en-US" baseline="0" dirty="0" smtClean="0"/>
                        <a:t> </a:t>
                      </a:r>
                      <a:endParaRPr lang="en-US" dirty="0"/>
                    </a:p>
                  </a:txBody>
                  <a:tcPr/>
                </a:tc>
              </a:tr>
            </a:tbl>
          </a:graphicData>
        </a:graphic>
      </p:graphicFrame>
      <p:graphicFrame>
        <p:nvGraphicFramePr>
          <p:cNvPr id="7" name="Table 6"/>
          <p:cNvGraphicFramePr>
            <a:graphicFrameLocks noGrp="1"/>
          </p:cNvGraphicFramePr>
          <p:nvPr>
            <p:extLst>
              <p:ext uri="{D42A27DB-BD31-4B8C-83A1-F6EECF244321}">
                <p14:modId xmlns:p14="http://schemas.microsoft.com/office/powerpoint/2010/main" val="3820299182"/>
              </p:ext>
            </p:extLst>
          </p:nvPr>
        </p:nvGraphicFramePr>
        <p:xfrm>
          <a:off x="457200" y="3992880"/>
          <a:ext cx="8153400" cy="2026920"/>
        </p:xfrm>
        <a:graphic>
          <a:graphicData uri="http://schemas.openxmlformats.org/drawingml/2006/table">
            <a:tbl>
              <a:tblPr firstRow="1" bandRow="1">
                <a:tableStyleId>{00A15C55-8517-42AA-B614-E9B94910E393}</a:tableStyleId>
              </a:tblPr>
              <a:tblGrid>
                <a:gridCol w="2038350"/>
                <a:gridCol w="1162050"/>
                <a:gridCol w="2286000"/>
                <a:gridCol w="2667000"/>
              </a:tblGrid>
              <a:tr h="370840">
                <a:tc>
                  <a:txBody>
                    <a:bodyPr/>
                    <a:lstStyle/>
                    <a:p>
                      <a:r>
                        <a:rPr lang="en-US" dirty="0" smtClean="0"/>
                        <a:t>Escalation Level</a:t>
                      </a:r>
                      <a:endParaRPr lang="en-US" dirty="0"/>
                    </a:p>
                  </a:txBody>
                  <a:tcPr/>
                </a:tc>
                <a:tc>
                  <a:txBody>
                    <a:bodyPr/>
                    <a:lstStyle/>
                    <a:p>
                      <a:r>
                        <a:rPr lang="en-US" dirty="0" smtClean="0"/>
                        <a:t>Time</a:t>
                      </a:r>
                      <a:endParaRPr lang="en-US" dirty="0"/>
                    </a:p>
                  </a:txBody>
                  <a:tcPr/>
                </a:tc>
                <a:tc>
                  <a:txBody>
                    <a:bodyPr/>
                    <a:lstStyle/>
                    <a:p>
                      <a:r>
                        <a:rPr lang="en-US" dirty="0" smtClean="0"/>
                        <a:t>Names</a:t>
                      </a:r>
                      <a:endParaRPr lang="en-US" dirty="0"/>
                    </a:p>
                  </a:txBody>
                  <a:tcPr/>
                </a:tc>
                <a:tc>
                  <a:txBody>
                    <a:bodyPr/>
                    <a:lstStyle/>
                    <a:p>
                      <a:r>
                        <a:rPr lang="en-US" dirty="0" smtClean="0"/>
                        <a:t>Role</a:t>
                      </a:r>
                      <a:endParaRPr lang="en-US" dirty="0"/>
                    </a:p>
                  </a:txBody>
                  <a:tcPr/>
                </a:tc>
              </a:tr>
              <a:tr h="370840">
                <a:tc>
                  <a:txBody>
                    <a:bodyPr/>
                    <a:lstStyle/>
                    <a:p>
                      <a:r>
                        <a:rPr lang="en-US" dirty="0" smtClean="0"/>
                        <a:t>Level</a:t>
                      </a:r>
                      <a:r>
                        <a:rPr lang="en-US" baseline="0" dirty="0" smtClean="0"/>
                        <a:t> One</a:t>
                      </a:r>
                      <a:endParaRPr lang="en-US" dirty="0"/>
                    </a:p>
                  </a:txBody>
                  <a:tcPr/>
                </a:tc>
                <a:tc>
                  <a:txBody>
                    <a:bodyPr/>
                    <a:lstStyle/>
                    <a:p>
                      <a:r>
                        <a:rPr lang="en-US" baseline="0" dirty="0" smtClean="0"/>
                        <a:t>1 day</a:t>
                      </a:r>
                      <a:endParaRPr lang="en-US" dirty="0"/>
                    </a:p>
                  </a:txBody>
                  <a:tcPr/>
                </a:tc>
                <a:tc>
                  <a:txBody>
                    <a:bodyPr/>
                    <a:lstStyle/>
                    <a:p>
                      <a:r>
                        <a:rPr lang="en-US" dirty="0" smtClean="0"/>
                        <a:t>Jill Curry</a:t>
                      </a:r>
                      <a:endParaRPr lang="en-US" dirty="0"/>
                    </a:p>
                  </a:txBody>
                  <a:tcPr/>
                </a:tc>
                <a:tc>
                  <a:txBody>
                    <a:bodyPr/>
                    <a:lstStyle/>
                    <a:p>
                      <a:r>
                        <a:rPr lang="en-US" dirty="0" smtClean="0"/>
                        <a:t>Product Owner</a:t>
                      </a:r>
                      <a:endParaRPr lang="en-US" dirty="0"/>
                    </a:p>
                  </a:txBody>
                  <a:tcPr/>
                </a:tc>
              </a:tr>
              <a:tr h="370840">
                <a:tc>
                  <a:txBody>
                    <a:bodyPr/>
                    <a:lstStyle/>
                    <a:p>
                      <a:r>
                        <a:rPr lang="en-US" dirty="0" smtClean="0"/>
                        <a:t>Level Two</a:t>
                      </a:r>
                      <a:endParaRPr lang="en-US" dirty="0"/>
                    </a:p>
                  </a:txBody>
                  <a:tcPr/>
                </a:tc>
                <a:tc>
                  <a:txBody>
                    <a:bodyPr/>
                    <a:lstStyle/>
                    <a:p>
                      <a:r>
                        <a:rPr lang="en-US" dirty="0" smtClean="0"/>
                        <a:t>2 days</a:t>
                      </a:r>
                      <a:endParaRPr lang="en-US" dirty="0"/>
                    </a:p>
                  </a:txBody>
                  <a:tcPr/>
                </a:tc>
                <a:tc>
                  <a:txBody>
                    <a:bodyPr/>
                    <a:lstStyle/>
                    <a:p>
                      <a:r>
                        <a:rPr lang="en-US" dirty="0" err="1" smtClean="0"/>
                        <a:t>Micheal</a:t>
                      </a:r>
                      <a:r>
                        <a:rPr lang="en-US" dirty="0" smtClean="0"/>
                        <a:t> </a:t>
                      </a:r>
                      <a:r>
                        <a:rPr lang="en-US" sz="1800" kern="1200" dirty="0" err="1" smtClean="0">
                          <a:solidFill>
                            <a:schemeClr val="dk1"/>
                          </a:solidFill>
                          <a:effectLst/>
                          <a:latin typeface="+mn-lt"/>
                          <a:ea typeface="+mn-ea"/>
                          <a:cs typeface="+mn-cs"/>
                        </a:rPr>
                        <a:t>Bottaro</a:t>
                      </a:r>
                      <a:endParaRPr lang="en-US" dirty="0"/>
                    </a:p>
                  </a:txBody>
                  <a:tcPr/>
                </a:tc>
                <a:tc>
                  <a:txBody>
                    <a:bodyPr/>
                    <a:lstStyle/>
                    <a:p>
                      <a:r>
                        <a:rPr lang="en-US" dirty="0" smtClean="0"/>
                        <a:t>Manager</a:t>
                      </a:r>
                      <a:endParaRPr lang="en-US" dirty="0"/>
                    </a:p>
                  </a:txBody>
                  <a:tcPr/>
                </a:tc>
              </a:tr>
              <a:tr h="370840">
                <a:tc>
                  <a:txBody>
                    <a:bodyPr/>
                    <a:lstStyle/>
                    <a:p>
                      <a:r>
                        <a:rPr lang="en-US" dirty="0" smtClean="0"/>
                        <a:t>Level Three – MD or Steering</a:t>
                      </a:r>
                      <a:r>
                        <a:rPr lang="en-US" baseline="0" dirty="0" smtClean="0"/>
                        <a:t> Committee</a:t>
                      </a:r>
                      <a:endParaRPr lang="en-US" dirty="0"/>
                    </a:p>
                  </a:txBody>
                  <a:tcPr/>
                </a:tc>
                <a:tc>
                  <a:txBody>
                    <a:bodyPr/>
                    <a:lstStyle/>
                    <a:p>
                      <a:r>
                        <a:rPr lang="en-US" dirty="0" smtClean="0"/>
                        <a:t>4 Days</a:t>
                      </a:r>
                      <a:endParaRPr lang="en-US" dirty="0"/>
                    </a:p>
                  </a:txBody>
                  <a:tcPr/>
                </a:tc>
                <a:tc>
                  <a:txBody>
                    <a:bodyPr/>
                    <a:lstStyle/>
                    <a:p>
                      <a:r>
                        <a:rPr lang="en-US" dirty="0" smtClean="0"/>
                        <a:t>Paul</a:t>
                      </a:r>
                      <a:r>
                        <a:rPr lang="en-US" baseline="0" dirty="0" smtClean="0"/>
                        <a:t> </a:t>
                      </a:r>
                      <a:r>
                        <a:rPr lang="en-US" baseline="0" dirty="0" err="1" smtClean="0"/>
                        <a:t>Stumbo</a:t>
                      </a:r>
                      <a:endParaRPr lang="en-US" dirty="0"/>
                    </a:p>
                  </a:txBody>
                  <a:tcPr/>
                </a:tc>
                <a:tc>
                  <a:txBody>
                    <a:bodyPr/>
                    <a:lstStyle/>
                    <a:p>
                      <a:r>
                        <a:rPr lang="en-US" dirty="0" smtClean="0"/>
                        <a:t>MD</a:t>
                      </a:r>
                      <a:endParaRPr lang="en-US" dirty="0"/>
                    </a:p>
                  </a:txBody>
                  <a:tcPr/>
                </a:tc>
              </a:tr>
            </a:tbl>
          </a:graphicData>
        </a:graphic>
      </p:graphicFrame>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Communication Plan</a:t>
            </a:r>
            <a:endParaRPr lang="en-US" dirty="0"/>
          </a:p>
        </p:txBody>
      </p:sp>
      <p:sp>
        <p:nvSpPr>
          <p:cNvPr id="3" name="Footer Placeholder 2"/>
          <p:cNvSpPr>
            <a:spLocks noGrp="1"/>
          </p:cNvSpPr>
          <p:nvPr>
            <p:ph type="ftr" sz="quarter" idx="11"/>
          </p:nvPr>
        </p:nvSpPr>
        <p:spPr/>
        <p:txBody>
          <a:bodyPr/>
          <a:lstStyle/>
          <a:p>
            <a:r>
              <a:rPr lang="en-US" smtClean="0"/>
              <a:t>Release [N] v[x.x]</a:t>
            </a:r>
            <a:endParaRPr lang="en-US"/>
          </a:p>
        </p:txBody>
      </p:sp>
      <p:sp>
        <p:nvSpPr>
          <p:cNvPr id="4" name="Slide Number Placeholder 3"/>
          <p:cNvSpPr>
            <a:spLocks noGrp="1"/>
          </p:cNvSpPr>
          <p:nvPr>
            <p:ph type="sldNum" sz="quarter" idx="12"/>
          </p:nvPr>
        </p:nvSpPr>
        <p:spPr/>
        <p:txBody>
          <a:bodyPr/>
          <a:lstStyle/>
          <a:p>
            <a:pPr fontAlgn="base">
              <a:spcBef>
                <a:spcPct val="0"/>
              </a:spcBef>
              <a:spcAft>
                <a:spcPct val="0"/>
              </a:spcAft>
            </a:pPr>
            <a:fld id="{9E3C471D-FB94-43E4-8DFD-966A05A84658}" type="slidenum">
              <a:rPr lang="en-US" smtClean="0">
                <a:solidFill>
                  <a:srgbClr val="7F7F7F"/>
                </a:solidFill>
              </a:rPr>
              <a:pPr fontAlgn="base">
                <a:spcBef>
                  <a:spcPct val="0"/>
                </a:spcBef>
                <a:spcAft>
                  <a:spcPct val="0"/>
                </a:spcAft>
              </a:pPr>
              <a:t>17</a:t>
            </a:fld>
            <a:endParaRPr lang="en-US" dirty="0">
              <a:solidFill>
                <a:srgbClr val="7F7F7F"/>
              </a:solidFill>
            </a:endParaRPr>
          </a:p>
        </p:txBody>
      </p:sp>
      <p:graphicFrame>
        <p:nvGraphicFramePr>
          <p:cNvPr id="6" name="Table 5"/>
          <p:cNvGraphicFramePr>
            <a:graphicFrameLocks noGrp="1"/>
          </p:cNvGraphicFramePr>
          <p:nvPr>
            <p:extLst>
              <p:ext uri="{D42A27DB-BD31-4B8C-83A1-F6EECF244321}">
                <p14:modId xmlns:p14="http://schemas.microsoft.com/office/powerpoint/2010/main" val="114431815"/>
              </p:ext>
            </p:extLst>
          </p:nvPr>
        </p:nvGraphicFramePr>
        <p:xfrm>
          <a:off x="457200" y="838200"/>
          <a:ext cx="8229600" cy="5185454"/>
        </p:xfrm>
        <a:graphic>
          <a:graphicData uri="http://schemas.openxmlformats.org/drawingml/2006/table">
            <a:tbl>
              <a:tblPr firstRow="1" bandRow="1">
                <a:tableStyleId>{00A15C55-8517-42AA-B614-E9B94910E393}</a:tableStyleId>
              </a:tblPr>
              <a:tblGrid>
                <a:gridCol w="2057400"/>
                <a:gridCol w="2286000"/>
                <a:gridCol w="1219200"/>
                <a:gridCol w="1447800"/>
                <a:gridCol w="1219200"/>
              </a:tblGrid>
              <a:tr h="261346">
                <a:tc>
                  <a:txBody>
                    <a:bodyPr/>
                    <a:lstStyle/>
                    <a:p>
                      <a:r>
                        <a:rPr lang="en-US" sz="1000" dirty="0" smtClean="0"/>
                        <a:t>Item</a:t>
                      </a:r>
                      <a:endParaRPr lang="en-US" sz="1000" dirty="0"/>
                    </a:p>
                  </a:txBody>
                  <a:tcPr/>
                </a:tc>
                <a:tc>
                  <a:txBody>
                    <a:bodyPr/>
                    <a:lstStyle/>
                    <a:p>
                      <a:r>
                        <a:rPr lang="en-US" sz="1000" dirty="0" smtClean="0"/>
                        <a:t>Objective</a:t>
                      </a:r>
                      <a:endParaRPr lang="en-US" sz="1000" dirty="0"/>
                    </a:p>
                  </a:txBody>
                  <a:tcPr/>
                </a:tc>
                <a:tc>
                  <a:txBody>
                    <a:bodyPr/>
                    <a:lstStyle/>
                    <a:p>
                      <a:r>
                        <a:rPr lang="en-US" sz="1000" dirty="0" smtClean="0"/>
                        <a:t>Audience</a:t>
                      </a:r>
                      <a:endParaRPr lang="en-US" sz="1000" dirty="0"/>
                    </a:p>
                  </a:txBody>
                  <a:tcPr/>
                </a:tc>
                <a:tc>
                  <a:txBody>
                    <a:bodyPr/>
                    <a:lstStyle/>
                    <a:p>
                      <a:r>
                        <a:rPr lang="en-US" sz="1000" dirty="0" smtClean="0"/>
                        <a:t>Frequency</a:t>
                      </a:r>
                      <a:endParaRPr lang="en-US" sz="1000" dirty="0"/>
                    </a:p>
                  </a:txBody>
                  <a:tcPr/>
                </a:tc>
                <a:tc>
                  <a:txBody>
                    <a:bodyPr/>
                    <a:lstStyle/>
                    <a:p>
                      <a:r>
                        <a:rPr lang="en-US" sz="1000" dirty="0" smtClean="0"/>
                        <a:t>Notes</a:t>
                      </a:r>
                      <a:endParaRPr lang="en-US" sz="1000" dirty="0"/>
                    </a:p>
                  </a:txBody>
                  <a:tcPr/>
                </a:tc>
              </a:tr>
              <a:tr h="397464">
                <a:tc>
                  <a:txBody>
                    <a:bodyPr/>
                    <a:lstStyle/>
                    <a:p>
                      <a:endParaRPr lang="en-US" sz="1000" dirty="0"/>
                    </a:p>
                  </a:txBody>
                  <a:tcPr/>
                </a:tc>
                <a:tc>
                  <a:txBody>
                    <a:bodyPr/>
                    <a:lstStyle/>
                    <a:p>
                      <a:endParaRPr lang="en-US" sz="1000" dirty="0"/>
                    </a:p>
                  </a:txBody>
                  <a:tcPr/>
                </a:tc>
                <a:tc>
                  <a:txBody>
                    <a:bodyPr/>
                    <a:lstStyle/>
                    <a:p>
                      <a:endParaRPr lang="en-US" sz="1000" dirty="0"/>
                    </a:p>
                  </a:txBody>
                  <a:tcPr/>
                </a:tc>
                <a:tc>
                  <a:txBody>
                    <a:bodyPr/>
                    <a:lstStyle/>
                    <a:p>
                      <a:endParaRPr lang="en-US" sz="1000" dirty="0"/>
                    </a:p>
                  </a:txBody>
                  <a:tcPr/>
                </a:tc>
                <a:tc>
                  <a:txBody>
                    <a:bodyPr/>
                    <a:lstStyle/>
                    <a:p>
                      <a:endParaRPr lang="en-US" sz="1000" dirty="0"/>
                    </a:p>
                  </a:txBody>
                  <a:tcPr/>
                </a:tc>
              </a:tr>
              <a:tr h="588030">
                <a:tc>
                  <a:txBody>
                    <a:bodyPr/>
                    <a:lstStyle/>
                    <a:p>
                      <a:r>
                        <a:rPr lang="en-US" sz="1000" dirty="0" smtClean="0"/>
                        <a:t>Daily Standup</a:t>
                      </a:r>
                      <a:endParaRPr lang="en-US" sz="10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000" dirty="0" smtClean="0"/>
                        <a:t>Update on progress and identify roadblocks</a:t>
                      </a:r>
                    </a:p>
                    <a:p>
                      <a:endParaRPr lang="en-US" sz="1000" dirty="0"/>
                    </a:p>
                  </a:txBody>
                  <a:tcPr/>
                </a:tc>
                <a:tc>
                  <a:txBody>
                    <a:bodyPr/>
                    <a:lstStyle/>
                    <a:p>
                      <a:r>
                        <a:rPr lang="en-US" sz="1000" dirty="0" smtClean="0"/>
                        <a:t>Team</a:t>
                      </a:r>
                      <a:endParaRPr lang="en-US" sz="1000" dirty="0"/>
                    </a:p>
                  </a:txBody>
                  <a:tcPr/>
                </a:tc>
                <a:tc>
                  <a:txBody>
                    <a:bodyPr/>
                    <a:lstStyle/>
                    <a:p>
                      <a:r>
                        <a:rPr lang="en-US" sz="1000" dirty="0" smtClean="0"/>
                        <a:t>Everyday</a:t>
                      </a:r>
                      <a:endParaRPr lang="en-US" sz="1000" dirty="0"/>
                    </a:p>
                  </a:txBody>
                  <a:tcPr/>
                </a:tc>
                <a:tc>
                  <a:txBody>
                    <a:bodyPr/>
                    <a:lstStyle/>
                    <a:p>
                      <a:endParaRPr lang="en-US" sz="1000" dirty="0"/>
                    </a:p>
                  </a:txBody>
                  <a:tcPr/>
                </a:tc>
              </a:tr>
              <a:tr h="424688">
                <a:tc>
                  <a:txBody>
                    <a:bodyPr/>
                    <a:lstStyle/>
                    <a:p>
                      <a:r>
                        <a:rPr lang="en-US" sz="1000" dirty="0" smtClean="0"/>
                        <a:t>Backlog</a:t>
                      </a:r>
                      <a:r>
                        <a:rPr lang="en-US" sz="1000" baseline="0" dirty="0" smtClean="0"/>
                        <a:t> Grooming</a:t>
                      </a:r>
                      <a:endParaRPr lang="en-US" sz="1000" dirty="0"/>
                    </a:p>
                  </a:txBody>
                  <a:tcPr/>
                </a:tc>
                <a:tc>
                  <a:txBody>
                    <a:bodyPr/>
                    <a:lstStyle/>
                    <a:p>
                      <a:r>
                        <a:rPr lang="en-US" sz="1000" dirty="0" smtClean="0"/>
                        <a:t>Prepare user stories</a:t>
                      </a:r>
                      <a:r>
                        <a:rPr lang="en-US" sz="1000" baseline="0" dirty="0" smtClean="0"/>
                        <a:t> for future iteration and ranking</a:t>
                      </a:r>
                      <a:endParaRPr lang="en-US" sz="1000" dirty="0"/>
                    </a:p>
                  </a:txBody>
                  <a:tcPr/>
                </a:tc>
                <a:tc>
                  <a:txBody>
                    <a:bodyPr/>
                    <a:lstStyle/>
                    <a:p>
                      <a:r>
                        <a:rPr lang="en-US" sz="1000" dirty="0" smtClean="0"/>
                        <a:t>Team</a:t>
                      </a:r>
                      <a:endParaRPr lang="en-US" sz="1000" dirty="0"/>
                    </a:p>
                  </a:txBody>
                  <a:tcPr/>
                </a:tc>
                <a:tc>
                  <a:txBody>
                    <a:bodyPr/>
                    <a:lstStyle/>
                    <a:p>
                      <a:r>
                        <a:rPr lang="en-US" sz="1000" baseline="0" dirty="0" smtClean="0"/>
                        <a:t> As necessary</a:t>
                      </a:r>
                      <a:endParaRPr lang="en-US" sz="1000" dirty="0"/>
                    </a:p>
                  </a:txBody>
                  <a:tcPr/>
                </a:tc>
                <a:tc>
                  <a:txBody>
                    <a:bodyPr/>
                    <a:lstStyle/>
                    <a:p>
                      <a:endParaRPr lang="en-US" sz="1000" dirty="0"/>
                    </a:p>
                  </a:txBody>
                  <a:tcPr/>
                </a:tc>
              </a:tr>
              <a:tr h="588030">
                <a:tc>
                  <a:txBody>
                    <a:bodyPr/>
                    <a:lstStyle/>
                    <a:p>
                      <a:r>
                        <a:rPr lang="en-US" sz="1000" dirty="0" smtClean="0"/>
                        <a:t>Iteratio</a:t>
                      </a:r>
                      <a:r>
                        <a:rPr lang="en-US" sz="1000" baseline="0" dirty="0" smtClean="0"/>
                        <a:t>n </a:t>
                      </a:r>
                      <a:r>
                        <a:rPr lang="en-US" sz="1000" dirty="0" smtClean="0"/>
                        <a:t>Pre Planning</a:t>
                      </a:r>
                      <a:endParaRPr lang="en-US" sz="1000" dirty="0"/>
                    </a:p>
                  </a:txBody>
                  <a:tcPr/>
                </a:tc>
                <a:tc>
                  <a:txBody>
                    <a:bodyPr/>
                    <a:lstStyle/>
                    <a:p>
                      <a:r>
                        <a:rPr lang="en-US" sz="1000" dirty="0" smtClean="0"/>
                        <a:t>Identify upcoming</a:t>
                      </a:r>
                      <a:r>
                        <a:rPr lang="en-US" sz="1000" baseline="0" dirty="0" smtClean="0"/>
                        <a:t> </a:t>
                      </a:r>
                      <a:r>
                        <a:rPr lang="en-US" sz="1000" dirty="0" smtClean="0"/>
                        <a:t>user</a:t>
                      </a:r>
                      <a:r>
                        <a:rPr lang="en-US" sz="1000" baseline="0" dirty="0" smtClean="0"/>
                        <a:t> stories and review for acceptance criteria and external dependencies</a:t>
                      </a:r>
                      <a:endParaRPr lang="en-US" sz="1000" dirty="0"/>
                    </a:p>
                  </a:txBody>
                  <a:tcPr/>
                </a:tc>
                <a:tc>
                  <a:txBody>
                    <a:bodyPr/>
                    <a:lstStyle/>
                    <a:p>
                      <a:r>
                        <a:rPr lang="en-US" sz="1000" dirty="0" smtClean="0"/>
                        <a:t>Team</a:t>
                      </a:r>
                      <a:endParaRPr lang="en-US" sz="1000" dirty="0"/>
                    </a:p>
                  </a:txBody>
                  <a:tcPr/>
                </a:tc>
                <a:tc>
                  <a:txBody>
                    <a:bodyPr/>
                    <a:lstStyle/>
                    <a:p>
                      <a:r>
                        <a:rPr lang="en-US" sz="1000" dirty="0" smtClean="0"/>
                        <a:t>Every Iteration</a:t>
                      </a:r>
                      <a:endParaRPr lang="en-US" sz="1000" dirty="0"/>
                    </a:p>
                  </a:txBody>
                  <a:tcPr/>
                </a:tc>
                <a:tc>
                  <a:txBody>
                    <a:bodyPr/>
                    <a:lstStyle/>
                    <a:p>
                      <a:endParaRPr lang="en-US" sz="1000" dirty="0"/>
                    </a:p>
                  </a:txBody>
                  <a:tcPr/>
                </a:tc>
              </a:tr>
              <a:tr h="686034">
                <a:tc>
                  <a:txBody>
                    <a:bodyPr/>
                    <a:lstStyle/>
                    <a:p>
                      <a:r>
                        <a:rPr lang="en-US" sz="1200" dirty="0" smtClean="0"/>
                        <a:t>Iteration</a:t>
                      </a:r>
                      <a:r>
                        <a:rPr lang="en-US" sz="1200" baseline="0" dirty="0" smtClean="0"/>
                        <a:t> Planning</a:t>
                      </a:r>
                      <a:endParaRPr lang="en-US" sz="1200" dirty="0"/>
                    </a:p>
                  </a:txBody>
                  <a:tcPr/>
                </a:tc>
                <a:tc>
                  <a:txBody>
                    <a:bodyPr/>
                    <a:lstStyle/>
                    <a:p>
                      <a:r>
                        <a:rPr lang="en-US" sz="1200" dirty="0" smtClean="0"/>
                        <a:t>Evaluate</a:t>
                      </a:r>
                      <a:r>
                        <a:rPr lang="en-US" sz="1200" baseline="0" dirty="0" smtClean="0"/>
                        <a:t> capacity of team and task breakdown and assignment</a:t>
                      </a:r>
                      <a:endParaRPr lang="en-US" sz="1200" dirty="0"/>
                    </a:p>
                  </a:txBody>
                  <a:tcPr/>
                </a:tc>
                <a:tc>
                  <a:txBody>
                    <a:bodyPr/>
                    <a:lstStyle/>
                    <a:p>
                      <a:r>
                        <a:rPr lang="en-US" sz="1200" dirty="0" smtClean="0"/>
                        <a:t>Team</a:t>
                      </a:r>
                      <a:endParaRPr lang="en-US" sz="12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200" dirty="0" smtClean="0"/>
                        <a:t>Every Iteration</a:t>
                      </a:r>
                    </a:p>
                    <a:p>
                      <a:endParaRPr lang="en-US" sz="1200" dirty="0"/>
                    </a:p>
                  </a:txBody>
                  <a:tcPr/>
                </a:tc>
                <a:tc>
                  <a:txBody>
                    <a:bodyPr/>
                    <a:lstStyle/>
                    <a:p>
                      <a:endParaRPr lang="en-US" sz="1200" dirty="0"/>
                    </a:p>
                  </a:txBody>
                  <a:tcPr/>
                </a:tc>
              </a:tr>
              <a:tr h="686034">
                <a:tc>
                  <a:txBody>
                    <a:bodyPr/>
                    <a:lstStyle/>
                    <a:p>
                      <a:r>
                        <a:rPr lang="en-US" sz="1200" dirty="0" smtClean="0"/>
                        <a:t>Demo</a:t>
                      </a:r>
                      <a:endParaRPr lang="en-US" sz="12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200" dirty="0" smtClean="0"/>
                        <a:t>Demo the work completed to product owner</a:t>
                      </a:r>
                      <a:endParaRPr lang="en-US" sz="1200" dirty="0"/>
                    </a:p>
                  </a:txBody>
                  <a:tcPr/>
                </a:tc>
                <a:tc>
                  <a:txBody>
                    <a:bodyPr/>
                    <a:lstStyle/>
                    <a:p>
                      <a:r>
                        <a:rPr lang="en-US" sz="1200" dirty="0" smtClean="0"/>
                        <a:t>PO, Program</a:t>
                      </a:r>
                      <a:r>
                        <a:rPr lang="en-US" sz="1200" baseline="0" dirty="0" smtClean="0"/>
                        <a:t> team, </a:t>
                      </a:r>
                      <a:r>
                        <a:rPr lang="en-US" sz="1200" dirty="0" smtClean="0"/>
                        <a:t>Tech lead PM</a:t>
                      </a:r>
                      <a:endParaRPr lang="en-US" sz="12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200" dirty="0" smtClean="0"/>
                        <a:t>Every Iteration</a:t>
                      </a:r>
                    </a:p>
                    <a:p>
                      <a:endParaRPr lang="en-US" sz="1200" dirty="0"/>
                    </a:p>
                  </a:txBody>
                  <a:tcPr/>
                </a:tc>
                <a:tc>
                  <a:txBody>
                    <a:bodyPr/>
                    <a:lstStyle/>
                    <a:p>
                      <a:endParaRPr lang="en-US" sz="1200" dirty="0"/>
                    </a:p>
                  </a:txBody>
                  <a:tcPr/>
                </a:tc>
              </a:tr>
              <a:tr h="882044">
                <a:tc>
                  <a:txBody>
                    <a:bodyPr/>
                    <a:lstStyle/>
                    <a:p>
                      <a:r>
                        <a:rPr lang="en-US" sz="1200" dirty="0" smtClean="0"/>
                        <a:t>Retrospective</a:t>
                      </a:r>
                      <a:endParaRPr lang="en-US" sz="12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200" dirty="0" smtClean="0"/>
                        <a:t>Understand what went</a:t>
                      </a:r>
                      <a:r>
                        <a:rPr lang="en-US" sz="1200" baseline="0" dirty="0" smtClean="0"/>
                        <a:t> well, what went bad and how we can improve</a:t>
                      </a:r>
                      <a:endParaRPr lang="en-US" sz="1200" dirty="0" smtClean="0"/>
                    </a:p>
                    <a:p>
                      <a:endParaRPr lang="en-US" sz="1200" dirty="0"/>
                    </a:p>
                  </a:txBody>
                  <a:tcPr/>
                </a:tc>
                <a:tc>
                  <a:txBody>
                    <a:bodyPr/>
                    <a:lstStyle/>
                    <a:p>
                      <a:r>
                        <a:rPr lang="en-US" sz="1200" dirty="0" smtClean="0"/>
                        <a:t>TEAM</a:t>
                      </a:r>
                      <a:endParaRPr lang="en-US" sz="12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200" dirty="0" smtClean="0"/>
                        <a:t>Every Iteration</a:t>
                      </a:r>
                    </a:p>
                    <a:p>
                      <a:endParaRPr lang="en-US" sz="1200" dirty="0"/>
                    </a:p>
                  </a:txBody>
                  <a:tcPr/>
                </a:tc>
                <a:tc>
                  <a:txBody>
                    <a:bodyPr/>
                    <a:lstStyle/>
                    <a:p>
                      <a:endParaRPr lang="en-US" sz="1200" dirty="0"/>
                    </a:p>
                  </a:txBody>
                  <a:tcPr/>
                </a:tc>
              </a:tr>
              <a:tr h="397464">
                <a:tc>
                  <a:txBody>
                    <a:bodyPr/>
                    <a:lstStyle/>
                    <a:p>
                      <a:endParaRPr lang="en-US" sz="1200" dirty="0"/>
                    </a:p>
                  </a:txBody>
                  <a:tcPr/>
                </a:tc>
                <a:tc>
                  <a:txBody>
                    <a:bodyPr/>
                    <a:lstStyle/>
                    <a:p>
                      <a:endParaRPr lang="en-US" sz="1200" dirty="0"/>
                    </a:p>
                  </a:txBody>
                  <a:tcPr/>
                </a:tc>
                <a:tc>
                  <a:txBody>
                    <a:bodyPr/>
                    <a:lstStyle/>
                    <a:p>
                      <a:endParaRPr lang="en-US" sz="1200" dirty="0"/>
                    </a:p>
                  </a:txBody>
                  <a:tcPr/>
                </a:tc>
                <a:tc>
                  <a:txBody>
                    <a:bodyPr/>
                    <a:lstStyle/>
                    <a:p>
                      <a:endParaRPr lang="en-US" sz="1200" dirty="0"/>
                    </a:p>
                  </a:txBody>
                  <a:tcPr/>
                </a:tc>
                <a:tc>
                  <a:txBody>
                    <a:bodyPr/>
                    <a:lstStyle/>
                    <a:p>
                      <a:endParaRPr lang="en-US" sz="1200" dirty="0"/>
                    </a:p>
                  </a:txBody>
                  <a:tcPr/>
                </a:tc>
              </a:tr>
              <a:tr h="118064">
                <a:tc>
                  <a:txBody>
                    <a:bodyPr/>
                    <a:lstStyle/>
                    <a:p>
                      <a:r>
                        <a:rPr lang="en-US" sz="1200" dirty="0" smtClean="0"/>
                        <a:t>[…]</a:t>
                      </a:r>
                      <a:endParaRPr lang="en-US" sz="1200" dirty="0"/>
                    </a:p>
                  </a:txBody>
                  <a:tcPr/>
                </a:tc>
                <a:tc>
                  <a:txBody>
                    <a:bodyPr/>
                    <a:lstStyle/>
                    <a:p>
                      <a:endParaRPr lang="en-US" sz="1200" dirty="0"/>
                    </a:p>
                  </a:txBody>
                  <a:tcPr/>
                </a:tc>
                <a:tc>
                  <a:txBody>
                    <a:bodyPr/>
                    <a:lstStyle/>
                    <a:p>
                      <a:endParaRPr lang="en-US" sz="1200" dirty="0"/>
                    </a:p>
                  </a:txBody>
                  <a:tcPr/>
                </a:tc>
                <a:tc>
                  <a:txBody>
                    <a:bodyPr/>
                    <a:lstStyle/>
                    <a:p>
                      <a:endParaRPr lang="en-US" sz="1200" dirty="0"/>
                    </a:p>
                  </a:txBody>
                  <a:tcPr/>
                </a:tc>
                <a:tc>
                  <a:txBody>
                    <a:bodyPr/>
                    <a:lstStyle/>
                    <a:p>
                      <a:endParaRPr lang="en-US" sz="1200" dirty="0"/>
                    </a:p>
                  </a:txBody>
                  <a:tcPr/>
                </a:tc>
              </a:tr>
            </a:tbl>
          </a:graphicData>
        </a:graphic>
      </p:graphicFrame>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Authors</a:t>
            </a:r>
            <a:endParaRPr lang="en-US" dirty="0"/>
          </a:p>
        </p:txBody>
      </p:sp>
      <p:sp>
        <p:nvSpPr>
          <p:cNvPr id="3" name="Footer Placeholder 2"/>
          <p:cNvSpPr>
            <a:spLocks noGrp="1"/>
          </p:cNvSpPr>
          <p:nvPr>
            <p:ph type="ftr" sz="quarter" idx="11"/>
          </p:nvPr>
        </p:nvSpPr>
        <p:spPr/>
        <p:txBody>
          <a:bodyPr/>
          <a:lstStyle/>
          <a:p>
            <a:r>
              <a:rPr lang="en-US" smtClean="0"/>
              <a:t>Vision v[x.x]</a:t>
            </a:r>
            <a:endParaRPr lang="en-US"/>
          </a:p>
        </p:txBody>
      </p:sp>
      <p:sp>
        <p:nvSpPr>
          <p:cNvPr id="4" name="Slide Number Placeholder 3"/>
          <p:cNvSpPr>
            <a:spLocks noGrp="1"/>
          </p:cNvSpPr>
          <p:nvPr>
            <p:ph type="sldNum" sz="quarter" idx="12"/>
          </p:nvPr>
        </p:nvSpPr>
        <p:spPr/>
        <p:txBody>
          <a:bodyPr/>
          <a:lstStyle/>
          <a:p>
            <a:fld id="{9E3C471D-FB94-43E4-8DFD-966A05A84658}" type="slidenum">
              <a:rPr lang="en-US" smtClean="0"/>
              <a:pPr/>
              <a:t>18</a:t>
            </a:fld>
            <a:endParaRPr lang="en-US" dirty="0"/>
          </a:p>
        </p:txBody>
      </p:sp>
      <p:sp>
        <p:nvSpPr>
          <p:cNvPr id="5" name="Content Placeholder 4"/>
          <p:cNvSpPr>
            <a:spLocks noGrp="1"/>
          </p:cNvSpPr>
          <p:nvPr>
            <p:ph sz="quarter" idx="15"/>
          </p:nvPr>
        </p:nvSpPr>
        <p:spPr/>
        <p:txBody>
          <a:bodyPr/>
          <a:lstStyle/>
          <a:p>
            <a:r>
              <a:rPr lang="en-US" dirty="0" smtClean="0"/>
              <a:t>Collaborative Team</a:t>
            </a:r>
          </a:p>
          <a:p>
            <a:endParaRPr lang="en-US" dirty="0" smtClean="0"/>
          </a:p>
          <a:p>
            <a:pPr lvl="1"/>
            <a:r>
              <a:rPr lang="en-US" dirty="0" smtClean="0"/>
              <a:t>Jill Curry</a:t>
            </a:r>
          </a:p>
          <a:p>
            <a:pPr lvl="1"/>
            <a:r>
              <a:rPr lang="en-US" dirty="0" smtClean="0"/>
              <a:t>Wajahath Quraishi</a:t>
            </a:r>
          </a:p>
          <a:p>
            <a:pPr lvl="1"/>
            <a:r>
              <a:rPr lang="en-US" dirty="0" err="1" smtClean="0"/>
              <a:t>Sheethal</a:t>
            </a:r>
            <a:r>
              <a:rPr lang="en-US" dirty="0" smtClean="0"/>
              <a:t> </a:t>
            </a:r>
            <a:r>
              <a:rPr lang="en-US" dirty="0" err="1" smtClean="0"/>
              <a:t>Shenoy</a:t>
            </a:r>
            <a:endParaRPr lang="en-US" dirty="0" smtClean="0"/>
          </a:p>
          <a:p>
            <a:pPr lvl="1"/>
            <a:r>
              <a:rPr lang="en-US" dirty="0" err="1" smtClean="0"/>
              <a:t>Manjunath</a:t>
            </a:r>
            <a:endParaRPr lang="en-US" dirty="0" smtClean="0"/>
          </a:p>
          <a:p>
            <a:pPr lvl="1"/>
            <a:r>
              <a:rPr lang="en-US" dirty="0" smtClean="0"/>
              <a:t>Chandrasekhar</a:t>
            </a:r>
          </a:p>
          <a:p>
            <a:pPr lvl="1"/>
            <a:r>
              <a:rPr lang="en-US" dirty="0"/>
              <a:t> </a:t>
            </a:r>
            <a:r>
              <a:rPr lang="en-US" dirty="0" smtClean="0"/>
              <a:t>Anil</a:t>
            </a:r>
            <a:endParaRPr lang="en-US" dirty="0"/>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Review History</a:t>
            </a:r>
            <a:endParaRPr lang="en-US" dirty="0"/>
          </a:p>
        </p:txBody>
      </p:sp>
      <p:sp>
        <p:nvSpPr>
          <p:cNvPr id="3" name="Footer Placeholder 2"/>
          <p:cNvSpPr>
            <a:spLocks noGrp="1"/>
          </p:cNvSpPr>
          <p:nvPr>
            <p:ph type="ftr" sz="quarter" idx="11"/>
          </p:nvPr>
        </p:nvSpPr>
        <p:spPr/>
        <p:txBody>
          <a:bodyPr/>
          <a:lstStyle/>
          <a:p>
            <a:r>
              <a:rPr lang="en-US" smtClean="0"/>
              <a:t>Vision v[x.x]</a:t>
            </a:r>
            <a:endParaRPr lang="en-US"/>
          </a:p>
        </p:txBody>
      </p:sp>
      <p:sp>
        <p:nvSpPr>
          <p:cNvPr id="4" name="Slide Number Placeholder 3"/>
          <p:cNvSpPr>
            <a:spLocks noGrp="1"/>
          </p:cNvSpPr>
          <p:nvPr>
            <p:ph type="sldNum" sz="quarter" idx="12"/>
          </p:nvPr>
        </p:nvSpPr>
        <p:spPr/>
        <p:txBody>
          <a:bodyPr/>
          <a:lstStyle/>
          <a:p>
            <a:fld id="{9E3C471D-FB94-43E4-8DFD-966A05A84658}" type="slidenum">
              <a:rPr lang="en-US" smtClean="0"/>
              <a:pPr/>
              <a:t>19</a:t>
            </a:fld>
            <a:endParaRPr lang="en-US" dirty="0"/>
          </a:p>
        </p:txBody>
      </p:sp>
      <p:graphicFrame>
        <p:nvGraphicFramePr>
          <p:cNvPr id="6" name="Content Placeholder 5"/>
          <p:cNvGraphicFramePr>
            <a:graphicFrameLocks noGrp="1"/>
          </p:cNvGraphicFramePr>
          <p:nvPr>
            <p:ph sz="quarter" idx="15"/>
            <p:extLst>
              <p:ext uri="{D42A27DB-BD31-4B8C-83A1-F6EECF244321}">
                <p14:modId xmlns:p14="http://schemas.microsoft.com/office/powerpoint/2010/main" val="1110618284"/>
              </p:ext>
            </p:extLst>
          </p:nvPr>
        </p:nvGraphicFramePr>
        <p:xfrm>
          <a:off x="457200" y="1184275"/>
          <a:ext cx="8232774" cy="2225040"/>
        </p:xfrm>
        <a:graphic>
          <a:graphicData uri="http://schemas.openxmlformats.org/drawingml/2006/table">
            <a:tbl>
              <a:tblPr firstRow="1" bandRow="1">
                <a:tableStyleId>{00A15C55-8517-42AA-B614-E9B94910E393}</a:tableStyleId>
              </a:tblPr>
              <a:tblGrid>
                <a:gridCol w="1456660"/>
                <a:gridCol w="4031856"/>
                <a:gridCol w="2744258"/>
              </a:tblGrid>
              <a:tr h="370840">
                <a:tc>
                  <a:txBody>
                    <a:bodyPr/>
                    <a:lstStyle/>
                    <a:p>
                      <a:r>
                        <a:rPr lang="en-US" dirty="0" smtClean="0"/>
                        <a:t>Date</a:t>
                      </a:r>
                      <a:endParaRPr lang="en-US" dirty="0"/>
                    </a:p>
                  </a:txBody>
                  <a:tcPr/>
                </a:tc>
                <a:tc>
                  <a:txBody>
                    <a:bodyPr/>
                    <a:lstStyle/>
                    <a:p>
                      <a:r>
                        <a:rPr lang="en-US" dirty="0" smtClean="0"/>
                        <a:t>Activity</a:t>
                      </a:r>
                      <a:endParaRPr lang="en-US" dirty="0"/>
                    </a:p>
                  </a:txBody>
                  <a:tcPr/>
                </a:tc>
                <a:tc>
                  <a:txBody>
                    <a:bodyPr/>
                    <a:lstStyle/>
                    <a:p>
                      <a:r>
                        <a:rPr lang="en-US" dirty="0" smtClean="0"/>
                        <a:t>Comments</a:t>
                      </a:r>
                      <a:endParaRPr lang="en-US" dirty="0"/>
                    </a:p>
                  </a:txBody>
                  <a:tcPr/>
                </a:tc>
              </a:tr>
              <a:tr h="370840">
                <a:tc>
                  <a:txBody>
                    <a:bodyPr/>
                    <a:lstStyle/>
                    <a:p>
                      <a:r>
                        <a:rPr lang="en-US" dirty="0" smtClean="0"/>
                        <a:t>3/1/2013</a:t>
                      </a:r>
                      <a:endParaRPr lang="en-US" dirty="0"/>
                    </a:p>
                  </a:txBody>
                  <a:tcPr/>
                </a:tc>
                <a:tc>
                  <a:txBody>
                    <a:bodyPr/>
                    <a:lstStyle/>
                    <a:p>
                      <a:r>
                        <a:rPr lang="en-US" dirty="0" smtClean="0"/>
                        <a:t>Document created</a:t>
                      </a:r>
                      <a:endParaRPr lang="en-US" dirty="0"/>
                    </a:p>
                  </a:txBody>
                  <a:tcPr/>
                </a:tc>
                <a:tc>
                  <a:txBody>
                    <a:bodyPr/>
                    <a:lstStyle/>
                    <a:p>
                      <a:endParaRPr lang="en-US" dirty="0"/>
                    </a:p>
                  </a:txBody>
                  <a:tcPr/>
                </a:tc>
              </a:tr>
              <a:tr h="370840">
                <a:tc>
                  <a:txBody>
                    <a:bodyPr/>
                    <a:lstStyle/>
                    <a:p>
                      <a:endParaRPr lang="en-US" dirty="0"/>
                    </a:p>
                  </a:txBody>
                  <a:tcPr/>
                </a:tc>
                <a:tc>
                  <a:txBody>
                    <a:bodyPr/>
                    <a:lstStyle/>
                    <a:p>
                      <a:endParaRPr lang="en-US" dirty="0"/>
                    </a:p>
                  </a:txBody>
                  <a:tcPr/>
                </a:tc>
                <a:tc>
                  <a:txBody>
                    <a:bodyPr/>
                    <a:lstStyle/>
                    <a:p>
                      <a:endParaRPr lang="en-US" dirty="0"/>
                    </a:p>
                  </a:txBody>
                  <a:tcPr/>
                </a:tc>
              </a:tr>
              <a:tr h="370840">
                <a:tc>
                  <a:txBody>
                    <a:bodyPr/>
                    <a:lstStyle/>
                    <a:p>
                      <a:endParaRPr lang="en-US"/>
                    </a:p>
                  </a:txBody>
                  <a:tcPr/>
                </a:tc>
                <a:tc>
                  <a:txBody>
                    <a:bodyPr/>
                    <a:lstStyle/>
                    <a:p>
                      <a:endParaRPr lang="en-US" dirty="0"/>
                    </a:p>
                  </a:txBody>
                  <a:tcPr/>
                </a:tc>
                <a:tc>
                  <a:txBody>
                    <a:bodyPr/>
                    <a:lstStyle/>
                    <a:p>
                      <a:endParaRPr lang="en-US"/>
                    </a:p>
                  </a:txBody>
                  <a:tcPr/>
                </a:tc>
              </a:tr>
              <a:tr h="370840">
                <a:tc>
                  <a:txBody>
                    <a:bodyPr/>
                    <a:lstStyle/>
                    <a:p>
                      <a:endParaRPr lang="en-US"/>
                    </a:p>
                  </a:txBody>
                  <a:tcPr/>
                </a:tc>
                <a:tc>
                  <a:txBody>
                    <a:bodyPr/>
                    <a:lstStyle/>
                    <a:p>
                      <a:endParaRPr lang="en-US"/>
                    </a:p>
                  </a:txBody>
                  <a:tcPr/>
                </a:tc>
                <a:tc>
                  <a:txBody>
                    <a:bodyPr/>
                    <a:lstStyle/>
                    <a:p>
                      <a:endParaRPr lang="en-US"/>
                    </a:p>
                  </a:txBody>
                  <a:tcPr/>
                </a:tc>
              </a:tr>
              <a:tr h="370840">
                <a:tc>
                  <a:txBody>
                    <a:bodyPr/>
                    <a:lstStyle/>
                    <a:p>
                      <a:endParaRPr lang="en-US"/>
                    </a:p>
                  </a:txBody>
                  <a:tcPr/>
                </a:tc>
                <a:tc>
                  <a:txBody>
                    <a:bodyPr/>
                    <a:lstStyle/>
                    <a:p>
                      <a:endParaRPr lang="en-US"/>
                    </a:p>
                  </a:txBody>
                  <a:tcPr/>
                </a:tc>
                <a:tc>
                  <a:txBody>
                    <a:bodyPr/>
                    <a:lstStyle/>
                    <a:p>
                      <a:endParaRPr lang="en-US"/>
                    </a:p>
                  </a:txBody>
                  <a:tcPr/>
                </a:tc>
              </a:tr>
            </a:tbl>
          </a:graphicData>
        </a:graphic>
      </p:graphicFrame>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Revision History</a:t>
            </a:r>
            <a:endParaRPr lang="en-US" dirty="0"/>
          </a:p>
        </p:txBody>
      </p:sp>
      <p:sp>
        <p:nvSpPr>
          <p:cNvPr id="3" name="Footer Placeholder 2"/>
          <p:cNvSpPr>
            <a:spLocks noGrp="1"/>
          </p:cNvSpPr>
          <p:nvPr>
            <p:ph type="ftr" sz="quarter" idx="11"/>
          </p:nvPr>
        </p:nvSpPr>
        <p:spPr/>
        <p:txBody>
          <a:bodyPr/>
          <a:lstStyle/>
          <a:p>
            <a:r>
              <a:rPr lang="en-US" smtClean="0"/>
              <a:t>Vision v[x.x]</a:t>
            </a:r>
            <a:endParaRPr lang="en-US"/>
          </a:p>
        </p:txBody>
      </p:sp>
      <p:sp>
        <p:nvSpPr>
          <p:cNvPr id="4" name="Slide Number Placeholder 3"/>
          <p:cNvSpPr>
            <a:spLocks noGrp="1"/>
          </p:cNvSpPr>
          <p:nvPr>
            <p:ph type="sldNum" sz="quarter" idx="12"/>
          </p:nvPr>
        </p:nvSpPr>
        <p:spPr/>
        <p:txBody>
          <a:bodyPr/>
          <a:lstStyle/>
          <a:p>
            <a:fld id="{9E3C471D-FB94-43E4-8DFD-966A05A84658}" type="slidenum">
              <a:rPr lang="en-US" smtClean="0"/>
              <a:pPr/>
              <a:t>20</a:t>
            </a:fld>
            <a:endParaRPr lang="en-US" dirty="0"/>
          </a:p>
        </p:txBody>
      </p:sp>
      <p:graphicFrame>
        <p:nvGraphicFramePr>
          <p:cNvPr id="6" name="Content Placeholder 5"/>
          <p:cNvGraphicFramePr>
            <a:graphicFrameLocks noGrp="1"/>
          </p:cNvGraphicFramePr>
          <p:nvPr>
            <p:ph sz="quarter" idx="15"/>
            <p:extLst>
              <p:ext uri="{D42A27DB-BD31-4B8C-83A1-F6EECF244321}">
                <p14:modId xmlns:p14="http://schemas.microsoft.com/office/powerpoint/2010/main" val="2159566368"/>
              </p:ext>
            </p:extLst>
          </p:nvPr>
        </p:nvGraphicFramePr>
        <p:xfrm>
          <a:off x="457200" y="1184275"/>
          <a:ext cx="8232774" cy="2225040"/>
        </p:xfrm>
        <a:graphic>
          <a:graphicData uri="http://schemas.openxmlformats.org/drawingml/2006/table">
            <a:tbl>
              <a:tblPr firstRow="1" bandRow="1">
                <a:tableStyleId>{00A15C55-8517-42AA-B614-E9B94910E393}</a:tableStyleId>
              </a:tblPr>
              <a:tblGrid>
                <a:gridCol w="1297172"/>
                <a:gridCol w="1158949"/>
                <a:gridCol w="5776653"/>
              </a:tblGrid>
              <a:tr h="370840">
                <a:tc>
                  <a:txBody>
                    <a:bodyPr/>
                    <a:lstStyle/>
                    <a:p>
                      <a:r>
                        <a:rPr lang="en-US" dirty="0" smtClean="0"/>
                        <a:t>Date</a:t>
                      </a:r>
                      <a:endParaRPr lang="en-US" dirty="0"/>
                    </a:p>
                  </a:txBody>
                  <a:tcPr/>
                </a:tc>
                <a:tc>
                  <a:txBody>
                    <a:bodyPr/>
                    <a:lstStyle/>
                    <a:p>
                      <a:r>
                        <a:rPr lang="en-US" dirty="0" smtClean="0"/>
                        <a:t>Version</a:t>
                      </a:r>
                      <a:endParaRPr lang="en-US" dirty="0"/>
                    </a:p>
                  </a:txBody>
                  <a:tcPr/>
                </a:tc>
                <a:tc>
                  <a:txBody>
                    <a:bodyPr/>
                    <a:lstStyle/>
                    <a:p>
                      <a:r>
                        <a:rPr lang="en-US" dirty="0" smtClean="0"/>
                        <a:t>Comments</a:t>
                      </a:r>
                      <a:endParaRPr lang="en-US" dirty="0"/>
                    </a:p>
                  </a:txBody>
                  <a:tcPr/>
                </a:tc>
              </a:tr>
              <a:tr h="370840">
                <a:tc>
                  <a:txBody>
                    <a:bodyPr/>
                    <a:lstStyle/>
                    <a:p>
                      <a:r>
                        <a:rPr lang="en-US" dirty="0" smtClean="0"/>
                        <a:t>3/1/2013</a:t>
                      </a:r>
                      <a:endParaRPr lang="en-US" dirty="0"/>
                    </a:p>
                  </a:txBody>
                  <a:tcPr/>
                </a:tc>
                <a:tc>
                  <a:txBody>
                    <a:bodyPr/>
                    <a:lstStyle/>
                    <a:p>
                      <a:r>
                        <a:rPr lang="en-US" dirty="0" smtClean="0"/>
                        <a:t>1.0</a:t>
                      </a:r>
                      <a:endParaRPr lang="en-US" dirty="0"/>
                    </a:p>
                  </a:txBody>
                  <a:tcPr/>
                </a:tc>
                <a:tc>
                  <a:txBody>
                    <a:bodyPr/>
                    <a:lstStyle/>
                    <a:p>
                      <a:endParaRPr lang="en-US" dirty="0"/>
                    </a:p>
                  </a:txBody>
                  <a:tcPr/>
                </a:tc>
              </a:tr>
              <a:tr h="370840">
                <a:tc>
                  <a:txBody>
                    <a:bodyPr/>
                    <a:lstStyle/>
                    <a:p>
                      <a:endParaRPr lang="en-US" dirty="0"/>
                    </a:p>
                  </a:txBody>
                  <a:tcPr/>
                </a:tc>
                <a:tc>
                  <a:txBody>
                    <a:bodyPr/>
                    <a:lstStyle/>
                    <a:p>
                      <a:endParaRPr lang="en-US" dirty="0"/>
                    </a:p>
                  </a:txBody>
                  <a:tcPr/>
                </a:tc>
                <a:tc>
                  <a:txBody>
                    <a:bodyPr/>
                    <a:lstStyle/>
                    <a:p>
                      <a:endParaRPr lang="en-US" dirty="0"/>
                    </a:p>
                  </a:txBody>
                  <a:tcPr/>
                </a:tc>
              </a:tr>
              <a:tr h="370840">
                <a:tc>
                  <a:txBody>
                    <a:bodyPr/>
                    <a:lstStyle/>
                    <a:p>
                      <a:endParaRPr lang="en-US"/>
                    </a:p>
                  </a:txBody>
                  <a:tcPr/>
                </a:tc>
                <a:tc>
                  <a:txBody>
                    <a:bodyPr/>
                    <a:lstStyle/>
                    <a:p>
                      <a:endParaRPr lang="en-US"/>
                    </a:p>
                  </a:txBody>
                  <a:tcPr/>
                </a:tc>
                <a:tc>
                  <a:txBody>
                    <a:bodyPr/>
                    <a:lstStyle/>
                    <a:p>
                      <a:endParaRPr lang="en-US" dirty="0"/>
                    </a:p>
                  </a:txBody>
                  <a:tcPr/>
                </a:tc>
              </a:tr>
              <a:tr h="370840">
                <a:tc>
                  <a:txBody>
                    <a:bodyPr/>
                    <a:lstStyle/>
                    <a:p>
                      <a:endParaRPr lang="en-US"/>
                    </a:p>
                  </a:txBody>
                  <a:tcPr/>
                </a:tc>
                <a:tc>
                  <a:txBody>
                    <a:bodyPr/>
                    <a:lstStyle/>
                    <a:p>
                      <a:endParaRPr lang="en-US"/>
                    </a:p>
                  </a:txBody>
                  <a:tcPr/>
                </a:tc>
                <a:tc>
                  <a:txBody>
                    <a:bodyPr/>
                    <a:lstStyle/>
                    <a:p>
                      <a:endParaRPr lang="en-US" dirty="0"/>
                    </a:p>
                  </a:txBody>
                  <a:tcPr/>
                </a:tc>
              </a:tr>
              <a:tr h="370840">
                <a:tc>
                  <a:txBody>
                    <a:bodyPr/>
                    <a:lstStyle/>
                    <a:p>
                      <a:endParaRPr lang="en-US"/>
                    </a:p>
                  </a:txBody>
                  <a:tcPr/>
                </a:tc>
                <a:tc>
                  <a:txBody>
                    <a:bodyPr/>
                    <a:lstStyle/>
                    <a:p>
                      <a:endParaRPr lang="en-US"/>
                    </a:p>
                  </a:txBody>
                  <a:tcPr/>
                </a:tc>
                <a:tc>
                  <a:txBody>
                    <a:bodyPr/>
                    <a:lstStyle/>
                    <a:p>
                      <a:endParaRPr lang="en-US"/>
                    </a:p>
                  </a:txBody>
                  <a:tcPr/>
                </a:tc>
              </a:tr>
            </a:tbl>
          </a:graphicData>
        </a:graphic>
      </p:graphicFrame>
    </p:spTree>
  </p:cSld>
  <p:clrMapOvr>
    <a:masterClrMapping/>
  </p:clrMapOvr>
  <p:timing>
    <p:tnLst>
      <p:par>
        <p:cTn id="1" dur="indefinite" restart="never" nodeType="tmRoot"/>
      </p:par>
    </p:tnLst>
  </p:timing>
</p:sld>
</file>

<file path=ppt/theme/theme1.xml><?xml version="1.0" encoding="utf-8"?>
<a:theme xmlns:a="http://schemas.openxmlformats.org/drawingml/2006/main" name="AA Presentation Template - PHS">
  <a:themeElements>
    <a:clrScheme name="AA color theme 09172012">
      <a:dk1>
        <a:srgbClr val="36495A"/>
      </a:dk1>
      <a:lt1>
        <a:sysClr val="window" lastClr="FFFFFF"/>
      </a:lt1>
      <a:dk2>
        <a:srgbClr val="0078D2"/>
      </a:dk2>
      <a:lt2>
        <a:srgbClr val="6E8999"/>
      </a:lt2>
      <a:accent1>
        <a:srgbClr val="FAAF00"/>
      </a:accent1>
      <a:accent2>
        <a:srgbClr val="FF7318"/>
      </a:accent2>
      <a:accent3>
        <a:srgbClr val="4DB4FA"/>
      </a:accent3>
      <a:accent4>
        <a:srgbClr val="0078D2"/>
      </a:accent4>
      <a:accent5>
        <a:srgbClr val="D1D532"/>
      </a:accent5>
      <a:accent6>
        <a:srgbClr val="F52305"/>
      </a:accent6>
      <a:hlink>
        <a:srgbClr val="0078D2"/>
      </a:hlink>
      <a:folHlink>
        <a:srgbClr val="C30019"/>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tx2"/>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lIns="0" tIns="0" rIns="0" bIns="0" rtlCol="0">
        <a:noAutofit/>
      </a:bodyPr>
      <a:lstStyle>
        <a:defPPr>
          <a:defRPr dirty="0" err="1" smtClean="0"/>
        </a:defPPr>
      </a:lstStyle>
    </a:tx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C6554826F8A3544A9CC61241755FF959" ma:contentTypeVersion="0" ma:contentTypeDescription="Create a new document." ma:contentTypeScope="" ma:versionID="608ab3894c7513c52d9ca356b1edbd18">
  <xsd:schema xmlns:xsd="http://www.w3.org/2001/XMLSchema" xmlns:xs="http://www.w3.org/2001/XMLSchema" xmlns:p="http://schemas.microsoft.com/office/2006/metadata/properties" targetNamespace="http://schemas.microsoft.com/office/2006/metadata/properties" ma:root="true" ma:fieldsID="c64490b4aec6201516c3a874156f37b2">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816011D6-654D-4012-BD07-89057D89FD59}">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openxmlformats.org/package/2006/metadata/core-properties"/>
    <ds:schemaRef ds:uri="http://purl.org/dc/elements/1.1/"/>
    <ds:schemaRef ds:uri="http://purl.org/dc/terms/"/>
    <ds:schemaRef ds:uri="http://schemas.microsoft.com/internal/obd"/>
    <ds:schemaRef ds:uri="http://schemas.microsoft.com/office/infopath/2007/PartnerControls"/>
  </ds:schemaRefs>
</ds:datastoreItem>
</file>

<file path=customXml/itemProps2.xml><?xml version="1.0" encoding="utf-8"?>
<ds:datastoreItem xmlns:ds="http://schemas.openxmlformats.org/officeDocument/2006/customXml" ds:itemID="{4C1A27EA-1E14-4DF5-AEE9-B331F82E0C38}">
  <ds:schemaRefs>
    <ds:schemaRef ds:uri="http://schemas.microsoft.com/sharepoint/v3/contenttype/forms"/>
  </ds:schemaRefs>
</ds:datastoreItem>
</file>

<file path=customXml/itemProps3.xml><?xml version="1.0" encoding="utf-8"?>
<ds:datastoreItem xmlns:ds="http://schemas.openxmlformats.org/officeDocument/2006/customXml" ds:itemID="{08A53330-1340-48CC-B765-A4F3887D8E29}">
  <ds:schemaRefs>
    <ds:schemaRef ds:uri="http://schemas.microsoft.com/office/2006/documentManagement/types"/>
    <ds:schemaRef ds:uri="http://schemas.microsoft.com/office/2006/metadata/properties"/>
    <ds:schemaRef ds:uri="http://www.w3.org/XML/1998/namespace"/>
    <ds:schemaRef ds:uri="http://purl.org/dc/dcmitype/"/>
    <ds:schemaRef ds:uri="http://purl.org/dc/elements/1.1/"/>
    <ds:schemaRef ds:uri="http://purl.org/dc/terms/"/>
    <ds:schemaRef ds:uri="http://schemas.microsoft.com/office/infopath/2007/PartnerControls"/>
    <ds:schemaRef ds:uri="http://schemas.openxmlformats.org/package/2006/metadata/core-properties"/>
  </ds:schemaRefs>
</ds:datastoreItem>
</file>

<file path=docProps/app.xml><?xml version="1.0" encoding="utf-8"?>
<Properties xmlns="http://schemas.openxmlformats.org/officeDocument/2006/extended-properties" xmlns:vt="http://schemas.openxmlformats.org/officeDocument/2006/docPropsVTypes">
  <Template/>
  <TotalTime>11925</TotalTime>
  <Words>2198</Words>
  <Application>Microsoft Office PowerPoint</Application>
  <PresentationFormat>On-screen Show (4:3)</PresentationFormat>
  <Paragraphs>470</Paragraphs>
  <Slides>20</Slides>
  <Notes>3</Notes>
  <HiddenSlides>0</HiddenSlides>
  <MMClips>0</MMClips>
  <ScaleCrop>false</ScaleCrop>
  <HeadingPairs>
    <vt:vector size="4" baseType="variant">
      <vt:variant>
        <vt:lpstr>Theme</vt:lpstr>
      </vt:variant>
      <vt:variant>
        <vt:i4>1</vt:i4>
      </vt:variant>
      <vt:variant>
        <vt:lpstr>Slide Titles</vt:lpstr>
      </vt:variant>
      <vt:variant>
        <vt:i4>20</vt:i4>
      </vt:variant>
    </vt:vector>
  </HeadingPairs>
  <TitlesOfParts>
    <vt:vector size="21" baseType="lpstr">
      <vt:lpstr>AA Presentation Template - PHS</vt:lpstr>
      <vt:lpstr>The Release Plan</vt:lpstr>
      <vt:lpstr>The Release Plan</vt:lpstr>
      <vt:lpstr>The Release Plan</vt:lpstr>
      <vt:lpstr>SSM SDFCS</vt:lpstr>
      <vt:lpstr>Objectives</vt:lpstr>
      <vt:lpstr>Business Readiness Activities</vt:lpstr>
      <vt:lpstr>Business Case</vt:lpstr>
      <vt:lpstr>Delivery Plan: page 1 of [N]</vt:lpstr>
      <vt:lpstr>Delivery Plan: page 1 of [N]</vt:lpstr>
      <vt:lpstr>Delivery Plan: page 1 of [N]</vt:lpstr>
      <vt:lpstr>Risks</vt:lpstr>
      <vt:lpstr>Dependencies</vt:lpstr>
      <vt:lpstr>Issue Management</vt:lpstr>
      <vt:lpstr>Issue : Contd.. Expected results / Actual results</vt:lpstr>
      <vt:lpstr>Change Management</vt:lpstr>
      <vt:lpstr>Governance and Escalation</vt:lpstr>
      <vt:lpstr>Communication Plan</vt:lpstr>
      <vt:lpstr>Authors</vt:lpstr>
      <vt:lpstr>Review History</vt:lpstr>
      <vt:lpstr>Revision History</vt:lpstr>
    </vt:vector>
  </TitlesOfParts>
  <Company>TMA</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Nick Loyless</dc:creator>
  <cp:lastModifiedBy>Wajahath Quraishi</cp:lastModifiedBy>
  <cp:revision>181</cp:revision>
  <dcterms:created xsi:type="dcterms:W3CDTF">2009-05-21T15:37:17Z</dcterms:created>
  <dcterms:modified xsi:type="dcterms:W3CDTF">2014-01-16T18:35:49Z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_NewReviewCycle">
    <vt:lpwstr/>
  </property>
  <property fmtid="{D5CDD505-2E9C-101B-9397-08002B2CF9AE}" pid="3" name="ContentTypeId">
    <vt:lpwstr>0x010100C6554826F8A3544A9CC61241755FF959</vt:lpwstr>
  </property>
</Properties>
</file>