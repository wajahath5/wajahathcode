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751" r:id="rId1"/>
  </p:sldMasterIdLst>
  <p:notesMasterIdLst>
    <p:notesMasterId r:id="rId18"/>
  </p:notesMasterIdLst>
  <p:sldIdLst>
    <p:sldId id="256" r:id="rId2"/>
    <p:sldId id="275" r:id="rId3"/>
    <p:sldId id="276" r:id="rId4"/>
    <p:sldId id="282" r:id="rId5"/>
    <p:sldId id="278" r:id="rId6"/>
    <p:sldId id="257" r:id="rId7"/>
    <p:sldId id="258" r:id="rId8"/>
    <p:sldId id="279" r:id="rId9"/>
    <p:sldId id="280" r:id="rId10"/>
    <p:sldId id="271" r:id="rId11"/>
    <p:sldId id="259" r:id="rId12"/>
    <p:sldId id="267" r:id="rId13"/>
    <p:sldId id="268" r:id="rId14"/>
    <p:sldId id="281" r:id="rId15"/>
    <p:sldId id="274" r:id="rId16"/>
    <p:sldId id="270" r:id="rId17"/>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20">
          <p15:clr>
            <a:srgbClr val="A4A3A4"/>
          </p15:clr>
        </p15:guide>
        <p15:guide id="2" pos="2880">
          <p15:clr>
            <a:srgbClr val="A4A3A4"/>
          </p15:clr>
        </p15:guide>
        <p15:guide id="3" pos="5472">
          <p15:clr>
            <a:srgbClr val="A4A3A4"/>
          </p15:clr>
        </p15:guide>
        <p15:guide id="4" pos="4752">
          <p15:clr>
            <a:srgbClr val="A4A3A4"/>
          </p15:clr>
        </p15:guide>
        <p15:guide id="5" pos="288">
          <p15:clr>
            <a:srgbClr val="A4A3A4"/>
          </p15:clr>
        </p15:guide>
        <p15:guide id="6" orient="horz" pos="636">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583" autoAdjust="0"/>
    <p:restoredTop sz="95345" autoAdjust="0"/>
  </p:normalViewPr>
  <p:slideViewPr>
    <p:cSldViewPr snapToGrid="0">
      <p:cViewPr varScale="1">
        <p:scale>
          <a:sx n="122" d="100"/>
          <a:sy n="122" d="100"/>
        </p:scale>
        <p:origin x="906" y="96"/>
      </p:cViewPr>
      <p:guideLst>
        <p:guide orient="horz" pos="2820"/>
        <p:guide pos="2880"/>
        <p:guide pos="5472"/>
        <p:guide pos="4752"/>
        <p:guide pos="288"/>
        <p:guide orient="horz" pos="636"/>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381000" y="4343400"/>
            <a:ext cx="6096000" cy="4114800"/>
          </a:xfrm>
          <a:prstGeom prst="rect">
            <a:avLst/>
          </a:prstGeom>
          <a:noFill/>
          <a:ln>
            <a:noFill/>
          </a:ln>
        </p:spPr>
        <p:txBody>
          <a:bodyPr spcFirstLastPara="1" wrap="square" lIns="91425" tIns="45700" rIns="91425" bIns="45700" anchor="t" anchorCtr="0"/>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09486123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p:cNvGrpSpPr/>
        <p:nvPr/>
      </p:nvGrpSpPr>
      <p:grpSpPr>
        <a:xfrm>
          <a:off x="0" y="0"/>
          <a:ext cx="0" cy="0"/>
          <a:chOff x="0" y="0"/>
          <a:chExt cx="0" cy="0"/>
        </a:xfrm>
      </p:grpSpPr>
      <p:sp>
        <p:nvSpPr>
          <p:cNvPr id="427" name="Google Shape;427;p1:notes"/>
          <p:cNvSpPr txBox="1">
            <a:spLocks noGrp="1"/>
          </p:cNvSpPr>
          <p:nvPr>
            <p:ph type="body" idx="1"/>
          </p:nvPr>
        </p:nvSpPr>
        <p:spPr>
          <a:xfrm>
            <a:off x="381000" y="4343400"/>
            <a:ext cx="60960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8" name="Google Shape;428;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514637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g3feb0d436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3" name="Google Shape;453;g3feb0d4364_0_0:notes"/>
          <p:cNvSpPr txBox="1">
            <a:spLocks noGrp="1"/>
          </p:cNvSpPr>
          <p:nvPr>
            <p:ph type="body" idx="1"/>
          </p:nvPr>
        </p:nvSpPr>
        <p:spPr>
          <a:xfrm>
            <a:off x="381000" y="4343400"/>
            <a:ext cx="6096000" cy="411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b="0" i="0" u="none" strike="noStrike" cap="none" dirty="0">
                <a:solidFill>
                  <a:schemeClr val="dk1"/>
                </a:solidFill>
                <a:latin typeface="Arial"/>
                <a:ea typeface="Arial"/>
                <a:cs typeface="Arial"/>
                <a:sym typeface="Arial"/>
              </a:rPr>
              <a:t>Customer intelligence is everywhere. There is a lot of work happening in the individual domain areas but there is no easy way to </a:t>
            </a:r>
            <a:r>
              <a:rPr lang="en-US" dirty="0"/>
              <a:t>operationalize </a:t>
            </a:r>
            <a:r>
              <a:rPr lang="en-US" sz="1200" b="0" i="0" u="none" strike="noStrike" cap="none" dirty="0">
                <a:solidFill>
                  <a:schemeClr val="dk1"/>
                </a:solidFill>
                <a:latin typeface="Arial"/>
                <a:ea typeface="Arial"/>
                <a:cs typeface="Arial"/>
                <a:sym typeface="Arial"/>
              </a:rPr>
              <a:t>those insights. We have a need to complement those efforts by providing a consistent way to </a:t>
            </a:r>
            <a:r>
              <a:rPr lang="en-US" dirty="0"/>
              <a:t>take AI to market</a:t>
            </a:r>
            <a:r>
              <a:rPr lang="en-US" sz="1200" b="0" i="0" u="none" strike="noStrike" cap="none" dirty="0">
                <a:solidFill>
                  <a:schemeClr val="dk1"/>
                </a:solidFill>
                <a:latin typeface="Arial"/>
                <a:ea typeface="Arial"/>
                <a:cs typeface="Arial"/>
                <a:sym typeface="Arial"/>
              </a:rPr>
              <a:t>.</a:t>
            </a:r>
            <a:endParaRPr dirty="0"/>
          </a:p>
          <a:p>
            <a:pPr marL="0" marR="0" lvl="0" indent="0" algn="l" rtl="0">
              <a:spcBef>
                <a:spcPts val="0"/>
              </a:spcBef>
              <a:spcAft>
                <a:spcPts val="0"/>
              </a:spcAft>
              <a:buNone/>
            </a:pPr>
            <a:endParaRPr lang="en-US" sz="1200" b="0" i="0" u="none" strike="noStrike" cap="none" dirty="0" smtClean="0">
              <a:solidFill>
                <a:schemeClr val="dk1"/>
              </a:solidFill>
              <a:latin typeface="Arial"/>
              <a:ea typeface="Arial"/>
              <a:cs typeface="Arial"/>
              <a:sym typeface="Arial"/>
            </a:endParaRPr>
          </a:p>
          <a:p>
            <a:pPr marL="0" marR="0" lvl="0" indent="0" algn="l" rtl="0">
              <a:spcBef>
                <a:spcPts val="0"/>
              </a:spcBef>
              <a:spcAft>
                <a:spcPts val="0"/>
              </a:spcAft>
              <a:buNone/>
            </a:pPr>
            <a:endParaRPr sz="1200" b="0" i="0" u="none" strike="noStrike" cap="none" dirty="0">
              <a:solidFill>
                <a:schemeClr val="dk1"/>
              </a:solidFill>
              <a:latin typeface="Arial"/>
              <a:ea typeface="Arial"/>
              <a:cs typeface="Arial"/>
              <a:sym typeface="Arial"/>
            </a:endParaRPr>
          </a:p>
          <a:p>
            <a:pPr marL="0" marR="0" lvl="0" indent="0" algn="l" rtl="0">
              <a:spcBef>
                <a:spcPts val="0"/>
              </a:spcBef>
              <a:spcAft>
                <a:spcPts val="0"/>
              </a:spcAft>
              <a:buNone/>
            </a:pPr>
            <a:endParaRPr lang="en-US" sz="1200" b="0" i="0" u="none" strike="noStrike" cap="none" dirty="0" smtClean="0">
              <a:solidFill>
                <a:schemeClr val="dk1"/>
              </a:solidFill>
              <a:latin typeface="Arial"/>
              <a:cs typeface="Arial"/>
              <a:sym typeface="Arial"/>
            </a:endParaRPr>
          </a:p>
          <a:p>
            <a:pPr marL="0" marR="0" lvl="0" indent="0" algn="l" rtl="0">
              <a:spcBef>
                <a:spcPts val="0"/>
              </a:spcBef>
              <a:spcAft>
                <a:spcPts val="0"/>
              </a:spcAft>
              <a:buNone/>
            </a:pPr>
            <a:r>
              <a:rPr lang="en-US" sz="1200" b="0" i="0" u="none" strike="noStrike" cap="none" dirty="0" smtClean="0">
                <a:solidFill>
                  <a:schemeClr val="dk1"/>
                </a:solidFill>
                <a:latin typeface="Arial"/>
                <a:cs typeface="Arial"/>
                <a:sym typeface="Arial"/>
              </a:rPr>
              <a:t>Ease of use without coding</a:t>
            </a:r>
          </a:p>
          <a:p>
            <a:pPr marL="0" marR="0" lvl="0" indent="0" algn="l" rtl="0">
              <a:spcBef>
                <a:spcPts val="0"/>
              </a:spcBef>
              <a:spcAft>
                <a:spcPts val="0"/>
              </a:spcAft>
              <a:buNone/>
            </a:pPr>
            <a:endParaRPr dirty="0"/>
          </a:p>
          <a:p>
            <a:pPr marL="171450" marR="0" lvl="0" indent="-95250" algn="l" rtl="0">
              <a:spcBef>
                <a:spcPts val="0"/>
              </a:spcBef>
              <a:spcAft>
                <a:spcPts val="0"/>
              </a:spcAft>
              <a:buClr>
                <a:schemeClr val="dk1"/>
              </a:buClr>
              <a:buSzPts val="1200"/>
              <a:buFont typeface="Arial"/>
              <a:buNone/>
            </a:pPr>
            <a:endParaRPr sz="1200" b="0" i="0" u="none" strike="noStrike" cap="none" dirty="0">
              <a:solidFill>
                <a:schemeClr val="dk1"/>
              </a:solidFill>
              <a:latin typeface="Arial"/>
              <a:ea typeface="Arial"/>
              <a:cs typeface="Arial"/>
              <a:sym typeface="Arial"/>
            </a:endParaRPr>
          </a:p>
          <a:p>
            <a:pPr marL="0" marR="0" lvl="0" indent="0" algn="l" rtl="0">
              <a:spcBef>
                <a:spcPts val="0"/>
              </a:spcBef>
              <a:spcAft>
                <a:spcPts val="0"/>
              </a:spcAft>
              <a:buClr>
                <a:schemeClr val="dk1"/>
              </a:buClr>
              <a:buSzPts val="1200"/>
              <a:buFont typeface="Arial"/>
              <a:buNone/>
            </a:pPr>
            <a:endParaRPr sz="1200" b="0" i="0" u="none" strike="noStrike" cap="none" dirty="0">
              <a:solidFill>
                <a:schemeClr val="dk1"/>
              </a:solidFill>
              <a:latin typeface="Arial"/>
              <a:ea typeface="Arial"/>
              <a:cs typeface="Arial"/>
              <a:sym typeface="Arial"/>
            </a:endParaRPr>
          </a:p>
        </p:txBody>
      </p:sp>
      <p:sp>
        <p:nvSpPr>
          <p:cNvPr id="454" name="Google Shape;454;g3feb0d4364_0_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algn="r"/>
            <a:fld id="{00000000-1234-1234-1234-123412341234}" type="slidenum">
              <a:rPr lang="en-US" sz="1200"/>
              <a:pPr algn="r"/>
              <a:t>2</a:t>
            </a:fld>
            <a:endParaRPr sz="1200"/>
          </a:p>
        </p:txBody>
      </p:sp>
    </p:spTree>
    <p:extLst>
      <p:ext uri="{BB962C8B-B14F-4D97-AF65-F5344CB8AC3E}">
        <p14:creationId xmlns:p14="http://schemas.microsoft.com/office/powerpoint/2010/main" val="3856047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g3feb0d436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3" name="Google Shape;453;g3feb0d4364_0_0:notes"/>
          <p:cNvSpPr txBox="1">
            <a:spLocks noGrp="1"/>
          </p:cNvSpPr>
          <p:nvPr>
            <p:ph type="body" idx="1"/>
          </p:nvPr>
        </p:nvSpPr>
        <p:spPr>
          <a:xfrm>
            <a:off x="381000" y="4343400"/>
            <a:ext cx="6096000" cy="4114800"/>
          </a:xfrm>
          <a:prstGeom prst="rect">
            <a:avLst/>
          </a:prstGeom>
          <a:noFill/>
          <a:ln>
            <a:noFill/>
          </a:ln>
        </p:spPr>
        <p:txBody>
          <a:bodyPr spcFirstLastPara="1" wrap="square" lIns="91425" tIns="45700" rIns="91425" bIns="45700" anchor="t" anchorCtr="0">
            <a:noAutofit/>
          </a:bodyPr>
          <a:lstStyle/>
          <a:p>
            <a:pPr marL="171450" marR="0" lvl="0" indent="-95250" algn="l" rtl="0">
              <a:spcBef>
                <a:spcPts val="0"/>
              </a:spcBef>
              <a:spcAft>
                <a:spcPts val="0"/>
              </a:spcAft>
              <a:buClr>
                <a:schemeClr val="dk1"/>
              </a:buClr>
              <a:buSzPts val="1200"/>
              <a:buFont typeface="Arial"/>
              <a:buNone/>
            </a:pPr>
            <a:endParaRPr sz="1200" b="0" i="0" u="none" strike="noStrike" cap="none" dirty="0">
              <a:solidFill>
                <a:schemeClr val="dk1"/>
              </a:solidFill>
              <a:latin typeface="Arial"/>
              <a:ea typeface="Arial"/>
              <a:cs typeface="Arial"/>
              <a:sym typeface="Arial"/>
            </a:endParaRPr>
          </a:p>
          <a:p>
            <a:pPr marL="0" marR="0" lvl="0" indent="0" algn="l" rtl="0">
              <a:spcBef>
                <a:spcPts val="0"/>
              </a:spcBef>
              <a:spcAft>
                <a:spcPts val="0"/>
              </a:spcAft>
              <a:buClr>
                <a:schemeClr val="dk1"/>
              </a:buClr>
              <a:buSzPts val="1200"/>
              <a:buFont typeface="Arial"/>
              <a:buNone/>
            </a:pPr>
            <a:endParaRPr sz="1200" b="0" i="0" u="none" strike="noStrike" cap="none" dirty="0">
              <a:solidFill>
                <a:schemeClr val="dk1"/>
              </a:solidFill>
              <a:latin typeface="Arial"/>
              <a:ea typeface="Arial"/>
              <a:cs typeface="Arial"/>
              <a:sym typeface="Arial"/>
            </a:endParaRPr>
          </a:p>
        </p:txBody>
      </p:sp>
      <p:sp>
        <p:nvSpPr>
          <p:cNvPr id="454" name="Google Shape;454;g3feb0d4364_0_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algn="r"/>
            <a:fld id="{00000000-1234-1234-1234-123412341234}" type="slidenum">
              <a:rPr lang="en-US" sz="1200"/>
              <a:pPr algn="r"/>
              <a:t>3</a:t>
            </a:fld>
            <a:endParaRPr sz="1200"/>
          </a:p>
        </p:txBody>
      </p:sp>
    </p:spTree>
    <p:extLst>
      <p:ext uri="{BB962C8B-B14F-4D97-AF65-F5344CB8AC3E}">
        <p14:creationId xmlns:p14="http://schemas.microsoft.com/office/powerpoint/2010/main" val="20482700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2"/>
        <p:cNvGrpSpPr/>
        <p:nvPr/>
      </p:nvGrpSpPr>
      <p:grpSpPr>
        <a:xfrm>
          <a:off x="0" y="0"/>
          <a:ext cx="0" cy="0"/>
          <a:chOff x="0" y="0"/>
          <a:chExt cx="0" cy="0"/>
        </a:xfrm>
      </p:grpSpPr>
      <p:sp>
        <p:nvSpPr>
          <p:cNvPr id="773" name="Google Shape;773;g45ee415d5d_3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4" name="Google Shape;774;g45ee415d5d_3_0:notes"/>
          <p:cNvSpPr txBox="1">
            <a:spLocks noGrp="1"/>
          </p:cNvSpPr>
          <p:nvPr>
            <p:ph type="body" idx="1"/>
          </p:nvPr>
        </p:nvSpPr>
        <p:spPr>
          <a:xfrm>
            <a:off x="381000" y="4343400"/>
            <a:ext cx="6096000" cy="4114800"/>
          </a:xfrm>
          <a:prstGeom prst="rect">
            <a:avLst/>
          </a:prstGeom>
          <a:noFill/>
          <a:ln>
            <a:noFill/>
          </a:ln>
        </p:spPr>
        <p:txBody>
          <a:bodyPr spcFirstLastPara="1" wrap="square" lIns="91425" tIns="45700" rIns="91425" bIns="45700" anchor="t" anchorCtr="0">
            <a:noAutofit/>
          </a:bodyPr>
          <a:lstStyle/>
          <a:p>
            <a:pPr marL="171450" marR="0" lvl="0" indent="-95250" algn="l" rtl="0">
              <a:lnSpc>
                <a:spcPct val="100000"/>
              </a:lnSpc>
              <a:spcBef>
                <a:spcPts val="0"/>
              </a:spcBef>
              <a:spcAft>
                <a:spcPts val="0"/>
              </a:spcAft>
              <a:buClr>
                <a:schemeClr val="dk1"/>
              </a:buClr>
              <a:buSzPts val="1200"/>
              <a:buFont typeface="Arial"/>
              <a:buNone/>
            </a:pPr>
            <a:endParaRPr sz="12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200"/>
              <a:buFont typeface="Arial"/>
              <a:buNone/>
            </a:pPr>
            <a:endParaRPr sz="1200" b="0" i="0" u="none" strike="noStrike" cap="none">
              <a:solidFill>
                <a:schemeClr val="dk1"/>
              </a:solidFill>
              <a:latin typeface="Arial"/>
              <a:ea typeface="Arial"/>
              <a:cs typeface="Arial"/>
              <a:sym typeface="Arial"/>
            </a:endParaRPr>
          </a:p>
        </p:txBody>
      </p:sp>
      <p:sp>
        <p:nvSpPr>
          <p:cNvPr id="775" name="Google Shape;775;g45ee415d5d_3_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None/>
            </a:pPr>
            <a:fld id="{00000000-1234-1234-1234-123412341234}" type="slidenum">
              <a:rPr lang="en" sz="1200"/>
              <a:t>4</a:t>
            </a:fld>
            <a:endParaRPr sz="1200"/>
          </a:p>
        </p:txBody>
      </p:sp>
    </p:spTree>
    <p:extLst>
      <p:ext uri="{BB962C8B-B14F-4D97-AF65-F5344CB8AC3E}">
        <p14:creationId xmlns:p14="http://schemas.microsoft.com/office/powerpoint/2010/main" val="21491323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g3feb0d436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3" name="Google Shape;453;g3feb0d4364_0_0:notes"/>
          <p:cNvSpPr txBox="1">
            <a:spLocks noGrp="1"/>
          </p:cNvSpPr>
          <p:nvPr>
            <p:ph type="body" idx="1"/>
          </p:nvPr>
        </p:nvSpPr>
        <p:spPr>
          <a:xfrm>
            <a:off x="381000" y="4343400"/>
            <a:ext cx="6096000" cy="411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b="0" i="0" u="none" strike="noStrike" cap="none">
                <a:solidFill>
                  <a:schemeClr val="dk1"/>
                </a:solidFill>
                <a:latin typeface="Arial"/>
                <a:ea typeface="Arial"/>
                <a:cs typeface="Arial"/>
                <a:sym typeface="Arial"/>
              </a:rPr>
              <a:t>Customer intelligence is everywhere. There is a lot of work happening in the individual domain areas but there is no easy way to </a:t>
            </a:r>
            <a:r>
              <a:rPr lang="en-US"/>
              <a:t>operationalize </a:t>
            </a:r>
            <a:r>
              <a:rPr lang="en-US" sz="1200" b="0" i="0" u="none" strike="noStrike" cap="none">
                <a:solidFill>
                  <a:schemeClr val="dk1"/>
                </a:solidFill>
                <a:latin typeface="Arial"/>
                <a:ea typeface="Arial"/>
                <a:cs typeface="Arial"/>
                <a:sym typeface="Arial"/>
              </a:rPr>
              <a:t>those insights. We have a need to complement those efforts by providing a consistent way to </a:t>
            </a:r>
            <a:r>
              <a:rPr lang="en-US"/>
              <a:t>take AI to market</a:t>
            </a:r>
            <a:r>
              <a:rPr lang="en-US" sz="1200" b="0" i="0" u="none" strike="noStrike" cap="none">
                <a:solidFill>
                  <a:schemeClr val="dk1"/>
                </a:solidFill>
                <a:latin typeface="Arial"/>
                <a:ea typeface="Arial"/>
                <a:cs typeface="Arial"/>
                <a:sym typeface="Arial"/>
              </a:rPr>
              <a:t>.</a:t>
            </a:r>
            <a:endParaRPr/>
          </a:p>
          <a:p>
            <a:pPr marL="0" marR="0" lvl="0" indent="0" algn="l" rtl="0">
              <a:spcBef>
                <a:spcPts val="0"/>
              </a:spcBef>
              <a:spcAft>
                <a:spcPts val="0"/>
              </a:spcAft>
              <a:buNone/>
            </a:pPr>
            <a:endParaRPr sz="1200" b="0" i="0" u="none" strike="noStrike" cap="none">
              <a:solidFill>
                <a:schemeClr val="dk1"/>
              </a:solidFill>
              <a:latin typeface="Arial"/>
              <a:ea typeface="Arial"/>
              <a:cs typeface="Arial"/>
              <a:sym typeface="Arial"/>
            </a:endParaRPr>
          </a:p>
          <a:p>
            <a:pPr marL="0" marR="0" lvl="0" indent="0" algn="l" rtl="0">
              <a:spcBef>
                <a:spcPts val="0"/>
              </a:spcBef>
              <a:spcAft>
                <a:spcPts val="0"/>
              </a:spcAft>
              <a:buNone/>
            </a:pPr>
            <a:r>
              <a:rPr lang="en-US" sz="1200" b="0" i="0" u="none" strike="noStrike" cap="none">
                <a:solidFill>
                  <a:schemeClr val="dk1"/>
                </a:solidFill>
                <a:latin typeface="Arial"/>
                <a:ea typeface="Arial"/>
                <a:cs typeface="Arial"/>
                <a:sym typeface="Arial"/>
              </a:rPr>
              <a:t>AI is the new UI. We need to empower the systems of engagement to personalize the experience based on intelligence instead of just profile attributes. For this, the data needs to be curated into actionable insights of present, past and future and made available for easy consumption.</a:t>
            </a:r>
            <a:endParaRPr/>
          </a:p>
          <a:p>
            <a:pPr marL="171450" marR="0" lvl="0" indent="-95250" algn="l" rtl="0">
              <a:spcBef>
                <a:spcPts val="0"/>
              </a:spcBef>
              <a:spcAft>
                <a:spcPts val="0"/>
              </a:spcAft>
              <a:buClr>
                <a:schemeClr val="dk1"/>
              </a:buClr>
              <a:buSzPts val="1200"/>
              <a:buFont typeface="Arial"/>
              <a:buNone/>
            </a:pPr>
            <a:endParaRPr sz="1200" b="0" i="0" u="none" strike="noStrike" cap="none">
              <a:solidFill>
                <a:schemeClr val="dk1"/>
              </a:solidFill>
              <a:latin typeface="Arial"/>
              <a:ea typeface="Arial"/>
              <a:cs typeface="Arial"/>
              <a:sym typeface="Arial"/>
            </a:endParaRPr>
          </a:p>
          <a:p>
            <a:pPr marL="0" marR="0" lvl="0" indent="0" algn="l" rtl="0">
              <a:spcBef>
                <a:spcPts val="0"/>
              </a:spcBef>
              <a:spcAft>
                <a:spcPts val="0"/>
              </a:spcAft>
              <a:buClr>
                <a:schemeClr val="dk1"/>
              </a:buClr>
              <a:buSzPts val="1200"/>
              <a:buFont typeface="Arial"/>
              <a:buNone/>
            </a:pPr>
            <a:endParaRPr sz="1200" b="0" i="0" u="none" strike="noStrike" cap="none">
              <a:solidFill>
                <a:schemeClr val="dk1"/>
              </a:solidFill>
              <a:latin typeface="Arial"/>
              <a:ea typeface="Arial"/>
              <a:cs typeface="Arial"/>
              <a:sym typeface="Arial"/>
            </a:endParaRPr>
          </a:p>
        </p:txBody>
      </p:sp>
      <p:sp>
        <p:nvSpPr>
          <p:cNvPr id="454" name="Google Shape;454;g3feb0d4364_0_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Arial"/>
                <a:ea typeface="Arial"/>
                <a:cs typeface="Arial"/>
                <a:sym typeface="Arial"/>
              </a:rPr>
              <a:t>6</a:t>
            </a:fld>
            <a:endParaRPr sz="1200">
              <a:solidFill>
                <a:schemeClr val="dk1"/>
              </a:solidFill>
              <a:latin typeface="Arial"/>
              <a:ea typeface="Arial"/>
              <a:cs typeface="Arial"/>
              <a:sym typeface="Arial"/>
            </a:endParaRPr>
          </a:p>
        </p:txBody>
      </p:sp>
    </p:spTree>
    <p:extLst>
      <p:ext uri="{BB962C8B-B14F-4D97-AF65-F5344CB8AC3E}">
        <p14:creationId xmlns:p14="http://schemas.microsoft.com/office/powerpoint/2010/main" val="2167748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1"/>
        <p:cNvGrpSpPr/>
        <p:nvPr/>
      </p:nvGrpSpPr>
      <p:grpSpPr>
        <a:xfrm>
          <a:off x="0" y="0"/>
          <a:ext cx="0" cy="0"/>
          <a:chOff x="0" y="0"/>
          <a:chExt cx="0" cy="0"/>
        </a:xfrm>
      </p:grpSpPr>
      <p:sp>
        <p:nvSpPr>
          <p:cNvPr id="552" name="Google Shape;552;g3feb0d4364_0_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53" name="Google Shape;553;g3feb0d4364_0_99:notes"/>
          <p:cNvSpPr txBox="1">
            <a:spLocks noGrp="1"/>
          </p:cNvSpPr>
          <p:nvPr>
            <p:ph type="body" idx="1"/>
          </p:nvPr>
        </p:nvSpPr>
        <p:spPr>
          <a:xfrm>
            <a:off x="381000" y="4343400"/>
            <a:ext cx="6096000" cy="411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200"/>
              <a:buFont typeface="Arial"/>
              <a:buNone/>
            </a:pPr>
            <a:r>
              <a:rPr lang="en-US" sz="1200" b="0" i="0" u="none" strike="noStrike" cap="none">
                <a:solidFill>
                  <a:schemeClr val="dk1"/>
                </a:solidFill>
                <a:latin typeface="Arial"/>
                <a:ea typeface="Arial"/>
                <a:cs typeface="Arial"/>
                <a:sym typeface="Arial"/>
              </a:rPr>
              <a:t>DataOps: DevOps for AI. Centralized system for operationalizing AI. Deploy and execute predictive models at scale in real-time and in batch modes</a:t>
            </a:r>
            <a:endParaRPr/>
          </a:p>
          <a:p>
            <a:pPr marL="0" marR="0" lvl="0" indent="0" algn="l" rtl="0">
              <a:spcBef>
                <a:spcPts val="0"/>
              </a:spcBef>
              <a:spcAft>
                <a:spcPts val="0"/>
              </a:spcAft>
              <a:buClr>
                <a:schemeClr val="dk1"/>
              </a:buClr>
              <a:buSzPts val="1200"/>
              <a:buFont typeface="Arial"/>
              <a:buNone/>
            </a:pPr>
            <a:endParaRPr sz="1200" b="0" i="0" u="none" strike="noStrike" cap="none">
              <a:solidFill>
                <a:schemeClr val="dk1"/>
              </a:solidFill>
              <a:latin typeface="Arial"/>
              <a:ea typeface="Arial"/>
              <a:cs typeface="Arial"/>
              <a:sym typeface="Arial"/>
            </a:endParaRPr>
          </a:p>
          <a:p>
            <a:pPr marL="0" marR="0" lvl="0" indent="0" algn="l" rtl="0">
              <a:spcBef>
                <a:spcPts val="0"/>
              </a:spcBef>
              <a:spcAft>
                <a:spcPts val="0"/>
              </a:spcAft>
              <a:buClr>
                <a:schemeClr val="dk1"/>
              </a:buClr>
              <a:buSzPts val="1200"/>
              <a:buFont typeface="Arial"/>
              <a:buNone/>
            </a:pPr>
            <a:r>
              <a:rPr lang="en-US" sz="1200" b="0" i="0" u="none" strike="noStrike" cap="none">
                <a:solidFill>
                  <a:schemeClr val="dk1"/>
                </a:solidFill>
                <a:latin typeface="Arial"/>
                <a:ea typeface="Arial"/>
                <a:cs typeface="Arial"/>
                <a:sym typeface="Arial"/>
              </a:rPr>
              <a:t>Comprehensive, consistent NBX capability covering preemptive, proactive, reactive for various business objectives</a:t>
            </a:r>
            <a:endParaRPr sz="1200" b="0" i="0" u="none" strike="noStrike" cap="none">
              <a:solidFill>
                <a:schemeClr val="dk1"/>
              </a:solidFill>
              <a:latin typeface="Arial"/>
              <a:ea typeface="Arial"/>
              <a:cs typeface="Arial"/>
              <a:sym typeface="Arial"/>
            </a:endParaRPr>
          </a:p>
        </p:txBody>
      </p:sp>
      <p:sp>
        <p:nvSpPr>
          <p:cNvPr id="554" name="Google Shape;554;g3feb0d4364_0_9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Arial"/>
                <a:ea typeface="Arial"/>
                <a:cs typeface="Arial"/>
                <a:sym typeface="Arial"/>
              </a:rPr>
              <a:t>7</a:t>
            </a:fld>
            <a:endParaRPr sz="1200">
              <a:solidFill>
                <a:schemeClr val="dk1"/>
              </a:solidFill>
              <a:latin typeface="Arial"/>
              <a:ea typeface="Arial"/>
              <a:cs typeface="Arial"/>
              <a:sym typeface="Arial"/>
            </a:endParaRPr>
          </a:p>
        </p:txBody>
      </p:sp>
    </p:spTree>
    <p:extLst>
      <p:ext uri="{BB962C8B-B14F-4D97-AF65-F5344CB8AC3E}">
        <p14:creationId xmlns:p14="http://schemas.microsoft.com/office/powerpoint/2010/main" val="28143874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uFillTx/>
            </a:endParaRPr>
          </a:p>
        </p:txBody>
      </p:sp>
      <p:sp>
        <p:nvSpPr>
          <p:cNvPr id="4" name="Slide Number Placeholder 3"/>
          <p:cNvSpPr>
            <a:spLocks noGrp="1"/>
          </p:cNvSpPr>
          <p:nvPr>
            <p:ph type="sldNum" sz="quarter" idx="10"/>
          </p:nvPr>
        </p:nvSpPr>
        <p:spPr/>
        <p:txBody>
          <a:bodyPr/>
          <a:lstStyle/>
          <a:p>
            <a:fld id="{0F377F13-34CC-6843-96E7-4A03CB8BBE85}" type="slidenum">
              <a:rPr lang="en-US" smtClean="0">
                <a:solidFill>
                  <a:srgbClr val="000000"/>
                </a:solidFill>
                <a:uFillTx/>
              </a:rPr>
              <a:pPr/>
              <a:t>8</a:t>
            </a:fld>
            <a:endParaRPr lang="en-US" dirty="0">
              <a:solidFill>
                <a:srgbClr val="000000"/>
              </a:solidFill>
              <a:uFillTx/>
            </a:endParaRPr>
          </a:p>
        </p:txBody>
      </p:sp>
    </p:spTree>
    <p:extLst>
      <p:ext uri="{BB962C8B-B14F-4D97-AF65-F5344CB8AC3E}">
        <p14:creationId xmlns:p14="http://schemas.microsoft.com/office/powerpoint/2010/main" val="18224495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0"/>
          </p:nvPr>
        </p:nvSpPr>
        <p:spPr/>
        <p:txBody>
          <a:bodyPr/>
          <a:lstStyle/>
          <a:p>
            <a:pPr algn="r"/>
            <a:fld id="{00000000-1234-1234-1234-123412341234}" type="slidenum">
              <a:rPr lang="en-US" sz="1200" smtClean="0"/>
              <a:pPr algn="r"/>
              <a:t>10</a:t>
            </a:fld>
            <a:endParaRPr lang="en-US" sz="1200"/>
          </a:p>
        </p:txBody>
      </p:sp>
    </p:spTree>
    <p:extLst>
      <p:ext uri="{BB962C8B-B14F-4D97-AF65-F5344CB8AC3E}">
        <p14:creationId xmlns:p14="http://schemas.microsoft.com/office/powerpoint/2010/main" val="39847363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2"/>
        <p:cNvGrpSpPr/>
        <p:nvPr/>
      </p:nvGrpSpPr>
      <p:grpSpPr>
        <a:xfrm>
          <a:off x="0" y="0"/>
          <a:ext cx="0" cy="0"/>
          <a:chOff x="0" y="0"/>
          <a:chExt cx="0" cy="0"/>
        </a:xfrm>
      </p:grpSpPr>
      <p:sp>
        <p:nvSpPr>
          <p:cNvPr id="593" name="Google Shape;593;g418281988d_3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4" name="Google Shape;594;g418281988d_3_0:notes"/>
          <p:cNvSpPr txBox="1">
            <a:spLocks noGrp="1"/>
          </p:cNvSpPr>
          <p:nvPr>
            <p:ph type="body" idx="1"/>
          </p:nvPr>
        </p:nvSpPr>
        <p:spPr>
          <a:xfrm>
            <a:off x="381000" y="4343400"/>
            <a:ext cx="6096000" cy="411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b="0" i="0" u="none" strike="noStrike" cap="none">
              <a:solidFill>
                <a:schemeClr val="dk1"/>
              </a:solidFill>
              <a:latin typeface="Arial"/>
              <a:ea typeface="Arial"/>
              <a:cs typeface="Arial"/>
              <a:sym typeface="Arial"/>
            </a:endParaRPr>
          </a:p>
        </p:txBody>
      </p:sp>
      <p:sp>
        <p:nvSpPr>
          <p:cNvPr id="595" name="Google Shape;595;g418281988d_3_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Arial"/>
                <a:ea typeface="Arial"/>
                <a:cs typeface="Arial"/>
                <a:sym typeface="Arial"/>
              </a:rPr>
              <a:t>11</a:t>
            </a:fld>
            <a:endParaRPr sz="1200">
              <a:solidFill>
                <a:schemeClr val="dk1"/>
              </a:solidFill>
              <a:latin typeface="Arial"/>
              <a:ea typeface="Arial"/>
              <a:cs typeface="Arial"/>
              <a:sym typeface="Arial"/>
            </a:endParaRPr>
          </a:p>
        </p:txBody>
      </p:sp>
    </p:spTree>
    <p:extLst>
      <p:ext uri="{BB962C8B-B14F-4D97-AF65-F5344CB8AC3E}">
        <p14:creationId xmlns:p14="http://schemas.microsoft.com/office/powerpoint/2010/main" val="29574818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Shape 696"/>
        <p:cNvGrpSpPr/>
        <p:nvPr/>
      </p:nvGrpSpPr>
      <p:grpSpPr>
        <a:xfrm>
          <a:off x="0" y="0"/>
          <a:ext cx="0" cy="0"/>
          <a:chOff x="0" y="0"/>
          <a:chExt cx="0" cy="0"/>
        </a:xfrm>
      </p:grpSpPr>
      <p:sp>
        <p:nvSpPr>
          <p:cNvPr id="697" name="Shape 697"/>
          <p:cNvSpPr>
            <a:spLocks noGrp="1" noRot="1" noChangeAspect="1"/>
          </p:cNvSpPr>
          <p:nvPr>
            <p:ph type="sldImg" idx="2"/>
          </p:nvPr>
        </p:nvSpPr>
        <p:spPr>
          <a:xfrm>
            <a:off x="530225" y="677863"/>
            <a:ext cx="6016625" cy="338455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8" name="Shape 698"/>
          <p:cNvSpPr txBox="1">
            <a:spLocks noGrp="1"/>
          </p:cNvSpPr>
          <p:nvPr>
            <p:ph type="body" idx="1"/>
          </p:nvPr>
        </p:nvSpPr>
        <p:spPr>
          <a:xfrm>
            <a:off x="393171" y="4288354"/>
            <a:ext cx="6290733" cy="406265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b="0" i="0" u="none" strike="noStrike" cap="none" dirty="0" smtClean="0">
                <a:solidFill>
                  <a:schemeClr val="dk1"/>
                </a:solidFill>
                <a:uFillTx/>
                <a:latin typeface="Arial"/>
                <a:ea typeface="Arial"/>
                <a:cs typeface="Arial"/>
                <a:sym typeface="Arial"/>
              </a:rPr>
              <a:t>Moments</a:t>
            </a:r>
          </a:p>
          <a:p>
            <a:pPr marL="0" marR="0" lvl="0" indent="0" algn="l" rtl="0">
              <a:spcBef>
                <a:spcPts val="0"/>
              </a:spcBef>
              <a:spcAft>
                <a:spcPts val="0"/>
              </a:spcAft>
              <a:buNone/>
            </a:pPr>
            <a:r>
              <a:rPr lang="en-US" sz="1200" b="0" i="0" u="none" strike="noStrike" cap="none" dirty="0" smtClean="0">
                <a:solidFill>
                  <a:schemeClr val="dk1"/>
                </a:solidFill>
                <a:uFillTx/>
                <a:latin typeface="Arial"/>
                <a:ea typeface="Arial"/>
                <a:cs typeface="Arial"/>
                <a:sym typeface="Arial"/>
              </a:rPr>
              <a:t>Curated insights</a:t>
            </a:r>
            <a:endParaRPr sz="1200" b="0" i="0" u="none" strike="noStrike" cap="none" dirty="0">
              <a:solidFill>
                <a:schemeClr val="dk1"/>
              </a:solidFill>
              <a:uFillTx/>
              <a:latin typeface="Arial"/>
              <a:ea typeface="Arial"/>
              <a:cs typeface="Arial"/>
              <a:sym typeface="Arial"/>
            </a:endParaRPr>
          </a:p>
        </p:txBody>
      </p:sp>
      <p:sp>
        <p:nvSpPr>
          <p:cNvPr id="699" name="Shape 699"/>
          <p:cNvSpPr txBox="1">
            <a:spLocks noGrp="1"/>
          </p:cNvSpPr>
          <p:nvPr>
            <p:ph type="sldNum" idx="12"/>
          </p:nvPr>
        </p:nvSpPr>
        <p:spPr>
          <a:xfrm>
            <a:off x="4008705" y="8575140"/>
            <a:ext cx="3066733" cy="451406"/>
          </a:xfrm>
          <a:prstGeom prst="rect">
            <a:avLst/>
          </a:prstGeom>
          <a:noFill/>
          <a:ln>
            <a:noFill/>
          </a:ln>
        </p:spPr>
        <p:txBody>
          <a:bodyPr spcFirstLastPara="1" wrap="square" lIns="91425" tIns="45700" rIns="91425" bIns="45700" anchor="b" anchorCtr="0">
            <a:noAutofit/>
          </a:bodyPr>
          <a:lstStyle/>
          <a:p>
            <a:fld id="{00000000-1234-1234-1234-123412341234}" type="slidenum">
              <a:rPr lang="en-US">
                <a:solidFill>
                  <a:srgbClr val="000000"/>
                </a:solidFill>
                <a:ea typeface="Arial"/>
                <a:cs typeface="Arial"/>
                <a:sym typeface="Arial"/>
              </a:rPr>
              <a:pPr/>
              <a:t>12</a:t>
            </a:fld>
            <a:endParaRPr>
              <a:solidFill>
                <a:srgbClr val="000000"/>
              </a:solidFill>
              <a:ea typeface="Arial"/>
              <a:cs typeface="Arial"/>
              <a:sym typeface="Arial"/>
            </a:endParaRPr>
          </a:p>
        </p:txBody>
      </p:sp>
    </p:spTree>
    <p:extLst>
      <p:ext uri="{BB962C8B-B14F-4D97-AF65-F5344CB8AC3E}">
        <p14:creationId xmlns:p14="http://schemas.microsoft.com/office/powerpoint/2010/main" val="10717614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Shape 696"/>
        <p:cNvGrpSpPr/>
        <p:nvPr/>
      </p:nvGrpSpPr>
      <p:grpSpPr>
        <a:xfrm>
          <a:off x="0" y="0"/>
          <a:ext cx="0" cy="0"/>
          <a:chOff x="0" y="0"/>
          <a:chExt cx="0" cy="0"/>
        </a:xfrm>
      </p:grpSpPr>
      <p:sp>
        <p:nvSpPr>
          <p:cNvPr id="697" name="Shape 697"/>
          <p:cNvSpPr>
            <a:spLocks noGrp="1" noRot="1" noChangeAspect="1"/>
          </p:cNvSpPr>
          <p:nvPr>
            <p:ph type="sldImg" idx="2"/>
          </p:nvPr>
        </p:nvSpPr>
        <p:spPr>
          <a:xfrm>
            <a:off x="530225" y="677863"/>
            <a:ext cx="6016625" cy="338455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8" name="Shape 698"/>
          <p:cNvSpPr txBox="1">
            <a:spLocks noGrp="1"/>
          </p:cNvSpPr>
          <p:nvPr>
            <p:ph type="body" idx="1"/>
          </p:nvPr>
        </p:nvSpPr>
        <p:spPr>
          <a:xfrm>
            <a:off x="393171" y="4288354"/>
            <a:ext cx="6290733" cy="406265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b="0" i="0" u="none" strike="noStrike" cap="none" dirty="0" smtClean="0">
                <a:solidFill>
                  <a:schemeClr val="dk1"/>
                </a:solidFill>
                <a:uFillTx/>
                <a:latin typeface="Arial"/>
                <a:ea typeface="Arial"/>
                <a:cs typeface="Arial"/>
                <a:sym typeface="Arial"/>
              </a:rPr>
              <a:t>Moments</a:t>
            </a:r>
          </a:p>
          <a:p>
            <a:pPr marL="0" marR="0" lvl="0" indent="0" algn="l" rtl="0">
              <a:spcBef>
                <a:spcPts val="0"/>
              </a:spcBef>
              <a:spcAft>
                <a:spcPts val="0"/>
              </a:spcAft>
              <a:buNone/>
            </a:pPr>
            <a:r>
              <a:rPr lang="en-US" sz="1200" b="0" i="0" u="none" strike="noStrike" cap="none" dirty="0" smtClean="0">
                <a:solidFill>
                  <a:schemeClr val="dk1"/>
                </a:solidFill>
                <a:uFillTx/>
                <a:latin typeface="Arial"/>
                <a:ea typeface="Arial"/>
                <a:cs typeface="Arial"/>
                <a:sym typeface="Arial"/>
              </a:rPr>
              <a:t>Curated insights</a:t>
            </a:r>
            <a:endParaRPr sz="1200" b="0" i="0" u="none" strike="noStrike" cap="none" dirty="0">
              <a:solidFill>
                <a:schemeClr val="dk1"/>
              </a:solidFill>
              <a:uFillTx/>
              <a:latin typeface="Arial"/>
              <a:ea typeface="Arial"/>
              <a:cs typeface="Arial"/>
              <a:sym typeface="Arial"/>
            </a:endParaRPr>
          </a:p>
        </p:txBody>
      </p:sp>
      <p:sp>
        <p:nvSpPr>
          <p:cNvPr id="699" name="Shape 699"/>
          <p:cNvSpPr txBox="1">
            <a:spLocks noGrp="1"/>
          </p:cNvSpPr>
          <p:nvPr>
            <p:ph type="sldNum" idx="12"/>
          </p:nvPr>
        </p:nvSpPr>
        <p:spPr>
          <a:xfrm>
            <a:off x="4008705" y="8575140"/>
            <a:ext cx="3066733" cy="451406"/>
          </a:xfrm>
          <a:prstGeom prst="rect">
            <a:avLst/>
          </a:prstGeom>
          <a:noFill/>
          <a:ln>
            <a:noFill/>
          </a:ln>
        </p:spPr>
        <p:txBody>
          <a:bodyPr spcFirstLastPara="1" wrap="square" lIns="91425" tIns="45700" rIns="91425" bIns="45700" anchor="b" anchorCtr="0">
            <a:noAutofit/>
          </a:bodyPr>
          <a:lstStyle/>
          <a:p>
            <a:fld id="{00000000-1234-1234-1234-123412341234}" type="slidenum">
              <a:rPr lang="en-US">
                <a:solidFill>
                  <a:srgbClr val="000000"/>
                </a:solidFill>
                <a:ea typeface="Arial"/>
                <a:cs typeface="Arial"/>
                <a:sym typeface="Arial"/>
              </a:rPr>
              <a:pPr/>
              <a:t>13</a:t>
            </a:fld>
            <a:endParaRPr>
              <a:solidFill>
                <a:srgbClr val="000000"/>
              </a:solidFill>
              <a:ea typeface="Arial"/>
              <a:cs typeface="Arial"/>
              <a:sym typeface="Arial"/>
            </a:endParaRPr>
          </a:p>
        </p:txBody>
      </p:sp>
    </p:spTree>
    <p:extLst>
      <p:ext uri="{BB962C8B-B14F-4D97-AF65-F5344CB8AC3E}">
        <p14:creationId xmlns:p14="http://schemas.microsoft.com/office/powerpoint/2010/main" val="14147539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1"/>
        <p:cNvGrpSpPr/>
        <p:nvPr/>
      </p:nvGrpSpPr>
      <p:grpSpPr>
        <a:xfrm>
          <a:off x="0" y="0"/>
          <a:ext cx="0" cy="0"/>
          <a:chOff x="0" y="0"/>
          <a:chExt cx="0" cy="0"/>
        </a:xfrm>
      </p:grpSpPr>
      <p:sp>
        <p:nvSpPr>
          <p:cNvPr id="552" name="Google Shape;552;g3feb0d4364_0_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53" name="Google Shape;553;g3feb0d4364_0_99:notes"/>
          <p:cNvSpPr txBox="1">
            <a:spLocks noGrp="1"/>
          </p:cNvSpPr>
          <p:nvPr>
            <p:ph type="body" idx="1"/>
          </p:nvPr>
        </p:nvSpPr>
        <p:spPr>
          <a:xfrm>
            <a:off x="381000" y="4343400"/>
            <a:ext cx="6096000" cy="411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200"/>
              <a:buFont typeface="Arial"/>
              <a:buNone/>
            </a:pPr>
            <a:r>
              <a:rPr lang="en-US" sz="1200" b="0" i="0" u="none" strike="noStrike" cap="none">
                <a:solidFill>
                  <a:schemeClr val="dk1"/>
                </a:solidFill>
                <a:latin typeface="Arial"/>
                <a:ea typeface="Arial"/>
                <a:cs typeface="Arial"/>
                <a:sym typeface="Arial"/>
              </a:rPr>
              <a:t>DataOps: DevOps for AI. Centralized system for operationalizing AI. Deploy and execute predictive models at scale in real-time and in batch modes</a:t>
            </a:r>
            <a:endParaRPr/>
          </a:p>
          <a:p>
            <a:pPr marL="0" marR="0" lvl="0" indent="0" algn="l" rtl="0">
              <a:spcBef>
                <a:spcPts val="0"/>
              </a:spcBef>
              <a:spcAft>
                <a:spcPts val="0"/>
              </a:spcAft>
              <a:buClr>
                <a:schemeClr val="dk1"/>
              </a:buClr>
              <a:buSzPts val="1200"/>
              <a:buFont typeface="Arial"/>
              <a:buNone/>
            </a:pPr>
            <a:endParaRPr sz="1200" b="0" i="0" u="none" strike="noStrike" cap="none">
              <a:solidFill>
                <a:schemeClr val="dk1"/>
              </a:solidFill>
              <a:latin typeface="Arial"/>
              <a:ea typeface="Arial"/>
              <a:cs typeface="Arial"/>
              <a:sym typeface="Arial"/>
            </a:endParaRPr>
          </a:p>
          <a:p>
            <a:pPr marL="0" marR="0" lvl="0" indent="0" algn="l" rtl="0">
              <a:spcBef>
                <a:spcPts val="0"/>
              </a:spcBef>
              <a:spcAft>
                <a:spcPts val="0"/>
              </a:spcAft>
              <a:buClr>
                <a:schemeClr val="dk1"/>
              </a:buClr>
              <a:buSzPts val="1200"/>
              <a:buFont typeface="Arial"/>
              <a:buNone/>
            </a:pPr>
            <a:r>
              <a:rPr lang="en-US" sz="1200" b="0" i="0" u="none" strike="noStrike" cap="none">
                <a:solidFill>
                  <a:schemeClr val="dk1"/>
                </a:solidFill>
                <a:latin typeface="Arial"/>
                <a:ea typeface="Arial"/>
                <a:cs typeface="Arial"/>
                <a:sym typeface="Arial"/>
              </a:rPr>
              <a:t>Comprehensive, consistent NBX capability covering preemptive, proactive, reactive for various business objectives</a:t>
            </a:r>
            <a:endParaRPr sz="1200" b="0" i="0" u="none" strike="noStrike" cap="none">
              <a:solidFill>
                <a:schemeClr val="dk1"/>
              </a:solidFill>
              <a:latin typeface="Arial"/>
              <a:ea typeface="Arial"/>
              <a:cs typeface="Arial"/>
              <a:sym typeface="Arial"/>
            </a:endParaRPr>
          </a:p>
        </p:txBody>
      </p:sp>
      <p:sp>
        <p:nvSpPr>
          <p:cNvPr id="554" name="Google Shape;554;g3feb0d4364_0_9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algn="r"/>
            <a:fld id="{00000000-1234-1234-1234-123412341234}" type="slidenum">
              <a:rPr lang="en-US" sz="1200"/>
              <a:pPr algn="r"/>
              <a:t>15</a:t>
            </a:fld>
            <a:endParaRPr sz="1200"/>
          </a:p>
        </p:txBody>
      </p:sp>
    </p:spTree>
    <p:extLst>
      <p:ext uri="{BB962C8B-B14F-4D97-AF65-F5344CB8AC3E}">
        <p14:creationId xmlns:p14="http://schemas.microsoft.com/office/powerpoint/2010/main" val="17846466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F377F13-34CC-6843-96E7-4A03CB8BBE85}" type="slidenum">
              <a:rPr lang="en-US" smtClean="0"/>
              <a:pPr/>
              <a:t>16</a:t>
            </a:fld>
            <a:endParaRPr lang="en-US" dirty="0"/>
          </a:p>
        </p:txBody>
      </p:sp>
    </p:spTree>
    <p:extLst>
      <p:ext uri="{BB962C8B-B14F-4D97-AF65-F5344CB8AC3E}">
        <p14:creationId xmlns:p14="http://schemas.microsoft.com/office/powerpoint/2010/main" val="19183532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1_Use this one">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bwMode="auto"/>
        <p:txBody>
          <a:bodyPr/>
          <a:lstStyle/>
          <a:p>
            <a:fld id="{E12D0507-9F86-7A45-BE8E-43760B9F92AA}" type="slidenum">
              <a:rPr lang="en-US" smtClean="0">
                <a:solidFill>
                  <a:srgbClr val="000000"/>
                </a:solidFill>
              </a:rPr>
              <a:pPr/>
              <a:t>‹#›</a:t>
            </a:fld>
            <a:endParaRPr lang="en-US" dirty="0">
              <a:solidFill>
                <a:srgbClr val="000000"/>
              </a:solidFill>
            </a:endParaRPr>
          </a:p>
        </p:txBody>
      </p:sp>
      <p:cxnSp>
        <p:nvCxnSpPr>
          <p:cNvPr id="9" name="Straight Connector 8"/>
          <p:cNvCxnSpPr/>
          <p:nvPr userDrawn="1"/>
        </p:nvCxnSpPr>
        <p:spPr bwMode="auto">
          <a:xfrm>
            <a:off x="457200" y="342900"/>
            <a:ext cx="8229600" cy="0"/>
          </a:xfrm>
          <a:prstGeom prst="line">
            <a:avLst/>
          </a:prstGeom>
          <a:ln w="47625" cap="flat"/>
        </p:spPr>
        <p:style>
          <a:lnRef idx="1">
            <a:schemeClr val="dk1"/>
          </a:lnRef>
          <a:fillRef idx="0">
            <a:schemeClr val="dk1"/>
          </a:fillRef>
          <a:effectRef idx="0">
            <a:schemeClr val="dk1"/>
          </a:effectRef>
          <a:fontRef idx="minor">
            <a:schemeClr val="tx1"/>
          </a:fontRef>
        </p:style>
      </p:cxnSp>
      <p:sp>
        <p:nvSpPr>
          <p:cNvPr id="5" name="Title 4"/>
          <p:cNvSpPr>
            <a:spLocks noGrp="1"/>
          </p:cNvSpPr>
          <p:nvPr>
            <p:ph type="title"/>
          </p:nvPr>
        </p:nvSpPr>
        <p:spPr>
          <a:xfrm>
            <a:off x="457200" y="408783"/>
            <a:ext cx="8229600" cy="514350"/>
          </a:xfrm>
          <a:prstGeom prst="rect">
            <a:avLst/>
          </a:prstGeom>
        </p:spPr>
        <p:txBody>
          <a:bodyPr>
            <a:normAutofit/>
          </a:bodyPr>
          <a:lstStyle>
            <a:lvl1pPr>
              <a:defRPr sz="1650">
                <a:uFillTx/>
              </a:defRPr>
            </a:lvl1pPr>
          </a:lstStyle>
          <a:p>
            <a:r>
              <a:rPr lang="en-US" dirty="0" smtClean="0">
                <a:uFillTx/>
              </a:rPr>
              <a:t>Click to edit Master title style</a:t>
            </a:r>
            <a:endParaRPr lang="en-US" dirty="0">
              <a:uFillTx/>
            </a:endParaRPr>
          </a:p>
        </p:txBody>
      </p:sp>
    </p:spTree>
    <p:extLst>
      <p:ext uri="{BB962C8B-B14F-4D97-AF65-F5344CB8AC3E}">
        <p14:creationId xmlns:p14="http://schemas.microsoft.com/office/powerpoint/2010/main" val="27925869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bwMode="auto">
          <a:xfrm>
            <a:off x="457200" y="445294"/>
            <a:ext cx="4114800" cy="1303020"/>
          </a:xfrm>
          <a:prstGeom prst="rect">
            <a:avLst/>
          </a:prstGeom>
        </p:spPr>
        <p:txBody>
          <a:bodyPr anchor="t" anchorCtr="0">
            <a:normAutofit/>
          </a:bodyPr>
          <a:lstStyle>
            <a:lvl1pPr>
              <a:defRPr sz="3000">
                <a:uFillTx/>
              </a:defRPr>
            </a:lvl1pPr>
          </a:lstStyle>
          <a:p>
            <a:r>
              <a:rPr lang="en-US" smtClean="0">
                <a:uFillTx/>
              </a:rPr>
              <a:t>Click to edit Master title style</a:t>
            </a:r>
            <a:endParaRPr lang="en-US" dirty="0">
              <a:uFillTx/>
            </a:endParaRPr>
          </a:p>
        </p:txBody>
      </p:sp>
      <p:cxnSp>
        <p:nvCxnSpPr>
          <p:cNvPr id="4" name="Straight Connector 3"/>
          <p:cNvCxnSpPr/>
          <p:nvPr userDrawn="1"/>
        </p:nvCxnSpPr>
        <p:spPr bwMode="auto">
          <a:xfrm>
            <a:off x="457200" y="342900"/>
            <a:ext cx="8229600" cy="0"/>
          </a:xfrm>
          <a:prstGeom prst="line">
            <a:avLst/>
          </a:prstGeom>
          <a:ln w="47625" cap="flat">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018799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2_Title Slide">
    <p:spTree>
      <p:nvGrpSpPr>
        <p:cNvPr id="1" name=""/>
        <p:cNvGrpSpPr/>
        <p:nvPr/>
      </p:nvGrpSpPr>
      <p:grpSpPr>
        <a:xfrm>
          <a:off x="0" y="0"/>
          <a:ext cx="0" cy="0"/>
          <a:chOff x="0" y="0"/>
          <a:chExt cx="0" cy="0"/>
        </a:xfrm>
      </p:grpSpPr>
      <p:sp>
        <p:nvSpPr>
          <p:cNvPr id="2" name="Title 1"/>
          <p:cNvSpPr>
            <a:spLocks noGrp="1"/>
          </p:cNvSpPr>
          <p:nvPr>
            <p:ph type="ctrTitle"/>
          </p:nvPr>
        </p:nvSpPr>
        <p:spPr bwMode="auto">
          <a:xfrm>
            <a:off x="457200" y="445294"/>
            <a:ext cx="4114800" cy="1303020"/>
          </a:xfrm>
          <a:prstGeom prst="rect">
            <a:avLst/>
          </a:prstGeom>
        </p:spPr>
        <p:txBody>
          <a:bodyPr anchor="t" anchorCtr="0">
            <a:normAutofit/>
          </a:bodyPr>
          <a:lstStyle>
            <a:lvl1pPr>
              <a:defRPr sz="3000">
                <a:uFillTx/>
              </a:defRPr>
            </a:lvl1pPr>
          </a:lstStyle>
          <a:p>
            <a:r>
              <a:rPr lang="en-US" smtClean="0">
                <a:uFillTx/>
              </a:rPr>
              <a:t>Click to edit Master title style</a:t>
            </a:r>
            <a:endParaRPr lang="en-US" dirty="0">
              <a:uFillTx/>
            </a:endParaRPr>
          </a:p>
        </p:txBody>
      </p:sp>
      <p:cxnSp>
        <p:nvCxnSpPr>
          <p:cNvPr id="4" name="Straight Connector 3"/>
          <p:cNvCxnSpPr/>
          <p:nvPr userDrawn="1"/>
        </p:nvCxnSpPr>
        <p:spPr bwMode="auto">
          <a:xfrm>
            <a:off x="457200" y="342900"/>
            <a:ext cx="8229600" cy="0"/>
          </a:xfrm>
          <a:prstGeom prst="line">
            <a:avLst/>
          </a:prstGeom>
          <a:ln w="47625" cap="flat">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436275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Alternate Section Header">
    <p:spTree>
      <p:nvGrpSpPr>
        <p:cNvPr id="1" name=""/>
        <p:cNvGrpSpPr/>
        <p:nvPr/>
      </p:nvGrpSpPr>
      <p:grpSpPr>
        <a:xfrm>
          <a:off x="0" y="0"/>
          <a:ext cx="0" cy="0"/>
          <a:chOff x="0" y="0"/>
          <a:chExt cx="0" cy="0"/>
        </a:xfrm>
      </p:grpSpPr>
      <p:cxnSp>
        <p:nvCxnSpPr>
          <p:cNvPr id="8" name="Straight Connector 7"/>
          <p:cNvCxnSpPr/>
          <p:nvPr userDrawn="1"/>
        </p:nvCxnSpPr>
        <p:spPr bwMode="auto">
          <a:xfrm>
            <a:off x="457200" y="342900"/>
            <a:ext cx="8229600" cy="0"/>
          </a:xfrm>
          <a:prstGeom prst="line">
            <a:avLst/>
          </a:prstGeom>
          <a:ln w="47625" cap="flat"/>
        </p:spPr>
        <p:style>
          <a:lnRef idx="1">
            <a:schemeClr val="dk1"/>
          </a:lnRef>
          <a:fillRef idx="0">
            <a:schemeClr val="dk1"/>
          </a:fillRef>
          <a:effectRef idx="0">
            <a:schemeClr val="dk1"/>
          </a:effectRef>
          <a:fontRef idx="minor">
            <a:schemeClr val="tx1"/>
          </a:fontRef>
        </p:style>
      </p:cxnSp>
      <p:sp>
        <p:nvSpPr>
          <p:cNvPr id="11" name="Title 1"/>
          <p:cNvSpPr>
            <a:spLocks noGrp="1"/>
          </p:cNvSpPr>
          <p:nvPr>
            <p:ph type="title"/>
          </p:nvPr>
        </p:nvSpPr>
        <p:spPr bwMode="auto">
          <a:xfrm>
            <a:off x="457200" y="445294"/>
            <a:ext cx="7086600" cy="1200626"/>
          </a:xfrm>
          <a:prstGeom prst="rect">
            <a:avLst/>
          </a:prstGeom>
        </p:spPr>
        <p:txBody>
          <a:bodyPr lIns="0" rIns="0" anchor="t" anchorCtr="0">
            <a:normAutofit/>
          </a:bodyPr>
          <a:lstStyle>
            <a:lvl1pPr algn="l">
              <a:defRPr sz="3000" b="1" cap="none">
                <a:solidFill>
                  <a:schemeClr val="tx1"/>
                </a:solidFill>
                <a:uFillTx/>
              </a:defRPr>
            </a:lvl1pPr>
          </a:lstStyle>
          <a:p>
            <a:r>
              <a:rPr lang="en-US" smtClean="0">
                <a:uFillTx/>
              </a:rPr>
              <a:t>Click to edit Master title style</a:t>
            </a:r>
            <a:endParaRPr lang="en-US" dirty="0">
              <a:uFillTx/>
            </a:endParaRPr>
          </a:p>
        </p:txBody>
      </p:sp>
      <p:sp>
        <p:nvSpPr>
          <p:cNvPr id="12" name="Text Placeholder 7"/>
          <p:cNvSpPr>
            <a:spLocks noGrp="1"/>
          </p:cNvSpPr>
          <p:nvPr>
            <p:ph type="body" sz="quarter" idx="10"/>
          </p:nvPr>
        </p:nvSpPr>
        <p:spPr bwMode="auto">
          <a:xfrm>
            <a:off x="457200" y="1714500"/>
            <a:ext cx="7086600" cy="2913460"/>
          </a:xfrm>
          <a:prstGeom prst="rect">
            <a:avLst/>
          </a:prstGeom>
        </p:spPr>
        <p:txBody>
          <a:bodyPr>
            <a:normAutofit/>
          </a:bodyPr>
          <a:lstStyle>
            <a:lvl1pPr>
              <a:defRPr sz="1650">
                <a:solidFill>
                  <a:schemeClr val="tx1"/>
                </a:solidFill>
                <a:uFillTx/>
                <a:latin typeface="+mn-lt"/>
              </a:defRPr>
            </a:lvl1pPr>
            <a:lvl2pPr>
              <a:defRPr sz="1650">
                <a:solidFill>
                  <a:schemeClr val="tx1"/>
                </a:solidFill>
                <a:uFillTx/>
                <a:latin typeface="+mn-lt"/>
              </a:defRPr>
            </a:lvl2pPr>
            <a:lvl3pPr>
              <a:defRPr sz="1650">
                <a:solidFill>
                  <a:schemeClr val="tx1"/>
                </a:solidFill>
                <a:uFillTx/>
                <a:latin typeface="+mn-lt"/>
              </a:defRPr>
            </a:lvl3pPr>
            <a:lvl4pPr>
              <a:defRPr sz="1650">
                <a:solidFill>
                  <a:schemeClr val="tx1"/>
                </a:solidFill>
                <a:uFillTx/>
                <a:latin typeface="+mn-lt"/>
              </a:defRPr>
            </a:lvl4pPr>
            <a:lvl5pPr>
              <a:defRPr sz="1650">
                <a:solidFill>
                  <a:schemeClr val="tx1"/>
                </a:solidFill>
                <a:uFillTx/>
                <a:latin typeface="+mn-lt"/>
              </a:defRPr>
            </a:lvl5pPr>
          </a:lstStyle>
          <a:p>
            <a:pPr lvl="0"/>
            <a:r>
              <a:rPr lang="en-US" smtClean="0">
                <a:uFillTx/>
              </a:rPr>
              <a:t>Click to edit Master text styles</a:t>
            </a:r>
          </a:p>
          <a:p>
            <a:pPr lvl="1"/>
            <a:r>
              <a:rPr lang="en-US" smtClean="0">
                <a:uFillTx/>
              </a:rPr>
              <a:t>Second level</a:t>
            </a:r>
          </a:p>
          <a:p>
            <a:pPr lvl="2"/>
            <a:r>
              <a:rPr lang="en-US" smtClean="0">
                <a:uFillTx/>
              </a:rPr>
              <a:t>Third level</a:t>
            </a:r>
          </a:p>
          <a:p>
            <a:pPr lvl="3"/>
            <a:r>
              <a:rPr lang="en-US" smtClean="0">
                <a:uFillTx/>
              </a:rPr>
              <a:t>Fourth level</a:t>
            </a:r>
          </a:p>
          <a:p>
            <a:pPr lvl="4"/>
            <a:r>
              <a:rPr lang="en-US" smtClean="0">
                <a:uFillTx/>
              </a:rPr>
              <a:t>Fifth level</a:t>
            </a:r>
            <a:endParaRPr lang="en-US" dirty="0">
              <a:uFillTx/>
            </a:endParaRPr>
          </a:p>
        </p:txBody>
      </p:sp>
    </p:spTree>
    <p:extLst>
      <p:ext uri="{BB962C8B-B14F-4D97-AF65-F5344CB8AC3E}">
        <p14:creationId xmlns:p14="http://schemas.microsoft.com/office/powerpoint/2010/main" val="21512534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bwMode="auto">
          <a:xfrm>
            <a:off x="457200" y="445294"/>
            <a:ext cx="7086600" cy="1200150"/>
          </a:xfrm>
          <a:prstGeom prst="rect">
            <a:avLst/>
          </a:prstGeom>
        </p:spPr>
        <p:txBody>
          <a:bodyPr lIns="0" rIns="0" anchor="t" anchorCtr="0">
            <a:normAutofit/>
          </a:bodyPr>
          <a:lstStyle>
            <a:lvl1pPr algn="l">
              <a:defRPr sz="3000" b="1" cap="none">
                <a:solidFill>
                  <a:schemeClr val="tx1"/>
                </a:solidFill>
                <a:uFillTx/>
              </a:defRPr>
            </a:lvl1pPr>
          </a:lstStyle>
          <a:p>
            <a:r>
              <a:rPr lang="en-US" smtClean="0">
                <a:uFillTx/>
              </a:rPr>
              <a:t>Click to edit Master title style</a:t>
            </a:r>
            <a:endParaRPr lang="en-US" dirty="0">
              <a:uFillTx/>
            </a:endParaRPr>
          </a:p>
        </p:txBody>
      </p:sp>
      <p:sp>
        <p:nvSpPr>
          <p:cNvPr id="10" name="Text Placeholder 7"/>
          <p:cNvSpPr>
            <a:spLocks noGrp="1"/>
          </p:cNvSpPr>
          <p:nvPr>
            <p:ph type="body" sz="quarter" idx="10"/>
          </p:nvPr>
        </p:nvSpPr>
        <p:spPr bwMode="auto">
          <a:xfrm>
            <a:off x="457200" y="1714500"/>
            <a:ext cx="7086600" cy="2913460"/>
          </a:xfrm>
          <a:prstGeom prst="rect">
            <a:avLst/>
          </a:prstGeom>
        </p:spPr>
        <p:txBody>
          <a:bodyPr>
            <a:normAutofit/>
          </a:bodyPr>
          <a:lstStyle>
            <a:lvl1pPr>
              <a:defRPr sz="1650">
                <a:solidFill>
                  <a:schemeClr val="tx1"/>
                </a:solidFill>
                <a:uFillTx/>
                <a:latin typeface="+mn-lt"/>
              </a:defRPr>
            </a:lvl1pPr>
            <a:lvl2pPr>
              <a:defRPr sz="1650">
                <a:solidFill>
                  <a:schemeClr val="tx1"/>
                </a:solidFill>
                <a:uFillTx/>
                <a:latin typeface="+mn-lt"/>
              </a:defRPr>
            </a:lvl2pPr>
            <a:lvl3pPr>
              <a:defRPr sz="1650">
                <a:solidFill>
                  <a:schemeClr val="tx1"/>
                </a:solidFill>
                <a:uFillTx/>
                <a:latin typeface="+mn-lt"/>
              </a:defRPr>
            </a:lvl3pPr>
            <a:lvl4pPr>
              <a:defRPr sz="1650">
                <a:solidFill>
                  <a:schemeClr val="tx1"/>
                </a:solidFill>
                <a:uFillTx/>
                <a:latin typeface="+mn-lt"/>
              </a:defRPr>
            </a:lvl4pPr>
            <a:lvl5pPr>
              <a:defRPr sz="1650">
                <a:solidFill>
                  <a:schemeClr val="tx1"/>
                </a:solidFill>
                <a:uFillTx/>
                <a:latin typeface="+mn-lt"/>
              </a:defRPr>
            </a:lvl5pPr>
            <a:lvl6pPr>
              <a:defRPr sz="1650" baseline="0">
                <a:uFillTx/>
              </a:defRPr>
            </a:lvl6pPr>
            <a:lvl7pPr>
              <a:defRPr sz="1650" baseline="0">
                <a:uFillTx/>
              </a:defRPr>
            </a:lvl7pPr>
            <a:lvl8pPr>
              <a:defRPr sz="1650" baseline="0">
                <a:uFillTx/>
              </a:defRPr>
            </a:lvl8pPr>
            <a:lvl9pPr>
              <a:defRPr sz="1650" baseline="0">
                <a:uFillTx/>
              </a:defRPr>
            </a:lvl9pPr>
          </a:lstStyle>
          <a:p>
            <a:pPr lvl="0"/>
            <a:r>
              <a:rPr lang="en-US" smtClean="0">
                <a:uFillTx/>
              </a:rPr>
              <a:t>Click to edit Master text styles</a:t>
            </a:r>
          </a:p>
          <a:p>
            <a:pPr lvl="1"/>
            <a:r>
              <a:rPr lang="en-US" smtClean="0">
                <a:uFillTx/>
              </a:rPr>
              <a:t>Second level</a:t>
            </a:r>
          </a:p>
          <a:p>
            <a:pPr lvl="2"/>
            <a:r>
              <a:rPr lang="en-US" smtClean="0">
                <a:uFillTx/>
              </a:rPr>
              <a:t>Third level</a:t>
            </a:r>
          </a:p>
          <a:p>
            <a:pPr lvl="3"/>
            <a:r>
              <a:rPr lang="en-US" smtClean="0">
                <a:uFillTx/>
              </a:rPr>
              <a:t>Fourth level</a:t>
            </a:r>
          </a:p>
          <a:p>
            <a:pPr lvl="4"/>
            <a:r>
              <a:rPr lang="en-US" smtClean="0">
                <a:uFillTx/>
              </a:rPr>
              <a:t>Fifth level</a:t>
            </a:r>
            <a:endParaRPr lang="en-US" dirty="0">
              <a:uFillTx/>
            </a:endParaRPr>
          </a:p>
        </p:txBody>
      </p:sp>
      <p:cxnSp>
        <p:nvCxnSpPr>
          <p:cNvPr id="12" name="Straight Connector 11"/>
          <p:cNvCxnSpPr/>
          <p:nvPr userDrawn="1"/>
        </p:nvCxnSpPr>
        <p:spPr bwMode="auto">
          <a:xfrm>
            <a:off x="457200" y="342900"/>
            <a:ext cx="8229600" cy="0"/>
          </a:xfrm>
          <a:prstGeom prst="line">
            <a:avLst/>
          </a:prstGeom>
          <a:ln w="47625" cap="fla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681727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011364" y="89297"/>
            <a:ext cx="6904037" cy="432197"/>
          </a:xfrm>
          <a:prstGeom prst="rect">
            <a:avLst/>
          </a:prstGeom>
        </p:spPr>
        <p:txBody>
          <a:bodyPr/>
          <a:lstStyle/>
          <a:p>
            <a:r>
              <a:rPr lang="en-US">
                <a:uFillTx/>
              </a:rPr>
              <a:t>Click to edit Master title style</a:t>
            </a:r>
          </a:p>
        </p:txBody>
      </p:sp>
      <p:sp>
        <p:nvSpPr>
          <p:cNvPr id="3" name="Text Placeholder 2"/>
          <p:cNvSpPr>
            <a:spLocks noGrp="1"/>
          </p:cNvSpPr>
          <p:nvPr>
            <p:ph type="body" sz="half" idx="1"/>
          </p:nvPr>
        </p:nvSpPr>
        <p:spPr>
          <a:xfrm>
            <a:off x="228600" y="1234679"/>
            <a:ext cx="4267200" cy="3429000"/>
          </a:xfrm>
          <a:prstGeom prst="rect">
            <a:avLst/>
          </a:prstGeom>
        </p:spPr>
        <p:txBody>
          <a:bodyPr/>
          <a:lstStyle/>
          <a:p>
            <a:pPr lvl="0"/>
            <a:r>
              <a:rPr lang="en-US">
                <a:uFillTx/>
              </a:rPr>
              <a:t>Click to edit Master text styles</a:t>
            </a:r>
          </a:p>
          <a:p>
            <a:pPr lvl="1"/>
            <a:r>
              <a:rPr lang="en-US">
                <a:uFillTx/>
              </a:rPr>
              <a:t>Second level</a:t>
            </a:r>
          </a:p>
          <a:p>
            <a:pPr lvl="2"/>
            <a:r>
              <a:rPr lang="en-US">
                <a:uFillTx/>
              </a:rPr>
              <a:t>Third level</a:t>
            </a:r>
          </a:p>
          <a:p>
            <a:pPr lvl="3"/>
            <a:r>
              <a:rPr lang="en-US">
                <a:uFillTx/>
              </a:rPr>
              <a:t>Fourth level</a:t>
            </a:r>
          </a:p>
          <a:p>
            <a:pPr lvl="4"/>
            <a:r>
              <a:rPr lang="en-US">
                <a:uFillTx/>
              </a:rPr>
              <a:t>Fifth level</a:t>
            </a:r>
          </a:p>
        </p:txBody>
      </p:sp>
      <p:sp>
        <p:nvSpPr>
          <p:cNvPr id="4" name="Content Placeholder 3"/>
          <p:cNvSpPr>
            <a:spLocks noGrp="1"/>
          </p:cNvSpPr>
          <p:nvPr>
            <p:ph sz="half" idx="2"/>
          </p:nvPr>
        </p:nvSpPr>
        <p:spPr>
          <a:xfrm>
            <a:off x="4648200" y="1234679"/>
            <a:ext cx="4267200" cy="3429000"/>
          </a:xfrm>
          <a:prstGeom prst="rect">
            <a:avLst/>
          </a:prstGeom>
        </p:spPr>
        <p:txBody>
          <a:bodyPr/>
          <a:lstStyle/>
          <a:p>
            <a:pPr lvl="0"/>
            <a:r>
              <a:rPr lang="en-US">
                <a:uFillTx/>
              </a:rPr>
              <a:t>Click to edit Master text styles</a:t>
            </a:r>
          </a:p>
          <a:p>
            <a:pPr lvl="1"/>
            <a:r>
              <a:rPr lang="en-US">
                <a:uFillTx/>
              </a:rPr>
              <a:t>Second level</a:t>
            </a:r>
          </a:p>
          <a:p>
            <a:pPr lvl="2"/>
            <a:r>
              <a:rPr lang="en-US">
                <a:uFillTx/>
              </a:rPr>
              <a:t>Third level</a:t>
            </a:r>
          </a:p>
          <a:p>
            <a:pPr lvl="3"/>
            <a:r>
              <a:rPr lang="en-US">
                <a:uFillTx/>
              </a:rPr>
              <a:t>Fourth level</a:t>
            </a:r>
          </a:p>
          <a:p>
            <a:pPr lvl="4"/>
            <a:r>
              <a:rPr lang="en-US">
                <a:uFillTx/>
              </a:rPr>
              <a:t>Fifth level</a:t>
            </a:r>
          </a:p>
        </p:txBody>
      </p:sp>
    </p:spTree>
    <p:extLst>
      <p:ext uri="{BB962C8B-B14F-4D97-AF65-F5344CB8AC3E}">
        <p14:creationId xmlns:p14="http://schemas.microsoft.com/office/powerpoint/2010/main" val="9450298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5432639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Text and One Picture">
    <p:spTree>
      <p:nvGrpSpPr>
        <p:cNvPr id="1" name="Shape 102"/>
        <p:cNvGrpSpPr/>
        <p:nvPr/>
      </p:nvGrpSpPr>
      <p:grpSpPr>
        <a:xfrm>
          <a:off x="0" y="0"/>
          <a:ext cx="0" cy="0"/>
          <a:chOff x="0" y="0"/>
          <a:chExt cx="0" cy="0"/>
        </a:xfrm>
      </p:grpSpPr>
      <p:sp>
        <p:nvSpPr>
          <p:cNvPr id="103" name="Shape 103"/>
          <p:cNvSpPr txBox="1">
            <a:spLocks noGrp="1"/>
          </p:cNvSpPr>
          <p:nvPr>
            <p:ph type="dt" idx="10"/>
          </p:nvPr>
        </p:nvSpPr>
        <p:spPr>
          <a:xfrm>
            <a:off x="7543800" y="4810899"/>
            <a:ext cx="914400" cy="171600"/>
          </a:xfrm>
          <a:prstGeom prst="rect">
            <a:avLst/>
          </a:prstGeom>
          <a:noFill/>
          <a:ln>
            <a:noFill/>
          </a:ln>
        </p:spPr>
        <p:txBody>
          <a:bodyPr spcFirstLastPara="1" wrap="square" lIns="91425" tIns="91425" rIns="91425" bIns="91425" anchor="b" anchorCtr="0"/>
          <a:lstStyle>
            <a:lvl1pPr marL="0" marR="0" lvl="0" indent="0" algn="l" rtl="0">
              <a:spcBef>
                <a:spcPts val="0"/>
              </a:spcBef>
              <a:spcAft>
                <a:spcPts val="0"/>
              </a:spcAft>
              <a:buSzPts val="1400"/>
              <a:buNone/>
              <a:defRPr sz="525" b="0" i="0" u="none" strike="noStrike" cap="none">
                <a:solidFill>
                  <a:schemeClr val="dk1"/>
                </a:solidFill>
                <a:uFillTx/>
                <a:latin typeface="Arial"/>
                <a:ea typeface="Arial"/>
                <a:cs typeface="Arial"/>
                <a:sym typeface="Arial"/>
              </a:defRPr>
            </a:lvl1pPr>
            <a:lvl2pPr marL="342900" marR="0" lvl="1" indent="0" algn="l" rtl="0">
              <a:spcBef>
                <a:spcPts val="0"/>
              </a:spcBef>
              <a:spcAft>
                <a:spcPts val="0"/>
              </a:spcAft>
              <a:buSzPts val="1400"/>
              <a:buNone/>
              <a:defRPr sz="1350" b="0" i="0" u="none" strike="noStrike" cap="none">
                <a:solidFill>
                  <a:schemeClr val="dk1"/>
                </a:solidFill>
                <a:uFillTx/>
                <a:latin typeface="Arial"/>
                <a:ea typeface="Arial"/>
                <a:cs typeface="Arial"/>
                <a:sym typeface="Arial"/>
              </a:defRPr>
            </a:lvl2pPr>
            <a:lvl3pPr marL="685800" marR="0" lvl="2" indent="0" algn="l" rtl="0">
              <a:spcBef>
                <a:spcPts val="0"/>
              </a:spcBef>
              <a:spcAft>
                <a:spcPts val="0"/>
              </a:spcAft>
              <a:buSzPts val="1400"/>
              <a:buNone/>
              <a:defRPr sz="1350" b="0" i="0" u="none" strike="noStrike" cap="none">
                <a:solidFill>
                  <a:schemeClr val="dk1"/>
                </a:solidFill>
                <a:uFillTx/>
                <a:latin typeface="Arial"/>
                <a:ea typeface="Arial"/>
                <a:cs typeface="Arial"/>
                <a:sym typeface="Arial"/>
              </a:defRPr>
            </a:lvl3pPr>
            <a:lvl4pPr marL="1028700" marR="0" lvl="3" indent="0" algn="l" rtl="0">
              <a:spcBef>
                <a:spcPts val="0"/>
              </a:spcBef>
              <a:spcAft>
                <a:spcPts val="0"/>
              </a:spcAft>
              <a:buSzPts val="1400"/>
              <a:buNone/>
              <a:defRPr sz="1350" b="0" i="0" u="none" strike="noStrike" cap="none">
                <a:solidFill>
                  <a:schemeClr val="dk1"/>
                </a:solidFill>
                <a:uFillTx/>
                <a:latin typeface="Arial"/>
                <a:ea typeface="Arial"/>
                <a:cs typeface="Arial"/>
                <a:sym typeface="Arial"/>
              </a:defRPr>
            </a:lvl4pPr>
            <a:lvl5pPr marL="1371600" marR="0" lvl="4" indent="0" algn="l" rtl="0">
              <a:spcBef>
                <a:spcPts val="0"/>
              </a:spcBef>
              <a:spcAft>
                <a:spcPts val="0"/>
              </a:spcAft>
              <a:buSzPts val="1400"/>
              <a:buNone/>
              <a:defRPr sz="1350" b="0" i="0" u="none" strike="noStrike" cap="none">
                <a:solidFill>
                  <a:schemeClr val="dk1"/>
                </a:solidFill>
                <a:uFillTx/>
                <a:latin typeface="Arial"/>
                <a:ea typeface="Arial"/>
                <a:cs typeface="Arial"/>
                <a:sym typeface="Arial"/>
              </a:defRPr>
            </a:lvl5pPr>
            <a:lvl6pPr marL="1714500" marR="0" lvl="5" indent="0" algn="l" rtl="0">
              <a:spcBef>
                <a:spcPts val="0"/>
              </a:spcBef>
              <a:spcAft>
                <a:spcPts val="0"/>
              </a:spcAft>
              <a:buSzPts val="1400"/>
              <a:buNone/>
              <a:defRPr sz="1350" b="0" i="0" u="none" strike="noStrike" cap="none">
                <a:solidFill>
                  <a:schemeClr val="dk1"/>
                </a:solidFill>
                <a:uFillTx/>
                <a:latin typeface="Arial"/>
                <a:ea typeface="Arial"/>
                <a:cs typeface="Arial"/>
                <a:sym typeface="Arial"/>
              </a:defRPr>
            </a:lvl6pPr>
            <a:lvl7pPr marL="2057400" marR="0" lvl="6" indent="0" algn="l" rtl="0">
              <a:spcBef>
                <a:spcPts val="0"/>
              </a:spcBef>
              <a:spcAft>
                <a:spcPts val="0"/>
              </a:spcAft>
              <a:buSzPts val="1400"/>
              <a:buNone/>
              <a:defRPr sz="1350" b="0" i="0" u="none" strike="noStrike" cap="none">
                <a:solidFill>
                  <a:schemeClr val="dk1"/>
                </a:solidFill>
                <a:uFillTx/>
                <a:latin typeface="Arial"/>
                <a:ea typeface="Arial"/>
                <a:cs typeface="Arial"/>
                <a:sym typeface="Arial"/>
              </a:defRPr>
            </a:lvl7pPr>
            <a:lvl8pPr marL="2400300" marR="0" lvl="7" indent="0" algn="l" rtl="0">
              <a:spcBef>
                <a:spcPts val="0"/>
              </a:spcBef>
              <a:spcAft>
                <a:spcPts val="0"/>
              </a:spcAft>
              <a:buSzPts val="1400"/>
              <a:buNone/>
              <a:defRPr sz="1350" b="0" i="0" u="none" strike="noStrike" cap="none">
                <a:solidFill>
                  <a:schemeClr val="dk1"/>
                </a:solidFill>
                <a:uFillTx/>
                <a:latin typeface="Arial"/>
                <a:ea typeface="Arial"/>
                <a:cs typeface="Arial"/>
                <a:sym typeface="Arial"/>
              </a:defRPr>
            </a:lvl8pPr>
            <a:lvl9pPr marL="2743200" marR="0" lvl="8" indent="0" algn="l" rtl="0">
              <a:spcBef>
                <a:spcPts val="0"/>
              </a:spcBef>
              <a:spcAft>
                <a:spcPts val="0"/>
              </a:spcAft>
              <a:buSzPts val="1400"/>
              <a:buNone/>
              <a:defRPr sz="1350" b="0" i="0" u="none" strike="noStrike" cap="none">
                <a:solidFill>
                  <a:schemeClr val="dk1"/>
                </a:solidFill>
                <a:uFillTx/>
                <a:latin typeface="Arial"/>
                <a:ea typeface="Arial"/>
                <a:cs typeface="Arial"/>
                <a:sym typeface="Arial"/>
              </a:defRPr>
            </a:lvl9pPr>
          </a:lstStyle>
          <a:p>
            <a:pPr defTabSz="685800">
              <a:buClrTx/>
              <a:buFontTx/>
              <a:buNone/>
            </a:pPr>
            <a:endParaRPr lang="en-US" kern="1200">
              <a:solidFill>
                <a:srgbClr val="000000"/>
              </a:solidFill>
            </a:endParaRPr>
          </a:p>
        </p:txBody>
      </p:sp>
      <p:sp>
        <p:nvSpPr>
          <p:cNvPr id="104" name="Shape 104"/>
          <p:cNvSpPr txBox="1">
            <a:spLocks noGrp="1"/>
          </p:cNvSpPr>
          <p:nvPr>
            <p:ph type="sldNum" idx="12"/>
          </p:nvPr>
        </p:nvSpPr>
        <p:spPr>
          <a:xfrm>
            <a:off x="8458200" y="4810899"/>
            <a:ext cx="228600" cy="171600"/>
          </a:xfrm>
          <a:prstGeom prst="rect">
            <a:avLst/>
          </a:prstGeom>
          <a:noFill/>
          <a:ln>
            <a:noFill/>
          </a:ln>
        </p:spPr>
        <p:txBody>
          <a:bodyPr spcFirstLastPara="1" wrap="square" lIns="0" tIns="0" rIns="0" bIns="0" anchor="b" anchorCtr="0">
            <a:noAutofit/>
          </a:bodyPr>
          <a:lstStyle>
            <a:lvl1pPr marL="0" marR="0" lvl="0" indent="0" algn="r" rtl="0">
              <a:spcBef>
                <a:spcPts val="0"/>
              </a:spcBef>
              <a:buNone/>
              <a:defRPr sz="525" b="1" i="0" u="none" strike="noStrike" cap="none">
                <a:solidFill>
                  <a:schemeClr val="dk1"/>
                </a:solidFill>
                <a:uFillTx/>
                <a:latin typeface="Arial"/>
                <a:ea typeface="Arial"/>
                <a:cs typeface="Arial"/>
                <a:sym typeface="Arial"/>
              </a:defRPr>
            </a:lvl1pPr>
            <a:lvl2pPr marL="0" marR="0" lvl="1" indent="0" algn="r" rtl="0">
              <a:spcBef>
                <a:spcPts val="0"/>
              </a:spcBef>
              <a:buNone/>
              <a:defRPr sz="525" b="1" i="0" u="none" strike="noStrike" cap="none">
                <a:solidFill>
                  <a:schemeClr val="dk1"/>
                </a:solidFill>
                <a:uFillTx/>
                <a:latin typeface="Arial"/>
                <a:ea typeface="Arial"/>
                <a:cs typeface="Arial"/>
                <a:sym typeface="Arial"/>
              </a:defRPr>
            </a:lvl2pPr>
            <a:lvl3pPr marL="0" marR="0" lvl="2" indent="0" algn="r" rtl="0">
              <a:spcBef>
                <a:spcPts val="0"/>
              </a:spcBef>
              <a:buNone/>
              <a:defRPr sz="525" b="1" i="0" u="none" strike="noStrike" cap="none">
                <a:solidFill>
                  <a:schemeClr val="dk1"/>
                </a:solidFill>
                <a:uFillTx/>
                <a:latin typeface="Arial"/>
                <a:ea typeface="Arial"/>
                <a:cs typeface="Arial"/>
                <a:sym typeface="Arial"/>
              </a:defRPr>
            </a:lvl3pPr>
            <a:lvl4pPr marL="0" marR="0" lvl="3" indent="0" algn="r" rtl="0">
              <a:spcBef>
                <a:spcPts val="0"/>
              </a:spcBef>
              <a:buNone/>
              <a:defRPr sz="525" b="1" i="0" u="none" strike="noStrike" cap="none">
                <a:solidFill>
                  <a:schemeClr val="dk1"/>
                </a:solidFill>
                <a:uFillTx/>
                <a:latin typeface="Arial"/>
                <a:ea typeface="Arial"/>
                <a:cs typeface="Arial"/>
                <a:sym typeface="Arial"/>
              </a:defRPr>
            </a:lvl4pPr>
            <a:lvl5pPr marL="0" marR="0" lvl="4" indent="0" algn="r" rtl="0">
              <a:spcBef>
                <a:spcPts val="0"/>
              </a:spcBef>
              <a:buNone/>
              <a:defRPr sz="525" b="1" i="0" u="none" strike="noStrike" cap="none">
                <a:solidFill>
                  <a:schemeClr val="dk1"/>
                </a:solidFill>
                <a:uFillTx/>
                <a:latin typeface="Arial"/>
                <a:ea typeface="Arial"/>
                <a:cs typeface="Arial"/>
                <a:sym typeface="Arial"/>
              </a:defRPr>
            </a:lvl5pPr>
            <a:lvl6pPr marL="0" marR="0" lvl="5" indent="0" algn="r" rtl="0">
              <a:spcBef>
                <a:spcPts val="0"/>
              </a:spcBef>
              <a:buNone/>
              <a:defRPr sz="525" b="1" i="0" u="none" strike="noStrike" cap="none">
                <a:solidFill>
                  <a:schemeClr val="dk1"/>
                </a:solidFill>
                <a:uFillTx/>
                <a:latin typeface="Arial"/>
                <a:ea typeface="Arial"/>
                <a:cs typeface="Arial"/>
                <a:sym typeface="Arial"/>
              </a:defRPr>
            </a:lvl6pPr>
            <a:lvl7pPr marL="0" marR="0" lvl="6" indent="0" algn="r" rtl="0">
              <a:spcBef>
                <a:spcPts val="0"/>
              </a:spcBef>
              <a:buNone/>
              <a:defRPr sz="525" b="1" i="0" u="none" strike="noStrike" cap="none">
                <a:solidFill>
                  <a:schemeClr val="dk1"/>
                </a:solidFill>
                <a:uFillTx/>
                <a:latin typeface="Arial"/>
                <a:ea typeface="Arial"/>
                <a:cs typeface="Arial"/>
                <a:sym typeface="Arial"/>
              </a:defRPr>
            </a:lvl7pPr>
            <a:lvl8pPr marL="0" marR="0" lvl="7" indent="0" algn="r" rtl="0">
              <a:spcBef>
                <a:spcPts val="0"/>
              </a:spcBef>
              <a:buNone/>
              <a:defRPr sz="525" b="1" i="0" u="none" strike="noStrike" cap="none">
                <a:solidFill>
                  <a:schemeClr val="dk1"/>
                </a:solidFill>
                <a:uFillTx/>
                <a:latin typeface="Arial"/>
                <a:ea typeface="Arial"/>
                <a:cs typeface="Arial"/>
                <a:sym typeface="Arial"/>
              </a:defRPr>
            </a:lvl8pPr>
            <a:lvl9pPr marL="0" marR="0" lvl="8" indent="0" algn="r" rtl="0">
              <a:spcBef>
                <a:spcPts val="0"/>
              </a:spcBef>
              <a:buNone/>
              <a:defRPr sz="525" b="1" i="0" u="none" strike="noStrike" cap="none">
                <a:solidFill>
                  <a:schemeClr val="dk1"/>
                </a:solidFill>
                <a:uFillTx/>
                <a:latin typeface="Arial"/>
                <a:ea typeface="Arial"/>
                <a:cs typeface="Arial"/>
                <a:sym typeface="Arial"/>
              </a:defRPr>
            </a:lvl9pPr>
          </a:lstStyle>
          <a:p>
            <a:fld id="{00000000-1234-1234-1234-123412341234}" type="slidenum">
              <a:rPr lang="en" smtClean="0">
                <a:solidFill>
                  <a:srgbClr val="000000"/>
                </a:solidFill>
              </a:rPr>
              <a:pPr/>
              <a:t>‹#›</a:t>
            </a:fld>
            <a:endParaRPr lang="en">
              <a:solidFill>
                <a:srgbClr val="000000"/>
              </a:solidFill>
            </a:endParaRPr>
          </a:p>
        </p:txBody>
      </p:sp>
      <p:sp>
        <p:nvSpPr>
          <p:cNvPr id="105" name="Shape 105"/>
          <p:cNvSpPr txBox="1">
            <a:spLocks noGrp="1"/>
          </p:cNvSpPr>
          <p:nvPr>
            <p:ph type="body" idx="1"/>
          </p:nvPr>
        </p:nvSpPr>
        <p:spPr>
          <a:xfrm>
            <a:off x="457200" y="445294"/>
            <a:ext cx="3566100" cy="4182600"/>
          </a:xfrm>
          <a:prstGeom prst="rect">
            <a:avLst/>
          </a:prstGeom>
          <a:noFill/>
          <a:ln>
            <a:noFill/>
          </a:ln>
        </p:spPr>
        <p:txBody>
          <a:bodyPr spcFirstLastPara="1" wrap="square" lIns="91425" tIns="91425" rIns="91425" bIns="91425" anchor="t" anchorCtr="0"/>
          <a:lstStyle>
            <a:lvl1pPr marL="342900" marR="0" lvl="0" indent="-171450" algn="l" rtl="0">
              <a:lnSpc>
                <a:spcPct val="90000"/>
              </a:lnSpc>
              <a:spcBef>
                <a:spcPts val="900"/>
              </a:spcBef>
              <a:spcAft>
                <a:spcPts val="0"/>
              </a:spcAft>
              <a:buClr>
                <a:schemeClr val="dk1"/>
              </a:buClr>
              <a:buSzPts val="1400"/>
              <a:buFont typeface="Arial"/>
              <a:buNone/>
              <a:defRPr sz="1800" b="1" i="0" u="none" strike="noStrike" cap="none">
                <a:solidFill>
                  <a:schemeClr val="dk1"/>
                </a:solidFill>
                <a:uFillTx/>
                <a:latin typeface="Arial"/>
                <a:ea typeface="Arial"/>
                <a:cs typeface="Arial"/>
                <a:sym typeface="Arial"/>
              </a:defRPr>
            </a:lvl1pPr>
            <a:lvl2pPr marL="685800" marR="0" lvl="1" indent="-171450" algn="l" rtl="0">
              <a:lnSpc>
                <a:spcPct val="100000"/>
              </a:lnSpc>
              <a:spcBef>
                <a:spcPts val="900"/>
              </a:spcBef>
              <a:spcAft>
                <a:spcPts val="0"/>
              </a:spcAft>
              <a:buClr>
                <a:schemeClr val="dk1"/>
              </a:buClr>
              <a:buSzPts val="1400"/>
              <a:buFont typeface="Arial"/>
              <a:buNone/>
              <a:defRPr sz="1200" b="1" i="0" u="none" strike="noStrike" cap="none">
                <a:solidFill>
                  <a:schemeClr val="dk1"/>
                </a:solidFill>
                <a:uFillTx/>
                <a:latin typeface="Arial"/>
                <a:ea typeface="Arial"/>
                <a:cs typeface="Arial"/>
                <a:sym typeface="Arial"/>
              </a:defRPr>
            </a:lvl2pPr>
            <a:lvl3pPr marL="1028700" marR="0" lvl="2" indent="-171450" algn="l" rtl="0">
              <a:lnSpc>
                <a:spcPct val="100000"/>
              </a:lnSpc>
              <a:spcBef>
                <a:spcPts val="900"/>
              </a:spcBef>
              <a:spcAft>
                <a:spcPts val="0"/>
              </a:spcAft>
              <a:buClr>
                <a:schemeClr val="dk1"/>
              </a:buClr>
              <a:buSzPts val="1600"/>
              <a:buFont typeface="Arial"/>
              <a:buNone/>
              <a:defRPr sz="1200" b="0" i="0" u="none" strike="noStrike" cap="none">
                <a:solidFill>
                  <a:schemeClr val="dk1"/>
                </a:solidFill>
                <a:uFillTx/>
                <a:latin typeface="Arial"/>
                <a:ea typeface="Arial"/>
                <a:cs typeface="Arial"/>
                <a:sym typeface="Arial"/>
              </a:defRPr>
            </a:lvl3pPr>
            <a:lvl4pPr marL="1371600" marR="0" lvl="3" indent="-247650" algn="l" rtl="0">
              <a:lnSpc>
                <a:spcPct val="100000"/>
              </a:lnSpc>
              <a:spcBef>
                <a:spcPts val="675"/>
              </a:spcBef>
              <a:spcAft>
                <a:spcPts val="0"/>
              </a:spcAft>
              <a:buClr>
                <a:schemeClr val="dk1"/>
              </a:buClr>
              <a:buSzPts val="1600"/>
              <a:buFont typeface="Arial"/>
              <a:buChar char="•"/>
              <a:defRPr sz="1200" b="0" i="0" u="none" strike="noStrike" cap="none">
                <a:solidFill>
                  <a:schemeClr val="dk1"/>
                </a:solidFill>
                <a:uFillTx/>
                <a:latin typeface="Arial"/>
                <a:ea typeface="Arial"/>
                <a:cs typeface="Arial"/>
                <a:sym typeface="Arial"/>
              </a:defRPr>
            </a:lvl4pPr>
            <a:lvl5pPr marL="1714500" marR="0" lvl="4" indent="-247650" algn="l" rtl="0">
              <a:lnSpc>
                <a:spcPct val="100000"/>
              </a:lnSpc>
              <a:spcBef>
                <a:spcPts val="675"/>
              </a:spcBef>
              <a:spcAft>
                <a:spcPts val="0"/>
              </a:spcAft>
              <a:buClr>
                <a:schemeClr val="dk1"/>
              </a:buClr>
              <a:buSzPts val="1600"/>
              <a:buFont typeface="Arial"/>
              <a:buChar char="–"/>
              <a:defRPr sz="1200" b="0" i="0" u="none" strike="noStrike" cap="none">
                <a:solidFill>
                  <a:schemeClr val="dk1"/>
                </a:solidFill>
                <a:uFillTx/>
                <a:latin typeface="Arial"/>
                <a:ea typeface="Arial"/>
                <a:cs typeface="Arial"/>
                <a:sym typeface="Arial"/>
              </a:defRPr>
            </a:lvl5pPr>
            <a:lvl6pPr marL="2057400" marR="0" lvl="5" indent="-247650" algn="l" rtl="0">
              <a:spcBef>
                <a:spcPts val="675"/>
              </a:spcBef>
              <a:spcAft>
                <a:spcPts val="0"/>
              </a:spcAft>
              <a:buClr>
                <a:schemeClr val="dk1"/>
              </a:buClr>
              <a:buSzPts val="1600"/>
              <a:buFont typeface="Arial"/>
              <a:buChar char="–"/>
              <a:defRPr sz="1200" b="0" i="0" u="none" strike="noStrike" cap="none">
                <a:solidFill>
                  <a:schemeClr val="dk1"/>
                </a:solidFill>
                <a:uFillTx/>
                <a:latin typeface="Arial"/>
                <a:ea typeface="Arial"/>
                <a:cs typeface="Arial"/>
                <a:sym typeface="Arial"/>
              </a:defRPr>
            </a:lvl6pPr>
            <a:lvl7pPr marL="2400300" marR="0" lvl="6" indent="-247650" algn="l" rtl="0">
              <a:spcBef>
                <a:spcPts val="675"/>
              </a:spcBef>
              <a:spcAft>
                <a:spcPts val="0"/>
              </a:spcAft>
              <a:buClr>
                <a:schemeClr val="dk1"/>
              </a:buClr>
              <a:buSzPts val="1600"/>
              <a:buFont typeface="Arial"/>
              <a:buChar char="–"/>
              <a:defRPr sz="1200" b="0" i="0" u="none" strike="noStrike" cap="none">
                <a:solidFill>
                  <a:schemeClr val="dk1"/>
                </a:solidFill>
                <a:uFillTx/>
                <a:latin typeface="Arial"/>
                <a:ea typeface="Arial"/>
                <a:cs typeface="Arial"/>
                <a:sym typeface="Arial"/>
              </a:defRPr>
            </a:lvl7pPr>
            <a:lvl8pPr marL="2743200" marR="0" lvl="7" indent="-247650" algn="l" rtl="0">
              <a:spcBef>
                <a:spcPts val="675"/>
              </a:spcBef>
              <a:spcAft>
                <a:spcPts val="0"/>
              </a:spcAft>
              <a:buClr>
                <a:schemeClr val="dk1"/>
              </a:buClr>
              <a:buSzPts val="1600"/>
              <a:buFont typeface="Arial"/>
              <a:buChar char="–"/>
              <a:defRPr sz="1200" b="0" i="0" u="none" strike="noStrike" cap="none">
                <a:solidFill>
                  <a:schemeClr val="dk1"/>
                </a:solidFill>
                <a:uFillTx/>
                <a:latin typeface="Arial"/>
                <a:ea typeface="Arial"/>
                <a:cs typeface="Arial"/>
                <a:sym typeface="Arial"/>
              </a:defRPr>
            </a:lvl8pPr>
            <a:lvl9pPr marL="3086100" marR="0" lvl="8" indent="-247650" algn="l" rtl="0">
              <a:spcBef>
                <a:spcPts val="675"/>
              </a:spcBef>
              <a:spcAft>
                <a:spcPts val="0"/>
              </a:spcAft>
              <a:buClr>
                <a:schemeClr val="dk1"/>
              </a:buClr>
              <a:buSzPts val="1600"/>
              <a:buFont typeface="Arial"/>
              <a:buChar char="–"/>
              <a:defRPr sz="1200" b="0" i="0" u="none" strike="noStrike" cap="none">
                <a:solidFill>
                  <a:schemeClr val="dk1"/>
                </a:solidFill>
                <a:uFillTx/>
                <a:latin typeface="Arial"/>
                <a:ea typeface="Arial"/>
                <a:cs typeface="Arial"/>
                <a:sym typeface="Arial"/>
              </a:defRPr>
            </a:lvl9pPr>
          </a:lstStyle>
          <a:p>
            <a:endParaRPr>
              <a:uFillTx/>
            </a:endParaRPr>
          </a:p>
        </p:txBody>
      </p:sp>
      <p:sp>
        <p:nvSpPr>
          <p:cNvPr id="106" name="Shape 106"/>
          <p:cNvSpPr>
            <a:spLocks noGrp="1"/>
          </p:cNvSpPr>
          <p:nvPr>
            <p:ph type="pic" idx="2"/>
          </p:nvPr>
        </p:nvSpPr>
        <p:spPr>
          <a:xfrm>
            <a:off x="4251961" y="1462689"/>
            <a:ext cx="4434900" cy="21465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chemeClr val="dk1"/>
              </a:buClr>
              <a:buSzPts val="1400"/>
              <a:buFont typeface="Arial"/>
              <a:buNone/>
              <a:defRPr sz="900" b="0" i="0" u="none" strike="noStrike" cap="none">
                <a:solidFill>
                  <a:schemeClr val="dk1"/>
                </a:solidFill>
                <a:uFillTx/>
                <a:latin typeface="Arial"/>
                <a:ea typeface="Arial"/>
                <a:cs typeface="Arial"/>
                <a:sym typeface="Arial"/>
              </a:defRPr>
            </a:lvl1pPr>
            <a:lvl2pPr marL="0" marR="0" lvl="1" indent="0" algn="l" rtl="0">
              <a:lnSpc>
                <a:spcPct val="100000"/>
              </a:lnSpc>
              <a:spcBef>
                <a:spcPts val="900"/>
              </a:spcBef>
              <a:spcAft>
                <a:spcPts val="0"/>
              </a:spcAft>
              <a:buClr>
                <a:schemeClr val="dk1"/>
              </a:buClr>
              <a:buSzPts val="1400"/>
              <a:buFont typeface="Arial"/>
              <a:buNone/>
              <a:defRPr sz="1200" b="0" i="0" u="none" strike="noStrike" cap="none">
                <a:solidFill>
                  <a:schemeClr val="dk1"/>
                </a:solidFill>
                <a:uFillTx/>
                <a:latin typeface="Arial"/>
                <a:ea typeface="Arial"/>
                <a:cs typeface="Arial"/>
                <a:sym typeface="Arial"/>
              </a:defRPr>
            </a:lvl2pPr>
            <a:lvl3pPr marL="172640" marR="0" lvl="2" indent="-172640" algn="l" rtl="0">
              <a:lnSpc>
                <a:spcPct val="100000"/>
              </a:lnSpc>
              <a:spcBef>
                <a:spcPts val="675"/>
              </a:spcBef>
              <a:spcAft>
                <a:spcPts val="0"/>
              </a:spcAft>
              <a:buClr>
                <a:schemeClr val="dk1"/>
              </a:buClr>
              <a:buSzPts val="1600"/>
              <a:buFont typeface="Arial"/>
              <a:buChar char="•"/>
              <a:defRPr sz="1200" b="0" i="0" u="none" strike="noStrike" cap="none">
                <a:solidFill>
                  <a:schemeClr val="dk1"/>
                </a:solidFill>
                <a:uFillTx/>
                <a:latin typeface="Arial"/>
                <a:ea typeface="Arial"/>
                <a:cs typeface="Arial"/>
                <a:sym typeface="Arial"/>
              </a:defRPr>
            </a:lvl3pPr>
            <a:lvl4pPr marL="341709" marR="0" lvl="3" indent="-170259" algn="l" rtl="0">
              <a:lnSpc>
                <a:spcPct val="100000"/>
              </a:lnSpc>
              <a:spcBef>
                <a:spcPts val="675"/>
              </a:spcBef>
              <a:spcAft>
                <a:spcPts val="0"/>
              </a:spcAft>
              <a:buClr>
                <a:schemeClr val="dk1"/>
              </a:buClr>
              <a:buSzPts val="1600"/>
              <a:buFont typeface="Arial"/>
              <a:buChar char="–"/>
              <a:defRPr sz="1200" b="0" i="0" u="none" strike="noStrike" cap="none">
                <a:solidFill>
                  <a:schemeClr val="dk1"/>
                </a:solidFill>
                <a:uFillTx/>
                <a:latin typeface="Arial"/>
                <a:ea typeface="Arial"/>
                <a:cs typeface="Arial"/>
                <a:sym typeface="Arial"/>
              </a:defRPr>
            </a:lvl4pPr>
            <a:lvl5pPr marL="514350" marR="0" lvl="4" indent="-180975" algn="l" rtl="0">
              <a:lnSpc>
                <a:spcPct val="100000"/>
              </a:lnSpc>
              <a:spcBef>
                <a:spcPts val="675"/>
              </a:spcBef>
              <a:spcAft>
                <a:spcPts val="0"/>
              </a:spcAft>
              <a:buClr>
                <a:schemeClr val="dk1"/>
              </a:buClr>
              <a:buSzPts val="1600"/>
              <a:buFont typeface="Arial"/>
              <a:buChar char="–"/>
              <a:defRPr sz="1200" b="0" i="0" u="none" strike="noStrike" cap="none">
                <a:solidFill>
                  <a:schemeClr val="dk1"/>
                </a:solidFill>
                <a:uFillTx/>
                <a:latin typeface="Arial"/>
                <a:ea typeface="Arial"/>
                <a:cs typeface="Arial"/>
                <a:sym typeface="Arial"/>
              </a:defRPr>
            </a:lvl5pPr>
            <a:lvl6pPr marL="685800" marR="0" lvl="5" indent="-171450" algn="l" rtl="0">
              <a:spcBef>
                <a:spcPts val="675"/>
              </a:spcBef>
              <a:spcAft>
                <a:spcPts val="0"/>
              </a:spcAft>
              <a:buClr>
                <a:schemeClr val="dk1"/>
              </a:buClr>
              <a:buSzPts val="1600"/>
              <a:buFont typeface="Arial"/>
              <a:buChar char="–"/>
              <a:defRPr sz="1200" b="0" i="0" u="none" strike="noStrike" cap="none">
                <a:solidFill>
                  <a:schemeClr val="dk1"/>
                </a:solidFill>
                <a:uFillTx/>
                <a:latin typeface="Arial"/>
                <a:ea typeface="Arial"/>
                <a:cs typeface="Arial"/>
                <a:sym typeface="Arial"/>
              </a:defRPr>
            </a:lvl6pPr>
            <a:lvl7pPr marL="860822" marR="0" lvl="6" indent="-175022" algn="l" rtl="0">
              <a:spcBef>
                <a:spcPts val="675"/>
              </a:spcBef>
              <a:spcAft>
                <a:spcPts val="0"/>
              </a:spcAft>
              <a:buClr>
                <a:schemeClr val="dk1"/>
              </a:buClr>
              <a:buSzPts val="1600"/>
              <a:buFont typeface="Arial"/>
              <a:buChar char="–"/>
              <a:defRPr sz="1200" b="0" i="0" u="none" strike="noStrike" cap="none">
                <a:solidFill>
                  <a:schemeClr val="dk1"/>
                </a:solidFill>
                <a:uFillTx/>
                <a:latin typeface="Arial"/>
                <a:ea typeface="Arial"/>
                <a:cs typeface="Arial"/>
                <a:sym typeface="Arial"/>
              </a:defRPr>
            </a:lvl7pPr>
            <a:lvl8pPr marL="1028700" marR="0" lvl="7" indent="-171450" algn="l" rtl="0">
              <a:spcBef>
                <a:spcPts val="675"/>
              </a:spcBef>
              <a:spcAft>
                <a:spcPts val="0"/>
              </a:spcAft>
              <a:buClr>
                <a:schemeClr val="dk1"/>
              </a:buClr>
              <a:buSzPts val="1600"/>
              <a:buFont typeface="Arial"/>
              <a:buChar char="–"/>
              <a:defRPr sz="1200" b="0" i="0" u="none" strike="noStrike" cap="none">
                <a:solidFill>
                  <a:schemeClr val="dk1"/>
                </a:solidFill>
                <a:uFillTx/>
                <a:latin typeface="Arial"/>
                <a:ea typeface="Arial"/>
                <a:cs typeface="Arial"/>
                <a:sym typeface="Arial"/>
              </a:defRPr>
            </a:lvl8pPr>
            <a:lvl9pPr marL="1203722" marR="0" lvl="8" indent="-175022" algn="l" rtl="0">
              <a:spcBef>
                <a:spcPts val="675"/>
              </a:spcBef>
              <a:spcAft>
                <a:spcPts val="0"/>
              </a:spcAft>
              <a:buClr>
                <a:schemeClr val="dk1"/>
              </a:buClr>
              <a:buSzPts val="1600"/>
              <a:buFont typeface="Arial"/>
              <a:buChar char="–"/>
              <a:defRPr sz="1200" b="0" i="0" u="none" strike="noStrike" cap="none">
                <a:solidFill>
                  <a:schemeClr val="dk1"/>
                </a:solidFill>
                <a:uFillTx/>
                <a:latin typeface="Arial"/>
                <a:ea typeface="Arial"/>
                <a:cs typeface="Arial"/>
                <a:sym typeface="Arial"/>
              </a:defRPr>
            </a:lvl9pPr>
          </a:lstStyle>
          <a:p>
            <a:endParaRPr>
              <a:uFillTx/>
            </a:endParaRPr>
          </a:p>
        </p:txBody>
      </p:sp>
      <p:sp>
        <p:nvSpPr>
          <p:cNvPr id="107" name="Shape 107"/>
          <p:cNvSpPr txBox="1">
            <a:spLocks noGrp="1"/>
          </p:cNvSpPr>
          <p:nvPr>
            <p:ph type="body" idx="3"/>
          </p:nvPr>
        </p:nvSpPr>
        <p:spPr>
          <a:xfrm>
            <a:off x="4251960" y="3688863"/>
            <a:ext cx="4434900" cy="274200"/>
          </a:xfrm>
          <a:prstGeom prst="rect">
            <a:avLst/>
          </a:prstGeom>
          <a:noFill/>
          <a:ln>
            <a:noFill/>
          </a:ln>
        </p:spPr>
        <p:txBody>
          <a:bodyPr spcFirstLastPara="1" wrap="square" lIns="91425" tIns="91425" rIns="91425" bIns="91425" anchor="t" anchorCtr="0"/>
          <a:lstStyle>
            <a:lvl1pPr marL="342900" marR="0" lvl="0" indent="-171450" algn="l" rtl="0">
              <a:lnSpc>
                <a:spcPct val="100000"/>
              </a:lnSpc>
              <a:spcBef>
                <a:spcPts val="0"/>
              </a:spcBef>
              <a:spcAft>
                <a:spcPts val="0"/>
              </a:spcAft>
              <a:buClr>
                <a:schemeClr val="dk1"/>
              </a:buClr>
              <a:buSzPts val="1400"/>
              <a:buFont typeface="Arial"/>
              <a:buNone/>
              <a:defRPr sz="675" b="0" i="0" u="none" strike="noStrike" cap="none">
                <a:solidFill>
                  <a:schemeClr val="dk1"/>
                </a:solidFill>
                <a:uFillTx/>
                <a:latin typeface="Arial"/>
                <a:ea typeface="Arial"/>
                <a:cs typeface="Arial"/>
                <a:sym typeface="Arial"/>
              </a:defRPr>
            </a:lvl1pPr>
            <a:lvl2pPr marL="685800" marR="0" lvl="1" indent="-171450" algn="l" rtl="0">
              <a:lnSpc>
                <a:spcPct val="100000"/>
              </a:lnSpc>
              <a:spcBef>
                <a:spcPts val="0"/>
              </a:spcBef>
              <a:spcAft>
                <a:spcPts val="0"/>
              </a:spcAft>
              <a:buClr>
                <a:schemeClr val="dk1"/>
              </a:buClr>
              <a:buSzPts val="1400"/>
              <a:buFont typeface="Arial"/>
              <a:buNone/>
              <a:defRPr sz="675" b="0" i="0" u="none" strike="noStrike" cap="none">
                <a:solidFill>
                  <a:schemeClr val="dk1"/>
                </a:solidFill>
                <a:uFillTx/>
                <a:latin typeface="Arial"/>
                <a:ea typeface="Arial"/>
                <a:cs typeface="Arial"/>
                <a:sym typeface="Arial"/>
              </a:defRPr>
            </a:lvl2pPr>
            <a:lvl3pPr marL="1028700" marR="0" lvl="2" indent="-171450" algn="l" rtl="0">
              <a:lnSpc>
                <a:spcPct val="100000"/>
              </a:lnSpc>
              <a:spcBef>
                <a:spcPts val="0"/>
              </a:spcBef>
              <a:spcAft>
                <a:spcPts val="0"/>
              </a:spcAft>
              <a:buClr>
                <a:schemeClr val="dk1"/>
              </a:buClr>
              <a:buSzPts val="1600"/>
              <a:buFont typeface="Arial"/>
              <a:buNone/>
              <a:defRPr sz="675" b="0" i="0" u="none" strike="noStrike" cap="none">
                <a:solidFill>
                  <a:schemeClr val="dk1"/>
                </a:solidFill>
                <a:uFillTx/>
                <a:latin typeface="Arial"/>
                <a:ea typeface="Arial"/>
                <a:cs typeface="Arial"/>
                <a:sym typeface="Arial"/>
              </a:defRPr>
            </a:lvl3pPr>
            <a:lvl4pPr marL="1371600" marR="0" lvl="3" indent="-171450" algn="l" rtl="0">
              <a:lnSpc>
                <a:spcPct val="100000"/>
              </a:lnSpc>
              <a:spcBef>
                <a:spcPts val="0"/>
              </a:spcBef>
              <a:spcAft>
                <a:spcPts val="0"/>
              </a:spcAft>
              <a:buClr>
                <a:schemeClr val="dk1"/>
              </a:buClr>
              <a:buSzPts val="1600"/>
              <a:buFont typeface="Arial"/>
              <a:buNone/>
              <a:defRPr sz="675" b="0" i="0" u="none" strike="noStrike" cap="none">
                <a:solidFill>
                  <a:schemeClr val="dk1"/>
                </a:solidFill>
                <a:uFillTx/>
                <a:latin typeface="Arial"/>
                <a:ea typeface="Arial"/>
                <a:cs typeface="Arial"/>
                <a:sym typeface="Arial"/>
              </a:defRPr>
            </a:lvl4pPr>
            <a:lvl5pPr marL="1714500" marR="0" lvl="4" indent="-171450" algn="l" rtl="0">
              <a:lnSpc>
                <a:spcPct val="100000"/>
              </a:lnSpc>
              <a:spcBef>
                <a:spcPts val="0"/>
              </a:spcBef>
              <a:spcAft>
                <a:spcPts val="0"/>
              </a:spcAft>
              <a:buClr>
                <a:schemeClr val="dk1"/>
              </a:buClr>
              <a:buSzPts val="1600"/>
              <a:buFont typeface="Arial"/>
              <a:buNone/>
              <a:defRPr sz="675" b="0" i="0" u="none" strike="noStrike" cap="none">
                <a:solidFill>
                  <a:schemeClr val="dk1"/>
                </a:solidFill>
                <a:uFillTx/>
                <a:latin typeface="Arial"/>
                <a:ea typeface="Arial"/>
                <a:cs typeface="Arial"/>
                <a:sym typeface="Arial"/>
              </a:defRPr>
            </a:lvl5pPr>
            <a:lvl6pPr marL="2057400" marR="0" lvl="5" indent="-247650" algn="l" rtl="0">
              <a:spcBef>
                <a:spcPts val="675"/>
              </a:spcBef>
              <a:spcAft>
                <a:spcPts val="0"/>
              </a:spcAft>
              <a:buClr>
                <a:schemeClr val="dk1"/>
              </a:buClr>
              <a:buSzPts val="1600"/>
              <a:buFont typeface="Arial"/>
              <a:buChar char="–"/>
              <a:defRPr sz="1200" b="0" i="0" u="none" strike="noStrike" cap="none">
                <a:solidFill>
                  <a:schemeClr val="dk1"/>
                </a:solidFill>
                <a:uFillTx/>
                <a:latin typeface="Arial"/>
                <a:ea typeface="Arial"/>
                <a:cs typeface="Arial"/>
                <a:sym typeface="Arial"/>
              </a:defRPr>
            </a:lvl6pPr>
            <a:lvl7pPr marL="2400300" marR="0" lvl="6" indent="-247650" algn="l" rtl="0">
              <a:spcBef>
                <a:spcPts val="675"/>
              </a:spcBef>
              <a:spcAft>
                <a:spcPts val="0"/>
              </a:spcAft>
              <a:buClr>
                <a:schemeClr val="dk1"/>
              </a:buClr>
              <a:buSzPts val="1600"/>
              <a:buFont typeface="Arial"/>
              <a:buChar char="–"/>
              <a:defRPr sz="1200" b="0" i="0" u="none" strike="noStrike" cap="none">
                <a:solidFill>
                  <a:schemeClr val="dk1"/>
                </a:solidFill>
                <a:uFillTx/>
                <a:latin typeface="Arial"/>
                <a:ea typeface="Arial"/>
                <a:cs typeface="Arial"/>
                <a:sym typeface="Arial"/>
              </a:defRPr>
            </a:lvl7pPr>
            <a:lvl8pPr marL="2743200" marR="0" lvl="7" indent="-247650" algn="l" rtl="0">
              <a:spcBef>
                <a:spcPts val="675"/>
              </a:spcBef>
              <a:spcAft>
                <a:spcPts val="0"/>
              </a:spcAft>
              <a:buClr>
                <a:schemeClr val="dk1"/>
              </a:buClr>
              <a:buSzPts val="1600"/>
              <a:buFont typeface="Arial"/>
              <a:buChar char="–"/>
              <a:defRPr sz="1200" b="0" i="0" u="none" strike="noStrike" cap="none">
                <a:solidFill>
                  <a:schemeClr val="dk1"/>
                </a:solidFill>
                <a:uFillTx/>
                <a:latin typeface="Arial"/>
                <a:ea typeface="Arial"/>
                <a:cs typeface="Arial"/>
                <a:sym typeface="Arial"/>
              </a:defRPr>
            </a:lvl8pPr>
            <a:lvl9pPr marL="3086100" marR="0" lvl="8" indent="-247650" algn="l" rtl="0">
              <a:spcBef>
                <a:spcPts val="675"/>
              </a:spcBef>
              <a:spcAft>
                <a:spcPts val="0"/>
              </a:spcAft>
              <a:buClr>
                <a:schemeClr val="dk1"/>
              </a:buClr>
              <a:buSzPts val="1600"/>
              <a:buFont typeface="Arial"/>
              <a:buChar char="–"/>
              <a:defRPr sz="1200" b="0" i="0" u="none" strike="noStrike" cap="none">
                <a:solidFill>
                  <a:schemeClr val="dk1"/>
                </a:solidFill>
                <a:uFillTx/>
                <a:latin typeface="Arial"/>
                <a:ea typeface="Arial"/>
                <a:cs typeface="Arial"/>
                <a:sym typeface="Arial"/>
              </a:defRPr>
            </a:lvl9pPr>
          </a:lstStyle>
          <a:p>
            <a:endParaRPr>
              <a:uFillTx/>
            </a:endParaRPr>
          </a:p>
        </p:txBody>
      </p:sp>
      <p:cxnSp>
        <p:nvCxnSpPr>
          <p:cNvPr id="108" name="Shape 108"/>
          <p:cNvCxnSpPr/>
          <p:nvPr/>
        </p:nvCxnSpPr>
        <p:spPr>
          <a:xfrm>
            <a:off x="457200" y="342900"/>
            <a:ext cx="8229600" cy="0"/>
          </a:xfrm>
          <a:prstGeom prst="straightConnector1">
            <a:avLst/>
          </a:prstGeom>
          <a:noFill/>
          <a:ln w="47625" cap="flat" cmpd="sng">
            <a:solidFill>
              <a:schemeClr val="dk1"/>
            </a:solidFill>
            <a:prstDash val="solid"/>
            <a:round/>
            <a:headEnd type="none" w="sm" len="sm"/>
            <a:tailEnd type="none" w="sm" len="sm"/>
          </a:ln>
        </p:spPr>
      </p:cxnSp>
    </p:spTree>
    <p:extLst>
      <p:ext uri="{BB962C8B-B14F-4D97-AF65-F5344CB8AC3E}">
        <p14:creationId xmlns:p14="http://schemas.microsoft.com/office/powerpoint/2010/main" val="15746784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Two Column Content">
    <p:spTree>
      <p:nvGrpSpPr>
        <p:cNvPr id="1" name=""/>
        <p:cNvGrpSpPr/>
        <p:nvPr/>
      </p:nvGrpSpPr>
      <p:grpSpPr>
        <a:xfrm>
          <a:off x="0" y="0"/>
          <a:ext cx="0" cy="0"/>
          <a:chOff x="0" y="0"/>
          <a:chExt cx="0" cy="0"/>
        </a:xfrm>
      </p:grpSpPr>
      <p:sp>
        <p:nvSpPr>
          <p:cNvPr id="3" name="Content Placeholder 2"/>
          <p:cNvSpPr>
            <a:spLocks noGrp="1"/>
          </p:cNvSpPr>
          <p:nvPr>
            <p:ph idx="1"/>
          </p:nvPr>
        </p:nvSpPr>
        <p:spPr bwMode="auto">
          <a:xfrm>
            <a:off x="457200" y="1459579"/>
            <a:ext cx="3977640" cy="3017520"/>
          </a:xfrm>
          <a:prstGeom prst="rect">
            <a:avLst/>
          </a:prstGeom>
        </p:spPr>
        <p:txBody>
          <a:bodyPr/>
          <a:lstStyle>
            <a:lvl7pPr>
              <a:defRPr baseline="0">
                <a:uFillTx/>
              </a:defRPr>
            </a:lvl7pPr>
            <a:lvl8pPr>
              <a:defRPr baseline="0">
                <a:uFillTx/>
              </a:defRPr>
            </a:lvl8pPr>
            <a:lvl9pPr>
              <a:defRPr baseline="0">
                <a:uFillTx/>
              </a:defRPr>
            </a:lvl9pPr>
          </a:lstStyle>
          <a:p>
            <a:pPr lvl="0"/>
            <a:r>
              <a:rPr lang="en-US">
                <a:uFillTx/>
              </a:rPr>
              <a:t>Click to edit Master text styles</a:t>
            </a:r>
          </a:p>
          <a:p>
            <a:pPr lvl="1"/>
            <a:r>
              <a:rPr lang="en-US">
                <a:uFillTx/>
              </a:rPr>
              <a:t>Second level</a:t>
            </a:r>
          </a:p>
          <a:p>
            <a:pPr lvl="2"/>
            <a:r>
              <a:rPr lang="en-US">
                <a:uFillTx/>
              </a:rPr>
              <a:t>Third level</a:t>
            </a:r>
          </a:p>
          <a:p>
            <a:pPr lvl="3"/>
            <a:r>
              <a:rPr lang="en-US">
                <a:uFillTx/>
              </a:rPr>
              <a:t>Fourth level</a:t>
            </a:r>
          </a:p>
          <a:p>
            <a:pPr lvl="4"/>
            <a:r>
              <a:rPr lang="en-US">
                <a:uFillTx/>
              </a:rPr>
              <a:t>Fifth level</a:t>
            </a:r>
            <a:endParaRPr lang="en-US" dirty="0">
              <a:uFillTx/>
            </a:endParaRPr>
          </a:p>
        </p:txBody>
      </p:sp>
      <p:sp>
        <p:nvSpPr>
          <p:cNvPr id="4" name="Date Placeholder 3"/>
          <p:cNvSpPr>
            <a:spLocks noGrp="1"/>
          </p:cNvSpPr>
          <p:nvPr>
            <p:ph type="dt" sz="half" idx="10"/>
          </p:nvPr>
        </p:nvSpPr>
        <p:spPr bwMode="auto">
          <a:xfrm>
            <a:off x="7543800" y="4700016"/>
            <a:ext cx="914400" cy="228600"/>
          </a:xfrm>
          <a:prstGeom prst="rect">
            <a:avLst/>
          </a:prstGeom>
        </p:spPr>
        <p:txBody>
          <a:bodyPr/>
          <a:lstStyle/>
          <a:p>
            <a:pPr defTabSz="457200">
              <a:buClrTx/>
              <a:buFontTx/>
              <a:buNone/>
            </a:pPr>
            <a:endParaRPr lang="en-US" sz="1800" kern="1200">
              <a:latin typeface="NeueHaasGroteskText Std"/>
              <a:ea typeface="+mn-ea"/>
              <a:cs typeface="+mn-cs"/>
            </a:endParaRPr>
          </a:p>
        </p:txBody>
      </p:sp>
      <p:sp>
        <p:nvSpPr>
          <p:cNvPr id="6" name="Slide Number Placeholder 5"/>
          <p:cNvSpPr>
            <a:spLocks noGrp="1"/>
          </p:cNvSpPr>
          <p:nvPr>
            <p:ph type="sldNum" sz="quarter" idx="12"/>
          </p:nvPr>
        </p:nvSpPr>
        <p:spPr bwMode="auto">
          <a:xfrm>
            <a:off x="8458200" y="4700016"/>
            <a:ext cx="228600" cy="228600"/>
          </a:xfrm>
        </p:spPr>
        <p:txBody>
          <a:bodyPr/>
          <a:lstStyle/>
          <a:p>
            <a:fld id="{E12D0507-9F86-7A45-BE8E-43760B9F92AA}" type="slidenum">
              <a:rPr lang="en-US" smtClean="0">
                <a:solidFill>
                  <a:srgbClr val="000000"/>
                </a:solidFill>
              </a:rPr>
              <a:pPr/>
              <a:t>‹#›</a:t>
            </a:fld>
            <a:endParaRPr lang="en-US">
              <a:solidFill>
                <a:srgbClr val="000000"/>
              </a:solidFill>
            </a:endParaRPr>
          </a:p>
        </p:txBody>
      </p:sp>
      <p:cxnSp>
        <p:nvCxnSpPr>
          <p:cNvPr id="9" name="Straight Connector 8"/>
          <p:cNvCxnSpPr/>
          <p:nvPr userDrawn="1"/>
        </p:nvCxnSpPr>
        <p:spPr bwMode="auto">
          <a:xfrm>
            <a:off x="457200" y="457200"/>
            <a:ext cx="8229600" cy="0"/>
          </a:xfrm>
          <a:prstGeom prst="line">
            <a:avLst/>
          </a:prstGeom>
          <a:ln w="47625" cap="flat"/>
        </p:spPr>
        <p:style>
          <a:lnRef idx="1">
            <a:schemeClr val="dk1"/>
          </a:lnRef>
          <a:fillRef idx="0">
            <a:schemeClr val="dk1"/>
          </a:fillRef>
          <a:effectRef idx="0">
            <a:schemeClr val="dk1"/>
          </a:effectRef>
          <a:fontRef idx="minor">
            <a:schemeClr val="tx1"/>
          </a:fontRef>
        </p:style>
      </p:cxnSp>
      <p:sp>
        <p:nvSpPr>
          <p:cNvPr id="10" name="Content Placeholder 2"/>
          <p:cNvSpPr>
            <a:spLocks noGrp="1"/>
          </p:cNvSpPr>
          <p:nvPr>
            <p:ph idx="13"/>
          </p:nvPr>
        </p:nvSpPr>
        <p:spPr bwMode="auto">
          <a:xfrm>
            <a:off x="4709160" y="1459579"/>
            <a:ext cx="3977640" cy="3017520"/>
          </a:xfrm>
          <a:prstGeom prst="rect">
            <a:avLst/>
          </a:prstGeom>
        </p:spPr>
        <p:txBody>
          <a:bodyPr/>
          <a:lstStyle/>
          <a:p>
            <a:pPr lvl="0"/>
            <a:r>
              <a:rPr lang="en-US">
                <a:uFillTx/>
              </a:rPr>
              <a:t>Click to edit Master text styles</a:t>
            </a:r>
          </a:p>
          <a:p>
            <a:pPr lvl="1"/>
            <a:r>
              <a:rPr lang="en-US">
                <a:uFillTx/>
              </a:rPr>
              <a:t>Second level</a:t>
            </a:r>
          </a:p>
          <a:p>
            <a:pPr lvl="2"/>
            <a:r>
              <a:rPr lang="en-US">
                <a:uFillTx/>
              </a:rPr>
              <a:t>Third level</a:t>
            </a:r>
          </a:p>
          <a:p>
            <a:pPr lvl="3"/>
            <a:r>
              <a:rPr lang="en-US">
                <a:uFillTx/>
              </a:rPr>
              <a:t>Fourth level</a:t>
            </a:r>
          </a:p>
          <a:p>
            <a:pPr lvl="4"/>
            <a:r>
              <a:rPr lang="en-US">
                <a:uFillTx/>
              </a:rPr>
              <a:t>Fifth level</a:t>
            </a:r>
            <a:endParaRPr lang="en-US" dirty="0">
              <a:uFillTx/>
            </a:endParaRPr>
          </a:p>
        </p:txBody>
      </p:sp>
      <p:sp>
        <p:nvSpPr>
          <p:cNvPr id="11" name="Title 1"/>
          <p:cNvSpPr>
            <a:spLocks noGrp="1"/>
          </p:cNvSpPr>
          <p:nvPr>
            <p:ph type="title"/>
          </p:nvPr>
        </p:nvSpPr>
        <p:spPr bwMode="auto">
          <a:xfrm>
            <a:off x="457200" y="594360"/>
            <a:ext cx="7086600" cy="685800"/>
          </a:xfrm>
          <a:prstGeom prst="rect">
            <a:avLst/>
          </a:prstGeom>
        </p:spPr>
        <p:txBody>
          <a:bodyPr/>
          <a:lstStyle>
            <a:lvl1pPr>
              <a:defRPr>
                <a:uFillTx/>
              </a:defRPr>
            </a:lvl1pPr>
          </a:lstStyle>
          <a:p>
            <a:r>
              <a:rPr lang="en-US">
                <a:uFillTx/>
              </a:rPr>
              <a:t>Click to edit Master title style</a:t>
            </a:r>
            <a:endParaRPr lang="en-US" dirty="0">
              <a:uFillTx/>
            </a:endParaRPr>
          </a:p>
        </p:txBody>
      </p:sp>
    </p:spTree>
    <p:extLst>
      <p:ext uri="{BB962C8B-B14F-4D97-AF65-F5344CB8AC3E}">
        <p14:creationId xmlns:p14="http://schemas.microsoft.com/office/powerpoint/2010/main" val="26895208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35"/>
        <p:cNvGrpSpPr/>
        <p:nvPr/>
      </p:nvGrpSpPr>
      <p:grpSpPr>
        <a:xfrm>
          <a:off x="0" y="0"/>
          <a:ext cx="0" cy="0"/>
          <a:chOff x="0" y="0"/>
          <a:chExt cx="0" cy="0"/>
        </a:xfrm>
      </p:grpSpPr>
      <p:sp>
        <p:nvSpPr>
          <p:cNvPr id="36" name="Google Shape;36;p6"/>
          <p:cNvSpPr txBox="1">
            <a:spLocks noGrp="1"/>
          </p:cNvSpPr>
          <p:nvPr>
            <p:ph type="body" idx="1"/>
          </p:nvPr>
        </p:nvSpPr>
        <p:spPr>
          <a:xfrm>
            <a:off x="457200" y="1459580"/>
            <a:ext cx="7086600" cy="3017400"/>
          </a:xfrm>
          <a:prstGeom prst="rect">
            <a:avLst/>
          </a:prstGeom>
          <a:noFill/>
          <a:ln>
            <a:noFill/>
          </a:ln>
        </p:spPr>
        <p:txBody>
          <a:bodyPr spcFirstLastPara="1" wrap="square" lIns="0" tIns="0" rIns="0" bIns="0" anchor="t" anchorCtr="0"/>
          <a:lstStyle>
            <a:lvl1pPr marL="457200" marR="0" lvl="0" indent="-228600" algn="l" rtl="0">
              <a:lnSpc>
                <a:spcPct val="100000"/>
              </a:lnSpc>
              <a:spcBef>
                <a:spcPts val="900"/>
              </a:spcBef>
              <a:spcAft>
                <a:spcPts val="0"/>
              </a:spcAft>
              <a:buClr>
                <a:schemeClr val="dk1"/>
              </a:buClr>
              <a:buSzPts val="1200"/>
              <a:buFont typeface="Arial"/>
              <a:buNone/>
              <a:defRPr sz="1200" b="1" i="0" u="none" strike="noStrike" cap="none">
                <a:solidFill>
                  <a:schemeClr val="dk1"/>
                </a:solidFill>
                <a:latin typeface="Arial"/>
                <a:ea typeface="Arial"/>
                <a:cs typeface="Arial"/>
                <a:sym typeface="Arial"/>
              </a:defRPr>
            </a:lvl1pPr>
            <a:lvl2pPr marL="914400" marR="0" lvl="1" indent="-228600" algn="l" rtl="0">
              <a:lnSpc>
                <a:spcPct val="100000"/>
              </a:lnSpc>
              <a:spcBef>
                <a:spcPts val="90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2pPr>
            <a:lvl3pPr marL="1371600" marR="0" lvl="2" indent="-304800"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04800"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6pPr>
            <a:lvl7pPr marL="3200400" marR="0" lvl="6" indent="-304800"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7pPr>
            <a:lvl8pPr marL="3657600" marR="0" lvl="7" indent="-304800"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8pPr>
            <a:lvl9pPr marL="4114800" marR="0" lvl="8" indent="-304800"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37" name="Google Shape;37;p6"/>
          <p:cNvSpPr txBox="1">
            <a:spLocks noGrp="1"/>
          </p:cNvSpPr>
          <p:nvPr>
            <p:ph type="dt" idx="10"/>
          </p:nvPr>
        </p:nvSpPr>
        <p:spPr>
          <a:xfrm>
            <a:off x="7543800" y="4700016"/>
            <a:ext cx="914400" cy="228600"/>
          </a:xfrm>
          <a:prstGeom prst="rect">
            <a:avLst/>
          </a:prstGeom>
          <a:noFill/>
          <a:ln>
            <a:noFill/>
          </a:ln>
        </p:spPr>
        <p:txBody>
          <a:bodyPr spcFirstLastPara="1" wrap="square" lIns="0" tIns="0" rIns="0" bIns="0" anchor="b" anchorCtr="0"/>
          <a:lstStyle>
            <a:lvl1pPr marR="0" lvl="0" algn="l" rtl="0">
              <a:spcBef>
                <a:spcPts val="0"/>
              </a:spcBef>
              <a:spcAft>
                <a:spcPts val="0"/>
              </a:spcAft>
              <a:buClr>
                <a:schemeClr val="dk1"/>
              </a:buClr>
              <a:buSzPts val="1400"/>
              <a:buFont typeface="Arial"/>
              <a:buNone/>
              <a:defRPr sz="700" b="0" i="0" u="none" strike="noStrike" cap="none">
                <a:solidFill>
                  <a:schemeClr val="dk1"/>
                </a:solidFill>
                <a:latin typeface="Arial"/>
                <a:ea typeface="Arial"/>
                <a:cs typeface="Arial"/>
                <a:sym typeface="Arial"/>
              </a:defRPr>
            </a:lvl1pPr>
            <a:lvl2pPr marR="0" lvl="1" algn="l" rtl="0">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pPr defTabSz="457200">
              <a:buClr>
                <a:srgbClr val="000000"/>
              </a:buClr>
            </a:pPr>
            <a:endParaRPr kern="1200">
              <a:solidFill>
                <a:srgbClr val="000000"/>
              </a:solidFill>
            </a:endParaRPr>
          </a:p>
        </p:txBody>
      </p:sp>
      <p:sp>
        <p:nvSpPr>
          <p:cNvPr id="38" name="Google Shape;38;p6"/>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marR="0" lvl="0" indent="0" algn="r" rtl="0">
              <a:spcBef>
                <a:spcPts val="0"/>
              </a:spcBef>
              <a:buClr>
                <a:srgbClr val="000000"/>
              </a:buClr>
              <a:buSzPts val="700"/>
              <a:buFont typeface="Arial"/>
              <a:buNone/>
              <a:defRPr sz="700" b="1" i="0" u="none" strike="noStrike" cap="none">
                <a:solidFill>
                  <a:srgbClr val="000000"/>
                </a:solidFill>
                <a:latin typeface="Arial"/>
                <a:ea typeface="Arial"/>
                <a:cs typeface="Arial"/>
                <a:sym typeface="Arial"/>
              </a:defRPr>
            </a:lvl1pPr>
            <a:lvl2pPr marL="0" marR="0" lvl="1" indent="0" algn="r" rtl="0">
              <a:spcBef>
                <a:spcPts val="0"/>
              </a:spcBef>
              <a:buClr>
                <a:srgbClr val="000000"/>
              </a:buClr>
              <a:buSzPts val="700"/>
              <a:buFont typeface="Arial"/>
              <a:buNone/>
              <a:defRPr sz="700" b="1" i="0" u="none" strike="noStrike" cap="none">
                <a:solidFill>
                  <a:srgbClr val="000000"/>
                </a:solidFill>
                <a:latin typeface="Arial"/>
                <a:ea typeface="Arial"/>
                <a:cs typeface="Arial"/>
                <a:sym typeface="Arial"/>
              </a:defRPr>
            </a:lvl2pPr>
            <a:lvl3pPr marL="0" marR="0" lvl="2" indent="0" algn="r" rtl="0">
              <a:spcBef>
                <a:spcPts val="0"/>
              </a:spcBef>
              <a:buClr>
                <a:srgbClr val="000000"/>
              </a:buClr>
              <a:buSzPts val="700"/>
              <a:buFont typeface="Arial"/>
              <a:buNone/>
              <a:defRPr sz="700" b="1" i="0" u="none" strike="noStrike" cap="none">
                <a:solidFill>
                  <a:srgbClr val="000000"/>
                </a:solidFill>
                <a:latin typeface="Arial"/>
                <a:ea typeface="Arial"/>
                <a:cs typeface="Arial"/>
                <a:sym typeface="Arial"/>
              </a:defRPr>
            </a:lvl3pPr>
            <a:lvl4pPr marL="0" marR="0" lvl="3" indent="0" algn="r" rtl="0">
              <a:spcBef>
                <a:spcPts val="0"/>
              </a:spcBef>
              <a:buClr>
                <a:srgbClr val="000000"/>
              </a:buClr>
              <a:buSzPts val="700"/>
              <a:buFont typeface="Arial"/>
              <a:buNone/>
              <a:defRPr sz="700" b="1" i="0" u="none" strike="noStrike" cap="none">
                <a:solidFill>
                  <a:srgbClr val="000000"/>
                </a:solidFill>
                <a:latin typeface="Arial"/>
                <a:ea typeface="Arial"/>
                <a:cs typeface="Arial"/>
                <a:sym typeface="Arial"/>
              </a:defRPr>
            </a:lvl4pPr>
            <a:lvl5pPr marL="0" marR="0" lvl="4" indent="0" algn="r" rtl="0">
              <a:spcBef>
                <a:spcPts val="0"/>
              </a:spcBef>
              <a:buClr>
                <a:srgbClr val="000000"/>
              </a:buClr>
              <a:buSzPts val="700"/>
              <a:buFont typeface="Arial"/>
              <a:buNone/>
              <a:defRPr sz="700" b="1" i="0" u="none" strike="noStrike" cap="none">
                <a:solidFill>
                  <a:srgbClr val="000000"/>
                </a:solidFill>
                <a:latin typeface="Arial"/>
                <a:ea typeface="Arial"/>
                <a:cs typeface="Arial"/>
                <a:sym typeface="Arial"/>
              </a:defRPr>
            </a:lvl5pPr>
            <a:lvl6pPr marL="0" marR="0" lvl="5" indent="0" algn="r" rtl="0">
              <a:spcBef>
                <a:spcPts val="0"/>
              </a:spcBef>
              <a:buClr>
                <a:srgbClr val="000000"/>
              </a:buClr>
              <a:buSzPts val="700"/>
              <a:buFont typeface="Arial"/>
              <a:buNone/>
              <a:defRPr sz="700" b="1" i="0" u="none" strike="noStrike" cap="none">
                <a:solidFill>
                  <a:srgbClr val="000000"/>
                </a:solidFill>
                <a:latin typeface="Arial"/>
                <a:ea typeface="Arial"/>
                <a:cs typeface="Arial"/>
                <a:sym typeface="Arial"/>
              </a:defRPr>
            </a:lvl6pPr>
            <a:lvl7pPr marL="0" marR="0" lvl="6" indent="0" algn="r" rtl="0">
              <a:spcBef>
                <a:spcPts val="0"/>
              </a:spcBef>
              <a:buClr>
                <a:srgbClr val="000000"/>
              </a:buClr>
              <a:buSzPts val="700"/>
              <a:buFont typeface="Arial"/>
              <a:buNone/>
              <a:defRPr sz="700" b="1" i="0" u="none" strike="noStrike" cap="none">
                <a:solidFill>
                  <a:srgbClr val="000000"/>
                </a:solidFill>
                <a:latin typeface="Arial"/>
                <a:ea typeface="Arial"/>
                <a:cs typeface="Arial"/>
                <a:sym typeface="Arial"/>
              </a:defRPr>
            </a:lvl7pPr>
            <a:lvl8pPr marL="0" marR="0" lvl="7" indent="0" algn="r" rtl="0">
              <a:spcBef>
                <a:spcPts val="0"/>
              </a:spcBef>
              <a:buClr>
                <a:srgbClr val="000000"/>
              </a:buClr>
              <a:buSzPts val="700"/>
              <a:buFont typeface="Arial"/>
              <a:buNone/>
              <a:defRPr sz="700" b="1" i="0" u="none" strike="noStrike" cap="none">
                <a:solidFill>
                  <a:srgbClr val="000000"/>
                </a:solidFill>
                <a:latin typeface="Arial"/>
                <a:ea typeface="Arial"/>
                <a:cs typeface="Arial"/>
                <a:sym typeface="Arial"/>
              </a:defRPr>
            </a:lvl8pPr>
            <a:lvl9pPr marL="0" marR="0" lvl="8" indent="0" algn="r" rtl="0">
              <a:spcBef>
                <a:spcPts val="0"/>
              </a:spcBef>
              <a:buClr>
                <a:srgbClr val="000000"/>
              </a:buClr>
              <a:buSzPts val="700"/>
              <a:buFont typeface="Arial"/>
              <a:buNone/>
              <a:defRPr sz="700" b="1" i="0" u="none" strike="noStrike" cap="none">
                <a:solidFill>
                  <a:srgbClr val="000000"/>
                </a:solidFill>
                <a:latin typeface="Arial"/>
                <a:ea typeface="Arial"/>
                <a:cs typeface="Arial"/>
                <a:sym typeface="Arial"/>
              </a:defRPr>
            </a:lvl9pPr>
          </a:lstStyle>
          <a:p>
            <a:fld id="{00000000-1234-1234-1234-123412341234}" type="slidenum">
              <a:rPr lang="en-US"/>
              <a:pPr/>
              <a:t>‹#›</a:t>
            </a:fld>
            <a:endParaRPr/>
          </a:p>
        </p:txBody>
      </p:sp>
      <p:cxnSp>
        <p:nvCxnSpPr>
          <p:cNvPr id="39" name="Google Shape;39;p6"/>
          <p:cNvCxnSpPr/>
          <p:nvPr/>
        </p:nvCxnSpPr>
        <p:spPr>
          <a:xfrm>
            <a:off x="457200" y="457200"/>
            <a:ext cx="8229600" cy="0"/>
          </a:xfrm>
          <a:prstGeom prst="straightConnector1">
            <a:avLst/>
          </a:prstGeom>
          <a:noFill/>
          <a:ln w="47625" cap="flat" cmpd="sng">
            <a:solidFill>
              <a:schemeClr val="dk1"/>
            </a:solidFill>
            <a:prstDash val="solid"/>
            <a:round/>
            <a:headEnd type="none" w="sm" len="sm"/>
            <a:tailEnd type="none" w="sm" len="sm"/>
          </a:ln>
        </p:spPr>
      </p:cxnSp>
      <p:sp>
        <p:nvSpPr>
          <p:cNvPr id="40" name="Google Shape;40;p6"/>
          <p:cNvSpPr txBox="1">
            <a:spLocks noGrp="1"/>
          </p:cNvSpPr>
          <p:nvPr>
            <p:ph type="title"/>
          </p:nvPr>
        </p:nvSpPr>
        <p:spPr>
          <a:xfrm>
            <a:off x="457200" y="594360"/>
            <a:ext cx="7086600" cy="685800"/>
          </a:xfrm>
          <a:prstGeom prst="rect">
            <a:avLst/>
          </a:prstGeom>
          <a:noFill/>
          <a:ln>
            <a:noFill/>
          </a:ln>
        </p:spPr>
        <p:txBody>
          <a:bodyPr spcFirstLastPara="1" wrap="square" lIns="0" tIns="0" rIns="0" bIns="0" anchor="t" anchorCtr="0"/>
          <a:lstStyle>
            <a:lvl1pPr marR="0" lvl="0" algn="l" rtl="0">
              <a:lnSpc>
                <a:spcPct val="80000"/>
              </a:lnSpc>
              <a:spcBef>
                <a:spcPts val="0"/>
              </a:spcBef>
              <a:spcAft>
                <a:spcPts val="0"/>
              </a:spcAft>
              <a:buClr>
                <a:schemeClr val="dk1"/>
              </a:buClr>
              <a:buSzPts val="2400"/>
              <a:buFont typeface="Arial"/>
              <a:buNone/>
              <a:defRPr sz="24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34334896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Title Slide Black">
  <p:cSld name="Title Slide Black">
    <p:bg>
      <p:bgPr>
        <a:solidFill>
          <a:schemeClr val="dk2"/>
        </a:solidFill>
        <a:effectLst/>
      </p:bgPr>
    </p:bg>
    <p:spTree>
      <p:nvGrpSpPr>
        <p:cNvPr id="1" name="Shape 16"/>
        <p:cNvGrpSpPr/>
        <p:nvPr/>
      </p:nvGrpSpPr>
      <p:grpSpPr>
        <a:xfrm>
          <a:off x="0" y="0"/>
          <a:ext cx="0" cy="0"/>
          <a:chOff x="0" y="0"/>
          <a:chExt cx="0" cy="0"/>
        </a:xfrm>
      </p:grpSpPr>
      <p:sp>
        <p:nvSpPr>
          <p:cNvPr id="17" name="Google Shape;17;p2"/>
          <p:cNvSpPr txBox="1">
            <a:spLocks noGrp="1"/>
          </p:cNvSpPr>
          <p:nvPr>
            <p:ph type="ctrTitle"/>
          </p:nvPr>
        </p:nvSpPr>
        <p:spPr>
          <a:xfrm>
            <a:off x="457200" y="1097280"/>
            <a:ext cx="4114800" cy="1302900"/>
          </a:xfrm>
          <a:prstGeom prst="rect">
            <a:avLst/>
          </a:prstGeom>
          <a:noFill/>
          <a:ln>
            <a:noFill/>
          </a:ln>
        </p:spPr>
        <p:txBody>
          <a:bodyPr spcFirstLastPara="1" wrap="square" lIns="91425" tIns="91425" rIns="91425" bIns="91425" anchor="t" anchorCtr="0"/>
          <a:lstStyle>
            <a:lvl1pPr marR="0" lvl="0" algn="l" rtl="0">
              <a:lnSpc>
                <a:spcPct val="80000"/>
              </a:lnSpc>
              <a:spcBef>
                <a:spcPts val="0"/>
              </a:spcBef>
              <a:spcAft>
                <a:spcPts val="0"/>
              </a:spcAft>
              <a:buClr>
                <a:schemeClr val="lt1"/>
              </a:buClr>
              <a:buSzPts val="3000"/>
              <a:buFont typeface="Arial"/>
              <a:buNone/>
              <a:defRPr sz="3000" b="1" i="0" u="none" strike="noStrike" cap="none">
                <a:solidFill>
                  <a:schemeClr val="lt1"/>
                </a:solidFill>
                <a:latin typeface="Arial"/>
                <a:ea typeface="Arial"/>
                <a:cs typeface="Arial"/>
                <a:sym typeface="Arial"/>
              </a:defRPr>
            </a:lvl1pPr>
            <a:lvl2pPr lvl="1" rtl="0">
              <a:spcBef>
                <a:spcPts val="0"/>
              </a:spcBef>
              <a:spcAft>
                <a:spcPts val="0"/>
              </a:spcAft>
              <a:buSzPts val="1800"/>
              <a:buFont typeface="Arial"/>
              <a:buNone/>
              <a:defRPr sz="1800"/>
            </a:lvl2pPr>
            <a:lvl3pPr lvl="2" rtl="0">
              <a:spcBef>
                <a:spcPts val="0"/>
              </a:spcBef>
              <a:spcAft>
                <a:spcPts val="0"/>
              </a:spcAft>
              <a:buSzPts val="1800"/>
              <a:buFont typeface="Arial"/>
              <a:buNone/>
              <a:defRPr sz="1800"/>
            </a:lvl3pPr>
            <a:lvl4pPr lvl="3" rtl="0">
              <a:spcBef>
                <a:spcPts val="0"/>
              </a:spcBef>
              <a:spcAft>
                <a:spcPts val="0"/>
              </a:spcAft>
              <a:buSzPts val="1800"/>
              <a:buFont typeface="Arial"/>
              <a:buNone/>
              <a:defRPr sz="1800"/>
            </a:lvl4pPr>
            <a:lvl5pPr lvl="4" rtl="0">
              <a:spcBef>
                <a:spcPts val="0"/>
              </a:spcBef>
              <a:spcAft>
                <a:spcPts val="0"/>
              </a:spcAft>
              <a:buSzPts val="1800"/>
              <a:buFont typeface="Arial"/>
              <a:buNone/>
              <a:defRPr sz="1800"/>
            </a:lvl5pPr>
            <a:lvl6pPr lvl="5" rtl="0">
              <a:spcBef>
                <a:spcPts val="0"/>
              </a:spcBef>
              <a:spcAft>
                <a:spcPts val="0"/>
              </a:spcAft>
              <a:buSzPts val="1800"/>
              <a:buFont typeface="Arial"/>
              <a:buNone/>
              <a:defRPr sz="1800"/>
            </a:lvl6pPr>
            <a:lvl7pPr lvl="6" rtl="0">
              <a:spcBef>
                <a:spcPts val="0"/>
              </a:spcBef>
              <a:spcAft>
                <a:spcPts val="0"/>
              </a:spcAft>
              <a:buSzPts val="1800"/>
              <a:buFont typeface="Arial"/>
              <a:buNone/>
              <a:defRPr sz="1800"/>
            </a:lvl7pPr>
            <a:lvl8pPr lvl="7" rtl="0">
              <a:spcBef>
                <a:spcPts val="0"/>
              </a:spcBef>
              <a:spcAft>
                <a:spcPts val="0"/>
              </a:spcAft>
              <a:buSzPts val="1800"/>
              <a:buFont typeface="Arial"/>
              <a:buNone/>
              <a:defRPr sz="1800"/>
            </a:lvl8pPr>
            <a:lvl9pPr lvl="8" rtl="0">
              <a:spcBef>
                <a:spcPts val="0"/>
              </a:spcBef>
              <a:spcAft>
                <a:spcPts val="0"/>
              </a:spcAft>
              <a:buSzPts val="1800"/>
              <a:buFont typeface="Arial"/>
              <a:buNone/>
              <a:defRPr sz="1800"/>
            </a:lvl9pPr>
          </a:lstStyle>
          <a:p>
            <a:endParaRPr/>
          </a:p>
        </p:txBody>
      </p:sp>
      <p:sp>
        <p:nvSpPr>
          <p:cNvPr id="18" name="Google Shape;18;p2"/>
          <p:cNvSpPr txBox="1">
            <a:spLocks noGrp="1"/>
          </p:cNvSpPr>
          <p:nvPr>
            <p:ph type="subTitle" idx="1"/>
          </p:nvPr>
        </p:nvSpPr>
        <p:spPr>
          <a:xfrm>
            <a:off x="457200" y="2468880"/>
            <a:ext cx="4114800" cy="1028700"/>
          </a:xfrm>
          <a:prstGeom prst="rect">
            <a:avLst/>
          </a:prstGeom>
          <a:noFill/>
          <a:ln>
            <a:noFill/>
          </a:ln>
        </p:spPr>
        <p:txBody>
          <a:bodyPr spcFirstLastPara="1" wrap="square" lIns="91425" tIns="91425" rIns="91425" bIns="91425" anchor="t" anchorCtr="0"/>
          <a:lstStyle>
            <a:lvl1pPr marR="0" lvl="0" algn="l" rtl="0">
              <a:lnSpc>
                <a:spcPct val="80000"/>
              </a:lnSpc>
              <a:spcBef>
                <a:spcPts val="675"/>
              </a:spcBef>
              <a:spcAft>
                <a:spcPts val="0"/>
              </a:spcAft>
              <a:buClr>
                <a:schemeClr val="lt1"/>
              </a:buClr>
              <a:buSzPts val="1500"/>
              <a:buFont typeface="Arial"/>
              <a:buNone/>
              <a:defRPr sz="1500" b="1" i="0" u="none" strike="noStrike" cap="none">
                <a:solidFill>
                  <a:schemeClr val="lt1"/>
                </a:solidFill>
                <a:latin typeface="Arial"/>
                <a:ea typeface="Arial"/>
                <a:cs typeface="Arial"/>
                <a:sym typeface="Arial"/>
              </a:defRPr>
            </a:lvl1pPr>
            <a:lvl2pPr marR="0" lvl="1" algn="ctr" rtl="0">
              <a:lnSpc>
                <a:spcPct val="100000"/>
              </a:lnSpc>
              <a:spcBef>
                <a:spcPts val="900"/>
              </a:spcBef>
              <a:spcAft>
                <a:spcPts val="0"/>
              </a:spcAft>
              <a:buClr>
                <a:schemeClr val="lt1"/>
              </a:buClr>
              <a:buSzPts val="2000"/>
              <a:buFont typeface="Arial"/>
              <a:buNone/>
              <a:defRPr sz="2000" b="1" i="0" u="none" strike="noStrike" cap="none">
                <a:solidFill>
                  <a:schemeClr val="lt1"/>
                </a:solidFill>
                <a:latin typeface="Arial"/>
                <a:ea typeface="Arial"/>
                <a:cs typeface="Arial"/>
                <a:sym typeface="Arial"/>
              </a:defRPr>
            </a:lvl2pPr>
            <a:lvl3pPr marR="0" lvl="2" algn="ctr" rtl="0">
              <a:lnSpc>
                <a:spcPct val="100000"/>
              </a:lnSpc>
              <a:spcBef>
                <a:spcPts val="675"/>
              </a:spcBef>
              <a:spcAft>
                <a:spcPts val="0"/>
              </a:spcAft>
              <a:buClr>
                <a:schemeClr val="lt1"/>
              </a:buClr>
              <a:buSzPts val="2000"/>
              <a:buFont typeface="Arial"/>
              <a:buNone/>
              <a:defRPr sz="2000" b="1" i="0" u="none" strike="noStrike" cap="none">
                <a:solidFill>
                  <a:schemeClr val="lt1"/>
                </a:solidFill>
                <a:latin typeface="Arial"/>
                <a:ea typeface="Arial"/>
                <a:cs typeface="Arial"/>
                <a:sym typeface="Arial"/>
              </a:defRPr>
            </a:lvl3pPr>
            <a:lvl4pPr marR="0" lvl="3" algn="ctr" rtl="0">
              <a:lnSpc>
                <a:spcPct val="100000"/>
              </a:lnSpc>
              <a:spcBef>
                <a:spcPts val="675"/>
              </a:spcBef>
              <a:spcAft>
                <a:spcPts val="0"/>
              </a:spcAft>
              <a:buClr>
                <a:schemeClr val="lt1"/>
              </a:buClr>
              <a:buSzPts val="2000"/>
              <a:buFont typeface="Arial"/>
              <a:buNone/>
              <a:defRPr sz="2000" b="1" i="0" u="none" strike="noStrike" cap="none">
                <a:solidFill>
                  <a:schemeClr val="lt1"/>
                </a:solidFill>
                <a:latin typeface="Arial"/>
                <a:ea typeface="Arial"/>
                <a:cs typeface="Arial"/>
                <a:sym typeface="Arial"/>
              </a:defRPr>
            </a:lvl4pPr>
            <a:lvl5pPr marR="0" lvl="4" algn="ctr" rtl="0">
              <a:lnSpc>
                <a:spcPct val="100000"/>
              </a:lnSpc>
              <a:spcBef>
                <a:spcPts val="675"/>
              </a:spcBef>
              <a:spcAft>
                <a:spcPts val="0"/>
              </a:spcAft>
              <a:buClr>
                <a:schemeClr val="lt1"/>
              </a:buClr>
              <a:buSzPts val="2000"/>
              <a:buFont typeface="Arial"/>
              <a:buNone/>
              <a:defRPr sz="2000" b="1" i="0" u="none" strike="noStrike" cap="none">
                <a:solidFill>
                  <a:schemeClr val="lt1"/>
                </a:solidFill>
                <a:latin typeface="Arial"/>
                <a:ea typeface="Arial"/>
                <a:cs typeface="Arial"/>
                <a:sym typeface="Arial"/>
              </a:defRPr>
            </a:lvl5pPr>
            <a:lvl6pPr marR="0" lvl="5" algn="ctr" rtl="0">
              <a:lnSpc>
                <a:spcPct val="100000"/>
              </a:lnSpc>
              <a:spcBef>
                <a:spcPts val="300"/>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6pPr>
            <a:lvl7pPr marR="0" lvl="6" algn="ctr" rtl="0">
              <a:lnSpc>
                <a:spcPct val="100000"/>
              </a:lnSpc>
              <a:spcBef>
                <a:spcPts val="300"/>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7pPr>
            <a:lvl8pPr marR="0" lvl="7" algn="ctr" rtl="0">
              <a:lnSpc>
                <a:spcPct val="100000"/>
              </a:lnSpc>
              <a:spcBef>
                <a:spcPts val="300"/>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8pPr>
            <a:lvl9pPr marR="0" lvl="8" algn="ctr" rtl="0">
              <a:lnSpc>
                <a:spcPct val="100000"/>
              </a:lnSpc>
              <a:spcBef>
                <a:spcPts val="300"/>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9pPr>
          </a:lstStyle>
          <a:p>
            <a:endParaRPr/>
          </a:p>
        </p:txBody>
      </p:sp>
    </p:spTree>
    <p:extLst>
      <p:ext uri="{BB962C8B-B14F-4D97-AF65-F5344CB8AC3E}">
        <p14:creationId xmlns:p14="http://schemas.microsoft.com/office/powerpoint/2010/main" val="16641392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Table of Contents">
    <p:spTree>
      <p:nvGrpSpPr>
        <p:cNvPr id="1" name="Shape 28"/>
        <p:cNvGrpSpPr/>
        <p:nvPr/>
      </p:nvGrpSpPr>
      <p:grpSpPr>
        <a:xfrm>
          <a:off x="0" y="0"/>
          <a:ext cx="0" cy="0"/>
          <a:chOff x="0" y="0"/>
          <a:chExt cx="0" cy="0"/>
        </a:xfrm>
      </p:grpSpPr>
      <p:sp>
        <p:nvSpPr>
          <p:cNvPr id="29" name="Shape 29"/>
          <p:cNvSpPr txBox="1">
            <a:spLocks noGrp="1"/>
          </p:cNvSpPr>
          <p:nvPr>
            <p:ph type="body" idx="1"/>
          </p:nvPr>
        </p:nvSpPr>
        <p:spPr>
          <a:xfrm>
            <a:off x="457200" y="1097756"/>
            <a:ext cx="7086600" cy="3530204"/>
          </a:xfrm>
          <a:prstGeom prst="rect">
            <a:avLst/>
          </a:prstGeom>
          <a:noFill/>
          <a:ln>
            <a:noFill/>
          </a:ln>
        </p:spPr>
        <p:txBody>
          <a:bodyPr spcFirstLastPara="1" wrap="square" lIns="0" tIns="0" rIns="0" bIns="0" anchor="t" anchorCtr="0"/>
          <a:lstStyle>
            <a:lvl1pPr marL="342900" marR="0" lvl="0" indent="-266700" algn="l" rtl="0">
              <a:lnSpc>
                <a:spcPct val="100000"/>
              </a:lnSpc>
              <a:spcBef>
                <a:spcPts val="900"/>
              </a:spcBef>
              <a:spcAft>
                <a:spcPts val="0"/>
              </a:spcAft>
              <a:buClr>
                <a:schemeClr val="dk1"/>
              </a:buClr>
              <a:buSzPts val="2000"/>
              <a:buFont typeface="Arial"/>
              <a:buAutoNum type="arabicPeriod"/>
              <a:defRPr sz="1500" b="1" i="0" u="none" strike="noStrike" cap="none">
                <a:solidFill>
                  <a:schemeClr val="dk1"/>
                </a:solidFill>
                <a:uFillTx/>
                <a:latin typeface="Arial"/>
                <a:ea typeface="Arial"/>
                <a:cs typeface="Arial"/>
                <a:sym typeface="Arial"/>
              </a:defRPr>
            </a:lvl1pPr>
            <a:lvl2pPr marL="685800" marR="0" lvl="1" indent="-171450" algn="l" rtl="0">
              <a:lnSpc>
                <a:spcPct val="100000"/>
              </a:lnSpc>
              <a:spcBef>
                <a:spcPts val="900"/>
              </a:spcBef>
              <a:spcAft>
                <a:spcPts val="0"/>
              </a:spcAft>
              <a:buClr>
                <a:schemeClr val="dk1"/>
              </a:buClr>
              <a:buSzPts val="1600"/>
              <a:buFont typeface="Arial"/>
              <a:buNone/>
              <a:defRPr sz="1200" b="0" i="0" u="none" strike="noStrike" cap="none">
                <a:solidFill>
                  <a:schemeClr val="dk1"/>
                </a:solidFill>
                <a:uFillTx/>
                <a:latin typeface="Arial"/>
                <a:ea typeface="Arial"/>
                <a:cs typeface="Arial"/>
                <a:sym typeface="Arial"/>
              </a:defRPr>
            </a:lvl2pPr>
            <a:lvl3pPr marL="1028700" marR="0" lvl="2" indent="-247650" algn="l" rtl="0">
              <a:lnSpc>
                <a:spcPct val="100000"/>
              </a:lnSpc>
              <a:spcBef>
                <a:spcPts val="675"/>
              </a:spcBef>
              <a:spcAft>
                <a:spcPts val="0"/>
              </a:spcAft>
              <a:buClr>
                <a:schemeClr val="dk1"/>
              </a:buClr>
              <a:buSzPts val="1600"/>
              <a:buFont typeface="Arial"/>
              <a:buChar char="•"/>
              <a:defRPr sz="1200" b="0" i="0" u="none" strike="noStrike" cap="none">
                <a:solidFill>
                  <a:schemeClr val="dk1"/>
                </a:solidFill>
                <a:uFillTx/>
                <a:latin typeface="Arial"/>
                <a:ea typeface="Arial"/>
                <a:cs typeface="Arial"/>
                <a:sym typeface="Arial"/>
              </a:defRPr>
            </a:lvl3pPr>
            <a:lvl4pPr marL="1371600" marR="0" lvl="3" indent="-247650" algn="l" rtl="0">
              <a:lnSpc>
                <a:spcPct val="100000"/>
              </a:lnSpc>
              <a:spcBef>
                <a:spcPts val="675"/>
              </a:spcBef>
              <a:spcAft>
                <a:spcPts val="0"/>
              </a:spcAft>
              <a:buClr>
                <a:schemeClr val="dk1"/>
              </a:buClr>
              <a:buSzPts val="1600"/>
              <a:buFont typeface="Arial"/>
              <a:buChar char="–"/>
              <a:defRPr sz="1200" b="0" i="0" u="none" strike="noStrike" cap="none">
                <a:solidFill>
                  <a:schemeClr val="dk1"/>
                </a:solidFill>
                <a:uFillTx/>
                <a:latin typeface="Arial"/>
                <a:ea typeface="Arial"/>
                <a:cs typeface="Arial"/>
                <a:sym typeface="Arial"/>
              </a:defRPr>
            </a:lvl4pPr>
            <a:lvl5pPr marL="1714500" marR="0" lvl="4" indent="-247650" algn="l" rtl="0">
              <a:lnSpc>
                <a:spcPct val="100000"/>
              </a:lnSpc>
              <a:spcBef>
                <a:spcPts val="675"/>
              </a:spcBef>
              <a:spcAft>
                <a:spcPts val="0"/>
              </a:spcAft>
              <a:buClr>
                <a:schemeClr val="dk1"/>
              </a:buClr>
              <a:buSzPts val="1600"/>
              <a:buFont typeface="Arial"/>
              <a:buChar char="–"/>
              <a:defRPr sz="1200" b="0" i="0" u="none" strike="noStrike" cap="none">
                <a:solidFill>
                  <a:schemeClr val="dk1"/>
                </a:solidFill>
                <a:uFillTx/>
                <a:latin typeface="Arial"/>
                <a:ea typeface="Arial"/>
                <a:cs typeface="Arial"/>
                <a:sym typeface="Arial"/>
              </a:defRPr>
            </a:lvl5pPr>
            <a:lvl6pPr marL="2057400" marR="0" lvl="5" indent="-266700" algn="l" rtl="0">
              <a:spcBef>
                <a:spcPts val="300"/>
              </a:spcBef>
              <a:spcAft>
                <a:spcPts val="0"/>
              </a:spcAft>
              <a:buClr>
                <a:schemeClr val="dk1"/>
              </a:buClr>
              <a:buSzPts val="2000"/>
              <a:buFont typeface="Arial"/>
              <a:buChar char="•"/>
              <a:defRPr sz="1500" b="0" i="0" u="none" strike="noStrike" cap="none">
                <a:solidFill>
                  <a:schemeClr val="dk1"/>
                </a:solidFill>
                <a:uFillTx/>
                <a:latin typeface="Arial"/>
                <a:ea typeface="Arial"/>
                <a:cs typeface="Arial"/>
                <a:sym typeface="Arial"/>
              </a:defRPr>
            </a:lvl6pPr>
            <a:lvl7pPr marL="2400300" marR="0" lvl="6" indent="-266700" algn="l" rtl="0">
              <a:spcBef>
                <a:spcPts val="300"/>
              </a:spcBef>
              <a:spcAft>
                <a:spcPts val="0"/>
              </a:spcAft>
              <a:buClr>
                <a:schemeClr val="dk1"/>
              </a:buClr>
              <a:buSzPts val="2000"/>
              <a:buFont typeface="Arial"/>
              <a:buChar char="•"/>
              <a:defRPr sz="1500" b="0" i="0" u="none" strike="noStrike" cap="none">
                <a:solidFill>
                  <a:schemeClr val="dk1"/>
                </a:solidFill>
                <a:uFillTx/>
                <a:latin typeface="Arial"/>
                <a:ea typeface="Arial"/>
                <a:cs typeface="Arial"/>
                <a:sym typeface="Arial"/>
              </a:defRPr>
            </a:lvl7pPr>
            <a:lvl8pPr marL="2743200" marR="0" lvl="7" indent="-266700" algn="l" rtl="0">
              <a:spcBef>
                <a:spcPts val="300"/>
              </a:spcBef>
              <a:spcAft>
                <a:spcPts val="0"/>
              </a:spcAft>
              <a:buClr>
                <a:schemeClr val="dk1"/>
              </a:buClr>
              <a:buSzPts val="2000"/>
              <a:buFont typeface="Arial"/>
              <a:buChar char="•"/>
              <a:defRPr sz="1500" b="0" i="0" u="none" strike="noStrike" cap="none">
                <a:solidFill>
                  <a:schemeClr val="dk1"/>
                </a:solidFill>
                <a:uFillTx/>
                <a:latin typeface="Arial"/>
                <a:ea typeface="Arial"/>
                <a:cs typeface="Arial"/>
                <a:sym typeface="Arial"/>
              </a:defRPr>
            </a:lvl8pPr>
            <a:lvl9pPr marL="3086100" marR="0" lvl="8" indent="-266700" algn="l" rtl="0">
              <a:spcBef>
                <a:spcPts val="300"/>
              </a:spcBef>
              <a:spcAft>
                <a:spcPts val="0"/>
              </a:spcAft>
              <a:buClr>
                <a:schemeClr val="dk1"/>
              </a:buClr>
              <a:buSzPts val="2000"/>
              <a:buFont typeface="Arial"/>
              <a:buChar char="•"/>
              <a:defRPr sz="1500" b="0" i="0" u="none" strike="noStrike" cap="none">
                <a:solidFill>
                  <a:schemeClr val="dk1"/>
                </a:solidFill>
                <a:uFillTx/>
                <a:latin typeface="Arial"/>
                <a:ea typeface="Arial"/>
                <a:cs typeface="Arial"/>
                <a:sym typeface="Arial"/>
              </a:defRPr>
            </a:lvl9pPr>
          </a:lstStyle>
          <a:p>
            <a:endParaRPr>
              <a:uFillTx/>
            </a:endParaRPr>
          </a:p>
        </p:txBody>
      </p:sp>
      <p:sp>
        <p:nvSpPr>
          <p:cNvPr id="30" name="Shape 30"/>
          <p:cNvSpPr txBox="1">
            <a:spLocks noGrp="1"/>
          </p:cNvSpPr>
          <p:nvPr>
            <p:ph type="dt" idx="10"/>
          </p:nvPr>
        </p:nvSpPr>
        <p:spPr>
          <a:xfrm>
            <a:off x="7543800" y="4810899"/>
            <a:ext cx="914400" cy="171450"/>
          </a:xfrm>
          <a:prstGeom prst="rect">
            <a:avLst/>
          </a:prstGeom>
          <a:noFill/>
          <a:ln>
            <a:noFill/>
          </a:ln>
        </p:spPr>
        <p:txBody>
          <a:bodyPr spcFirstLastPara="1" wrap="square" lIns="0" tIns="0" rIns="0" bIns="0" anchor="b" anchorCtr="0"/>
          <a:lstStyle>
            <a:lvl1pPr marR="0" lvl="0" algn="l" rtl="0">
              <a:spcBef>
                <a:spcPts val="0"/>
              </a:spcBef>
              <a:spcAft>
                <a:spcPts val="0"/>
              </a:spcAft>
              <a:buSzPts val="1400"/>
              <a:buNone/>
              <a:defRPr sz="525">
                <a:solidFill>
                  <a:schemeClr val="dk1"/>
                </a:solidFill>
                <a:uFillTx/>
                <a:latin typeface="Arial"/>
                <a:ea typeface="Arial"/>
                <a:cs typeface="Arial"/>
                <a:sym typeface="Arial"/>
              </a:defRPr>
            </a:lvl1pPr>
            <a:lvl2pPr marR="0" lvl="1" algn="l" rtl="0">
              <a:spcBef>
                <a:spcPts val="0"/>
              </a:spcBef>
              <a:spcAft>
                <a:spcPts val="0"/>
              </a:spcAft>
              <a:buSzPts val="1400"/>
              <a:buNone/>
              <a:defRPr sz="1350" b="0" i="0" u="none" strike="noStrike" cap="none">
                <a:solidFill>
                  <a:schemeClr val="dk1"/>
                </a:solidFill>
                <a:uFillTx/>
                <a:latin typeface="Arial"/>
                <a:ea typeface="Arial"/>
                <a:cs typeface="Arial"/>
                <a:sym typeface="Arial"/>
              </a:defRPr>
            </a:lvl2pPr>
            <a:lvl3pPr marR="0" lvl="2" algn="l" rtl="0">
              <a:spcBef>
                <a:spcPts val="0"/>
              </a:spcBef>
              <a:spcAft>
                <a:spcPts val="0"/>
              </a:spcAft>
              <a:buSzPts val="1400"/>
              <a:buNone/>
              <a:defRPr sz="1350" b="0" i="0" u="none" strike="noStrike" cap="none">
                <a:solidFill>
                  <a:schemeClr val="dk1"/>
                </a:solidFill>
                <a:uFillTx/>
                <a:latin typeface="Arial"/>
                <a:ea typeface="Arial"/>
                <a:cs typeface="Arial"/>
                <a:sym typeface="Arial"/>
              </a:defRPr>
            </a:lvl3pPr>
            <a:lvl4pPr marR="0" lvl="3" algn="l" rtl="0">
              <a:spcBef>
                <a:spcPts val="0"/>
              </a:spcBef>
              <a:spcAft>
                <a:spcPts val="0"/>
              </a:spcAft>
              <a:buSzPts val="1400"/>
              <a:buNone/>
              <a:defRPr sz="1350" b="0" i="0" u="none" strike="noStrike" cap="none">
                <a:solidFill>
                  <a:schemeClr val="dk1"/>
                </a:solidFill>
                <a:uFillTx/>
                <a:latin typeface="Arial"/>
                <a:ea typeface="Arial"/>
                <a:cs typeface="Arial"/>
                <a:sym typeface="Arial"/>
              </a:defRPr>
            </a:lvl4pPr>
            <a:lvl5pPr marR="0" lvl="4" algn="l" rtl="0">
              <a:spcBef>
                <a:spcPts val="0"/>
              </a:spcBef>
              <a:spcAft>
                <a:spcPts val="0"/>
              </a:spcAft>
              <a:buSzPts val="1400"/>
              <a:buNone/>
              <a:defRPr sz="1350" b="0" i="0" u="none" strike="noStrike" cap="none">
                <a:solidFill>
                  <a:schemeClr val="dk1"/>
                </a:solidFill>
                <a:uFillTx/>
                <a:latin typeface="Arial"/>
                <a:ea typeface="Arial"/>
                <a:cs typeface="Arial"/>
                <a:sym typeface="Arial"/>
              </a:defRPr>
            </a:lvl5pPr>
            <a:lvl6pPr marR="0" lvl="5" algn="l" rtl="0">
              <a:spcBef>
                <a:spcPts val="0"/>
              </a:spcBef>
              <a:spcAft>
                <a:spcPts val="0"/>
              </a:spcAft>
              <a:buSzPts val="1400"/>
              <a:buNone/>
              <a:defRPr sz="1350" b="0" i="0" u="none" strike="noStrike" cap="none">
                <a:solidFill>
                  <a:schemeClr val="dk1"/>
                </a:solidFill>
                <a:uFillTx/>
                <a:latin typeface="Arial"/>
                <a:ea typeface="Arial"/>
                <a:cs typeface="Arial"/>
                <a:sym typeface="Arial"/>
              </a:defRPr>
            </a:lvl6pPr>
            <a:lvl7pPr marR="0" lvl="6" algn="l" rtl="0">
              <a:spcBef>
                <a:spcPts val="0"/>
              </a:spcBef>
              <a:spcAft>
                <a:spcPts val="0"/>
              </a:spcAft>
              <a:buSzPts val="1400"/>
              <a:buNone/>
              <a:defRPr sz="1350" b="0" i="0" u="none" strike="noStrike" cap="none">
                <a:solidFill>
                  <a:schemeClr val="dk1"/>
                </a:solidFill>
                <a:uFillTx/>
                <a:latin typeface="Arial"/>
                <a:ea typeface="Arial"/>
                <a:cs typeface="Arial"/>
                <a:sym typeface="Arial"/>
              </a:defRPr>
            </a:lvl7pPr>
            <a:lvl8pPr marR="0" lvl="7" algn="l" rtl="0">
              <a:spcBef>
                <a:spcPts val="0"/>
              </a:spcBef>
              <a:spcAft>
                <a:spcPts val="0"/>
              </a:spcAft>
              <a:buSzPts val="1400"/>
              <a:buNone/>
              <a:defRPr sz="1350" b="0" i="0" u="none" strike="noStrike" cap="none">
                <a:solidFill>
                  <a:schemeClr val="dk1"/>
                </a:solidFill>
                <a:uFillTx/>
                <a:latin typeface="Arial"/>
                <a:ea typeface="Arial"/>
                <a:cs typeface="Arial"/>
                <a:sym typeface="Arial"/>
              </a:defRPr>
            </a:lvl8pPr>
            <a:lvl9pPr marR="0" lvl="8" algn="l" rtl="0">
              <a:spcBef>
                <a:spcPts val="0"/>
              </a:spcBef>
              <a:spcAft>
                <a:spcPts val="0"/>
              </a:spcAft>
              <a:buSzPts val="1400"/>
              <a:buNone/>
              <a:defRPr sz="1350" b="0" i="0" u="none" strike="noStrike" cap="none">
                <a:solidFill>
                  <a:schemeClr val="dk1"/>
                </a:solidFill>
                <a:uFillTx/>
                <a:latin typeface="Arial"/>
                <a:ea typeface="Arial"/>
                <a:cs typeface="Arial"/>
                <a:sym typeface="Arial"/>
              </a:defRPr>
            </a:lvl9pPr>
          </a:lstStyle>
          <a:p>
            <a:pPr defTabSz="457200">
              <a:buClrTx/>
              <a:buFontTx/>
              <a:buNone/>
            </a:pPr>
            <a:endParaRPr kern="1200">
              <a:solidFill>
                <a:srgbClr val="000000"/>
              </a:solidFill>
            </a:endParaRPr>
          </a:p>
        </p:txBody>
      </p:sp>
      <p:sp>
        <p:nvSpPr>
          <p:cNvPr id="31" name="Shape 31"/>
          <p:cNvSpPr txBox="1">
            <a:spLocks noGrp="1"/>
          </p:cNvSpPr>
          <p:nvPr>
            <p:ph type="sldNum" idx="12"/>
          </p:nvPr>
        </p:nvSpPr>
        <p:spPr>
          <a:xfrm>
            <a:off x="8458200" y="4810899"/>
            <a:ext cx="228600" cy="171450"/>
          </a:xfrm>
          <a:prstGeom prst="rect">
            <a:avLst/>
          </a:prstGeom>
          <a:noFill/>
          <a:ln>
            <a:noFill/>
          </a:ln>
        </p:spPr>
        <p:txBody>
          <a:bodyPr spcFirstLastPara="1" wrap="square" lIns="0" tIns="0" rIns="0" bIns="0" anchor="b" anchorCtr="0">
            <a:noAutofit/>
          </a:bodyPr>
          <a:lstStyle>
            <a:lvl1pPr marL="0" marR="0" lvl="0" indent="0" algn="r" rtl="0">
              <a:spcBef>
                <a:spcPts val="0"/>
              </a:spcBef>
              <a:buNone/>
              <a:defRPr sz="525" b="1">
                <a:solidFill>
                  <a:srgbClr val="000000"/>
                </a:solidFill>
                <a:uFillTx/>
                <a:latin typeface="Arial"/>
                <a:ea typeface="Arial"/>
                <a:cs typeface="Arial"/>
                <a:sym typeface="Arial"/>
              </a:defRPr>
            </a:lvl1pPr>
            <a:lvl2pPr marL="0" marR="0" lvl="1" indent="0" algn="r" rtl="0">
              <a:spcBef>
                <a:spcPts val="0"/>
              </a:spcBef>
              <a:buNone/>
              <a:defRPr sz="525" b="1">
                <a:solidFill>
                  <a:srgbClr val="000000"/>
                </a:solidFill>
                <a:uFillTx/>
                <a:latin typeface="Arial"/>
                <a:ea typeface="Arial"/>
                <a:cs typeface="Arial"/>
                <a:sym typeface="Arial"/>
              </a:defRPr>
            </a:lvl2pPr>
            <a:lvl3pPr marL="0" marR="0" lvl="2" indent="0" algn="r" rtl="0">
              <a:spcBef>
                <a:spcPts val="0"/>
              </a:spcBef>
              <a:buNone/>
              <a:defRPr sz="525" b="1">
                <a:solidFill>
                  <a:srgbClr val="000000"/>
                </a:solidFill>
                <a:uFillTx/>
                <a:latin typeface="Arial"/>
                <a:ea typeface="Arial"/>
                <a:cs typeface="Arial"/>
                <a:sym typeface="Arial"/>
              </a:defRPr>
            </a:lvl3pPr>
            <a:lvl4pPr marL="0" marR="0" lvl="3" indent="0" algn="r" rtl="0">
              <a:spcBef>
                <a:spcPts val="0"/>
              </a:spcBef>
              <a:buNone/>
              <a:defRPr sz="525" b="1">
                <a:solidFill>
                  <a:srgbClr val="000000"/>
                </a:solidFill>
                <a:uFillTx/>
                <a:latin typeface="Arial"/>
                <a:ea typeface="Arial"/>
                <a:cs typeface="Arial"/>
                <a:sym typeface="Arial"/>
              </a:defRPr>
            </a:lvl4pPr>
            <a:lvl5pPr marL="0" marR="0" lvl="4" indent="0" algn="r" rtl="0">
              <a:spcBef>
                <a:spcPts val="0"/>
              </a:spcBef>
              <a:buNone/>
              <a:defRPr sz="525" b="1">
                <a:solidFill>
                  <a:srgbClr val="000000"/>
                </a:solidFill>
                <a:uFillTx/>
                <a:latin typeface="Arial"/>
                <a:ea typeface="Arial"/>
                <a:cs typeface="Arial"/>
                <a:sym typeface="Arial"/>
              </a:defRPr>
            </a:lvl5pPr>
            <a:lvl6pPr marL="0" marR="0" lvl="5" indent="0" algn="r" rtl="0">
              <a:spcBef>
                <a:spcPts val="0"/>
              </a:spcBef>
              <a:buNone/>
              <a:defRPr sz="525" b="1">
                <a:solidFill>
                  <a:srgbClr val="000000"/>
                </a:solidFill>
                <a:uFillTx/>
                <a:latin typeface="Arial"/>
                <a:ea typeface="Arial"/>
                <a:cs typeface="Arial"/>
                <a:sym typeface="Arial"/>
              </a:defRPr>
            </a:lvl6pPr>
            <a:lvl7pPr marL="0" marR="0" lvl="6" indent="0" algn="r" rtl="0">
              <a:spcBef>
                <a:spcPts val="0"/>
              </a:spcBef>
              <a:buNone/>
              <a:defRPr sz="525" b="1">
                <a:solidFill>
                  <a:srgbClr val="000000"/>
                </a:solidFill>
                <a:uFillTx/>
                <a:latin typeface="Arial"/>
                <a:ea typeface="Arial"/>
                <a:cs typeface="Arial"/>
                <a:sym typeface="Arial"/>
              </a:defRPr>
            </a:lvl7pPr>
            <a:lvl8pPr marL="0" marR="0" lvl="7" indent="0" algn="r" rtl="0">
              <a:spcBef>
                <a:spcPts val="0"/>
              </a:spcBef>
              <a:buNone/>
              <a:defRPr sz="525" b="1">
                <a:solidFill>
                  <a:srgbClr val="000000"/>
                </a:solidFill>
                <a:uFillTx/>
                <a:latin typeface="Arial"/>
                <a:ea typeface="Arial"/>
                <a:cs typeface="Arial"/>
                <a:sym typeface="Arial"/>
              </a:defRPr>
            </a:lvl8pPr>
            <a:lvl9pPr marL="0" marR="0" lvl="8" indent="0" algn="r" rtl="0">
              <a:spcBef>
                <a:spcPts val="0"/>
              </a:spcBef>
              <a:buNone/>
              <a:defRPr sz="525" b="1">
                <a:solidFill>
                  <a:srgbClr val="000000"/>
                </a:solidFill>
                <a:uFillTx/>
                <a:latin typeface="Arial"/>
                <a:ea typeface="Arial"/>
                <a:cs typeface="Arial"/>
                <a:sym typeface="Arial"/>
              </a:defRPr>
            </a:lvl9pPr>
          </a:lstStyle>
          <a:p>
            <a:fld id="{00000000-1234-1234-1234-123412341234}" type="slidenum">
              <a:rPr lang="en-US" smtClean="0"/>
              <a:pPr/>
              <a:t>‹#›</a:t>
            </a:fld>
            <a:endParaRPr lang="en-US"/>
          </a:p>
        </p:txBody>
      </p:sp>
      <p:sp>
        <p:nvSpPr>
          <p:cNvPr id="33" name="Shape 33"/>
          <p:cNvSpPr txBox="1">
            <a:spLocks noGrp="1"/>
          </p:cNvSpPr>
          <p:nvPr>
            <p:ph type="title"/>
          </p:nvPr>
        </p:nvSpPr>
        <p:spPr>
          <a:xfrm>
            <a:off x="457200" y="445770"/>
            <a:ext cx="7086600" cy="514350"/>
          </a:xfrm>
          <a:prstGeom prst="rect">
            <a:avLst/>
          </a:prstGeom>
          <a:noFill/>
          <a:ln>
            <a:noFill/>
          </a:ln>
        </p:spPr>
        <p:txBody>
          <a:bodyPr spcFirstLastPara="1" wrap="square" lIns="0" tIns="0" rIns="0" bIns="0" anchor="t" anchorCtr="0"/>
          <a:lstStyle>
            <a:lvl1pPr marR="0" lvl="0" algn="l" rtl="0">
              <a:lnSpc>
                <a:spcPct val="80000"/>
              </a:lnSpc>
              <a:spcBef>
                <a:spcPts val="0"/>
              </a:spcBef>
              <a:spcAft>
                <a:spcPts val="0"/>
              </a:spcAft>
              <a:buClr>
                <a:schemeClr val="dk1"/>
              </a:buClr>
              <a:buSzPts val="2400"/>
              <a:buFont typeface="Arial"/>
              <a:buNone/>
              <a:defRPr sz="1800" b="1" i="0" u="none" strike="noStrike" cap="none">
                <a:solidFill>
                  <a:schemeClr val="dk1"/>
                </a:solidFill>
                <a:uFillTx/>
                <a:latin typeface="Arial"/>
                <a:ea typeface="Arial"/>
                <a:cs typeface="Arial"/>
                <a:sym typeface="Arial"/>
              </a:defRPr>
            </a:lvl1pPr>
            <a:lvl2pPr lvl="1">
              <a:spcBef>
                <a:spcPts val="0"/>
              </a:spcBef>
              <a:spcAft>
                <a:spcPts val="0"/>
              </a:spcAft>
              <a:buSzPts val="1400"/>
              <a:buNone/>
              <a:defRPr sz="1350">
                <a:uFillTx/>
              </a:defRPr>
            </a:lvl2pPr>
            <a:lvl3pPr lvl="2">
              <a:spcBef>
                <a:spcPts val="0"/>
              </a:spcBef>
              <a:spcAft>
                <a:spcPts val="0"/>
              </a:spcAft>
              <a:buSzPts val="1400"/>
              <a:buNone/>
              <a:defRPr sz="1350">
                <a:uFillTx/>
              </a:defRPr>
            </a:lvl3pPr>
            <a:lvl4pPr lvl="3">
              <a:spcBef>
                <a:spcPts val="0"/>
              </a:spcBef>
              <a:spcAft>
                <a:spcPts val="0"/>
              </a:spcAft>
              <a:buSzPts val="1400"/>
              <a:buNone/>
              <a:defRPr sz="1350">
                <a:uFillTx/>
              </a:defRPr>
            </a:lvl4pPr>
            <a:lvl5pPr lvl="4">
              <a:spcBef>
                <a:spcPts val="0"/>
              </a:spcBef>
              <a:spcAft>
                <a:spcPts val="0"/>
              </a:spcAft>
              <a:buSzPts val="1400"/>
              <a:buNone/>
              <a:defRPr sz="1350">
                <a:uFillTx/>
              </a:defRPr>
            </a:lvl5pPr>
            <a:lvl6pPr lvl="5">
              <a:spcBef>
                <a:spcPts val="0"/>
              </a:spcBef>
              <a:spcAft>
                <a:spcPts val="0"/>
              </a:spcAft>
              <a:buSzPts val="1400"/>
              <a:buNone/>
              <a:defRPr sz="1350">
                <a:uFillTx/>
              </a:defRPr>
            </a:lvl6pPr>
            <a:lvl7pPr lvl="6">
              <a:spcBef>
                <a:spcPts val="0"/>
              </a:spcBef>
              <a:spcAft>
                <a:spcPts val="0"/>
              </a:spcAft>
              <a:buSzPts val="1400"/>
              <a:buNone/>
              <a:defRPr sz="1350">
                <a:uFillTx/>
              </a:defRPr>
            </a:lvl7pPr>
            <a:lvl8pPr lvl="7">
              <a:spcBef>
                <a:spcPts val="0"/>
              </a:spcBef>
              <a:spcAft>
                <a:spcPts val="0"/>
              </a:spcAft>
              <a:buSzPts val="1400"/>
              <a:buNone/>
              <a:defRPr sz="1350">
                <a:uFillTx/>
              </a:defRPr>
            </a:lvl8pPr>
            <a:lvl9pPr lvl="8">
              <a:spcBef>
                <a:spcPts val="0"/>
              </a:spcBef>
              <a:spcAft>
                <a:spcPts val="0"/>
              </a:spcAft>
              <a:buSzPts val="1400"/>
              <a:buNone/>
              <a:defRPr sz="1350">
                <a:uFillTx/>
              </a:defRPr>
            </a:lvl9pPr>
          </a:lstStyle>
          <a:p>
            <a:endParaRPr>
              <a:uFillTx/>
            </a:endParaRPr>
          </a:p>
        </p:txBody>
      </p:sp>
    </p:spTree>
    <p:extLst>
      <p:ext uri="{BB962C8B-B14F-4D97-AF65-F5344CB8AC3E}">
        <p14:creationId xmlns:p14="http://schemas.microsoft.com/office/powerpoint/2010/main" val="20179013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Table of Contents">
    <p:spTree>
      <p:nvGrpSpPr>
        <p:cNvPr id="1" name=""/>
        <p:cNvGrpSpPr/>
        <p:nvPr/>
      </p:nvGrpSpPr>
      <p:grpSpPr>
        <a:xfrm>
          <a:off x="0" y="0"/>
          <a:ext cx="0" cy="0"/>
          <a:chOff x="0" y="0"/>
          <a:chExt cx="0" cy="0"/>
        </a:xfrm>
      </p:grpSpPr>
      <p:sp>
        <p:nvSpPr>
          <p:cNvPr id="3" name="Content Placeholder 2"/>
          <p:cNvSpPr>
            <a:spLocks noGrp="1"/>
          </p:cNvSpPr>
          <p:nvPr>
            <p:ph idx="1"/>
          </p:nvPr>
        </p:nvSpPr>
        <p:spPr bwMode="auto">
          <a:xfrm>
            <a:off x="457200" y="1097756"/>
            <a:ext cx="7086600" cy="3530204"/>
          </a:xfrm>
          <a:prstGeom prst="rect">
            <a:avLst/>
          </a:prstGeom>
        </p:spPr>
        <p:txBody>
          <a:bodyPr/>
          <a:lstStyle>
            <a:lvl1pPr marL="342900" indent="-342900">
              <a:buFont typeface="+mj-lt"/>
              <a:buAutoNum type="arabicPeriod"/>
              <a:tabLst>
                <a:tab pos="339329" algn="l"/>
              </a:tabLst>
              <a:defRPr sz="15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bwMode="auto">
          <a:xfrm>
            <a:off x="7543800" y="4810899"/>
            <a:ext cx="914400" cy="171450"/>
          </a:xfrm>
          <a:prstGeom prst="rect">
            <a:avLst/>
          </a:prstGeom>
        </p:spPr>
        <p:txBody>
          <a:bodyPr/>
          <a:lstStyle/>
          <a:p>
            <a:r>
              <a:rPr lang="en-US" dirty="0">
                <a:solidFill>
                  <a:srgbClr val="000000"/>
                </a:solidFill>
              </a:rPr>
              <a:t>Month 00, 0000</a:t>
            </a:r>
          </a:p>
        </p:txBody>
      </p:sp>
      <p:sp>
        <p:nvSpPr>
          <p:cNvPr id="6" name="Slide Number Placeholder 5"/>
          <p:cNvSpPr>
            <a:spLocks noGrp="1"/>
          </p:cNvSpPr>
          <p:nvPr>
            <p:ph type="sldNum" sz="quarter" idx="12"/>
          </p:nvPr>
        </p:nvSpPr>
        <p:spPr bwMode="auto"/>
        <p:txBody>
          <a:bodyPr/>
          <a:lstStyle/>
          <a:p>
            <a:fld id="{E12D0507-9F86-7A45-BE8E-43760B9F92AA}" type="slidenum">
              <a:rPr lang="en-US" smtClean="0">
                <a:solidFill>
                  <a:srgbClr val="000000"/>
                </a:solidFill>
              </a:rPr>
              <a:pPr/>
              <a:t>‹#›</a:t>
            </a:fld>
            <a:endParaRPr lang="en-US" dirty="0">
              <a:solidFill>
                <a:srgbClr val="000000"/>
              </a:solidFill>
            </a:endParaRPr>
          </a:p>
        </p:txBody>
      </p:sp>
      <p:cxnSp>
        <p:nvCxnSpPr>
          <p:cNvPr id="9" name="Straight Connector 8"/>
          <p:cNvCxnSpPr/>
          <p:nvPr userDrawn="1"/>
        </p:nvCxnSpPr>
        <p:spPr bwMode="auto">
          <a:xfrm>
            <a:off x="457200" y="342900"/>
            <a:ext cx="8229600" cy="0"/>
          </a:xfrm>
          <a:prstGeom prst="line">
            <a:avLst/>
          </a:prstGeom>
          <a:ln w="47625" cap="flat"/>
        </p:spPr>
        <p:style>
          <a:lnRef idx="1">
            <a:schemeClr val="dk1"/>
          </a:lnRef>
          <a:fillRef idx="0">
            <a:schemeClr val="dk1"/>
          </a:fillRef>
          <a:effectRef idx="0">
            <a:schemeClr val="dk1"/>
          </a:effectRef>
          <a:fontRef idx="minor">
            <a:schemeClr val="tx1"/>
          </a:fontRef>
        </p:style>
      </p:cxnSp>
      <p:sp>
        <p:nvSpPr>
          <p:cNvPr id="5" name="Title 4"/>
          <p:cNvSpPr>
            <a:spLocks noGrp="1"/>
          </p:cNvSpPr>
          <p:nvPr>
            <p:ph type="title"/>
          </p:nvPr>
        </p:nvSpPr>
        <p:spPr>
          <a:xfrm>
            <a:off x="457200" y="445770"/>
            <a:ext cx="7086600" cy="514350"/>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35203266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cSld name="Table of Contents">
    <p:spTree>
      <p:nvGrpSpPr>
        <p:cNvPr id="1" name=""/>
        <p:cNvGrpSpPr/>
        <p:nvPr/>
      </p:nvGrpSpPr>
      <p:grpSpPr>
        <a:xfrm>
          <a:off x="0" y="0"/>
          <a:ext cx="0" cy="0"/>
          <a:chOff x="0" y="0"/>
          <a:chExt cx="0" cy="0"/>
        </a:xfrm>
      </p:grpSpPr>
      <p:sp>
        <p:nvSpPr>
          <p:cNvPr id="2" name="Title 1"/>
          <p:cNvSpPr>
            <a:spLocks noGrp="1"/>
          </p:cNvSpPr>
          <p:nvPr>
            <p:ph type="title"/>
          </p:nvPr>
        </p:nvSpPr>
        <p:spPr bwMode="auto">
          <a:xfrm>
            <a:off x="457200" y="594360"/>
            <a:ext cx="7086600" cy="685800"/>
          </a:xfrm>
          <a:prstGeom prst="rect">
            <a:avLst/>
          </a:prstGeom>
        </p:spPr>
        <p:txBody>
          <a:bodyPr/>
          <a:lstStyle>
            <a:lvl1pPr>
              <a:defRPr>
                <a:uFillTx/>
              </a:defRPr>
            </a:lvl1pPr>
          </a:lstStyle>
          <a:p>
            <a:r>
              <a:rPr lang="en-US">
                <a:uFillTx/>
              </a:rPr>
              <a:t>Click to edit Master title style</a:t>
            </a:r>
            <a:endParaRPr lang="en-US" dirty="0">
              <a:uFillTx/>
            </a:endParaRPr>
          </a:p>
        </p:txBody>
      </p:sp>
      <p:sp>
        <p:nvSpPr>
          <p:cNvPr id="3" name="Content Placeholder 2"/>
          <p:cNvSpPr>
            <a:spLocks noGrp="1"/>
          </p:cNvSpPr>
          <p:nvPr>
            <p:ph idx="1"/>
          </p:nvPr>
        </p:nvSpPr>
        <p:spPr bwMode="auto">
          <a:xfrm>
            <a:off x="457200" y="1459580"/>
            <a:ext cx="7086600" cy="3017520"/>
          </a:xfrm>
          <a:prstGeom prst="rect">
            <a:avLst/>
          </a:prstGeom>
        </p:spPr>
        <p:txBody>
          <a:bodyPr/>
          <a:lstStyle>
            <a:lvl1pPr marL="342900" indent="-342900">
              <a:buFont typeface="+mj-lt"/>
              <a:buAutoNum type="arabicPeriod"/>
              <a:defRPr sz="1600">
                <a:uFillTx/>
              </a:defRPr>
            </a:lvl1pPr>
            <a:lvl9pPr>
              <a:defRPr baseline="0">
                <a:uFillTx/>
              </a:defRPr>
            </a:lvl9pPr>
          </a:lstStyle>
          <a:p>
            <a:pPr lvl="0"/>
            <a:r>
              <a:rPr lang="en-US">
                <a:uFillTx/>
              </a:rPr>
              <a:t>Click to edit Master text styles</a:t>
            </a:r>
          </a:p>
          <a:p>
            <a:pPr lvl="1"/>
            <a:r>
              <a:rPr lang="en-US">
                <a:uFillTx/>
              </a:rPr>
              <a:t>Second level</a:t>
            </a:r>
          </a:p>
          <a:p>
            <a:pPr lvl="2"/>
            <a:r>
              <a:rPr lang="en-US">
                <a:uFillTx/>
              </a:rPr>
              <a:t>Third level</a:t>
            </a:r>
          </a:p>
          <a:p>
            <a:pPr lvl="3"/>
            <a:r>
              <a:rPr lang="en-US">
                <a:uFillTx/>
              </a:rPr>
              <a:t>Fourth level</a:t>
            </a:r>
          </a:p>
          <a:p>
            <a:pPr lvl="4"/>
            <a:r>
              <a:rPr lang="en-US">
                <a:uFillTx/>
              </a:rPr>
              <a:t>Fifth level</a:t>
            </a:r>
            <a:endParaRPr lang="en-US" dirty="0">
              <a:uFillTx/>
            </a:endParaRPr>
          </a:p>
        </p:txBody>
      </p:sp>
      <p:sp>
        <p:nvSpPr>
          <p:cNvPr id="4" name="Date Placeholder 3"/>
          <p:cNvSpPr>
            <a:spLocks noGrp="1"/>
          </p:cNvSpPr>
          <p:nvPr>
            <p:ph type="dt" sz="half" idx="10"/>
          </p:nvPr>
        </p:nvSpPr>
        <p:spPr bwMode="auto">
          <a:xfrm>
            <a:off x="7543800" y="4700016"/>
            <a:ext cx="914400" cy="228600"/>
          </a:xfrm>
          <a:prstGeom prst="rect">
            <a:avLst/>
          </a:prstGeom>
        </p:spPr>
        <p:txBody>
          <a:bodyPr/>
          <a:lstStyle/>
          <a:p>
            <a:r>
              <a:rPr lang="en-US">
                <a:uFillTx/>
              </a:rPr>
              <a:t>Month 00, 0000</a:t>
            </a:r>
            <a:endParaRPr lang="en-US" dirty="0">
              <a:uFillTx/>
            </a:endParaRPr>
          </a:p>
        </p:txBody>
      </p:sp>
      <p:sp>
        <p:nvSpPr>
          <p:cNvPr id="6" name="Slide Number Placeholder 5"/>
          <p:cNvSpPr>
            <a:spLocks noGrp="1"/>
          </p:cNvSpPr>
          <p:nvPr>
            <p:ph type="sldNum" sz="quarter" idx="12"/>
          </p:nvPr>
        </p:nvSpPr>
        <p:spPr bwMode="auto"/>
        <p:txBody>
          <a:bodyPr/>
          <a:lstStyle/>
          <a:p>
            <a:fld id="{E12D0507-9F86-7A45-BE8E-43760B9F92AA}" type="slidenum">
              <a:rPr lang="en-US" smtClean="0">
                <a:uFillTx/>
              </a:rPr>
              <a:pPr/>
              <a:t>‹#›</a:t>
            </a:fld>
            <a:endParaRPr lang="en-US">
              <a:uFillTx/>
            </a:endParaRPr>
          </a:p>
        </p:txBody>
      </p:sp>
      <p:cxnSp>
        <p:nvCxnSpPr>
          <p:cNvPr id="9" name="Straight Connector 8"/>
          <p:cNvCxnSpPr/>
          <p:nvPr userDrawn="1"/>
        </p:nvCxnSpPr>
        <p:spPr bwMode="auto">
          <a:xfrm>
            <a:off x="457200" y="457200"/>
            <a:ext cx="8229600" cy="0"/>
          </a:xfrm>
          <a:prstGeom prst="line">
            <a:avLst/>
          </a:prstGeom>
          <a:ln w="47625" cap="fla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7690852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3_Table of Contents">
    <p:spTree>
      <p:nvGrpSpPr>
        <p:cNvPr id="1" name="Shape 28"/>
        <p:cNvGrpSpPr/>
        <p:nvPr/>
      </p:nvGrpSpPr>
      <p:grpSpPr>
        <a:xfrm>
          <a:off x="0" y="0"/>
          <a:ext cx="0" cy="0"/>
          <a:chOff x="0" y="0"/>
          <a:chExt cx="0" cy="0"/>
        </a:xfrm>
      </p:grpSpPr>
      <p:sp>
        <p:nvSpPr>
          <p:cNvPr id="30" name="Shape 30"/>
          <p:cNvSpPr txBox="1">
            <a:spLocks noGrp="1"/>
          </p:cNvSpPr>
          <p:nvPr>
            <p:ph type="dt" idx="10"/>
          </p:nvPr>
        </p:nvSpPr>
        <p:spPr>
          <a:xfrm>
            <a:off x="7543800" y="4810899"/>
            <a:ext cx="914400" cy="171450"/>
          </a:xfrm>
          <a:prstGeom prst="rect">
            <a:avLst/>
          </a:prstGeom>
          <a:noFill/>
          <a:ln>
            <a:noFill/>
          </a:ln>
        </p:spPr>
        <p:txBody>
          <a:bodyPr spcFirstLastPara="1" wrap="square" lIns="0" tIns="0" rIns="0" bIns="0" anchor="b" anchorCtr="0"/>
          <a:lstStyle>
            <a:lvl1pPr marR="0" lvl="0" algn="l" rtl="0">
              <a:spcBef>
                <a:spcPts val="0"/>
              </a:spcBef>
              <a:spcAft>
                <a:spcPts val="0"/>
              </a:spcAft>
              <a:buSzPts val="1400"/>
              <a:buNone/>
              <a:defRPr sz="525">
                <a:solidFill>
                  <a:schemeClr val="dk1"/>
                </a:solidFill>
                <a:uFillTx/>
                <a:latin typeface="Arial"/>
                <a:ea typeface="Arial"/>
                <a:cs typeface="Arial"/>
                <a:sym typeface="Arial"/>
              </a:defRPr>
            </a:lvl1pPr>
            <a:lvl2pPr marR="0" lvl="1" algn="l" rtl="0">
              <a:spcBef>
                <a:spcPts val="0"/>
              </a:spcBef>
              <a:spcAft>
                <a:spcPts val="0"/>
              </a:spcAft>
              <a:buSzPts val="1400"/>
              <a:buNone/>
              <a:defRPr sz="1350" b="0" i="0" u="none" strike="noStrike" cap="none">
                <a:solidFill>
                  <a:schemeClr val="dk1"/>
                </a:solidFill>
                <a:uFillTx/>
                <a:latin typeface="Arial"/>
                <a:ea typeface="Arial"/>
                <a:cs typeface="Arial"/>
                <a:sym typeface="Arial"/>
              </a:defRPr>
            </a:lvl2pPr>
            <a:lvl3pPr marR="0" lvl="2" algn="l" rtl="0">
              <a:spcBef>
                <a:spcPts val="0"/>
              </a:spcBef>
              <a:spcAft>
                <a:spcPts val="0"/>
              </a:spcAft>
              <a:buSzPts val="1400"/>
              <a:buNone/>
              <a:defRPr sz="1350" b="0" i="0" u="none" strike="noStrike" cap="none">
                <a:solidFill>
                  <a:schemeClr val="dk1"/>
                </a:solidFill>
                <a:uFillTx/>
                <a:latin typeface="Arial"/>
                <a:ea typeface="Arial"/>
                <a:cs typeface="Arial"/>
                <a:sym typeface="Arial"/>
              </a:defRPr>
            </a:lvl3pPr>
            <a:lvl4pPr marR="0" lvl="3" algn="l" rtl="0">
              <a:spcBef>
                <a:spcPts val="0"/>
              </a:spcBef>
              <a:spcAft>
                <a:spcPts val="0"/>
              </a:spcAft>
              <a:buSzPts val="1400"/>
              <a:buNone/>
              <a:defRPr sz="1350" b="0" i="0" u="none" strike="noStrike" cap="none">
                <a:solidFill>
                  <a:schemeClr val="dk1"/>
                </a:solidFill>
                <a:uFillTx/>
                <a:latin typeface="Arial"/>
                <a:ea typeface="Arial"/>
                <a:cs typeface="Arial"/>
                <a:sym typeface="Arial"/>
              </a:defRPr>
            </a:lvl4pPr>
            <a:lvl5pPr marR="0" lvl="4" algn="l" rtl="0">
              <a:spcBef>
                <a:spcPts val="0"/>
              </a:spcBef>
              <a:spcAft>
                <a:spcPts val="0"/>
              </a:spcAft>
              <a:buSzPts val="1400"/>
              <a:buNone/>
              <a:defRPr sz="1350" b="0" i="0" u="none" strike="noStrike" cap="none">
                <a:solidFill>
                  <a:schemeClr val="dk1"/>
                </a:solidFill>
                <a:uFillTx/>
                <a:latin typeface="Arial"/>
                <a:ea typeface="Arial"/>
                <a:cs typeface="Arial"/>
                <a:sym typeface="Arial"/>
              </a:defRPr>
            </a:lvl5pPr>
            <a:lvl6pPr marR="0" lvl="5" algn="l" rtl="0">
              <a:spcBef>
                <a:spcPts val="0"/>
              </a:spcBef>
              <a:spcAft>
                <a:spcPts val="0"/>
              </a:spcAft>
              <a:buSzPts val="1400"/>
              <a:buNone/>
              <a:defRPr sz="1350" b="0" i="0" u="none" strike="noStrike" cap="none">
                <a:solidFill>
                  <a:schemeClr val="dk1"/>
                </a:solidFill>
                <a:uFillTx/>
                <a:latin typeface="Arial"/>
                <a:ea typeface="Arial"/>
                <a:cs typeface="Arial"/>
                <a:sym typeface="Arial"/>
              </a:defRPr>
            </a:lvl6pPr>
            <a:lvl7pPr marR="0" lvl="6" algn="l" rtl="0">
              <a:spcBef>
                <a:spcPts val="0"/>
              </a:spcBef>
              <a:spcAft>
                <a:spcPts val="0"/>
              </a:spcAft>
              <a:buSzPts val="1400"/>
              <a:buNone/>
              <a:defRPr sz="1350" b="0" i="0" u="none" strike="noStrike" cap="none">
                <a:solidFill>
                  <a:schemeClr val="dk1"/>
                </a:solidFill>
                <a:uFillTx/>
                <a:latin typeface="Arial"/>
                <a:ea typeface="Arial"/>
                <a:cs typeface="Arial"/>
                <a:sym typeface="Arial"/>
              </a:defRPr>
            </a:lvl7pPr>
            <a:lvl8pPr marR="0" lvl="7" algn="l" rtl="0">
              <a:spcBef>
                <a:spcPts val="0"/>
              </a:spcBef>
              <a:spcAft>
                <a:spcPts val="0"/>
              </a:spcAft>
              <a:buSzPts val="1400"/>
              <a:buNone/>
              <a:defRPr sz="1350" b="0" i="0" u="none" strike="noStrike" cap="none">
                <a:solidFill>
                  <a:schemeClr val="dk1"/>
                </a:solidFill>
                <a:uFillTx/>
                <a:latin typeface="Arial"/>
                <a:ea typeface="Arial"/>
                <a:cs typeface="Arial"/>
                <a:sym typeface="Arial"/>
              </a:defRPr>
            </a:lvl8pPr>
            <a:lvl9pPr marR="0" lvl="8" algn="l" rtl="0">
              <a:spcBef>
                <a:spcPts val="0"/>
              </a:spcBef>
              <a:spcAft>
                <a:spcPts val="0"/>
              </a:spcAft>
              <a:buSzPts val="1400"/>
              <a:buNone/>
              <a:defRPr sz="1350" b="0" i="0" u="none" strike="noStrike" cap="none">
                <a:solidFill>
                  <a:schemeClr val="dk1"/>
                </a:solidFill>
                <a:uFillTx/>
                <a:latin typeface="Arial"/>
                <a:ea typeface="Arial"/>
                <a:cs typeface="Arial"/>
                <a:sym typeface="Arial"/>
              </a:defRPr>
            </a:lvl9pPr>
          </a:lstStyle>
          <a:p>
            <a:endParaRPr>
              <a:uFillTx/>
            </a:endParaRPr>
          </a:p>
        </p:txBody>
      </p:sp>
      <p:sp>
        <p:nvSpPr>
          <p:cNvPr id="31" name="Shape 31"/>
          <p:cNvSpPr txBox="1">
            <a:spLocks noGrp="1"/>
          </p:cNvSpPr>
          <p:nvPr>
            <p:ph type="sldNum" idx="12"/>
          </p:nvPr>
        </p:nvSpPr>
        <p:spPr>
          <a:xfrm>
            <a:off x="8458200" y="4810899"/>
            <a:ext cx="228600" cy="171450"/>
          </a:xfrm>
          <a:prstGeom prst="rect">
            <a:avLst/>
          </a:prstGeom>
          <a:noFill/>
          <a:ln>
            <a:noFill/>
          </a:ln>
        </p:spPr>
        <p:txBody>
          <a:bodyPr spcFirstLastPara="1" wrap="square" lIns="0" tIns="0" rIns="0" bIns="0" anchor="b" anchorCtr="0">
            <a:noAutofit/>
          </a:bodyPr>
          <a:lstStyle>
            <a:lvl1pPr marL="0" marR="0" lvl="0" indent="0" algn="r" rtl="0">
              <a:spcBef>
                <a:spcPts val="0"/>
              </a:spcBef>
              <a:buNone/>
              <a:defRPr sz="525" b="1">
                <a:solidFill>
                  <a:srgbClr val="000000"/>
                </a:solidFill>
                <a:uFillTx/>
                <a:latin typeface="Arial"/>
                <a:ea typeface="Arial"/>
                <a:cs typeface="Arial"/>
                <a:sym typeface="Arial"/>
              </a:defRPr>
            </a:lvl1pPr>
            <a:lvl2pPr marL="0" marR="0" lvl="1" indent="0" algn="r" rtl="0">
              <a:spcBef>
                <a:spcPts val="0"/>
              </a:spcBef>
              <a:buNone/>
              <a:defRPr sz="525" b="1">
                <a:solidFill>
                  <a:srgbClr val="000000"/>
                </a:solidFill>
                <a:uFillTx/>
                <a:latin typeface="Arial"/>
                <a:ea typeface="Arial"/>
                <a:cs typeface="Arial"/>
                <a:sym typeface="Arial"/>
              </a:defRPr>
            </a:lvl2pPr>
            <a:lvl3pPr marL="0" marR="0" lvl="2" indent="0" algn="r" rtl="0">
              <a:spcBef>
                <a:spcPts val="0"/>
              </a:spcBef>
              <a:buNone/>
              <a:defRPr sz="525" b="1">
                <a:solidFill>
                  <a:srgbClr val="000000"/>
                </a:solidFill>
                <a:uFillTx/>
                <a:latin typeface="Arial"/>
                <a:ea typeface="Arial"/>
                <a:cs typeface="Arial"/>
                <a:sym typeface="Arial"/>
              </a:defRPr>
            </a:lvl3pPr>
            <a:lvl4pPr marL="0" marR="0" lvl="3" indent="0" algn="r" rtl="0">
              <a:spcBef>
                <a:spcPts val="0"/>
              </a:spcBef>
              <a:buNone/>
              <a:defRPr sz="525" b="1">
                <a:solidFill>
                  <a:srgbClr val="000000"/>
                </a:solidFill>
                <a:uFillTx/>
                <a:latin typeface="Arial"/>
                <a:ea typeface="Arial"/>
                <a:cs typeface="Arial"/>
                <a:sym typeface="Arial"/>
              </a:defRPr>
            </a:lvl4pPr>
            <a:lvl5pPr marL="0" marR="0" lvl="4" indent="0" algn="r" rtl="0">
              <a:spcBef>
                <a:spcPts val="0"/>
              </a:spcBef>
              <a:buNone/>
              <a:defRPr sz="525" b="1">
                <a:solidFill>
                  <a:srgbClr val="000000"/>
                </a:solidFill>
                <a:uFillTx/>
                <a:latin typeface="Arial"/>
                <a:ea typeface="Arial"/>
                <a:cs typeface="Arial"/>
                <a:sym typeface="Arial"/>
              </a:defRPr>
            </a:lvl5pPr>
            <a:lvl6pPr marL="0" marR="0" lvl="5" indent="0" algn="r" rtl="0">
              <a:spcBef>
                <a:spcPts val="0"/>
              </a:spcBef>
              <a:buNone/>
              <a:defRPr sz="525" b="1">
                <a:solidFill>
                  <a:srgbClr val="000000"/>
                </a:solidFill>
                <a:uFillTx/>
                <a:latin typeface="Arial"/>
                <a:ea typeface="Arial"/>
                <a:cs typeface="Arial"/>
                <a:sym typeface="Arial"/>
              </a:defRPr>
            </a:lvl6pPr>
            <a:lvl7pPr marL="0" marR="0" lvl="6" indent="0" algn="r" rtl="0">
              <a:spcBef>
                <a:spcPts val="0"/>
              </a:spcBef>
              <a:buNone/>
              <a:defRPr sz="525" b="1">
                <a:solidFill>
                  <a:srgbClr val="000000"/>
                </a:solidFill>
                <a:uFillTx/>
                <a:latin typeface="Arial"/>
                <a:ea typeface="Arial"/>
                <a:cs typeface="Arial"/>
                <a:sym typeface="Arial"/>
              </a:defRPr>
            </a:lvl7pPr>
            <a:lvl8pPr marL="0" marR="0" lvl="7" indent="0" algn="r" rtl="0">
              <a:spcBef>
                <a:spcPts val="0"/>
              </a:spcBef>
              <a:buNone/>
              <a:defRPr sz="525" b="1">
                <a:solidFill>
                  <a:srgbClr val="000000"/>
                </a:solidFill>
                <a:uFillTx/>
                <a:latin typeface="Arial"/>
                <a:ea typeface="Arial"/>
                <a:cs typeface="Arial"/>
                <a:sym typeface="Arial"/>
              </a:defRPr>
            </a:lvl8pPr>
            <a:lvl9pPr marL="0" marR="0" lvl="8" indent="0" algn="r" rtl="0">
              <a:spcBef>
                <a:spcPts val="0"/>
              </a:spcBef>
              <a:buNone/>
              <a:defRPr sz="525" b="1">
                <a:solidFill>
                  <a:srgbClr val="000000"/>
                </a:solidFill>
                <a:uFillTx/>
                <a:latin typeface="Arial"/>
                <a:ea typeface="Arial"/>
                <a:cs typeface="Arial"/>
                <a:sym typeface="Arial"/>
              </a:defRPr>
            </a:lvl9pPr>
          </a:lstStyle>
          <a:p>
            <a:fld id="{00000000-1234-1234-1234-123412341234}" type="slidenum">
              <a:rPr lang="en-US" smtClean="0">
                <a:uFillTx/>
              </a:rPr>
              <a:pPr/>
              <a:t>‹#›</a:t>
            </a:fld>
            <a:endParaRPr lang="en-US">
              <a:uFillTx/>
            </a:endParaRPr>
          </a:p>
        </p:txBody>
      </p:sp>
      <p:cxnSp>
        <p:nvCxnSpPr>
          <p:cNvPr id="32" name="Shape 32"/>
          <p:cNvCxnSpPr/>
          <p:nvPr/>
        </p:nvCxnSpPr>
        <p:spPr>
          <a:xfrm>
            <a:off x="457200" y="342900"/>
            <a:ext cx="8229600" cy="0"/>
          </a:xfrm>
          <a:prstGeom prst="straightConnector1">
            <a:avLst/>
          </a:prstGeom>
          <a:noFill/>
          <a:ln w="47625" cap="flat" cmpd="sng">
            <a:solidFill>
              <a:schemeClr val="dk1"/>
            </a:solidFill>
            <a:prstDash val="solid"/>
            <a:round/>
            <a:headEnd type="none" w="sm" len="sm"/>
            <a:tailEnd type="none" w="sm" len="sm"/>
          </a:ln>
        </p:spPr>
      </p:cxnSp>
      <p:sp>
        <p:nvSpPr>
          <p:cNvPr id="33" name="Shape 33"/>
          <p:cNvSpPr txBox="1">
            <a:spLocks noGrp="1"/>
          </p:cNvSpPr>
          <p:nvPr>
            <p:ph type="title"/>
          </p:nvPr>
        </p:nvSpPr>
        <p:spPr>
          <a:xfrm>
            <a:off x="457200" y="445770"/>
            <a:ext cx="7086600" cy="514350"/>
          </a:xfrm>
          <a:prstGeom prst="rect">
            <a:avLst/>
          </a:prstGeom>
          <a:noFill/>
          <a:ln>
            <a:noFill/>
          </a:ln>
        </p:spPr>
        <p:txBody>
          <a:bodyPr spcFirstLastPara="1" wrap="square" lIns="0" tIns="0" rIns="0" bIns="0" anchor="t" anchorCtr="0">
            <a:normAutofit/>
          </a:bodyPr>
          <a:lstStyle>
            <a:lvl1pPr marR="0" lvl="0" algn="l" rtl="0">
              <a:lnSpc>
                <a:spcPct val="80000"/>
              </a:lnSpc>
              <a:spcBef>
                <a:spcPts val="0"/>
              </a:spcBef>
              <a:spcAft>
                <a:spcPts val="0"/>
              </a:spcAft>
              <a:buClr>
                <a:schemeClr val="dk1"/>
              </a:buClr>
              <a:buSzPts val="2400"/>
              <a:buFont typeface="Arial"/>
              <a:buNone/>
              <a:defRPr sz="2200" b="1" i="0" u="none" strike="noStrike" cap="none">
                <a:solidFill>
                  <a:schemeClr val="dk1"/>
                </a:solidFill>
                <a:uFillTx/>
                <a:latin typeface="+mn-lt"/>
                <a:ea typeface="Arial"/>
                <a:cs typeface="Arial"/>
                <a:sym typeface="Arial"/>
              </a:defRPr>
            </a:lvl1pPr>
            <a:lvl2pPr lvl="1">
              <a:spcBef>
                <a:spcPts val="0"/>
              </a:spcBef>
              <a:spcAft>
                <a:spcPts val="0"/>
              </a:spcAft>
              <a:buSzPts val="1400"/>
              <a:buNone/>
              <a:defRPr sz="1350">
                <a:uFillTx/>
              </a:defRPr>
            </a:lvl2pPr>
            <a:lvl3pPr lvl="2">
              <a:spcBef>
                <a:spcPts val="0"/>
              </a:spcBef>
              <a:spcAft>
                <a:spcPts val="0"/>
              </a:spcAft>
              <a:buSzPts val="1400"/>
              <a:buNone/>
              <a:defRPr sz="1350">
                <a:uFillTx/>
              </a:defRPr>
            </a:lvl3pPr>
            <a:lvl4pPr lvl="3">
              <a:spcBef>
                <a:spcPts val="0"/>
              </a:spcBef>
              <a:spcAft>
                <a:spcPts val="0"/>
              </a:spcAft>
              <a:buSzPts val="1400"/>
              <a:buNone/>
              <a:defRPr sz="1350">
                <a:uFillTx/>
              </a:defRPr>
            </a:lvl4pPr>
            <a:lvl5pPr lvl="4">
              <a:spcBef>
                <a:spcPts val="0"/>
              </a:spcBef>
              <a:spcAft>
                <a:spcPts val="0"/>
              </a:spcAft>
              <a:buSzPts val="1400"/>
              <a:buNone/>
              <a:defRPr sz="1350">
                <a:uFillTx/>
              </a:defRPr>
            </a:lvl5pPr>
            <a:lvl6pPr lvl="5">
              <a:spcBef>
                <a:spcPts val="0"/>
              </a:spcBef>
              <a:spcAft>
                <a:spcPts val="0"/>
              </a:spcAft>
              <a:buSzPts val="1400"/>
              <a:buNone/>
              <a:defRPr sz="1350">
                <a:uFillTx/>
              </a:defRPr>
            </a:lvl6pPr>
            <a:lvl7pPr lvl="6">
              <a:spcBef>
                <a:spcPts val="0"/>
              </a:spcBef>
              <a:spcAft>
                <a:spcPts val="0"/>
              </a:spcAft>
              <a:buSzPts val="1400"/>
              <a:buNone/>
              <a:defRPr sz="1350">
                <a:uFillTx/>
              </a:defRPr>
            </a:lvl7pPr>
            <a:lvl8pPr lvl="7">
              <a:spcBef>
                <a:spcPts val="0"/>
              </a:spcBef>
              <a:spcAft>
                <a:spcPts val="0"/>
              </a:spcAft>
              <a:buSzPts val="1400"/>
              <a:buNone/>
              <a:defRPr sz="1350">
                <a:uFillTx/>
              </a:defRPr>
            </a:lvl8pPr>
            <a:lvl9pPr lvl="8">
              <a:spcBef>
                <a:spcPts val="0"/>
              </a:spcBef>
              <a:spcAft>
                <a:spcPts val="0"/>
              </a:spcAft>
              <a:buSzPts val="1400"/>
              <a:buNone/>
              <a:defRPr sz="1350">
                <a:uFillTx/>
              </a:defRPr>
            </a:lvl9pPr>
          </a:lstStyle>
          <a:p>
            <a:endParaRPr dirty="0">
              <a:uFillTx/>
            </a:endParaRPr>
          </a:p>
        </p:txBody>
      </p:sp>
    </p:spTree>
    <p:extLst>
      <p:ext uri="{BB962C8B-B14F-4D97-AF65-F5344CB8AC3E}">
        <p14:creationId xmlns:p14="http://schemas.microsoft.com/office/powerpoint/2010/main" val="11564532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_Use this one">
  <p:cSld name="2_Use this one">
    <p:spTree>
      <p:nvGrpSpPr>
        <p:cNvPr id="1" name="Shape 387"/>
        <p:cNvGrpSpPr/>
        <p:nvPr/>
      </p:nvGrpSpPr>
      <p:grpSpPr>
        <a:xfrm>
          <a:off x="0" y="0"/>
          <a:ext cx="0" cy="0"/>
          <a:chOff x="0" y="0"/>
          <a:chExt cx="0" cy="0"/>
        </a:xfrm>
      </p:grpSpPr>
      <p:sp>
        <p:nvSpPr>
          <p:cNvPr id="388" name="Google Shape;388;p72"/>
          <p:cNvSpPr txBox="1">
            <a:spLocks noGrp="1"/>
          </p:cNvSpPr>
          <p:nvPr>
            <p:ph type="sldNum" idx="12"/>
          </p:nvPr>
        </p:nvSpPr>
        <p:spPr>
          <a:xfrm>
            <a:off x="8459788" y="4801223"/>
            <a:ext cx="228600" cy="171300"/>
          </a:xfrm>
          <a:prstGeom prst="rect">
            <a:avLst/>
          </a:prstGeom>
          <a:noFill/>
          <a:ln>
            <a:noFill/>
          </a:ln>
        </p:spPr>
        <p:txBody>
          <a:bodyPr spcFirstLastPara="1" wrap="square" lIns="0" tIns="0" rIns="0" bIns="0" anchor="b" anchorCtr="0">
            <a:noAutofit/>
          </a:bodyPr>
          <a:lstStyle>
            <a:lvl1pPr marL="0" lvl="0" indent="0" algn="r" rtl="0">
              <a:lnSpc>
                <a:spcPct val="100000"/>
              </a:lnSpc>
              <a:spcBef>
                <a:spcPts val="0"/>
              </a:spcBef>
              <a:spcAft>
                <a:spcPts val="0"/>
              </a:spcAft>
              <a:buNone/>
              <a:defRPr>
                <a:solidFill>
                  <a:srgbClr val="000000"/>
                </a:solidFill>
              </a:defRPr>
            </a:lvl1pPr>
            <a:lvl2pPr marL="0" lvl="1" indent="0" algn="r" rtl="0">
              <a:lnSpc>
                <a:spcPct val="100000"/>
              </a:lnSpc>
              <a:spcBef>
                <a:spcPts val="0"/>
              </a:spcBef>
              <a:spcAft>
                <a:spcPts val="0"/>
              </a:spcAft>
              <a:buNone/>
              <a:defRPr>
                <a:solidFill>
                  <a:srgbClr val="000000"/>
                </a:solidFill>
              </a:defRPr>
            </a:lvl2pPr>
            <a:lvl3pPr marL="0" lvl="2" indent="0" algn="r" rtl="0">
              <a:lnSpc>
                <a:spcPct val="100000"/>
              </a:lnSpc>
              <a:spcBef>
                <a:spcPts val="0"/>
              </a:spcBef>
              <a:spcAft>
                <a:spcPts val="0"/>
              </a:spcAft>
              <a:buNone/>
              <a:defRPr>
                <a:solidFill>
                  <a:srgbClr val="000000"/>
                </a:solidFill>
              </a:defRPr>
            </a:lvl3pPr>
            <a:lvl4pPr marL="0" lvl="3" indent="0" algn="r" rtl="0">
              <a:lnSpc>
                <a:spcPct val="100000"/>
              </a:lnSpc>
              <a:spcBef>
                <a:spcPts val="0"/>
              </a:spcBef>
              <a:spcAft>
                <a:spcPts val="0"/>
              </a:spcAft>
              <a:buNone/>
              <a:defRPr>
                <a:solidFill>
                  <a:srgbClr val="000000"/>
                </a:solidFill>
              </a:defRPr>
            </a:lvl4pPr>
            <a:lvl5pPr marL="0" lvl="4" indent="0" algn="r" rtl="0">
              <a:lnSpc>
                <a:spcPct val="100000"/>
              </a:lnSpc>
              <a:spcBef>
                <a:spcPts val="0"/>
              </a:spcBef>
              <a:spcAft>
                <a:spcPts val="0"/>
              </a:spcAft>
              <a:buNone/>
              <a:defRPr>
                <a:solidFill>
                  <a:srgbClr val="000000"/>
                </a:solidFill>
              </a:defRPr>
            </a:lvl5pPr>
            <a:lvl6pPr marL="0" lvl="5" indent="0" algn="r" rtl="0">
              <a:lnSpc>
                <a:spcPct val="100000"/>
              </a:lnSpc>
              <a:spcBef>
                <a:spcPts val="0"/>
              </a:spcBef>
              <a:spcAft>
                <a:spcPts val="0"/>
              </a:spcAft>
              <a:buNone/>
              <a:defRPr>
                <a:solidFill>
                  <a:srgbClr val="000000"/>
                </a:solidFill>
              </a:defRPr>
            </a:lvl6pPr>
            <a:lvl7pPr marL="0" lvl="6" indent="0" algn="r" rtl="0">
              <a:lnSpc>
                <a:spcPct val="100000"/>
              </a:lnSpc>
              <a:spcBef>
                <a:spcPts val="0"/>
              </a:spcBef>
              <a:spcAft>
                <a:spcPts val="0"/>
              </a:spcAft>
              <a:buNone/>
              <a:defRPr>
                <a:solidFill>
                  <a:srgbClr val="000000"/>
                </a:solidFill>
              </a:defRPr>
            </a:lvl7pPr>
            <a:lvl8pPr marL="0" lvl="7" indent="0" algn="r" rtl="0">
              <a:lnSpc>
                <a:spcPct val="100000"/>
              </a:lnSpc>
              <a:spcBef>
                <a:spcPts val="0"/>
              </a:spcBef>
              <a:spcAft>
                <a:spcPts val="0"/>
              </a:spcAft>
              <a:buNone/>
              <a:defRPr>
                <a:solidFill>
                  <a:srgbClr val="000000"/>
                </a:solidFill>
              </a:defRPr>
            </a:lvl8pPr>
            <a:lvl9pPr marL="0" lvl="8" indent="0" algn="r" rtl="0">
              <a:lnSpc>
                <a:spcPct val="100000"/>
              </a:lnSpc>
              <a:spcBef>
                <a:spcPts val="0"/>
              </a:spcBef>
              <a:spcAft>
                <a:spcPts val="0"/>
              </a:spcAft>
              <a:buNone/>
              <a:defRPr>
                <a:solidFill>
                  <a:srgbClr val="000000"/>
                </a:solidFill>
              </a:defRPr>
            </a:lvl9pPr>
          </a:lstStyle>
          <a:p>
            <a:pPr marL="0" lvl="0" indent="0" algn="r" rtl="0">
              <a:spcBef>
                <a:spcPts val="0"/>
              </a:spcBef>
              <a:spcAft>
                <a:spcPts val="0"/>
              </a:spcAft>
              <a:buNone/>
            </a:pPr>
            <a:fld id="{00000000-1234-1234-1234-123412341234}" type="slidenum">
              <a:rPr lang="en"/>
              <a:t>‹#›</a:t>
            </a:fld>
            <a:endParaRPr/>
          </a:p>
        </p:txBody>
      </p:sp>
      <p:cxnSp>
        <p:nvCxnSpPr>
          <p:cNvPr id="389" name="Google Shape;389;p72"/>
          <p:cNvCxnSpPr/>
          <p:nvPr/>
        </p:nvCxnSpPr>
        <p:spPr>
          <a:xfrm>
            <a:off x="457200" y="342900"/>
            <a:ext cx="8229600" cy="0"/>
          </a:xfrm>
          <a:prstGeom prst="straightConnector1">
            <a:avLst/>
          </a:prstGeom>
          <a:noFill/>
          <a:ln w="47625" cap="flat" cmpd="sng">
            <a:solidFill>
              <a:schemeClr val="dk1"/>
            </a:solidFill>
            <a:prstDash val="solid"/>
            <a:round/>
            <a:headEnd type="none" w="sm" len="sm"/>
            <a:tailEnd type="none" w="sm" len="sm"/>
          </a:ln>
        </p:spPr>
      </p:cxnSp>
      <p:sp>
        <p:nvSpPr>
          <p:cNvPr id="390" name="Google Shape;390;p72"/>
          <p:cNvSpPr txBox="1">
            <a:spLocks noGrp="1"/>
          </p:cNvSpPr>
          <p:nvPr>
            <p:ph type="title"/>
          </p:nvPr>
        </p:nvSpPr>
        <p:spPr>
          <a:xfrm>
            <a:off x="457200" y="408783"/>
            <a:ext cx="8229600" cy="514500"/>
          </a:xfrm>
          <a:prstGeom prst="rect">
            <a:avLst/>
          </a:prstGeom>
          <a:noFill/>
          <a:ln>
            <a:noFill/>
          </a:ln>
        </p:spPr>
        <p:txBody>
          <a:bodyPr spcFirstLastPara="1" wrap="square" lIns="91425" tIns="45700" rIns="91425" bIns="45700" anchor="t" anchorCtr="0"/>
          <a:lstStyle>
            <a:lvl1pPr marR="0" lvl="0" algn="l" rtl="0">
              <a:lnSpc>
                <a:spcPct val="90000"/>
              </a:lnSpc>
              <a:spcBef>
                <a:spcPts val="0"/>
              </a:spcBef>
              <a:spcAft>
                <a:spcPts val="0"/>
              </a:spcAft>
              <a:buClr>
                <a:srgbClr val="181818"/>
              </a:buClr>
              <a:buSzPts val="1650"/>
              <a:buFont typeface="Arial"/>
              <a:buNone/>
              <a:defRPr sz="1650" b="1" i="0" u="none" strike="noStrike" cap="none">
                <a:solidFill>
                  <a:srgbClr val="181818"/>
                </a:solidFill>
                <a:latin typeface="Arial"/>
                <a:ea typeface="Arial"/>
                <a:cs typeface="Arial"/>
                <a:sym typeface="Arial"/>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Tree>
    <p:extLst>
      <p:ext uri="{BB962C8B-B14F-4D97-AF65-F5344CB8AC3E}">
        <p14:creationId xmlns:p14="http://schemas.microsoft.com/office/powerpoint/2010/main" val="21266212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Footer Placeholder 4"/>
          <p:cNvSpPr txBox="1">
            <a:spLocks/>
          </p:cNvSpPr>
          <p:nvPr userDrawn="1"/>
        </p:nvSpPr>
        <p:spPr>
          <a:xfrm>
            <a:off x="2316125" y="4801223"/>
            <a:ext cx="4041648" cy="171450"/>
          </a:xfrm>
          <a:prstGeom prst="rect">
            <a:avLst/>
          </a:prstGeom>
          <a:noFill/>
        </p:spPr>
        <p:txBody>
          <a:bodyPr vert="horz" lIns="0" tIns="0" rIns="137160" bIns="0" rtlCol="0" anchor="b" anchorCtr="0"/>
          <a:lstStyle>
            <a:defPPr>
              <a:defRPr lang="en-US">
                <a:uFillTx/>
              </a:defRPr>
            </a:defPPr>
            <a:lvl1pPr marL="0" algn="l" defTabSz="457200" rtl="0" eaLnBrk="1" latinLnBrk="0" hangingPunct="1">
              <a:defRPr sz="700" kern="1200">
                <a:solidFill>
                  <a:schemeClr val="tx2"/>
                </a:solidFill>
                <a:uFillTx/>
                <a:latin typeface="Arial Narrow"/>
                <a:ea typeface="+mn-ea"/>
                <a:cs typeface="Arial Narrow"/>
              </a:defRPr>
            </a:lvl1pPr>
            <a:lvl2pPr marL="457200" algn="l" defTabSz="457200" rtl="0" eaLnBrk="1" latinLnBrk="0" hangingPunct="1">
              <a:defRPr sz="1800" kern="1200">
                <a:solidFill>
                  <a:schemeClr val="tx1"/>
                </a:solidFill>
                <a:uFillTx/>
                <a:latin typeface="+mn-lt"/>
                <a:ea typeface="+mn-ea"/>
                <a:cs typeface="+mn-cs"/>
              </a:defRPr>
            </a:lvl2pPr>
            <a:lvl3pPr marL="914400" algn="l" defTabSz="457200" rtl="0" eaLnBrk="1" latinLnBrk="0" hangingPunct="1">
              <a:defRPr sz="1800" kern="1200">
                <a:solidFill>
                  <a:schemeClr val="tx1"/>
                </a:solidFill>
                <a:uFillTx/>
                <a:latin typeface="+mn-lt"/>
                <a:ea typeface="+mn-ea"/>
                <a:cs typeface="+mn-cs"/>
              </a:defRPr>
            </a:lvl3pPr>
            <a:lvl4pPr marL="1371600" algn="l" defTabSz="457200" rtl="0" eaLnBrk="1" latinLnBrk="0" hangingPunct="1">
              <a:defRPr sz="1800" kern="1200">
                <a:solidFill>
                  <a:schemeClr val="tx1"/>
                </a:solidFill>
                <a:uFillTx/>
                <a:latin typeface="+mn-lt"/>
                <a:ea typeface="+mn-ea"/>
                <a:cs typeface="+mn-cs"/>
              </a:defRPr>
            </a:lvl4pPr>
            <a:lvl5pPr marL="1828800" algn="l" defTabSz="457200" rtl="0" eaLnBrk="1" latinLnBrk="0" hangingPunct="1">
              <a:defRPr sz="1800" kern="1200">
                <a:solidFill>
                  <a:schemeClr val="tx1"/>
                </a:solidFill>
                <a:uFillTx/>
                <a:latin typeface="+mn-lt"/>
                <a:ea typeface="+mn-ea"/>
                <a:cs typeface="+mn-cs"/>
              </a:defRPr>
            </a:lvl5pPr>
            <a:lvl6pPr marL="2286000" algn="l" defTabSz="457200" rtl="0" eaLnBrk="1" latinLnBrk="0" hangingPunct="1">
              <a:defRPr sz="1800" kern="1200">
                <a:solidFill>
                  <a:schemeClr val="tx1"/>
                </a:solidFill>
                <a:uFillTx/>
                <a:latin typeface="+mn-lt"/>
                <a:ea typeface="+mn-ea"/>
                <a:cs typeface="+mn-cs"/>
              </a:defRPr>
            </a:lvl6pPr>
            <a:lvl7pPr marL="2743200" algn="l" defTabSz="457200" rtl="0" eaLnBrk="1" latinLnBrk="0" hangingPunct="1">
              <a:defRPr sz="1800" kern="1200">
                <a:solidFill>
                  <a:schemeClr val="tx1"/>
                </a:solidFill>
                <a:uFillTx/>
                <a:latin typeface="+mn-lt"/>
                <a:ea typeface="+mn-ea"/>
                <a:cs typeface="+mn-cs"/>
              </a:defRPr>
            </a:lvl7pPr>
            <a:lvl8pPr marL="3200400" algn="l" defTabSz="457200" rtl="0" eaLnBrk="1" latinLnBrk="0" hangingPunct="1">
              <a:defRPr sz="1800" kern="1200">
                <a:solidFill>
                  <a:schemeClr val="tx1"/>
                </a:solidFill>
                <a:uFillTx/>
                <a:latin typeface="+mn-lt"/>
                <a:ea typeface="+mn-ea"/>
                <a:cs typeface="+mn-cs"/>
              </a:defRPr>
            </a:lvl8pPr>
            <a:lvl9pPr marL="3657600" algn="l" defTabSz="457200" rtl="0" eaLnBrk="1" latinLnBrk="0" hangingPunct="1">
              <a:defRPr sz="1800" kern="1200">
                <a:solidFill>
                  <a:schemeClr val="tx1"/>
                </a:solidFill>
                <a:uFillTx/>
                <a:latin typeface="+mn-lt"/>
                <a:ea typeface="+mn-ea"/>
                <a:cs typeface="+mn-cs"/>
              </a:defRPr>
            </a:lvl9pPr>
          </a:lstStyle>
          <a:p>
            <a:pPr>
              <a:buClrTx/>
              <a:buFontTx/>
              <a:buNone/>
            </a:pPr>
            <a:r>
              <a:rPr lang="en-US" sz="525" dirty="0" smtClean="0">
                <a:solidFill>
                  <a:srgbClr val="333333"/>
                </a:solidFill>
              </a:rPr>
              <a:t>Confidential and proprietary materials for authorized Verizon personnel and outside agencies only. Use, disclosure or distribution of this material is not permitted to any unauthorized persons or third parties except by written agreement.</a:t>
            </a:r>
            <a:endParaRPr lang="en-US" sz="525" dirty="0">
              <a:solidFill>
                <a:srgbClr val="333333"/>
              </a:solidFill>
            </a:endParaRPr>
          </a:p>
        </p:txBody>
      </p:sp>
      <p:sp>
        <p:nvSpPr>
          <p:cNvPr id="5" name="Slide Number Placeholder 5"/>
          <p:cNvSpPr>
            <a:spLocks noGrp="1"/>
          </p:cNvSpPr>
          <p:nvPr>
            <p:ph type="sldNum" sz="quarter" idx="4"/>
          </p:nvPr>
        </p:nvSpPr>
        <p:spPr bwMode="gray">
          <a:xfrm>
            <a:off x="8459788" y="4801223"/>
            <a:ext cx="228600" cy="171450"/>
          </a:xfrm>
          <a:prstGeom prst="rect">
            <a:avLst/>
          </a:prstGeom>
        </p:spPr>
        <p:txBody>
          <a:bodyPr vert="horz" lIns="0" tIns="0" rIns="0" bIns="0" rtlCol="0" anchor="b" anchorCtr="0"/>
          <a:lstStyle>
            <a:lvl1pPr algn="r">
              <a:defRPr sz="600" b="0">
                <a:solidFill>
                  <a:schemeClr val="tx1"/>
                </a:solidFill>
                <a:uFillTx/>
              </a:defRPr>
            </a:lvl1pPr>
          </a:lstStyle>
          <a:p>
            <a:pPr defTabSz="457200">
              <a:buClrTx/>
              <a:buFontTx/>
              <a:buNone/>
            </a:pPr>
            <a:fld id="{E12D0507-9F86-7A45-BE8E-43760B9F92AA}" type="slidenum">
              <a:rPr lang="en-US" kern="1200" smtClean="0">
                <a:solidFill>
                  <a:srgbClr val="000000"/>
                </a:solidFill>
                <a:latin typeface="NeueHaasGroteskText Std"/>
                <a:ea typeface="+mn-ea"/>
              </a:rPr>
              <a:pPr defTabSz="457200">
                <a:buClrTx/>
                <a:buFontTx/>
                <a:buNone/>
              </a:pPr>
              <a:t>‹#›</a:t>
            </a:fld>
            <a:endParaRPr lang="en-US" kern="1200" dirty="0">
              <a:solidFill>
                <a:srgbClr val="000000"/>
              </a:solidFill>
              <a:latin typeface="NeueHaasGroteskText Std"/>
              <a:ea typeface="+mn-ea"/>
            </a:endParaRPr>
          </a:p>
        </p:txBody>
      </p:sp>
      <p:pic>
        <p:nvPicPr>
          <p:cNvPr id="6" name="Picture 5"/>
          <p:cNvPicPr>
            <a:picLocks noChangeAspect="1"/>
          </p:cNvPicPr>
          <p:nvPr userDrawn="1"/>
        </p:nvPicPr>
        <p:blipFill>
          <a:blip r:embed="rId18" cstate="print"/>
          <a:stretch>
            <a:fillRect/>
          </a:stretch>
        </p:blipFill>
        <p:spPr>
          <a:xfrm>
            <a:off x="353823" y="4749451"/>
            <a:ext cx="1069848" cy="298353"/>
          </a:xfrm>
          <a:prstGeom prst="rect">
            <a:avLst/>
          </a:prstGeom>
        </p:spPr>
      </p:pic>
    </p:spTree>
    <p:extLst>
      <p:ext uri="{BB962C8B-B14F-4D97-AF65-F5344CB8AC3E}">
        <p14:creationId xmlns:p14="http://schemas.microsoft.com/office/powerpoint/2010/main" val="2422354498"/>
      </p:ext>
    </p:extLst>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 id="2147483757" r:id="rId6"/>
    <p:sldLayoutId id="2147483758" r:id="rId7"/>
    <p:sldLayoutId id="2147483759" r:id="rId8"/>
    <p:sldLayoutId id="2147483761" r:id="rId9"/>
    <p:sldLayoutId id="2147483762" r:id="rId10"/>
    <p:sldLayoutId id="2147483768" r:id="rId11"/>
    <p:sldLayoutId id="2147483769" r:id="rId12"/>
    <p:sldLayoutId id="2147483770" r:id="rId13"/>
    <p:sldLayoutId id="2147483771" r:id="rId14"/>
    <p:sldLayoutId id="2147483772" r:id="rId15"/>
    <p:sldLayoutId id="2147483773" r:id="rId16"/>
  </p:sldLayoutIdLst>
  <p:timing>
    <p:tnLst>
      <p:par>
        <p:cTn id="1" dur="indefinite" restart="never" nodeType="tmRoot"/>
      </p:par>
    </p:tnLst>
  </p:timing>
  <p:hf hdr="0" ftr="0" dt="0"/>
  <p:txStyles>
    <p:titleStyle>
      <a:lvl1pPr algn="l" defTabSz="342900" rtl="0" eaLnBrk="1" latinLnBrk="0" hangingPunct="1">
        <a:lnSpc>
          <a:spcPct val="90000"/>
        </a:lnSpc>
        <a:spcBef>
          <a:spcPct val="0"/>
        </a:spcBef>
        <a:buNone/>
        <a:defRPr sz="1950" b="1" kern="1200">
          <a:solidFill>
            <a:schemeClr val="bg2">
              <a:lumMod val="10000"/>
            </a:schemeClr>
          </a:solidFill>
          <a:uFillTx/>
          <a:latin typeface="+mj-lt"/>
          <a:ea typeface="+mj-ea"/>
          <a:cs typeface="+mj-cs"/>
        </a:defRPr>
      </a:lvl1pPr>
    </p:titleStyle>
    <p:bodyStyle>
      <a:lvl1pPr marL="0" indent="0" algn="l" defTabSz="342900" rtl="0" eaLnBrk="1" latinLnBrk="0" hangingPunct="1">
        <a:lnSpc>
          <a:spcPct val="100000"/>
        </a:lnSpc>
        <a:spcBef>
          <a:spcPts val="675"/>
        </a:spcBef>
        <a:buFontTx/>
        <a:buNone/>
        <a:defRPr sz="1200" b="1" kern="1200">
          <a:solidFill>
            <a:schemeClr val="tx1"/>
          </a:solidFill>
          <a:uFillTx/>
          <a:latin typeface="+mn-lt"/>
          <a:ea typeface="+mn-ea"/>
          <a:cs typeface="+mn-cs"/>
        </a:defRPr>
      </a:lvl1pPr>
      <a:lvl2pPr marL="0" indent="0" algn="l" defTabSz="342900" rtl="0" eaLnBrk="1" latinLnBrk="0" hangingPunct="1">
        <a:lnSpc>
          <a:spcPct val="100000"/>
        </a:lnSpc>
        <a:spcBef>
          <a:spcPts val="675"/>
        </a:spcBef>
        <a:buFontTx/>
        <a:buNone/>
        <a:defRPr sz="1200" kern="1200">
          <a:solidFill>
            <a:schemeClr val="tx1"/>
          </a:solidFill>
          <a:uFillTx/>
          <a:latin typeface="+mn-lt"/>
          <a:ea typeface="+mn-ea"/>
          <a:cs typeface="+mn-cs"/>
        </a:defRPr>
      </a:lvl2pPr>
      <a:lvl3pPr marL="172641" indent="-172641" algn="l" defTabSz="342900" rtl="0" eaLnBrk="1" latinLnBrk="0" hangingPunct="1">
        <a:lnSpc>
          <a:spcPct val="100000"/>
        </a:lnSpc>
        <a:spcBef>
          <a:spcPts val="450"/>
        </a:spcBef>
        <a:buFont typeface="Arial"/>
        <a:buChar char="•"/>
        <a:defRPr sz="1200" kern="1200">
          <a:solidFill>
            <a:schemeClr val="tx1"/>
          </a:solidFill>
          <a:uFillTx/>
          <a:latin typeface="+mn-lt"/>
          <a:ea typeface="+mn-ea"/>
          <a:cs typeface="+mn-cs"/>
        </a:defRPr>
      </a:lvl3pPr>
      <a:lvl4pPr marL="341710" indent="-169069" algn="l" defTabSz="342900" rtl="0" eaLnBrk="1" latinLnBrk="0" hangingPunct="1">
        <a:lnSpc>
          <a:spcPct val="100000"/>
        </a:lnSpc>
        <a:spcBef>
          <a:spcPts val="450"/>
        </a:spcBef>
        <a:buFont typeface="Arial"/>
        <a:buChar char="–"/>
        <a:defRPr sz="1200" kern="1200">
          <a:solidFill>
            <a:schemeClr val="tx1"/>
          </a:solidFill>
          <a:uFillTx/>
          <a:latin typeface="+mn-lt"/>
          <a:ea typeface="+mn-ea"/>
          <a:cs typeface="+mn-cs"/>
        </a:defRPr>
      </a:lvl4pPr>
      <a:lvl5pPr marL="514350" indent="-172641" algn="l" defTabSz="342900" rtl="0" eaLnBrk="1" latinLnBrk="0" hangingPunct="1">
        <a:lnSpc>
          <a:spcPct val="100000"/>
        </a:lnSpc>
        <a:spcBef>
          <a:spcPts val="450"/>
        </a:spcBef>
        <a:buFont typeface="Arial"/>
        <a:buChar char="–"/>
        <a:defRPr sz="1200" kern="1200">
          <a:solidFill>
            <a:schemeClr val="tx1"/>
          </a:solidFill>
          <a:uFillTx/>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uFillTx/>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uFillTx/>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uFillTx/>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uFillTx/>
          <a:latin typeface="+mn-lt"/>
          <a:ea typeface="+mn-ea"/>
          <a:cs typeface="+mn-cs"/>
        </a:defRPr>
      </a:lvl9pPr>
    </p:bodyStyle>
    <p:otherStyle>
      <a:defPPr>
        <a:defRPr lang="en-US">
          <a:uFillTx/>
        </a:defRPr>
      </a:defPPr>
      <a:lvl1pPr marL="0" algn="l" defTabSz="342900" rtl="0" eaLnBrk="1" latinLnBrk="0" hangingPunct="1">
        <a:defRPr sz="900" kern="1200">
          <a:solidFill>
            <a:schemeClr val="tx1"/>
          </a:solidFill>
          <a:uFillTx/>
          <a:latin typeface="+mn-lt"/>
          <a:ea typeface="+mn-ea"/>
          <a:cs typeface="+mn-cs"/>
        </a:defRPr>
      </a:lvl1pPr>
      <a:lvl2pPr marL="342900" algn="l" defTabSz="342900" rtl="0" eaLnBrk="1" latinLnBrk="0" hangingPunct="1">
        <a:defRPr sz="900" kern="1200">
          <a:solidFill>
            <a:schemeClr val="tx1"/>
          </a:solidFill>
          <a:uFillTx/>
          <a:latin typeface="+mn-lt"/>
          <a:ea typeface="+mn-ea"/>
          <a:cs typeface="+mn-cs"/>
        </a:defRPr>
      </a:lvl2pPr>
      <a:lvl3pPr marL="685800" algn="l" defTabSz="342900" rtl="0" eaLnBrk="1" latinLnBrk="0" hangingPunct="1">
        <a:defRPr sz="900" kern="1200">
          <a:solidFill>
            <a:schemeClr val="tx1"/>
          </a:solidFill>
          <a:uFillTx/>
          <a:latin typeface="+mn-lt"/>
          <a:ea typeface="+mn-ea"/>
          <a:cs typeface="+mn-cs"/>
        </a:defRPr>
      </a:lvl3pPr>
      <a:lvl4pPr marL="1028700" algn="l" defTabSz="342900" rtl="0" eaLnBrk="1" latinLnBrk="0" hangingPunct="1">
        <a:defRPr sz="900" kern="1200">
          <a:solidFill>
            <a:schemeClr val="tx1"/>
          </a:solidFill>
          <a:uFillTx/>
          <a:latin typeface="+mn-lt"/>
          <a:ea typeface="+mn-ea"/>
          <a:cs typeface="+mn-cs"/>
        </a:defRPr>
      </a:lvl4pPr>
      <a:lvl5pPr marL="1371600" algn="l" defTabSz="342900" rtl="0" eaLnBrk="1" latinLnBrk="0" hangingPunct="1">
        <a:defRPr sz="900" kern="1200">
          <a:solidFill>
            <a:schemeClr val="tx1"/>
          </a:solidFill>
          <a:uFillTx/>
          <a:latin typeface="+mn-lt"/>
          <a:ea typeface="+mn-ea"/>
          <a:cs typeface="+mn-cs"/>
        </a:defRPr>
      </a:lvl5pPr>
      <a:lvl6pPr marL="1714500" algn="l" defTabSz="342900" rtl="0" eaLnBrk="1" latinLnBrk="0" hangingPunct="1">
        <a:defRPr sz="900" kern="1200">
          <a:solidFill>
            <a:schemeClr val="tx1"/>
          </a:solidFill>
          <a:uFillTx/>
          <a:latin typeface="+mn-lt"/>
          <a:ea typeface="+mn-ea"/>
          <a:cs typeface="+mn-cs"/>
        </a:defRPr>
      </a:lvl6pPr>
      <a:lvl7pPr marL="2057400" algn="l" defTabSz="342900" rtl="0" eaLnBrk="1" latinLnBrk="0" hangingPunct="1">
        <a:defRPr sz="900" kern="1200">
          <a:solidFill>
            <a:schemeClr val="tx1"/>
          </a:solidFill>
          <a:uFillTx/>
          <a:latin typeface="+mn-lt"/>
          <a:ea typeface="+mn-ea"/>
          <a:cs typeface="+mn-cs"/>
        </a:defRPr>
      </a:lvl7pPr>
      <a:lvl8pPr marL="2400300" algn="l" defTabSz="342900" rtl="0" eaLnBrk="1" latinLnBrk="0" hangingPunct="1">
        <a:defRPr sz="900" kern="1200">
          <a:solidFill>
            <a:schemeClr val="tx1"/>
          </a:solidFill>
          <a:uFillTx/>
          <a:latin typeface="+mn-lt"/>
          <a:ea typeface="+mn-ea"/>
          <a:cs typeface="+mn-cs"/>
        </a:defRPr>
      </a:lvl8pPr>
      <a:lvl9pPr marL="2743200" algn="l" defTabSz="342900" rtl="0" eaLnBrk="1" latinLnBrk="0" hangingPunct="1">
        <a:defRPr sz="900" kern="1200">
          <a:solidFill>
            <a:schemeClr val="tx1"/>
          </a:solidFill>
          <a:uFillTx/>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18" Type="http://schemas.openxmlformats.org/officeDocument/2006/relationships/image" Target="../media/image20.png"/><Relationship Id="rId3" Type="http://schemas.openxmlformats.org/officeDocument/2006/relationships/image" Target="../media/image5.png"/><Relationship Id="rId21" Type="http://schemas.openxmlformats.org/officeDocument/2006/relationships/image" Target="../media/image23.png"/><Relationship Id="rId7" Type="http://schemas.openxmlformats.org/officeDocument/2006/relationships/image" Target="../media/image9.png"/><Relationship Id="rId12" Type="http://schemas.openxmlformats.org/officeDocument/2006/relationships/image" Target="../media/image14.png"/><Relationship Id="rId17" Type="http://schemas.openxmlformats.org/officeDocument/2006/relationships/image" Target="../media/image19.png"/><Relationship Id="rId2" Type="http://schemas.openxmlformats.org/officeDocument/2006/relationships/notesSlide" Target="../notesSlides/notesSlide4.xml"/><Relationship Id="rId16" Type="http://schemas.openxmlformats.org/officeDocument/2006/relationships/image" Target="../media/image18.png"/><Relationship Id="rId20" Type="http://schemas.openxmlformats.org/officeDocument/2006/relationships/image" Target="../media/image22.png"/><Relationship Id="rId1" Type="http://schemas.openxmlformats.org/officeDocument/2006/relationships/slideLayout" Target="../slideLayouts/slideLayout16.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5" Type="http://schemas.openxmlformats.org/officeDocument/2006/relationships/image" Target="../media/image17.png"/><Relationship Id="rId10" Type="http://schemas.openxmlformats.org/officeDocument/2006/relationships/image" Target="../media/image12.png"/><Relationship Id="rId19" Type="http://schemas.openxmlformats.org/officeDocument/2006/relationships/image" Target="../media/image21.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4.xml"/><Relationship Id="rId4" Type="http://schemas.openxmlformats.org/officeDocument/2006/relationships/image" Target="../media/image2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notesSlide" Target="../notesSlides/notesSlide13.xml"/><Relationship Id="rId1" Type="http://schemas.openxmlformats.org/officeDocument/2006/relationships/slideLayout" Target="../slideLayouts/slideLayout13.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29"/>
        <p:cNvGrpSpPr/>
        <p:nvPr/>
      </p:nvGrpSpPr>
      <p:grpSpPr>
        <a:xfrm>
          <a:off x="0" y="0"/>
          <a:ext cx="0" cy="0"/>
          <a:chOff x="0" y="0"/>
          <a:chExt cx="0" cy="0"/>
        </a:xfrm>
      </p:grpSpPr>
      <p:sp>
        <p:nvSpPr>
          <p:cNvPr id="430" name="Google Shape;430;p75"/>
          <p:cNvSpPr txBox="1">
            <a:spLocks noGrp="1"/>
          </p:cNvSpPr>
          <p:nvPr>
            <p:ph type="ctrTitle"/>
          </p:nvPr>
        </p:nvSpPr>
        <p:spPr>
          <a:xfrm>
            <a:off x="457199" y="457199"/>
            <a:ext cx="6391800" cy="1467300"/>
          </a:xfrm>
          <a:prstGeom prst="rect">
            <a:avLst/>
          </a:prstGeom>
          <a:noFill/>
          <a:ln>
            <a:noFill/>
          </a:ln>
        </p:spPr>
        <p:txBody>
          <a:bodyPr spcFirstLastPara="1" vert="horz" wrap="square" lIns="0" tIns="0" rIns="0" bIns="0" rtlCol="0" anchor="t" anchorCtr="0">
            <a:normAutofit/>
          </a:bodyPr>
          <a:lstStyle/>
          <a:p>
            <a:pPr defTabSz="342900">
              <a:spcBef>
                <a:spcPct val="0"/>
              </a:spcBef>
              <a:buClr>
                <a:schemeClr val="dk1"/>
              </a:buClr>
              <a:buSzPts val="2400"/>
            </a:pPr>
            <a:r>
              <a:rPr lang="en-US" sz="4800" kern="1200" dirty="0" smtClean="0">
                <a:solidFill>
                  <a:schemeClr val="tx2"/>
                </a:solidFill>
                <a:latin typeface="NeueHaasGroteskDisp Std" panose="020B0504020202020204" pitchFamily="34" charset="0"/>
                <a:ea typeface="+mj-ea"/>
                <a:cs typeface="+mj-cs"/>
              </a:rPr>
              <a:t>Verizon.ai </a:t>
            </a:r>
            <a:r>
              <a:rPr lang="en-US" sz="4800" kern="1200" dirty="0">
                <a:solidFill>
                  <a:schemeClr val="tx2"/>
                </a:solidFill>
                <a:latin typeface="NeueHaasGroteskDisp Std" panose="020B0504020202020204" pitchFamily="34" charset="0"/>
                <a:ea typeface="+mj-ea"/>
                <a:cs typeface="+mj-cs"/>
              </a:rPr>
              <a:t/>
            </a:r>
            <a:br>
              <a:rPr lang="en-US" sz="4800" kern="1200" dirty="0">
                <a:solidFill>
                  <a:schemeClr val="tx2"/>
                </a:solidFill>
                <a:latin typeface="NeueHaasGroteskDisp Std" panose="020B0504020202020204" pitchFamily="34" charset="0"/>
                <a:ea typeface="+mj-ea"/>
                <a:cs typeface="+mj-cs"/>
              </a:rPr>
            </a:br>
            <a:endParaRPr sz="4800" kern="1200" dirty="0">
              <a:solidFill>
                <a:schemeClr val="tx2"/>
              </a:solidFill>
              <a:latin typeface="NeueHaasGroteskDisp Std" panose="020B0504020202020204" pitchFamily="34" charset="0"/>
              <a:ea typeface="+mj-ea"/>
              <a:cs typeface="+mj-cs"/>
            </a:endParaRPr>
          </a:p>
        </p:txBody>
      </p:sp>
      <p:sp>
        <p:nvSpPr>
          <p:cNvPr id="431" name="Google Shape;431;p75"/>
          <p:cNvSpPr txBox="1"/>
          <p:nvPr/>
        </p:nvSpPr>
        <p:spPr>
          <a:xfrm>
            <a:off x="457199" y="3084397"/>
            <a:ext cx="4016100" cy="584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3200" b="0" i="0" u="none" strike="noStrike" cap="none" dirty="0" smtClean="0">
                <a:solidFill>
                  <a:schemeClr val="lt1"/>
                </a:solidFill>
                <a:latin typeface="NeueHaasGroteskDisp Std" panose="020B0504020202020204" pitchFamily="34" charset="0"/>
                <a:sym typeface="Arial"/>
              </a:rPr>
              <a:t>Architecture Review</a:t>
            </a:r>
            <a:endParaRPr sz="3200" dirty="0">
              <a:solidFill>
                <a:schemeClr val="lt1"/>
              </a:solidFill>
              <a:latin typeface="NeueHaasGroteskDisp Std" panose="020B0504020202020204" pitchFamily="34" charset="0"/>
              <a:sym typeface="Arial"/>
            </a:endParaRPr>
          </a:p>
        </p:txBody>
      </p:sp>
      <p:sp>
        <p:nvSpPr>
          <p:cNvPr id="432" name="Google Shape;432;p75"/>
          <p:cNvSpPr/>
          <p:nvPr/>
        </p:nvSpPr>
        <p:spPr>
          <a:xfrm>
            <a:off x="5865536" y="2065544"/>
            <a:ext cx="2408400" cy="2408400"/>
          </a:xfrm>
          <a:prstGeom prst="ellipse">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grpSp>
        <p:nvGrpSpPr>
          <p:cNvPr id="433" name="Google Shape;433;p75"/>
          <p:cNvGrpSpPr/>
          <p:nvPr/>
        </p:nvGrpSpPr>
        <p:grpSpPr>
          <a:xfrm>
            <a:off x="6453831" y="2567044"/>
            <a:ext cx="1231873" cy="1405426"/>
            <a:chOff x="4845051" y="2496804"/>
            <a:chExt cx="574675" cy="655638"/>
          </a:xfrm>
        </p:grpSpPr>
        <p:sp>
          <p:nvSpPr>
            <p:cNvPr id="434" name="Google Shape;434;p75"/>
            <p:cNvSpPr/>
            <p:nvPr/>
          </p:nvSpPr>
          <p:spPr>
            <a:xfrm>
              <a:off x="4946651" y="2595229"/>
              <a:ext cx="366713" cy="420688"/>
            </a:xfrm>
            <a:custGeom>
              <a:avLst/>
              <a:gdLst/>
              <a:ahLst/>
              <a:cxnLst/>
              <a:rect l="l" t="t" r="r" b="b"/>
              <a:pathLst>
                <a:path w="1301" h="1495" extrusionOk="0">
                  <a:moveTo>
                    <a:pt x="650" y="10"/>
                  </a:moveTo>
                  <a:cubicBezTo>
                    <a:pt x="293" y="0"/>
                    <a:pt x="0" y="297"/>
                    <a:pt x="0" y="665"/>
                  </a:cubicBezTo>
                  <a:cubicBezTo>
                    <a:pt x="0" y="854"/>
                    <a:pt x="77" y="1024"/>
                    <a:pt x="201" y="1144"/>
                  </a:cubicBezTo>
                  <a:cubicBezTo>
                    <a:pt x="311" y="1249"/>
                    <a:pt x="409" y="1341"/>
                    <a:pt x="409" y="1495"/>
                  </a:cubicBezTo>
                  <a:cubicBezTo>
                    <a:pt x="892" y="1495"/>
                    <a:pt x="892" y="1495"/>
                    <a:pt x="892" y="1495"/>
                  </a:cubicBezTo>
                  <a:cubicBezTo>
                    <a:pt x="892" y="1341"/>
                    <a:pt x="990" y="1249"/>
                    <a:pt x="1099" y="1144"/>
                  </a:cubicBezTo>
                  <a:cubicBezTo>
                    <a:pt x="1223" y="1024"/>
                    <a:pt x="1301" y="854"/>
                    <a:pt x="1301" y="665"/>
                  </a:cubicBezTo>
                  <a:cubicBezTo>
                    <a:pt x="1301" y="297"/>
                    <a:pt x="1008" y="0"/>
                    <a:pt x="650" y="10"/>
                  </a:cubicBezTo>
                  <a:close/>
                </a:path>
              </a:pathLst>
            </a:custGeom>
            <a:solidFill>
              <a:srgbClr val="FFFFFF"/>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FFFFFF"/>
                </a:solidFill>
                <a:latin typeface="Arial"/>
                <a:ea typeface="Arial"/>
                <a:cs typeface="Arial"/>
                <a:sym typeface="Arial"/>
              </a:endParaRPr>
            </a:p>
          </p:txBody>
        </p:sp>
        <p:sp>
          <p:nvSpPr>
            <p:cNvPr id="435" name="Google Shape;435;p75"/>
            <p:cNvSpPr/>
            <p:nvPr/>
          </p:nvSpPr>
          <p:spPr>
            <a:xfrm>
              <a:off x="4946651" y="2595229"/>
              <a:ext cx="366713" cy="420688"/>
            </a:xfrm>
            <a:custGeom>
              <a:avLst/>
              <a:gdLst/>
              <a:ahLst/>
              <a:cxnLst/>
              <a:rect l="l" t="t" r="r" b="b"/>
              <a:pathLst>
                <a:path w="1301" h="1495" extrusionOk="0">
                  <a:moveTo>
                    <a:pt x="892" y="1495"/>
                  </a:moveTo>
                  <a:cubicBezTo>
                    <a:pt x="892" y="1341"/>
                    <a:pt x="990" y="1249"/>
                    <a:pt x="1099" y="1144"/>
                  </a:cubicBezTo>
                  <a:cubicBezTo>
                    <a:pt x="1223" y="1024"/>
                    <a:pt x="1301" y="854"/>
                    <a:pt x="1301" y="665"/>
                  </a:cubicBezTo>
                  <a:cubicBezTo>
                    <a:pt x="1301" y="297"/>
                    <a:pt x="1008" y="0"/>
                    <a:pt x="650" y="10"/>
                  </a:cubicBezTo>
                  <a:cubicBezTo>
                    <a:pt x="293" y="0"/>
                    <a:pt x="0" y="297"/>
                    <a:pt x="0" y="665"/>
                  </a:cubicBezTo>
                  <a:cubicBezTo>
                    <a:pt x="0" y="854"/>
                    <a:pt x="77" y="1024"/>
                    <a:pt x="201" y="1144"/>
                  </a:cubicBezTo>
                  <a:cubicBezTo>
                    <a:pt x="311" y="1249"/>
                    <a:pt x="409" y="1341"/>
                    <a:pt x="409" y="1495"/>
                  </a:cubicBezTo>
                </a:path>
              </a:pathLst>
            </a:custGeom>
            <a:noFill/>
            <a:ln w="9525" cap="flat" cmpd="sng">
              <a:solidFill>
                <a:srgbClr val="FFFFFF"/>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FFFFFF"/>
                </a:solidFill>
                <a:latin typeface="Arial"/>
                <a:ea typeface="Arial"/>
                <a:cs typeface="Arial"/>
                <a:sym typeface="Arial"/>
              </a:endParaRPr>
            </a:p>
          </p:txBody>
        </p:sp>
        <p:sp>
          <p:nvSpPr>
            <p:cNvPr id="436" name="Google Shape;436;p75"/>
            <p:cNvSpPr/>
            <p:nvPr/>
          </p:nvSpPr>
          <p:spPr>
            <a:xfrm>
              <a:off x="4999038" y="2649204"/>
              <a:ext cx="261938" cy="261938"/>
            </a:xfrm>
            <a:custGeom>
              <a:avLst/>
              <a:gdLst/>
              <a:ahLst/>
              <a:cxnLst/>
              <a:rect l="l" t="t" r="r" b="b"/>
              <a:pathLst>
                <a:path w="929" h="930" extrusionOk="0">
                  <a:moveTo>
                    <a:pt x="929" y="558"/>
                  </a:moveTo>
                  <a:cubicBezTo>
                    <a:pt x="929" y="372"/>
                    <a:pt x="929" y="372"/>
                    <a:pt x="929" y="372"/>
                  </a:cubicBezTo>
                  <a:cubicBezTo>
                    <a:pt x="805" y="372"/>
                    <a:pt x="805" y="372"/>
                    <a:pt x="805" y="372"/>
                  </a:cubicBezTo>
                  <a:cubicBezTo>
                    <a:pt x="797" y="335"/>
                    <a:pt x="786" y="315"/>
                    <a:pt x="771" y="289"/>
                  </a:cubicBezTo>
                  <a:cubicBezTo>
                    <a:pt x="859" y="201"/>
                    <a:pt x="859" y="201"/>
                    <a:pt x="859" y="201"/>
                  </a:cubicBezTo>
                  <a:cubicBezTo>
                    <a:pt x="727" y="69"/>
                    <a:pt x="727" y="69"/>
                    <a:pt x="727" y="69"/>
                  </a:cubicBezTo>
                  <a:cubicBezTo>
                    <a:pt x="640" y="157"/>
                    <a:pt x="640" y="157"/>
                    <a:pt x="640" y="157"/>
                  </a:cubicBezTo>
                  <a:cubicBezTo>
                    <a:pt x="614" y="142"/>
                    <a:pt x="586" y="130"/>
                    <a:pt x="557" y="123"/>
                  </a:cubicBezTo>
                  <a:cubicBezTo>
                    <a:pt x="557" y="0"/>
                    <a:pt x="557" y="0"/>
                    <a:pt x="557" y="0"/>
                  </a:cubicBezTo>
                  <a:cubicBezTo>
                    <a:pt x="371" y="0"/>
                    <a:pt x="371" y="0"/>
                    <a:pt x="371" y="0"/>
                  </a:cubicBezTo>
                  <a:cubicBezTo>
                    <a:pt x="371" y="123"/>
                    <a:pt x="371" y="123"/>
                    <a:pt x="371" y="123"/>
                  </a:cubicBezTo>
                  <a:cubicBezTo>
                    <a:pt x="342" y="130"/>
                    <a:pt x="315" y="142"/>
                    <a:pt x="289" y="156"/>
                  </a:cubicBezTo>
                  <a:cubicBezTo>
                    <a:pt x="201" y="69"/>
                    <a:pt x="201" y="69"/>
                    <a:pt x="201" y="69"/>
                  </a:cubicBezTo>
                  <a:cubicBezTo>
                    <a:pt x="70" y="200"/>
                    <a:pt x="70" y="200"/>
                    <a:pt x="70" y="200"/>
                  </a:cubicBezTo>
                  <a:cubicBezTo>
                    <a:pt x="158" y="289"/>
                    <a:pt x="158" y="289"/>
                    <a:pt x="158" y="289"/>
                  </a:cubicBezTo>
                  <a:cubicBezTo>
                    <a:pt x="143" y="315"/>
                    <a:pt x="132" y="335"/>
                    <a:pt x="124" y="372"/>
                  </a:cubicBezTo>
                  <a:cubicBezTo>
                    <a:pt x="0" y="372"/>
                    <a:pt x="0" y="372"/>
                    <a:pt x="0" y="372"/>
                  </a:cubicBezTo>
                  <a:cubicBezTo>
                    <a:pt x="0" y="558"/>
                    <a:pt x="0" y="558"/>
                    <a:pt x="0" y="558"/>
                  </a:cubicBezTo>
                  <a:cubicBezTo>
                    <a:pt x="124" y="558"/>
                    <a:pt x="124" y="558"/>
                    <a:pt x="124" y="558"/>
                  </a:cubicBezTo>
                  <a:cubicBezTo>
                    <a:pt x="132" y="595"/>
                    <a:pt x="143" y="614"/>
                    <a:pt x="158" y="639"/>
                  </a:cubicBezTo>
                  <a:cubicBezTo>
                    <a:pt x="70" y="727"/>
                    <a:pt x="70" y="727"/>
                    <a:pt x="70" y="727"/>
                  </a:cubicBezTo>
                  <a:cubicBezTo>
                    <a:pt x="201" y="858"/>
                    <a:pt x="201" y="858"/>
                    <a:pt x="201" y="858"/>
                  </a:cubicBezTo>
                  <a:cubicBezTo>
                    <a:pt x="289" y="770"/>
                    <a:pt x="289" y="770"/>
                    <a:pt x="289" y="770"/>
                  </a:cubicBezTo>
                  <a:cubicBezTo>
                    <a:pt x="315" y="784"/>
                    <a:pt x="342" y="796"/>
                    <a:pt x="371" y="804"/>
                  </a:cubicBezTo>
                  <a:cubicBezTo>
                    <a:pt x="371" y="930"/>
                    <a:pt x="371" y="930"/>
                    <a:pt x="371" y="930"/>
                  </a:cubicBezTo>
                  <a:cubicBezTo>
                    <a:pt x="557" y="930"/>
                    <a:pt x="557" y="930"/>
                    <a:pt x="557" y="930"/>
                  </a:cubicBezTo>
                  <a:cubicBezTo>
                    <a:pt x="557" y="804"/>
                    <a:pt x="557" y="804"/>
                    <a:pt x="557" y="804"/>
                  </a:cubicBezTo>
                  <a:cubicBezTo>
                    <a:pt x="586" y="796"/>
                    <a:pt x="614" y="784"/>
                    <a:pt x="640" y="770"/>
                  </a:cubicBezTo>
                  <a:cubicBezTo>
                    <a:pt x="727" y="858"/>
                    <a:pt x="727" y="858"/>
                    <a:pt x="727" y="858"/>
                  </a:cubicBezTo>
                  <a:cubicBezTo>
                    <a:pt x="859" y="726"/>
                    <a:pt x="859" y="726"/>
                    <a:pt x="859" y="726"/>
                  </a:cubicBezTo>
                  <a:cubicBezTo>
                    <a:pt x="771" y="639"/>
                    <a:pt x="771" y="639"/>
                    <a:pt x="771" y="639"/>
                  </a:cubicBezTo>
                  <a:cubicBezTo>
                    <a:pt x="786" y="614"/>
                    <a:pt x="797" y="595"/>
                    <a:pt x="805" y="558"/>
                  </a:cubicBezTo>
                  <a:lnTo>
                    <a:pt x="929" y="558"/>
                  </a:lnTo>
                  <a:close/>
                </a:path>
              </a:pathLst>
            </a:custGeom>
            <a:solidFill>
              <a:srgbClr val="D52B1E"/>
            </a:solidFill>
            <a:ln w="9525" cap="flat" cmpd="sng">
              <a:solidFill>
                <a:srgbClr val="FFFFFF"/>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FFFFFF"/>
                </a:solidFill>
                <a:latin typeface="Arial"/>
                <a:ea typeface="Arial"/>
                <a:cs typeface="Arial"/>
                <a:sym typeface="Arial"/>
              </a:endParaRPr>
            </a:p>
          </p:txBody>
        </p:sp>
        <p:sp>
          <p:nvSpPr>
            <p:cNvPr id="437" name="Google Shape;437;p75"/>
            <p:cNvSpPr/>
            <p:nvPr/>
          </p:nvSpPr>
          <p:spPr>
            <a:xfrm>
              <a:off x="5092701" y="2742866"/>
              <a:ext cx="74613" cy="74613"/>
            </a:xfrm>
            <a:prstGeom prst="ellipse">
              <a:avLst/>
            </a:prstGeom>
            <a:solidFill>
              <a:srgbClr val="FFFFFF"/>
            </a:solidFill>
            <a:ln w="9525" cap="flat" cmpd="sng">
              <a:solidFill>
                <a:srgbClr val="FFFFFF"/>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FFFFFF"/>
                </a:solidFill>
                <a:latin typeface="Arial"/>
                <a:ea typeface="Arial"/>
                <a:cs typeface="Arial"/>
                <a:sym typeface="Arial"/>
              </a:endParaRPr>
            </a:p>
          </p:txBody>
        </p:sp>
        <p:sp>
          <p:nvSpPr>
            <p:cNvPr id="438" name="Google Shape;438;p75"/>
            <p:cNvSpPr/>
            <p:nvPr/>
          </p:nvSpPr>
          <p:spPr>
            <a:xfrm>
              <a:off x="5072063" y="3131804"/>
              <a:ext cx="115888" cy="20638"/>
            </a:xfrm>
            <a:custGeom>
              <a:avLst/>
              <a:gdLst/>
              <a:ahLst/>
              <a:cxnLst/>
              <a:rect l="l" t="t" r="r" b="b"/>
              <a:pathLst>
                <a:path w="73" h="13" extrusionOk="0">
                  <a:moveTo>
                    <a:pt x="73" y="0"/>
                  </a:moveTo>
                  <a:lnTo>
                    <a:pt x="60" y="0"/>
                  </a:lnTo>
                  <a:lnTo>
                    <a:pt x="46" y="13"/>
                  </a:lnTo>
                  <a:lnTo>
                    <a:pt x="26" y="13"/>
                  </a:lnTo>
                  <a:lnTo>
                    <a:pt x="13" y="0"/>
                  </a:lnTo>
                  <a:lnTo>
                    <a:pt x="0" y="0"/>
                  </a:lnTo>
                </a:path>
              </a:pathLst>
            </a:custGeom>
            <a:noFill/>
            <a:ln w="9525" cap="flat" cmpd="sng">
              <a:solidFill>
                <a:srgbClr val="FFFFFF"/>
              </a:solidFill>
              <a:prstDash val="solid"/>
              <a:miter lim="800000"/>
              <a:headEnd type="none" w="med" len="med"/>
              <a:tailEnd type="none" w="med" len="med"/>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FFFFFF"/>
                </a:solidFill>
                <a:latin typeface="Arial"/>
                <a:ea typeface="Arial"/>
                <a:cs typeface="Arial"/>
                <a:sym typeface="Arial"/>
              </a:endParaRPr>
            </a:p>
          </p:txBody>
        </p:sp>
        <p:cxnSp>
          <p:nvCxnSpPr>
            <p:cNvPr id="439" name="Google Shape;439;p75"/>
            <p:cNvCxnSpPr/>
            <p:nvPr/>
          </p:nvCxnSpPr>
          <p:spPr>
            <a:xfrm>
              <a:off x="5051426" y="3047666"/>
              <a:ext cx="157163" cy="0"/>
            </a:xfrm>
            <a:prstGeom prst="straightConnector1">
              <a:avLst/>
            </a:prstGeom>
            <a:noFill/>
            <a:ln w="9525" cap="flat" cmpd="sng">
              <a:solidFill>
                <a:srgbClr val="FFFFFF"/>
              </a:solidFill>
              <a:prstDash val="solid"/>
              <a:miter lim="800000"/>
              <a:headEnd type="none" w="med" len="med"/>
              <a:tailEnd type="none" w="med" len="med"/>
            </a:ln>
          </p:spPr>
        </p:cxnSp>
        <p:cxnSp>
          <p:nvCxnSpPr>
            <p:cNvPr id="440" name="Google Shape;440;p75"/>
            <p:cNvCxnSpPr/>
            <p:nvPr/>
          </p:nvCxnSpPr>
          <p:spPr>
            <a:xfrm>
              <a:off x="5051426" y="3090529"/>
              <a:ext cx="157163" cy="0"/>
            </a:xfrm>
            <a:prstGeom prst="straightConnector1">
              <a:avLst/>
            </a:prstGeom>
            <a:noFill/>
            <a:ln w="9525" cap="flat" cmpd="sng">
              <a:solidFill>
                <a:srgbClr val="FFFFFF"/>
              </a:solidFill>
              <a:prstDash val="solid"/>
              <a:miter lim="800000"/>
              <a:headEnd type="none" w="med" len="med"/>
              <a:tailEnd type="none" w="med" len="med"/>
            </a:ln>
          </p:spPr>
        </p:cxnSp>
        <p:cxnSp>
          <p:nvCxnSpPr>
            <p:cNvPr id="441" name="Google Shape;441;p75"/>
            <p:cNvCxnSpPr/>
            <p:nvPr/>
          </p:nvCxnSpPr>
          <p:spPr>
            <a:xfrm rot="10800000" flipH="1">
              <a:off x="4845051" y="2842879"/>
              <a:ext cx="66675" cy="17463"/>
            </a:xfrm>
            <a:prstGeom prst="straightConnector1">
              <a:avLst/>
            </a:prstGeom>
            <a:noFill/>
            <a:ln w="9525" cap="flat" cmpd="sng">
              <a:solidFill>
                <a:srgbClr val="FFFFFF"/>
              </a:solidFill>
              <a:prstDash val="solid"/>
              <a:miter lim="800000"/>
              <a:headEnd type="none" w="med" len="med"/>
              <a:tailEnd type="none" w="med" len="med"/>
            </a:ln>
          </p:spPr>
        </p:cxnSp>
        <p:cxnSp>
          <p:nvCxnSpPr>
            <p:cNvPr id="442" name="Google Shape;442;p75"/>
            <p:cNvCxnSpPr/>
            <p:nvPr/>
          </p:nvCxnSpPr>
          <p:spPr>
            <a:xfrm rot="10800000" flipH="1">
              <a:off x="4921251" y="2946066"/>
              <a:ext cx="49213" cy="49213"/>
            </a:xfrm>
            <a:prstGeom prst="straightConnector1">
              <a:avLst/>
            </a:prstGeom>
            <a:noFill/>
            <a:ln w="9525" cap="flat" cmpd="sng">
              <a:solidFill>
                <a:srgbClr val="FFFFFF"/>
              </a:solidFill>
              <a:prstDash val="solid"/>
              <a:miter lim="800000"/>
              <a:headEnd type="none" w="med" len="med"/>
              <a:tailEnd type="none" w="med" len="med"/>
            </a:ln>
          </p:spPr>
        </p:cxnSp>
        <p:cxnSp>
          <p:nvCxnSpPr>
            <p:cNvPr id="443" name="Google Shape;443;p75"/>
            <p:cNvCxnSpPr/>
            <p:nvPr/>
          </p:nvCxnSpPr>
          <p:spPr>
            <a:xfrm>
              <a:off x="5054601" y="2496804"/>
              <a:ext cx="19050" cy="66675"/>
            </a:xfrm>
            <a:prstGeom prst="straightConnector1">
              <a:avLst/>
            </a:prstGeom>
            <a:noFill/>
            <a:ln w="9525" cap="flat" cmpd="sng">
              <a:solidFill>
                <a:srgbClr val="FFFFFF"/>
              </a:solidFill>
              <a:prstDash val="solid"/>
              <a:miter lim="800000"/>
              <a:headEnd type="none" w="med" len="med"/>
              <a:tailEnd type="none" w="med" len="med"/>
            </a:ln>
          </p:spPr>
        </p:cxnSp>
        <p:cxnSp>
          <p:nvCxnSpPr>
            <p:cNvPr id="444" name="Google Shape;444;p75"/>
            <p:cNvCxnSpPr/>
            <p:nvPr/>
          </p:nvCxnSpPr>
          <p:spPr>
            <a:xfrm>
              <a:off x="4921251" y="2573004"/>
              <a:ext cx="49213" cy="49213"/>
            </a:xfrm>
            <a:prstGeom prst="straightConnector1">
              <a:avLst/>
            </a:prstGeom>
            <a:noFill/>
            <a:ln w="9525" cap="flat" cmpd="sng">
              <a:solidFill>
                <a:srgbClr val="FFFFFF"/>
              </a:solidFill>
              <a:prstDash val="solid"/>
              <a:miter lim="800000"/>
              <a:headEnd type="none" w="med" len="med"/>
              <a:tailEnd type="none" w="med" len="med"/>
            </a:ln>
          </p:spPr>
        </p:cxnSp>
        <p:cxnSp>
          <p:nvCxnSpPr>
            <p:cNvPr id="445" name="Google Shape;445;p75"/>
            <p:cNvCxnSpPr/>
            <p:nvPr/>
          </p:nvCxnSpPr>
          <p:spPr>
            <a:xfrm>
              <a:off x="4845051" y="2707941"/>
              <a:ext cx="66675" cy="17463"/>
            </a:xfrm>
            <a:prstGeom prst="straightConnector1">
              <a:avLst/>
            </a:prstGeom>
            <a:noFill/>
            <a:ln w="9525" cap="flat" cmpd="sng">
              <a:solidFill>
                <a:srgbClr val="FFFFFF"/>
              </a:solidFill>
              <a:prstDash val="solid"/>
              <a:miter lim="800000"/>
              <a:headEnd type="none" w="med" len="med"/>
              <a:tailEnd type="none" w="med" len="med"/>
            </a:ln>
          </p:spPr>
        </p:cxnSp>
        <p:cxnSp>
          <p:nvCxnSpPr>
            <p:cNvPr id="446" name="Google Shape;446;p75"/>
            <p:cNvCxnSpPr/>
            <p:nvPr/>
          </p:nvCxnSpPr>
          <p:spPr>
            <a:xfrm flipH="1">
              <a:off x="5353051" y="2707941"/>
              <a:ext cx="66675" cy="17463"/>
            </a:xfrm>
            <a:prstGeom prst="straightConnector1">
              <a:avLst/>
            </a:prstGeom>
            <a:noFill/>
            <a:ln w="9525" cap="flat" cmpd="sng">
              <a:solidFill>
                <a:srgbClr val="FFFFFF"/>
              </a:solidFill>
              <a:prstDash val="solid"/>
              <a:miter lim="800000"/>
              <a:headEnd type="none" w="med" len="med"/>
              <a:tailEnd type="none" w="med" len="med"/>
            </a:ln>
          </p:spPr>
        </p:cxnSp>
        <p:cxnSp>
          <p:nvCxnSpPr>
            <p:cNvPr id="447" name="Google Shape;447;p75"/>
            <p:cNvCxnSpPr/>
            <p:nvPr/>
          </p:nvCxnSpPr>
          <p:spPr>
            <a:xfrm rot="10800000">
              <a:off x="5353051" y="2842879"/>
              <a:ext cx="66675" cy="17463"/>
            </a:xfrm>
            <a:prstGeom prst="straightConnector1">
              <a:avLst/>
            </a:prstGeom>
            <a:noFill/>
            <a:ln w="9525" cap="flat" cmpd="sng">
              <a:solidFill>
                <a:srgbClr val="FFFFFF"/>
              </a:solidFill>
              <a:prstDash val="solid"/>
              <a:miter lim="800000"/>
              <a:headEnd type="none" w="med" len="med"/>
              <a:tailEnd type="none" w="med" len="med"/>
            </a:ln>
          </p:spPr>
        </p:cxnSp>
        <p:cxnSp>
          <p:nvCxnSpPr>
            <p:cNvPr id="448" name="Google Shape;448;p75"/>
            <p:cNvCxnSpPr/>
            <p:nvPr/>
          </p:nvCxnSpPr>
          <p:spPr>
            <a:xfrm rot="10800000">
              <a:off x="5294313" y="2946066"/>
              <a:ext cx="47625" cy="49213"/>
            </a:xfrm>
            <a:prstGeom prst="straightConnector1">
              <a:avLst/>
            </a:prstGeom>
            <a:noFill/>
            <a:ln w="9525" cap="flat" cmpd="sng">
              <a:solidFill>
                <a:srgbClr val="FFFFFF"/>
              </a:solidFill>
              <a:prstDash val="solid"/>
              <a:miter lim="800000"/>
              <a:headEnd type="none" w="med" len="med"/>
              <a:tailEnd type="none" w="med" len="med"/>
            </a:ln>
          </p:spPr>
        </p:cxnSp>
        <p:cxnSp>
          <p:nvCxnSpPr>
            <p:cNvPr id="449" name="Google Shape;449;p75"/>
            <p:cNvCxnSpPr/>
            <p:nvPr/>
          </p:nvCxnSpPr>
          <p:spPr>
            <a:xfrm flipH="1">
              <a:off x="5191126" y="2496804"/>
              <a:ext cx="17463" cy="66675"/>
            </a:xfrm>
            <a:prstGeom prst="straightConnector1">
              <a:avLst/>
            </a:prstGeom>
            <a:noFill/>
            <a:ln w="9525" cap="flat" cmpd="sng">
              <a:solidFill>
                <a:srgbClr val="FFFFFF"/>
              </a:solidFill>
              <a:prstDash val="solid"/>
              <a:miter lim="800000"/>
              <a:headEnd type="none" w="med" len="med"/>
              <a:tailEnd type="none" w="med" len="med"/>
            </a:ln>
          </p:spPr>
        </p:cxnSp>
        <p:cxnSp>
          <p:nvCxnSpPr>
            <p:cNvPr id="450" name="Google Shape;450;p75"/>
            <p:cNvCxnSpPr/>
            <p:nvPr/>
          </p:nvCxnSpPr>
          <p:spPr>
            <a:xfrm flipH="1">
              <a:off x="5294313" y="2573004"/>
              <a:ext cx="47625" cy="49213"/>
            </a:xfrm>
            <a:prstGeom prst="straightConnector1">
              <a:avLst/>
            </a:prstGeom>
            <a:noFill/>
            <a:ln w="9525" cap="flat" cmpd="sng">
              <a:solidFill>
                <a:srgbClr val="FFFFFF"/>
              </a:solidFill>
              <a:prstDash val="solid"/>
              <a:miter lim="800000"/>
              <a:headEnd type="none" w="med" len="med"/>
              <a:tailEnd type="none" w="med" len="med"/>
            </a:ln>
          </p:spPr>
        </p:cxnSp>
      </p:grpSp>
      <p:sp>
        <p:nvSpPr>
          <p:cNvPr id="23" name="Title 1">
            <a:extLst>
              <a:ext uri="{FF2B5EF4-FFF2-40B4-BE49-F238E27FC236}">
                <a16:creationId xmlns="" xmlns:a16="http://schemas.microsoft.com/office/drawing/2014/main" id="{DB6366C2-EF24-6A49-AD1D-16D6EB1FB3E1}"/>
              </a:ext>
            </a:extLst>
          </p:cNvPr>
          <p:cNvSpPr txBox="1">
            <a:spLocks/>
          </p:cNvSpPr>
          <p:nvPr/>
        </p:nvSpPr>
        <p:spPr>
          <a:xfrm>
            <a:off x="457199" y="457199"/>
            <a:ext cx="6391836" cy="1467135"/>
          </a:xfrm>
          <a:prstGeom prst="rect">
            <a:avLst/>
          </a:prstGeom>
          <a:noFill/>
          <a:ln>
            <a:noFill/>
          </a:ln>
        </p:spPr>
        <p:txBody>
          <a:bodyPr spcFirstLastPara="1" wrap="square" lIns="91425" tIns="91425" rIns="91425" bIns="91425" anchor="t" anchorCtr="0">
            <a:noAutofit/>
          </a:bodyPr>
          <a:lstStyle>
            <a:lvl1pPr marR="0" lvl="0" algn="l" defTabSz="342900" rtl="0" eaLnBrk="1" latinLnBrk="0" hangingPunct="1">
              <a:lnSpc>
                <a:spcPct val="80000"/>
              </a:lnSpc>
              <a:spcBef>
                <a:spcPts val="0"/>
              </a:spcBef>
              <a:spcAft>
                <a:spcPts val="0"/>
              </a:spcAft>
              <a:buClr>
                <a:schemeClr val="lt1"/>
              </a:buClr>
              <a:buSzPts val="3000"/>
              <a:buFont typeface="Arial"/>
              <a:buNone/>
              <a:defRPr sz="3000" b="1" i="0" u="none" strike="noStrike" kern="1200" cap="none">
                <a:solidFill>
                  <a:schemeClr val="lt1"/>
                </a:solidFill>
                <a:uFillTx/>
                <a:latin typeface="Arial"/>
                <a:ea typeface="Arial"/>
                <a:cs typeface="Arial"/>
                <a:sym typeface="Arial"/>
              </a:defRPr>
            </a:lvl1pPr>
            <a:lvl2pPr lvl="1" rtl="0">
              <a:spcBef>
                <a:spcPts val="0"/>
              </a:spcBef>
              <a:spcAft>
                <a:spcPts val="0"/>
              </a:spcAft>
              <a:buSzPts val="1800"/>
              <a:buFont typeface="Arial"/>
              <a:buNone/>
              <a:defRPr sz="1800"/>
            </a:lvl2pPr>
            <a:lvl3pPr lvl="2" rtl="0">
              <a:spcBef>
                <a:spcPts val="0"/>
              </a:spcBef>
              <a:spcAft>
                <a:spcPts val="0"/>
              </a:spcAft>
              <a:buSzPts val="1800"/>
              <a:buFont typeface="Arial"/>
              <a:buNone/>
              <a:defRPr sz="1800"/>
            </a:lvl3pPr>
            <a:lvl4pPr lvl="3" rtl="0">
              <a:spcBef>
                <a:spcPts val="0"/>
              </a:spcBef>
              <a:spcAft>
                <a:spcPts val="0"/>
              </a:spcAft>
              <a:buSzPts val="1800"/>
              <a:buFont typeface="Arial"/>
              <a:buNone/>
              <a:defRPr sz="1800"/>
            </a:lvl4pPr>
            <a:lvl5pPr lvl="4" rtl="0">
              <a:spcBef>
                <a:spcPts val="0"/>
              </a:spcBef>
              <a:spcAft>
                <a:spcPts val="0"/>
              </a:spcAft>
              <a:buSzPts val="1800"/>
              <a:buFont typeface="Arial"/>
              <a:buNone/>
              <a:defRPr sz="1800"/>
            </a:lvl5pPr>
            <a:lvl6pPr lvl="5" rtl="0">
              <a:spcBef>
                <a:spcPts val="0"/>
              </a:spcBef>
              <a:spcAft>
                <a:spcPts val="0"/>
              </a:spcAft>
              <a:buSzPts val="1800"/>
              <a:buFont typeface="Arial"/>
              <a:buNone/>
              <a:defRPr sz="1800"/>
            </a:lvl6pPr>
            <a:lvl7pPr lvl="6" rtl="0">
              <a:spcBef>
                <a:spcPts val="0"/>
              </a:spcBef>
              <a:spcAft>
                <a:spcPts val="0"/>
              </a:spcAft>
              <a:buSzPts val="1800"/>
              <a:buFont typeface="Arial"/>
              <a:buNone/>
              <a:defRPr sz="1800"/>
            </a:lvl7pPr>
            <a:lvl8pPr lvl="7" rtl="0">
              <a:spcBef>
                <a:spcPts val="0"/>
              </a:spcBef>
              <a:spcAft>
                <a:spcPts val="0"/>
              </a:spcAft>
              <a:buSzPts val="1800"/>
              <a:buFont typeface="Arial"/>
              <a:buNone/>
              <a:defRPr sz="1800"/>
            </a:lvl8pPr>
            <a:lvl9pPr lvl="8" rtl="0">
              <a:spcBef>
                <a:spcPts val="0"/>
              </a:spcBef>
              <a:spcAft>
                <a:spcPts val="0"/>
              </a:spcAft>
              <a:buSzPts val="1800"/>
              <a:buFont typeface="Arial"/>
              <a:buNone/>
              <a:defRPr sz="1800"/>
            </a:lvl9pPr>
          </a:lstStyle>
          <a:p>
            <a:r>
              <a:rPr lang="en-US" sz="5400" smtClean="0">
                <a:latin typeface="NeueHaasGroteskDisp Std Md" panose="020B0604020202020204" pitchFamily="34" charset="0"/>
              </a:rPr>
              <a:t>Verizon.ai</a:t>
            </a:r>
            <a:br>
              <a:rPr lang="en-US" sz="5400" smtClean="0">
                <a:latin typeface="NeueHaasGroteskDisp Std Md" panose="020B0604020202020204" pitchFamily="34" charset="0"/>
              </a:rPr>
            </a:br>
            <a:endParaRPr lang="en-US" sz="5400" dirty="0">
              <a:latin typeface="NeueHaasGroteskDisp Std Md"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12D0507-9F86-7A45-BE8E-43760B9F92AA}" type="slidenum">
              <a:rPr lang="en-US" smtClean="0">
                <a:solidFill>
                  <a:srgbClr val="000000"/>
                </a:solidFill>
              </a:rPr>
              <a:pPr/>
              <a:t>2</a:t>
            </a:fld>
            <a:endParaRPr lang="en-US" dirty="0">
              <a:solidFill>
                <a:srgbClr val="000000"/>
              </a:solidFill>
            </a:endParaRPr>
          </a:p>
        </p:txBody>
      </p:sp>
      <p:sp>
        <p:nvSpPr>
          <p:cNvPr id="456" name="Google Shape;456;p76"/>
          <p:cNvSpPr txBox="1">
            <a:spLocks noGrp="1"/>
          </p:cNvSpPr>
          <p:nvPr>
            <p:ph type="title"/>
          </p:nvPr>
        </p:nvSpPr>
        <p:spPr>
          <a:xfrm>
            <a:off x="457200" y="434758"/>
            <a:ext cx="8229600" cy="514350"/>
          </a:xfrm>
          <a:prstGeom prst="rect">
            <a:avLst/>
          </a:prstGeom>
          <a:noFill/>
          <a:ln>
            <a:noFill/>
          </a:ln>
        </p:spPr>
        <p:txBody>
          <a:bodyPr spcFirstLastPara="1" vert="horz" wrap="square" lIns="0" tIns="0" rIns="0" bIns="0" rtlCol="0" anchor="t" anchorCtr="0">
            <a:normAutofit/>
          </a:bodyPr>
          <a:lstStyle/>
          <a:p>
            <a:pPr>
              <a:lnSpc>
                <a:spcPct val="80000"/>
              </a:lnSpc>
              <a:buClr>
                <a:schemeClr val="dk1"/>
              </a:buClr>
              <a:buSzPts val="2400"/>
              <a:buFont typeface="Arial"/>
            </a:pPr>
            <a:r>
              <a:rPr lang="en-US" sz="2400" dirty="0" smtClean="0">
                <a:solidFill>
                  <a:schemeClr val="tx1"/>
                </a:solidFill>
                <a:sym typeface="Arial"/>
              </a:rPr>
              <a:t>Verizon.ai Platform Goals - </a:t>
            </a:r>
            <a:r>
              <a:rPr lang="en" sz="2400" dirty="0">
                <a:solidFill>
                  <a:schemeClr val="dk1"/>
                </a:solidFill>
              </a:rPr>
              <a:t>Data To Insights</a:t>
            </a:r>
            <a:endParaRPr sz="2400" dirty="0">
              <a:solidFill>
                <a:schemeClr val="tx1"/>
              </a:solidFill>
              <a:sym typeface="Arial"/>
            </a:endParaRPr>
          </a:p>
        </p:txBody>
      </p:sp>
      <p:pic>
        <p:nvPicPr>
          <p:cNvPr id="158" name="Picture 157"/>
          <p:cNvPicPr>
            <a:picLocks noChangeAspect="1"/>
          </p:cNvPicPr>
          <p:nvPr/>
        </p:nvPicPr>
        <p:blipFill>
          <a:blip r:embed="rId3"/>
          <a:stretch>
            <a:fillRect/>
          </a:stretch>
        </p:blipFill>
        <p:spPr>
          <a:xfrm>
            <a:off x="3724803" y="1573891"/>
            <a:ext cx="417595" cy="776451"/>
          </a:xfrm>
          <a:prstGeom prst="rect">
            <a:avLst/>
          </a:prstGeom>
        </p:spPr>
      </p:pic>
      <p:pic>
        <p:nvPicPr>
          <p:cNvPr id="159" name="Picture 158"/>
          <p:cNvPicPr>
            <a:picLocks noChangeAspect="1"/>
          </p:cNvPicPr>
          <p:nvPr/>
        </p:nvPicPr>
        <p:blipFill>
          <a:blip r:embed="rId3"/>
          <a:stretch>
            <a:fillRect/>
          </a:stretch>
        </p:blipFill>
        <p:spPr>
          <a:xfrm>
            <a:off x="4214920" y="1573891"/>
            <a:ext cx="417595" cy="776451"/>
          </a:xfrm>
          <a:prstGeom prst="rect">
            <a:avLst/>
          </a:prstGeom>
        </p:spPr>
      </p:pic>
      <p:pic>
        <p:nvPicPr>
          <p:cNvPr id="160" name="Picture 159"/>
          <p:cNvPicPr>
            <a:picLocks noChangeAspect="1"/>
          </p:cNvPicPr>
          <p:nvPr/>
        </p:nvPicPr>
        <p:blipFill>
          <a:blip r:embed="rId3"/>
          <a:stretch>
            <a:fillRect/>
          </a:stretch>
        </p:blipFill>
        <p:spPr>
          <a:xfrm>
            <a:off x="4705457" y="1573891"/>
            <a:ext cx="417595" cy="776451"/>
          </a:xfrm>
          <a:prstGeom prst="rect">
            <a:avLst/>
          </a:prstGeom>
        </p:spPr>
      </p:pic>
      <p:pic>
        <p:nvPicPr>
          <p:cNvPr id="163" name="Picture 162"/>
          <p:cNvPicPr>
            <a:picLocks noChangeAspect="1"/>
          </p:cNvPicPr>
          <p:nvPr/>
        </p:nvPicPr>
        <p:blipFill>
          <a:blip r:embed="rId3"/>
          <a:stretch>
            <a:fillRect/>
          </a:stretch>
        </p:blipFill>
        <p:spPr>
          <a:xfrm>
            <a:off x="3724803" y="2409560"/>
            <a:ext cx="417595" cy="776451"/>
          </a:xfrm>
          <a:prstGeom prst="rect">
            <a:avLst/>
          </a:prstGeom>
        </p:spPr>
      </p:pic>
      <p:pic>
        <p:nvPicPr>
          <p:cNvPr id="164" name="Picture 163"/>
          <p:cNvPicPr>
            <a:picLocks noChangeAspect="1"/>
          </p:cNvPicPr>
          <p:nvPr/>
        </p:nvPicPr>
        <p:blipFill>
          <a:blip r:embed="rId3"/>
          <a:stretch>
            <a:fillRect/>
          </a:stretch>
        </p:blipFill>
        <p:spPr>
          <a:xfrm>
            <a:off x="4215130" y="2409560"/>
            <a:ext cx="417595" cy="776451"/>
          </a:xfrm>
          <a:prstGeom prst="rect">
            <a:avLst/>
          </a:prstGeom>
        </p:spPr>
      </p:pic>
      <p:pic>
        <p:nvPicPr>
          <p:cNvPr id="165" name="Picture 164"/>
          <p:cNvPicPr>
            <a:picLocks noChangeAspect="1"/>
          </p:cNvPicPr>
          <p:nvPr/>
        </p:nvPicPr>
        <p:blipFill>
          <a:blip r:embed="rId3"/>
          <a:stretch>
            <a:fillRect/>
          </a:stretch>
        </p:blipFill>
        <p:spPr>
          <a:xfrm>
            <a:off x="4705457" y="2409560"/>
            <a:ext cx="417595" cy="776451"/>
          </a:xfrm>
          <a:prstGeom prst="rect">
            <a:avLst/>
          </a:prstGeom>
        </p:spPr>
      </p:pic>
      <p:pic>
        <p:nvPicPr>
          <p:cNvPr id="168" name="Picture 167"/>
          <p:cNvPicPr>
            <a:picLocks noChangeAspect="1"/>
          </p:cNvPicPr>
          <p:nvPr/>
        </p:nvPicPr>
        <p:blipFill>
          <a:blip r:embed="rId3"/>
          <a:stretch>
            <a:fillRect/>
          </a:stretch>
        </p:blipFill>
        <p:spPr>
          <a:xfrm>
            <a:off x="3724803" y="3245231"/>
            <a:ext cx="417595" cy="776451"/>
          </a:xfrm>
          <a:prstGeom prst="rect">
            <a:avLst/>
          </a:prstGeom>
        </p:spPr>
      </p:pic>
      <p:pic>
        <p:nvPicPr>
          <p:cNvPr id="169" name="Picture 168"/>
          <p:cNvPicPr>
            <a:picLocks noChangeAspect="1"/>
          </p:cNvPicPr>
          <p:nvPr/>
        </p:nvPicPr>
        <p:blipFill>
          <a:blip r:embed="rId3"/>
          <a:stretch>
            <a:fillRect/>
          </a:stretch>
        </p:blipFill>
        <p:spPr>
          <a:xfrm>
            <a:off x="4215130" y="3245231"/>
            <a:ext cx="417595" cy="776451"/>
          </a:xfrm>
          <a:prstGeom prst="rect">
            <a:avLst/>
          </a:prstGeom>
        </p:spPr>
      </p:pic>
      <p:pic>
        <p:nvPicPr>
          <p:cNvPr id="170" name="Picture 169"/>
          <p:cNvPicPr>
            <a:picLocks noChangeAspect="1"/>
          </p:cNvPicPr>
          <p:nvPr/>
        </p:nvPicPr>
        <p:blipFill>
          <a:blip r:embed="rId3"/>
          <a:stretch>
            <a:fillRect/>
          </a:stretch>
        </p:blipFill>
        <p:spPr>
          <a:xfrm>
            <a:off x="4705457" y="3245231"/>
            <a:ext cx="417595" cy="776451"/>
          </a:xfrm>
          <a:prstGeom prst="rect">
            <a:avLst/>
          </a:prstGeom>
        </p:spPr>
      </p:pic>
      <p:pic>
        <p:nvPicPr>
          <p:cNvPr id="30" name="Picture 29"/>
          <p:cNvPicPr>
            <a:picLocks noChangeAspect="1"/>
          </p:cNvPicPr>
          <p:nvPr/>
        </p:nvPicPr>
        <p:blipFill>
          <a:blip r:embed="rId4"/>
          <a:stretch>
            <a:fillRect/>
          </a:stretch>
        </p:blipFill>
        <p:spPr>
          <a:xfrm>
            <a:off x="366626" y="1533008"/>
            <a:ext cx="2442409" cy="2466543"/>
          </a:xfrm>
          <a:prstGeom prst="rect">
            <a:avLst/>
          </a:prstGeom>
        </p:spPr>
      </p:pic>
      <p:sp>
        <p:nvSpPr>
          <p:cNvPr id="31" name="TextBox 30"/>
          <p:cNvSpPr txBox="1"/>
          <p:nvPr/>
        </p:nvSpPr>
        <p:spPr>
          <a:xfrm>
            <a:off x="992154" y="1012532"/>
            <a:ext cx="1191352" cy="338554"/>
          </a:xfrm>
          <a:prstGeom prst="rect">
            <a:avLst/>
          </a:prstGeom>
        </p:spPr>
        <p:txBody>
          <a:bodyPr wrap="none" rtlCol="0">
            <a:spAutoFit/>
          </a:bodyPr>
          <a:lstStyle/>
          <a:p>
            <a:r>
              <a:rPr lang="en-US" sz="1600" b="1" dirty="0" smtClean="0">
                <a:latin typeface="NeueHaasGroteskText Std"/>
              </a:rPr>
              <a:t>Data Silos</a:t>
            </a:r>
            <a:endParaRPr lang="en-US" sz="1600" b="1" dirty="0">
              <a:latin typeface="NeueHaasGroteskText Std"/>
            </a:endParaRPr>
          </a:p>
        </p:txBody>
      </p:sp>
      <p:sp>
        <p:nvSpPr>
          <p:cNvPr id="184" name="TextBox 183"/>
          <p:cNvSpPr txBox="1"/>
          <p:nvPr/>
        </p:nvSpPr>
        <p:spPr>
          <a:xfrm>
            <a:off x="3002776" y="1012532"/>
            <a:ext cx="410690" cy="369332"/>
          </a:xfrm>
          <a:prstGeom prst="rect">
            <a:avLst/>
          </a:prstGeom>
        </p:spPr>
        <p:txBody>
          <a:bodyPr wrap="none" rtlCol="0">
            <a:spAutoFit/>
          </a:bodyPr>
          <a:lstStyle/>
          <a:p>
            <a:r>
              <a:rPr lang="en-US" sz="1800" b="1" dirty="0" smtClean="0">
                <a:solidFill>
                  <a:srgbClr val="C00000"/>
                </a:solidFill>
                <a:latin typeface="NeueHaasGroteskText Std"/>
                <a:sym typeface="Wingdings" panose="05000000000000000000" pitchFamily="2" charset="2"/>
              </a:rPr>
              <a:t></a:t>
            </a:r>
            <a:endParaRPr lang="en-US" sz="1800" b="1" dirty="0">
              <a:solidFill>
                <a:srgbClr val="C00000"/>
              </a:solidFill>
              <a:latin typeface="NeueHaasGroteskText Std"/>
            </a:endParaRPr>
          </a:p>
        </p:txBody>
      </p:sp>
      <p:sp>
        <p:nvSpPr>
          <p:cNvPr id="185" name="TextBox 184"/>
          <p:cNvSpPr txBox="1"/>
          <p:nvPr/>
        </p:nvSpPr>
        <p:spPr>
          <a:xfrm>
            <a:off x="3825610" y="1012532"/>
            <a:ext cx="3914854" cy="338554"/>
          </a:xfrm>
          <a:prstGeom prst="rect">
            <a:avLst/>
          </a:prstGeom>
        </p:spPr>
        <p:txBody>
          <a:bodyPr wrap="none" rtlCol="0">
            <a:spAutoFit/>
          </a:bodyPr>
          <a:lstStyle/>
          <a:p>
            <a:pPr algn="ctr"/>
            <a:r>
              <a:rPr lang="en-US" sz="1600" b="1" dirty="0" smtClean="0">
                <a:latin typeface="NeueHaasGroteskText Std"/>
              </a:rPr>
              <a:t>Unified Customer Intelligence Record</a:t>
            </a:r>
            <a:endParaRPr lang="en-US" sz="1600" b="1" dirty="0">
              <a:latin typeface="NeueHaasGroteskText Std"/>
            </a:endParaRPr>
          </a:p>
        </p:txBody>
      </p:sp>
      <p:sp>
        <p:nvSpPr>
          <p:cNvPr id="32" name="Right Arrow 31"/>
          <p:cNvSpPr/>
          <p:nvPr/>
        </p:nvSpPr>
        <p:spPr>
          <a:xfrm>
            <a:off x="3002776" y="2484320"/>
            <a:ext cx="459971" cy="563917"/>
          </a:xfrm>
          <a:prstGeom prst="rightArrow">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FFFF"/>
              </a:solidFill>
            </a:endParaRPr>
          </a:p>
        </p:txBody>
      </p:sp>
      <p:sp>
        <p:nvSpPr>
          <p:cNvPr id="190" name="Google Shape;678;p78"/>
          <p:cNvSpPr txBox="1"/>
          <p:nvPr/>
        </p:nvSpPr>
        <p:spPr>
          <a:xfrm>
            <a:off x="5745788" y="1916314"/>
            <a:ext cx="957118" cy="412558"/>
          </a:xfrm>
          <a:prstGeom prst="rect">
            <a:avLst/>
          </a:prstGeom>
          <a:solidFill>
            <a:srgbClr val="595959"/>
          </a:solidFill>
          <a:ln w="9525" cap="sq"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algn="ctr"/>
            <a:r>
              <a:rPr lang="en-US" sz="1200" dirty="0">
                <a:solidFill>
                  <a:srgbClr val="FFFFFF"/>
                </a:solidFill>
                <a:latin typeface="NeueHaasGroteskText Std"/>
              </a:rPr>
              <a:t>Customer DNA</a:t>
            </a:r>
            <a:endParaRPr sz="1200" dirty="0">
              <a:solidFill>
                <a:srgbClr val="FFFFFF"/>
              </a:solidFill>
              <a:latin typeface="NeueHaasGroteskText Std"/>
            </a:endParaRPr>
          </a:p>
        </p:txBody>
      </p:sp>
      <p:sp>
        <p:nvSpPr>
          <p:cNvPr id="191" name="Google Shape;679;p78"/>
          <p:cNvSpPr txBox="1"/>
          <p:nvPr/>
        </p:nvSpPr>
        <p:spPr>
          <a:xfrm>
            <a:off x="5745788" y="3163876"/>
            <a:ext cx="957118" cy="412558"/>
          </a:xfrm>
          <a:prstGeom prst="rect">
            <a:avLst/>
          </a:prstGeom>
          <a:solidFill>
            <a:srgbClr val="595959"/>
          </a:solidFill>
          <a:ln w="9525" cap="sq"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algn="ctr"/>
            <a:r>
              <a:rPr lang="en-US" sz="1200" dirty="0">
                <a:solidFill>
                  <a:srgbClr val="FFFFFF"/>
                </a:solidFill>
                <a:latin typeface="NeueHaasGroteskText Std"/>
              </a:rPr>
              <a:t>Event Insights</a:t>
            </a:r>
            <a:endParaRPr sz="1200" dirty="0">
              <a:solidFill>
                <a:srgbClr val="FFFFFF"/>
              </a:solidFill>
              <a:latin typeface="NeueHaasGroteskText Std"/>
            </a:endParaRPr>
          </a:p>
        </p:txBody>
      </p:sp>
      <p:sp>
        <p:nvSpPr>
          <p:cNvPr id="192" name="Google Shape;680;p78"/>
          <p:cNvSpPr txBox="1"/>
          <p:nvPr/>
        </p:nvSpPr>
        <p:spPr>
          <a:xfrm>
            <a:off x="5507955" y="2289471"/>
            <a:ext cx="1432784" cy="230700"/>
          </a:xfrm>
          <a:prstGeom prst="rect">
            <a:avLst/>
          </a:prstGeom>
          <a:noFill/>
          <a:ln>
            <a:noFill/>
          </a:ln>
        </p:spPr>
        <p:txBody>
          <a:bodyPr spcFirstLastPara="1" wrap="square" lIns="91425" tIns="45700" rIns="91425" bIns="45700" anchor="t" anchorCtr="0">
            <a:noAutofit/>
          </a:bodyPr>
          <a:lstStyle/>
          <a:p>
            <a:pPr algn="ctr"/>
            <a:r>
              <a:rPr lang="en-US" sz="900" b="1" dirty="0">
                <a:solidFill>
                  <a:srgbClr val="C00000"/>
                </a:solidFill>
              </a:rPr>
              <a:t>Who is the customer?</a:t>
            </a:r>
            <a:endParaRPr sz="900" b="1" dirty="0">
              <a:solidFill>
                <a:srgbClr val="C00000"/>
              </a:solidFill>
            </a:endParaRPr>
          </a:p>
        </p:txBody>
      </p:sp>
      <p:sp>
        <p:nvSpPr>
          <p:cNvPr id="193" name="Google Shape;681;p78"/>
          <p:cNvSpPr txBox="1"/>
          <p:nvPr/>
        </p:nvSpPr>
        <p:spPr>
          <a:xfrm>
            <a:off x="5468310" y="3596035"/>
            <a:ext cx="1512074" cy="230700"/>
          </a:xfrm>
          <a:prstGeom prst="rect">
            <a:avLst/>
          </a:prstGeom>
          <a:noFill/>
          <a:ln>
            <a:noFill/>
          </a:ln>
        </p:spPr>
        <p:txBody>
          <a:bodyPr spcFirstLastPara="1" wrap="square" lIns="91425" tIns="45700" rIns="91425" bIns="45700" anchor="t" anchorCtr="0">
            <a:noAutofit/>
          </a:bodyPr>
          <a:lstStyle/>
          <a:p>
            <a:pPr algn="ctr"/>
            <a:r>
              <a:rPr lang="en-US" sz="900" b="1" dirty="0">
                <a:solidFill>
                  <a:srgbClr val="C00000"/>
                </a:solidFill>
              </a:rPr>
              <a:t>What’s happening around the customer?</a:t>
            </a:r>
            <a:endParaRPr sz="900" b="1" dirty="0">
              <a:solidFill>
                <a:srgbClr val="C00000"/>
              </a:solidFill>
            </a:endParaRPr>
          </a:p>
        </p:txBody>
      </p:sp>
      <p:cxnSp>
        <p:nvCxnSpPr>
          <p:cNvPr id="34" name="Elbow Connector 33"/>
          <p:cNvCxnSpPr>
            <a:stCxn id="37" idx="6"/>
            <a:endCxn id="190" idx="1"/>
          </p:cNvCxnSpPr>
          <p:nvPr/>
        </p:nvCxnSpPr>
        <p:spPr>
          <a:xfrm flipV="1">
            <a:off x="5191033" y="2122593"/>
            <a:ext cx="554755" cy="675194"/>
          </a:xfrm>
          <a:prstGeom prst="bentConnector3">
            <a:avLst/>
          </a:prstGeom>
          <a:ln>
            <a:solidFill>
              <a:schemeClr val="tx1">
                <a:lumMod val="50000"/>
                <a:lumOff val="50000"/>
              </a:schemeClr>
            </a:solidFill>
            <a:tailEnd type="triangle"/>
          </a:ln>
        </p:spPr>
        <p:style>
          <a:lnRef idx="1">
            <a:schemeClr val="accent1"/>
          </a:lnRef>
          <a:fillRef idx="0">
            <a:schemeClr val="accent1"/>
          </a:fillRef>
          <a:effectRef idx="1">
            <a:schemeClr val="accent1"/>
          </a:effectRef>
          <a:fontRef idx="minor">
            <a:schemeClr val="tx1"/>
          </a:fontRef>
        </p:style>
      </p:cxnSp>
      <p:cxnSp>
        <p:nvCxnSpPr>
          <p:cNvPr id="36" name="Elbow Connector 35"/>
          <p:cNvCxnSpPr>
            <a:stCxn id="37" idx="6"/>
            <a:endCxn id="191" idx="1"/>
          </p:cNvCxnSpPr>
          <p:nvPr/>
        </p:nvCxnSpPr>
        <p:spPr>
          <a:xfrm>
            <a:off x="5191033" y="2797787"/>
            <a:ext cx="554755" cy="572368"/>
          </a:xfrm>
          <a:prstGeom prst="bentConnector3">
            <a:avLst/>
          </a:prstGeom>
          <a:ln>
            <a:solidFill>
              <a:schemeClr val="tx1">
                <a:lumMod val="50000"/>
                <a:lumOff val="50000"/>
              </a:schemeClr>
            </a:solidFill>
            <a:tailEnd type="triangle"/>
          </a:ln>
        </p:spPr>
        <p:style>
          <a:lnRef idx="1">
            <a:schemeClr val="accent1"/>
          </a:lnRef>
          <a:fillRef idx="0">
            <a:schemeClr val="accent1"/>
          </a:fillRef>
          <a:effectRef idx="1">
            <a:schemeClr val="accent1"/>
          </a:effectRef>
          <a:fontRef idx="minor">
            <a:schemeClr val="tx1"/>
          </a:fontRef>
        </p:style>
      </p:cxnSp>
      <p:sp>
        <p:nvSpPr>
          <p:cNvPr id="37" name="Oval 36"/>
          <p:cNvSpPr/>
          <p:nvPr/>
        </p:nvSpPr>
        <p:spPr>
          <a:xfrm>
            <a:off x="4632515" y="2350342"/>
            <a:ext cx="558518" cy="894889"/>
          </a:xfrm>
          <a:prstGeom prst="ellipse">
            <a:avLst/>
          </a:prstGeom>
          <a:no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FFFF"/>
              </a:solidFill>
            </a:endParaRPr>
          </a:p>
        </p:txBody>
      </p:sp>
      <p:sp>
        <p:nvSpPr>
          <p:cNvPr id="40" name="TextBox 39"/>
          <p:cNvSpPr txBox="1"/>
          <p:nvPr/>
        </p:nvSpPr>
        <p:spPr>
          <a:xfrm>
            <a:off x="7202236" y="1707095"/>
            <a:ext cx="644728" cy="276999"/>
          </a:xfrm>
          <a:prstGeom prst="rect">
            <a:avLst/>
          </a:prstGeom>
        </p:spPr>
        <p:txBody>
          <a:bodyPr wrap="none" rtlCol="0">
            <a:spAutoFit/>
          </a:bodyPr>
          <a:lstStyle/>
          <a:p>
            <a:r>
              <a:rPr lang="en-US" sz="1200" dirty="0" smtClean="0">
                <a:latin typeface="NeueHaasGroteskText Std"/>
              </a:rPr>
              <a:t>Habits</a:t>
            </a:r>
            <a:endParaRPr lang="en-US" sz="1200" dirty="0">
              <a:latin typeface="NeueHaasGroteskText Std"/>
            </a:endParaRPr>
          </a:p>
        </p:txBody>
      </p:sp>
      <p:sp>
        <p:nvSpPr>
          <p:cNvPr id="204" name="TextBox 203"/>
          <p:cNvSpPr txBox="1"/>
          <p:nvPr/>
        </p:nvSpPr>
        <p:spPr>
          <a:xfrm>
            <a:off x="7202236" y="1984094"/>
            <a:ext cx="816249" cy="276999"/>
          </a:xfrm>
          <a:prstGeom prst="rect">
            <a:avLst/>
          </a:prstGeom>
        </p:spPr>
        <p:txBody>
          <a:bodyPr wrap="none" rtlCol="0">
            <a:spAutoFit/>
          </a:bodyPr>
          <a:lstStyle/>
          <a:p>
            <a:r>
              <a:rPr lang="en-US" sz="1200" dirty="0" smtClean="0">
                <a:latin typeface="NeueHaasGroteskText Std"/>
              </a:rPr>
              <a:t>Interests</a:t>
            </a:r>
            <a:endParaRPr lang="en-US" sz="1200" dirty="0">
              <a:latin typeface="NeueHaasGroteskText Std"/>
            </a:endParaRPr>
          </a:p>
        </p:txBody>
      </p:sp>
      <p:sp>
        <p:nvSpPr>
          <p:cNvPr id="205" name="TextBox 204"/>
          <p:cNvSpPr txBox="1"/>
          <p:nvPr/>
        </p:nvSpPr>
        <p:spPr>
          <a:xfrm>
            <a:off x="7202236" y="2261093"/>
            <a:ext cx="1010213" cy="276999"/>
          </a:xfrm>
          <a:prstGeom prst="rect">
            <a:avLst/>
          </a:prstGeom>
        </p:spPr>
        <p:txBody>
          <a:bodyPr wrap="none" rtlCol="0">
            <a:spAutoFit/>
          </a:bodyPr>
          <a:lstStyle/>
          <a:p>
            <a:r>
              <a:rPr lang="en-US" sz="1200" dirty="0" smtClean="0">
                <a:latin typeface="NeueHaasGroteskText Std"/>
              </a:rPr>
              <a:t>Motivations</a:t>
            </a:r>
            <a:endParaRPr lang="en-US" sz="1200" dirty="0">
              <a:latin typeface="NeueHaasGroteskText Std"/>
            </a:endParaRPr>
          </a:p>
        </p:txBody>
      </p:sp>
      <p:cxnSp>
        <p:nvCxnSpPr>
          <p:cNvPr id="46" name="Elbow Connector 45"/>
          <p:cNvCxnSpPr>
            <a:stCxn id="190" idx="3"/>
            <a:endCxn id="40" idx="1"/>
          </p:cNvCxnSpPr>
          <p:nvPr/>
        </p:nvCxnSpPr>
        <p:spPr>
          <a:xfrm flipV="1">
            <a:off x="6702906" y="1845595"/>
            <a:ext cx="499330" cy="276998"/>
          </a:xfrm>
          <a:prstGeom prst="bentConnector3">
            <a:avLst/>
          </a:prstGeom>
          <a:ln>
            <a:solidFill>
              <a:schemeClr val="tx1">
                <a:lumMod val="50000"/>
                <a:lumOff val="50000"/>
              </a:schemeClr>
            </a:solidFill>
            <a:tailEnd type="triangle"/>
          </a:ln>
        </p:spPr>
        <p:style>
          <a:lnRef idx="1">
            <a:schemeClr val="accent1"/>
          </a:lnRef>
          <a:fillRef idx="0">
            <a:schemeClr val="accent1"/>
          </a:fillRef>
          <a:effectRef idx="1">
            <a:schemeClr val="accent1"/>
          </a:effectRef>
          <a:fontRef idx="minor">
            <a:schemeClr val="tx1"/>
          </a:fontRef>
        </p:style>
      </p:cxnSp>
      <p:cxnSp>
        <p:nvCxnSpPr>
          <p:cNvPr id="48" name="Elbow Connector 47"/>
          <p:cNvCxnSpPr>
            <a:stCxn id="190" idx="3"/>
            <a:endCxn id="205" idx="1"/>
          </p:cNvCxnSpPr>
          <p:nvPr/>
        </p:nvCxnSpPr>
        <p:spPr>
          <a:xfrm>
            <a:off x="6702906" y="2122593"/>
            <a:ext cx="499330" cy="277000"/>
          </a:xfrm>
          <a:prstGeom prst="bentConnector3">
            <a:avLst/>
          </a:prstGeom>
          <a:ln>
            <a:solidFill>
              <a:schemeClr val="tx1">
                <a:lumMod val="50000"/>
                <a:lumOff val="50000"/>
              </a:schemeClr>
            </a:solidFill>
            <a:tailEnd type="triangle"/>
          </a:ln>
        </p:spPr>
        <p:style>
          <a:lnRef idx="1">
            <a:schemeClr val="accent1"/>
          </a:lnRef>
          <a:fillRef idx="0">
            <a:schemeClr val="accent1"/>
          </a:fillRef>
          <a:effectRef idx="1">
            <a:schemeClr val="accent1"/>
          </a:effectRef>
          <a:fontRef idx="minor">
            <a:schemeClr val="tx1"/>
          </a:fontRef>
        </p:style>
      </p:cxnSp>
      <p:cxnSp>
        <p:nvCxnSpPr>
          <p:cNvPr id="50" name="Straight Arrow Connector 49"/>
          <p:cNvCxnSpPr>
            <a:stCxn id="190" idx="3"/>
            <a:endCxn id="204" idx="1"/>
          </p:cNvCxnSpPr>
          <p:nvPr/>
        </p:nvCxnSpPr>
        <p:spPr>
          <a:xfrm>
            <a:off x="6702906" y="2122593"/>
            <a:ext cx="499330" cy="1"/>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1">
            <a:schemeClr val="accent1"/>
          </a:effectRef>
          <a:fontRef idx="minor">
            <a:schemeClr val="tx1"/>
          </a:fontRef>
        </p:style>
      </p:cxnSp>
      <p:sp>
        <p:nvSpPr>
          <p:cNvPr id="214" name="TextBox 213"/>
          <p:cNvSpPr txBox="1"/>
          <p:nvPr/>
        </p:nvSpPr>
        <p:spPr>
          <a:xfrm>
            <a:off x="7202236" y="2968232"/>
            <a:ext cx="1265090" cy="276999"/>
          </a:xfrm>
          <a:prstGeom prst="rect">
            <a:avLst/>
          </a:prstGeom>
        </p:spPr>
        <p:txBody>
          <a:bodyPr wrap="none" rtlCol="0">
            <a:spAutoFit/>
          </a:bodyPr>
          <a:lstStyle/>
          <a:p>
            <a:r>
              <a:rPr lang="en-US" sz="1200" dirty="0" smtClean="0">
                <a:latin typeface="NeueHaasGroteskText Std"/>
              </a:rPr>
              <a:t>Current Events</a:t>
            </a:r>
            <a:endParaRPr lang="en-US" sz="1200" dirty="0">
              <a:latin typeface="NeueHaasGroteskText Std"/>
            </a:endParaRPr>
          </a:p>
        </p:txBody>
      </p:sp>
      <p:sp>
        <p:nvSpPr>
          <p:cNvPr id="215" name="TextBox 214"/>
          <p:cNvSpPr txBox="1"/>
          <p:nvPr/>
        </p:nvSpPr>
        <p:spPr>
          <a:xfrm>
            <a:off x="7202236" y="3245231"/>
            <a:ext cx="1035861" cy="276999"/>
          </a:xfrm>
          <a:prstGeom prst="rect">
            <a:avLst/>
          </a:prstGeom>
        </p:spPr>
        <p:txBody>
          <a:bodyPr wrap="none" rtlCol="0">
            <a:spAutoFit/>
          </a:bodyPr>
          <a:lstStyle/>
          <a:p>
            <a:r>
              <a:rPr lang="en-US" sz="1200" dirty="0" smtClean="0">
                <a:latin typeface="NeueHaasGroteskText Std"/>
              </a:rPr>
              <a:t>Past Events</a:t>
            </a:r>
            <a:endParaRPr lang="en-US" sz="1200" dirty="0">
              <a:latin typeface="NeueHaasGroteskText Std"/>
            </a:endParaRPr>
          </a:p>
        </p:txBody>
      </p:sp>
      <p:sp>
        <p:nvSpPr>
          <p:cNvPr id="216" name="TextBox 215"/>
          <p:cNvSpPr txBox="1"/>
          <p:nvPr/>
        </p:nvSpPr>
        <p:spPr>
          <a:xfrm>
            <a:off x="7202236" y="3522230"/>
            <a:ext cx="1500732" cy="276999"/>
          </a:xfrm>
          <a:prstGeom prst="rect">
            <a:avLst/>
          </a:prstGeom>
        </p:spPr>
        <p:txBody>
          <a:bodyPr wrap="none" rtlCol="0">
            <a:spAutoFit/>
          </a:bodyPr>
          <a:lstStyle/>
          <a:p>
            <a:r>
              <a:rPr lang="en-US" sz="1200" dirty="0" smtClean="0">
                <a:latin typeface="NeueHaasGroteskText Std"/>
              </a:rPr>
              <a:t>Future Predictions</a:t>
            </a:r>
            <a:endParaRPr lang="en-US" sz="1200" dirty="0">
              <a:latin typeface="NeueHaasGroteskText Std"/>
            </a:endParaRPr>
          </a:p>
        </p:txBody>
      </p:sp>
      <p:cxnSp>
        <p:nvCxnSpPr>
          <p:cNvPr id="217" name="Elbow Connector 216"/>
          <p:cNvCxnSpPr>
            <a:endCxn id="214" idx="1"/>
          </p:cNvCxnSpPr>
          <p:nvPr/>
        </p:nvCxnSpPr>
        <p:spPr>
          <a:xfrm flipV="1">
            <a:off x="6702906" y="3106732"/>
            <a:ext cx="499330" cy="276998"/>
          </a:xfrm>
          <a:prstGeom prst="bentConnector3">
            <a:avLst/>
          </a:prstGeom>
          <a:ln>
            <a:solidFill>
              <a:schemeClr val="tx1">
                <a:lumMod val="50000"/>
                <a:lumOff val="50000"/>
              </a:schemeClr>
            </a:solidFill>
            <a:tailEnd type="triangle"/>
          </a:ln>
        </p:spPr>
        <p:style>
          <a:lnRef idx="1">
            <a:schemeClr val="accent1"/>
          </a:lnRef>
          <a:fillRef idx="0">
            <a:schemeClr val="accent1"/>
          </a:fillRef>
          <a:effectRef idx="1">
            <a:schemeClr val="accent1"/>
          </a:effectRef>
          <a:fontRef idx="minor">
            <a:schemeClr val="tx1"/>
          </a:fontRef>
        </p:style>
      </p:cxnSp>
      <p:cxnSp>
        <p:nvCxnSpPr>
          <p:cNvPr id="218" name="Elbow Connector 217"/>
          <p:cNvCxnSpPr>
            <a:endCxn id="216" idx="1"/>
          </p:cNvCxnSpPr>
          <p:nvPr/>
        </p:nvCxnSpPr>
        <p:spPr>
          <a:xfrm>
            <a:off x="6702906" y="3383730"/>
            <a:ext cx="499330" cy="277000"/>
          </a:xfrm>
          <a:prstGeom prst="bentConnector3">
            <a:avLst/>
          </a:prstGeom>
          <a:ln>
            <a:solidFill>
              <a:schemeClr val="tx1">
                <a:lumMod val="50000"/>
                <a:lumOff val="50000"/>
              </a:schemeClr>
            </a:solidFill>
            <a:tailEnd type="triangle"/>
          </a:ln>
        </p:spPr>
        <p:style>
          <a:lnRef idx="1">
            <a:schemeClr val="accent1"/>
          </a:lnRef>
          <a:fillRef idx="0">
            <a:schemeClr val="accent1"/>
          </a:fillRef>
          <a:effectRef idx="1">
            <a:schemeClr val="accent1"/>
          </a:effectRef>
          <a:fontRef idx="minor">
            <a:schemeClr val="tx1"/>
          </a:fontRef>
        </p:style>
      </p:cxnSp>
      <p:cxnSp>
        <p:nvCxnSpPr>
          <p:cNvPr id="219" name="Straight Arrow Connector 218"/>
          <p:cNvCxnSpPr>
            <a:endCxn id="215" idx="1"/>
          </p:cNvCxnSpPr>
          <p:nvPr/>
        </p:nvCxnSpPr>
        <p:spPr>
          <a:xfrm>
            <a:off x="6702906" y="3383730"/>
            <a:ext cx="499330" cy="1"/>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1">
            <a:schemeClr val="accent1"/>
          </a:effectRef>
          <a:fontRef idx="minor">
            <a:schemeClr val="tx1"/>
          </a:fontRef>
        </p:style>
      </p:cxnSp>
      <p:cxnSp>
        <p:nvCxnSpPr>
          <p:cNvPr id="52" name="Straight Connector 51"/>
          <p:cNvCxnSpPr/>
          <p:nvPr/>
        </p:nvCxnSpPr>
        <p:spPr>
          <a:xfrm>
            <a:off x="980071" y="1306565"/>
            <a:ext cx="1203435" cy="0"/>
          </a:xfrm>
          <a:prstGeom prst="line">
            <a:avLst/>
          </a:prstGeom>
          <a:ln w="38100"/>
        </p:spPr>
        <p:style>
          <a:lnRef idx="1">
            <a:schemeClr val="accent1"/>
          </a:lnRef>
          <a:fillRef idx="0">
            <a:schemeClr val="accent1"/>
          </a:fillRef>
          <a:effectRef idx="1">
            <a:schemeClr val="accent1"/>
          </a:effectRef>
          <a:fontRef idx="minor">
            <a:schemeClr val="tx1"/>
          </a:fontRef>
        </p:style>
      </p:cxnSp>
      <p:cxnSp>
        <p:nvCxnSpPr>
          <p:cNvPr id="222" name="Straight Connector 221"/>
          <p:cNvCxnSpPr/>
          <p:nvPr/>
        </p:nvCxnSpPr>
        <p:spPr>
          <a:xfrm>
            <a:off x="3919283" y="1306565"/>
            <a:ext cx="3732568" cy="0"/>
          </a:xfrm>
          <a:prstGeom prst="line">
            <a:avLst/>
          </a:prstGeom>
          <a:ln w="38100"/>
        </p:spPr>
        <p:style>
          <a:lnRef idx="1">
            <a:schemeClr val="accent1"/>
          </a:lnRef>
          <a:fillRef idx="0">
            <a:schemeClr val="accent1"/>
          </a:fillRef>
          <a:effectRef idx="1">
            <a:schemeClr val="accent1"/>
          </a:effectRef>
          <a:fontRef idx="minor">
            <a:schemeClr val="tx1"/>
          </a:fontRef>
        </p:style>
      </p:cxnSp>
      <p:sp>
        <p:nvSpPr>
          <p:cNvPr id="54" name="Rectangle 53"/>
          <p:cNvSpPr/>
          <p:nvPr/>
        </p:nvSpPr>
        <p:spPr>
          <a:xfrm>
            <a:off x="0" y="4319752"/>
            <a:ext cx="9144000" cy="425669"/>
          </a:xfrm>
          <a:prstGeom prst="rect">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solidFill>
                  <a:srgbClr val="FFFFFF"/>
                </a:solidFill>
              </a:rPr>
              <a:t>Data to Actionable Insights</a:t>
            </a:r>
            <a:endParaRPr lang="en-US" dirty="0">
              <a:solidFill>
                <a:srgbClr val="FFFFFF"/>
              </a:solidFill>
            </a:endParaRPr>
          </a:p>
        </p:txBody>
      </p:sp>
    </p:spTree>
    <p:extLst>
      <p:ext uri="{BB962C8B-B14F-4D97-AF65-F5344CB8AC3E}">
        <p14:creationId xmlns:p14="http://schemas.microsoft.com/office/powerpoint/2010/main" val="267104970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12D0507-9F86-7A45-BE8E-43760B9F92AA}" type="slidenum">
              <a:rPr lang="en-US" smtClean="0">
                <a:solidFill>
                  <a:srgbClr val="000000"/>
                </a:solidFill>
              </a:rPr>
              <a:pPr/>
              <a:t>3</a:t>
            </a:fld>
            <a:endParaRPr lang="en-US" dirty="0">
              <a:solidFill>
                <a:srgbClr val="000000"/>
              </a:solidFill>
            </a:endParaRPr>
          </a:p>
        </p:txBody>
      </p:sp>
      <p:sp>
        <p:nvSpPr>
          <p:cNvPr id="456" name="Google Shape;456;p76"/>
          <p:cNvSpPr txBox="1">
            <a:spLocks noGrp="1"/>
          </p:cNvSpPr>
          <p:nvPr>
            <p:ph type="title"/>
          </p:nvPr>
        </p:nvSpPr>
        <p:spPr>
          <a:xfrm>
            <a:off x="457200" y="434758"/>
            <a:ext cx="8229600" cy="514350"/>
          </a:xfrm>
          <a:prstGeom prst="rect">
            <a:avLst/>
          </a:prstGeom>
          <a:noFill/>
          <a:ln>
            <a:noFill/>
          </a:ln>
        </p:spPr>
        <p:txBody>
          <a:bodyPr spcFirstLastPara="1" vert="horz" wrap="square" lIns="0" tIns="0" rIns="0" bIns="0" rtlCol="0" anchor="t" anchorCtr="0">
            <a:normAutofit fontScale="90000"/>
          </a:bodyPr>
          <a:lstStyle/>
          <a:p>
            <a:pPr>
              <a:lnSpc>
                <a:spcPct val="80000"/>
              </a:lnSpc>
              <a:buClr>
                <a:schemeClr val="dk1"/>
              </a:buClr>
              <a:buSzPts val="2400"/>
              <a:buFont typeface="Arial"/>
            </a:pPr>
            <a:r>
              <a:rPr lang="en-US" sz="2400" dirty="0">
                <a:solidFill>
                  <a:schemeClr val="tx1"/>
                </a:solidFill>
                <a:sym typeface="Arial"/>
              </a:rPr>
              <a:t>Verizon.ai Platform </a:t>
            </a:r>
            <a:r>
              <a:rPr lang="en-US" sz="2400" dirty="0" smtClean="0">
                <a:solidFill>
                  <a:schemeClr val="tx1"/>
                </a:solidFill>
                <a:sym typeface="Arial"/>
              </a:rPr>
              <a:t>Goals - </a:t>
            </a:r>
            <a:r>
              <a:rPr lang="en" sz="2400" dirty="0"/>
              <a:t>Customer DNA &amp; Visualization</a:t>
            </a:r>
            <a:endParaRPr sz="2400" dirty="0">
              <a:solidFill>
                <a:schemeClr val="tx1"/>
              </a:solidFill>
              <a:sym typeface="Arial"/>
            </a:endParaRPr>
          </a:p>
        </p:txBody>
      </p:sp>
      <p:pic>
        <p:nvPicPr>
          <p:cNvPr id="158" name="Picture 157"/>
          <p:cNvPicPr>
            <a:picLocks noChangeAspect="1"/>
          </p:cNvPicPr>
          <p:nvPr/>
        </p:nvPicPr>
        <p:blipFill>
          <a:blip r:embed="rId3"/>
          <a:stretch>
            <a:fillRect/>
          </a:stretch>
        </p:blipFill>
        <p:spPr>
          <a:xfrm>
            <a:off x="387923" y="1579144"/>
            <a:ext cx="417595" cy="776451"/>
          </a:xfrm>
          <a:prstGeom prst="rect">
            <a:avLst/>
          </a:prstGeom>
        </p:spPr>
      </p:pic>
      <p:pic>
        <p:nvPicPr>
          <p:cNvPr id="159" name="Picture 158"/>
          <p:cNvPicPr>
            <a:picLocks noChangeAspect="1"/>
          </p:cNvPicPr>
          <p:nvPr/>
        </p:nvPicPr>
        <p:blipFill>
          <a:blip r:embed="rId3"/>
          <a:stretch>
            <a:fillRect/>
          </a:stretch>
        </p:blipFill>
        <p:spPr>
          <a:xfrm>
            <a:off x="878040" y="1579144"/>
            <a:ext cx="417595" cy="776451"/>
          </a:xfrm>
          <a:prstGeom prst="rect">
            <a:avLst/>
          </a:prstGeom>
        </p:spPr>
      </p:pic>
      <p:pic>
        <p:nvPicPr>
          <p:cNvPr id="160" name="Picture 159"/>
          <p:cNvPicPr>
            <a:picLocks noChangeAspect="1"/>
          </p:cNvPicPr>
          <p:nvPr/>
        </p:nvPicPr>
        <p:blipFill>
          <a:blip r:embed="rId3"/>
          <a:stretch>
            <a:fillRect/>
          </a:stretch>
        </p:blipFill>
        <p:spPr>
          <a:xfrm>
            <a:off x="1368577" y="1579144"/>
            <a:ext cx="417595" cy="776451"/>
          </a:xfrm>
          <a:prstGeom prst="rect">
            <a:avLst/>
          </a:prstGeom>
        </p:spPr>
      </p:pic>
      <p:pic>
        <p:nvPicPr>
          <p:cNvPr id="163" name="Picture 162"/>
          <p:cNvPicPr>
            <a:picLocks noChangeAspect="1"/>
          </p:cNvPicPr>
          <p:nvPr/>
        </p:nvPicPr>
        <p:blipFill>
          <a:blip r:embed="rId3"/>
          <a:stretch>
            <a:fillRect/>
          </a:stretch>
        </p:blipFill>
        <p:spPr>
          <a:xfrm>
            <a:off x="387923" y="2414813"/>
            <a:ext cx="417595" cy="776451"/>
          </a:xfrm>
          <a:prstGeom prst="rect">
            <a:avLst/>
          </a:prstGeom>
        </p:spPr>
      </p:pic>
      <p:pic>
        <p:nvPicPr>
          <p:cNvPr id="164" name="Picture 163"/>
          <p:cNvPicPr>
            <a:picLocks noChangeAspect="1"/>
          </p:cNvPicPr>
          <p:nvPr/>
        </p:nvPicPr>
        <p:blipFill>
          <a:blip r:embed="rId3"/>
          <a:stretch>
            <a:fillRect/>
          </a:stretch>
        </p:blipFill>
        <p:spPr>
          <a:xfrm>
            <a:off x="878250" y="2414813"/>
            <a:ext cx="417595" cy="776451"/>
          </a:xfrm>
          <a:prstGeom prst="rect">
            <a:avLst/>
          </a:prstGeom>
        </p:spPr>
      </p:pic>
      <p:pic>
        <p:nvPicPr>
          <p:cNvPr id="165" name="Picture 164"/>
          <p:cNvPicPr>
            <a:picLocks noChangeAspect="1"/>
          </p:cNvPicPr>
          <p:nvPr/>
        </p:nvPicPr>
        <p:blipFill>
          <a:blip r:embed="rId3"/>
          <a:stretch>
            <a:fillRect/>
          </a:stretch>
        </p:blipFill>
        <p:spPr>
          <a:xfrm>
            <a:off x="1368577" y="2414813"/>
            <a:ext cx="417595" cy="776451"/>
          </a:xfrm>
          <a:prstGeom prst="rect">
            <a:avLst/>
          </a:prstGeom>
        </p:spPr>
      </p:pic>
      <p:pic>
        <p:nvPicPr>
          <p:cNvPr id="168" name="Picture 167"/>
          <p:cNvPicPr>
            <a:picLocks noChangeAspect="1"/>
          </p:cNvPicPr>
          <p:nvPr/>
        </p:nvPicPr>
        <p:blipFill>
          <a:blip r:embed="rId3"/>
          <a:stretch>
            <a:fillRect/>
          </a:stretch>
        </p:blipFill>
        <p:spPr>
          <a:xfrm>
            <a:off x="387923" y="3250484"/>
            <a:ext cx="417595" cy="776451"/>
          </a:xfrm>
          <a:prstGeom prst="rect">
            <a:avLst/>
          </a:prstGeom>
        </p:spPr>
      </p:pic>
      <p:pic>
        <p:nvPicPr>
          <p:cNvPr id="169" name="Picture 168"/>
          <p:cNvPicPr>
            <a:picLocks noChangeAspect="1"/>
          </p:cNvPicPr>
          <p:nvPr/>
        </p:nvPicPr>
        <p:blipFill>
          <a:blip r:embed="rId3"/>
          <a:stretch>
            <a:fillRect/>
          </a:stretch>
        </p:blipFill>
        <p:spPr>
          <a:xfrm>
            <a:off x="878250" y="3250484"/>
            <a:ext cx="417595" cy="776451"/>
          </a:xfrm>
          <a:prstGeom prst="rect">
            <a:avLst/>
          </a:prstGeom>
        </p:spPr>
      </p:pic>
      <p:pic>
        <p:nvPicPr>
          <p:cNvPr id="170" name="Picture 169"/>
          <p:cNvPicPr>
            <a:picLocks noChangeAspect="1"/>
          </p:cNvPicPr>
          <p:nvPr/>
        </p:nvPicPr>
        <p:blipFill>
          <a:blip r:embed="rId3"/>
          <a:stretch>
            <a:fillRect/>
          </a:stretch>
        </p:blipFill>
        <p:spPr>
          <a:xfrm>
            <a:off x="1368577" y="3250484"/>
            <a:ext cx="417595" cy="776451"/>
          </a:xfrm>
          <a:prstGeom prst="rect">
            <a:avLst/>
          </a:prstGeom>
        </p:spPr>
      </p:pic>
      <p:sp>
        <p:nvSpPr>
          <p:cNvPr id="185" name="TextBox 184"/>
          <p:cNvSpPr txBox="1"/>
          <p:nvPr/>
        </p:nvSpPr>
        <p:spPr>
          <a:xfrm>
            <a:off x="356393" y="1012532"/>
            <a:ext cx="3457998" cy="307777"/>
          </a:xfrm>
          <a:prstGeom prst="rect">
            <a:avLst/>
          </a:prstGeom>
        </p:spPr>
        <p:txBody>
          <a:bodyPr wrap="none" rtlCol="0">
            <a:spAutoFit/>
          </a:bodyPr>
          <a:lstStyle/>
          <a:p>
            <a:pPr algn="ctr"/>
            <a:r>
              <a:rPr lang="en-US" b="1" dirty="0" smtClean="0">
                <a:latin typeface="NeueHaasGroteskText Std"/>
              </a:rPr>
              <a:t>Unified Customer Intelligence Record</a:t>
            </a:r>
            <a:endParaRPr lang="en-US" b="1" dirty="0">
              <a:latin typeface="NeueHaasGroteskText Std"/>
            </a:endParaRPr>
          </a:p>
        </p:txBody>
      </p:sp>
      <p:sp>
        <p:nvSpPr>
          <p:cNvPr id="190" name="Google Shape;678;p78"/>
          <p:cNvSpPr txBox="1"/>
          <p:nvPr/>
        </p:nvSpPr>
        <p:spPr>
          <a:xfrm>
            <a:off x="2408908" y="1921567"/>
            <a:ext cx="957118" cy="412558"/>
          </a:xfrm>
          <a:prstGeom prst="rect">
            <a:avLst/>
          </a:prstGeom>
          <a:solidFill>
            <a:srgbClr val="595959"/>
          </a:solidFill>
          <a:ln w="9525" cap="sq"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algn="ctr"/>
            <a:r>
              <a:rPr lang="en-US" sz="1200" dirty="0">
                <a:solidFill>
                  <a:srgbClr val="FFFFFF"/>
                </a:solidFill>
                <a:latin typeface="NeueHaasGroteskText Std"/>
              </a:rPr>
              <a:t>Customer DNA</a:t>
            </a:r>
            <a:endParaRPr sz="1200" dirty="0">
              <a:solidFill>
                <a:srgbClr val="FFFFFF"/>
              </a:solidFill>
              <a:latin typeface="NeueHaasGroteskText Std"/>
            </a:endParaRPr>
          </a:p>
        </p:txBody>
      </p:sp>
      <p:sp>
        <p:nvSpPr>
          <p:cNvPr id="191" name="Google Shape;679;p78"/>
          <p:cNvSpPr txBox="1"/>
          <p:nvPr/>
        </p:nvSpPr>
        <p:spPr>
          <a:xfrm>
            <a:off x="2408908" y="3169129"/>
            <a:ext cx="957118" cy="412558"/>
          </a:xfrm>
          <a:prstGeom prst="rect">
            <a:avLst/>
          </a:prstGeom>
          <a:solidFill>
            <a:srgbClr val="595959"/>
          </a:solidFill>
          <a:ln w="9525" cap="sq"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algn="ctr"/>
            <a:r>
              <a:rPr lang="en-US" sz="1200" dirty="0">
                <a:solidFill>
                  <a:srgbClr val="FFFFFF"/>
                </a:solidFill>
                <a:latin typeface="NeueHaasGroteskText Std"/>
              </a:rPr>
              <a:t>Event Insights</a:t>
            </a:r>
            <a:endParaRPr sz="1200" dirty="0">
              <a:solidFill>
                <a:srgbClr val="FFFFFF"/>
              </a:solidFill>
              <a:latin typeface="NeueHaasGroteskText Std"/>
            </a:endParaRPr>
          </a:p>
        </p:txBody>
      </p:sp>
      <p:sp>
        <p:nvSpPr>
          <p:cNvPr id="192" name="Google Shape;680;p78"/>
          <p:cNvSpPr txBox="1"/>
          <p:nvPr/>
        </p:nvSpPr>
        <p:spPr>
          <a:xfrm>
            <a:off x="2171075" y="2294724"/>
            <a:ext cx="1432784" cy="230700"/>
          </a:xfrm>
          <a:prstGeom prst="rect">
            <a:avLst/>
          </a:prstGeom>
          <a:noFill/>
          <a:ln>
            <a:noFill/>
          </a:ln>
        </p:spPr>
        <p:txBody>
          <a:bodyPr spcFirstLastPara="1" wrap="square" lIns="91425" tIns="45700" rIns="91425" bIns="45700" anchor="t" anchorCtr="0">
            <a:noAutofit/>
          </a:bodyPr>
          <a:lstStyle/>
          <a:p>
            <a:pPr algn="ctr"/>
            <a:r>
              <a:rPr lang="en-US" sz="900" b="1" dirty="0">
                <a:solidFill>
                  <a:srgbClr val="C00000"/>
                </a:solidFill>
              </a:rPr>
              <a:t>Who is the customer?</a:t>
            </a:r>
            <a:endParaRPr sz="900" b="1" dirty="0">
              <a:solidFill>
                <a:srgbClr val="C00000"/>
              </a:solidFill>
            </a:endParaRPr>
          </a:p>
        </p:txBody>
      </p:sp>
      <p:sp>
        <p:nvSpPr>
          <p:cNvPr id="193" name="Google Shape;681;p78"/>
          <p:cNvSpPr txBox="1"/>
          <p:nvPr/>
        </p:nvSpPr>
        <p:spPr>
          <a:xfrm>
            <a:off x="2131430" y="3601288"/>
            <a:ext cx="1512074" cy="230700"/>
          </a:xfrm>
          <a:prstGeom prst="rect">
            <a:avLst/>
          </a:prstGeom>
          <a:noFill/>
          <a:ln>
            <a:noFill/>
          </a:ln>
        </p:spPr>
        <p:txBody>
          <a:bodyPr spcFirstLastPara="1" wrap="square" lIns="91425" tIns="45700" rIns="91425" bIns="45700" anchor="t" anchorCtr="0">
            <a:noAutofit/>
          </a:bodyPr>
          <a:lstStyle/>
          <a:p>
            <a:pPr algn="ctr"/>
            <a:r>
              <a:rPr lang="en-US" sz="900" b="1" dirty="0">
                <a:solidFill>
                  <a:srgbClr val="C00000"/>
                </a:solidFill>
              </a:rPr>
              <a:t>What’s happening around the customer?</a:t>
            </a:r>
            <a:endParaRPr sz="900" b="1" dirty="0">
              <a:solidFill>
                <a:srgbClr val="C00000"/>
              </a:solidFill>
            </a:endParaRPr>
          </a:p>
        </p:txBody>
      </p:sp>
      <p:cxnSp>
        <p:nvCxnSpPr>
          <p:cNvPr id="34" name="Elbow Connector 33"/>
          <p:cNvCxnSpPr>
            <a:stCxn id="37" idx="6"/>
            <a:endCxn id="190" idx="1"/>
          </p:cNvCxnSpPr>
          <p:nvPr/>
        </p:nvCxnSpPr>
        <p:spPr>
          <a:xfrm flipV="1">
            <a:off x="1854153" y="2127846"/>
            <a:ext cx="554755" cy="675194"/>
          </a:xfrm>
          <a:prstGeom prst="bentConnector3">
            <a:avLst/>
          </a:prstGeom>
          <a:ln>
            <a:solidFill>
              <a:schemeClr val="tx1">
                <a:lumMod val="50000"/>
                <a:lumOff val="50000"/>
              </a:schemeClr>
            </a:solidFill>
            <a:tailEnd type="triangle"/>
          </a:ln>
        </p:spPr>
        <p:style>
          <a:lnRef idx="1">
            <a:schemeClr val="accent1"/>
          </a:lnRef>
          <a:fillRef idx="0">
            <a:schemeClr val="accent1"/>
          </a:fillRef>
          <a:effectRef idx="1">
            <a:schemeClr val="accent1"/>
          </a:effectRef>
          <a:fontRef idx="minor">
            <a:schemeClr val="tx1"/>
          </a:fontRef>
        </p:style>
      </p:cxnSp>
      <p:cxnSp>
        <p:nvCxnSpPr>
          <p:cNvPr id="36" name="Elbow Connector 35"/>
          <p:cNvCxnSpPr>
            <a:stCxn id="37" idx="6"/>
            <a:endCxn id="191" idx="1"/>
          </p:cNvCxnSpPr>
          <p:nvPr/>
        </p:nvCxnSpPr>
        <p:spPr>
          <a:xfrm>
            <a:off x="1854153" y="2803040"/>
            <a:ext cx="554755" cy="572368"/>
          </a:xfrm>
          <a:prstGeom prst="bentConnector3">
            <a:avLst/>
          </a:prstGeom>
          <a:ln>
            <a:solidFill>
              <a:schemeClr val="tx1">
                <a:lumMod val="50000"/>
                <a:lumOff val="50000"/>
              </a:schemeClr>
            </a:solidFill>
            <a:tailEnd type="triangle"/>
          </a:ln>
        </p:spPr>
        <p:style>
          <a:lnRef idx="1">
            <a:schemeClr val="accent1"/>
          </a:lnRef>
          <a:fillRef idx="0">
            <a:schemeClr val="accent1"/>
          </a:fillRef>
          <a:effectRef idx="1">
            <a:schemeClr val="accent1"/>
          </a:effectRef>
          <a:fontRef idx="minor">
            <a:schemeClr val="tx1"/>
          </a:fontRef>
        </p:style>
      </p:cxnSp>
      <p:sp>
        <p:nvSpPr>
          <p:cNvPr id="37" name="Oval 36"/>
          <p:cNvSpPr/>
          <p:nvPr/>
        </p:nvSpPr>
        <p:spPr>
          <a:xfrm>
            <a:off x="1295635" y="2355595"/>
            <a:ext cx="558518" cy="894889"/>
          </a:xfrm>
          <a:prstGeom prst="ellipse">
            <a:avLst/>
          </a:prstGeom>
          <a:no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FFFF"/>
              </a:solidFill>
            </a:endParaRPr>
          </a:p>
        </p:txBody>
      </p:sp>
      <p:cxnSp>
        <p:nvCxnSpPr>
          <p:cNvPr id="222" name="Straight Connector 221"/>
          <p:cNvCxnSpPr/>
          <p:nvPr/>
        </p:nvCxnSpPr>
        <p:spPr>
          <a:xfrm>
            <a:off x="421178" y="1308769"/>
            <a:ext cx="3343363" cy="0"/>
          </a:xfrm>
          <a:prstGeom prst="line">
            <a:avLst/>
          </a:prstGeom>
          <a:ln w="38100"/>
        </p:spPr>
        <p:style>
          <a:lnRef idx="1">
            <a:schemeClr val="accent1"/>
          </a:lnRef>
          <a:fillRef idx="0">
            <a:schemeClr val="accent1"/>
          </a:fillRef>
          <a:effectRef idx="1">
            <a:schemeClr val="accent1"/>
          </a:effectRef>
          <a:fontRef idx="minor">
            <a:schemeClr val="tx1"/>
          </a:fontRef>
        </p:style>
      </p:cxnSp>
      <p:pic>
        <p:nvPicPr>
          <p:cNvPr id="2" name="Picture 1"/>
          <p:cNvPicPr>
            <a:picLocks noChangeAspect="1"/>
          </p:cNvPicPr>
          <p:nvPr/>
        </p:nvPicPr>
        <p:blipFill>
          <a:blip r:embed="rId4"/>
          <a:stretch>
            <a:fillRect/>
          </a:stretch>
        </p:blipFill>
        <p:spPr>
          <a:xfrm>
            <a:off x="4624551" y="1647323"/>
            <a:ext cx="4256690" cy="2447409"/>
          </a:xfrm>
          <a:prstGeom prst="rect">
            <a:avLst/>
          </a:prstGeom>
          <a:ln w="3175">
            <a:solidFill>
              <a:schemeClr val="bg1">
                <a:lumMod val="65000"/>
              </a:schemeClr>
            </a:solidFill>
          </a:ln>
          <a:effectLst>
            <a:outerShdw blurRad="50800" dist="38100" dir="2700000" algn="tl" rotWithShape="0">
              <a:prstClr val="black">
                <a:alpha val="40000"/>
              </a:prstClr>
            </a:outerShdw>
          </a:effectLst>
        </p:spPr>
      </p:pic>
      <p:sp>
        <p:nvSpPr>
          <p:cNvPr id="41" name="Right Arrow 40"/>
          <p:cNvSpPr/>
          <p:nvPr/>
        </p:nvSpPr>
        <p:spPr>
          <a:xfrm>
            <a:off x="3825932" y="2586221"/>
            <a:ext cx="459971" cy="563917"/>
          </a:xfrm>
          <a:prstGeom prst="rightArrow">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FFFF"/>
              </a:solidFill>
            </a:endParaRPr>
          </a:p>
        </p:txBody>
      </p:sp>
      <p:sp>
        <p:nvSpPr>
          <p:cNvPr id="47" name="TextBox 46"/>
          <p:cNvSpPr txBox="1"/>
          <p:nvPr/>
        </p:nvSpPr>
        <p:spPr>
          <a:xfrm>
            <a:off x="3927686" y="1012532"/>
            <a:ext cx="410690" cy="369332"/>
          </a:xfrm>
          <a:prstGeom prst="rect">
            <a:avLst/>
          </a:prstGeom>
        </p:spPr>
        <p:txBody>
          <a:bodyPr wrap="none" rtlCol="0">
            <a:spAutoFit/>
          </a:bodyPr>
          <a:lstStyle/>
          <a:p>
            <a:r>
              <a:rPr lang="en-US" sz="1800" b="1" dirty="0" smtClean="0">
                <a:solidFill>
                  <a:srgbClr val="C00000"/>
                </a:solidFill>
                <a:latin typeface="NeueHaasGroteskText Std"/>
                <a:sym typeface="Wingdings" panose="05000000000000000000" pitchFamily="2" charset="2"/>
              </a:rPr>
              <a:t></a:t>
            </a:r>
            <a:endParaRPr lang="en-US" sz="1800" b="1" dirty="0">
              <a:solidFill>
                <a:srgbClr val="C00000"/>
              </a:solidFill>
              <a:latin typeface="NeueHaasGroteskText Std"/>
            </a:endParaRPr>
          </a:p>
        </p:txBody>
      </p:sp>
      <p:sp>
        <p:nvSpPr>
          <p:cNvPr id="49" name="TextBox 48"/>
          <p:cNvSpPr txBox="1"/>
          <p:nvPr/>
        </p:nvSpPr>
        <p:spPr>
          <a:xfrm>
            <a:off x="5252325" y="1012532"/>
            <a:ext cx="3001143" cy="338554"/>
          </a:xfrm>
          <a:prstGeom prst="rect">
            <a:avLst/>
          </a:prstGeom>
        </p:spPr>
        <p:txBody>
          <a:bodyPr wrap="none" rtlCol="0">
            <a:spAutoFit/>
          </a:bodyPr>
          <a:lstStyle/>
          <a:p>
            <a:pPr algn="ctr"/>
            <a:r>
              <a:rPr lang="en-US" sz="1600" b="1" dirty="0" smtClean="0">
                <a:latin typeface="NeueHaasGroteskText Std"/>
              </a:rPr>
              <a:t>Visual Analytics &amp; Discovery</a:t>
            </a:r>
            <a:endParaRPr lang="en-US" sz="1600" b="1" dirty="0">
              <a:latin typeface="NeueHaasGroteskText Std"/>
            </a:endParaRPr>
          </a:p>
        </p:txBody>
      </p:sp>
      <p:cxnSp>
        <p:nvCxnSpPr>
          <p:cNvPr id="51" name="Straight Connector 50"/>
          <p:cNvCxnSpPr/>
          <p:nvPr/>
        </p:nvCxnSpPr>
        <p:spPr>
          <a:xfrm>
            <a:off x="5357928" y="1308769"/>
            <a:ext cx="2789936" cy="0"/>
          </a:xfrm>
          <a:prstGeom prst="line">
            <a:avLst/>
          </a:prstGeom>
          <a:ln w="38100"/>
        </p:spPr>
        <p:style>
          <a:lnRef idx="1">
            <a:schemeClr val="accent1"/>
          </a:lnRef>
          <a:fillRef idx="0">
            <a:schemeClr val="accent1"/>
          </a:fillRef>
          <a:effectRef idx="1">
            <a:schemeClr val="accent1"/>
          </a:effectRef>
          <a:fontRef idx="minor">
            <a:schemeClr val="tx1"/>
          </a:fontRef>
        </p:style>
      </p:cxnSp>
      <p:sp>
        <p:nvSpPr>
          <p:cNvPr id="53" name="Rectangle 52"/>
          <p:cNvSpPr/>
          <p:nvPr/>
        </p:nvSpPr>
        <p:spPr>
          <a:xfrm>
            <a:off x="0" y="4319752"/>
            <a:ext cx="9144000" cy="425669"/>
          </a:xfrm>
          <a:prstGeom prst="rect">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solidFill>
                  <a:srgbClr val="FFFFFF"/>
                </a:solidFill>
              </a:rPr>
              <a:t>Data visualization and discovery</a:t>
            </a:r>
            <a:endParaRPr lang="en-US" dirty="0">
              <a:solidFill>
                <a:srgbClr val="FFFFFF"/>
              </a:solidFill>
            </a:endParaRPr>
          </a:p>
        </p:txBody>
      </p:sp>
    </p:spTree>
    <p:extLst>
      <p:ext uri="{BB962C8B-B14F-4D97-AF65-F5344CB8AC3E}">
        <p14:creationId xmlns:p14="http://schemas.microsoft.com/office/powerpoint/2010/main" val="31408932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76"/>
        <p:cNvGrpSpPr/>
        <p:nvPr/>
      </p:nvGrpSpPr>
      <p:grpSpPr>
        <a:xfrm>
          <a:off x="0" y="0"/>
          <a:ext cx="0" cy="0"/>
          <a:chOff x="0" y="0"/>
          <a:chExt cx="0" cy="0"/>
        </a:xfrm>
      </p:grpSpPr>
      <p:grpSp>
        <p:nvGrpSpPr>
          <p:cNvPr id="777" name="Google Shape;777;p113"/>
          <p:cNvGrpSpPr/>
          <p:nvPr/>
        </p:nvGrpSpPr>
        <p:grpSpPr>
          <a:xfrm>
            <a:off x="2873808" y="2289405"/>
            <a:ext cx="2292601" cy="965017"/>
            <a:chOff x="2873808" y="2421448"/>
            <a:chExt cx="2292601" cy="890566"/>
          </a:xfrm>
        </p:grpSpPr>
        <p:sp>
          <p:nvSpPr>
            <p:cNvPr id="778" name="Google Shape;778;p113"/>
            <p:cNvSpPr/>
            <p:nvPr/>
          </p:nvSpPr>
          <p:spPr>
            <a:xfrm>
              <a:off x="2873808" y="2594714"/>
              <a:ext cx="2292600" cy="717300"/>
            </a:xfrm>
            <a:prstGeom prst="roundRect">
              <a:avLst>
                <a:gd name="adj" fmla="val 16667"/>
              </a:avLst>
            </a:prstGeom>
            <a:solidFill>
              <a:schemeClr val="accent4"/>
            </a:solidFill>
            <a:ln w="12700" cap="sq"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779" name="Google Shape;779;p113"/>
            <p:cNvSpPr/>
            <p:nvPr/>
          </p:nvSpPr>
          <p:spPr>
            <a:xfrm>
              <a:off x="2873809" y="2421448"/>
              <a:ext cx="2292600" cy="443700"/>
            </a:xfrm>
            <a:prstGeom prst="rect">
              <a:avLst/>
            </a:prstGeom>
            <a:solidFill>
              <a:schemeClr val="accent4"/>
            </a:solidFill>
            <a:ln w="12700" cap="sq"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sp>
        <p:nvSpPr>
          <p:cNvPr id="780" name="Google Shape;780;p113"/>
          <p:cNvSpPr/>
          <p:nvPr/>
        </p:nvSpPr>
        <p:spPr>
          <a:xfrm>
            <a:off x="3083560" y="1484464"/>
            <a:ext cx="1862700" cy="1426500"/>
          </a:xfrm>
          <a:prstGeom prst="roundRect">
            <a:avLst>
              <a:gd name="adj" fmla="val 6571"/>
            </a:avLst>
          </a:prstGeom>
          <a:solidFill>
            <a:srgbClr val="D8D8D8"/>
          </a:solidFill>
          <a:ln w="9525" cap="flat" cmpd="sng">
            <a:solidFill>
              <a:srgbClr val="7F7F7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781" name="Google Shape;781;p113"/>
          <p:cNvSpPr txBox="1">
            <a:spLocks noGrp="1"/>
          </p:cNvSpPr>
          <p:nvPr>
            <p:ph type="title"/>
          </p:nvPr>
        </p:nvSpPr>
        <p:spPr>
          <a:xfrm>
            <a:off x="457200" y="434758"/>
            <a:ext cx="8229600" cy="514500"/>
          </a:xfrm>
          <a:prstGeom prst="rect">
            <a:avLst/>
          </a:prstGeom>
          <a:noFill/>
          <a:ln>
            <a:noFill/>
          </a:ln>
        </p:spPr>
        <p:txBody>
          <a:bodyPr spcFirstLastPara="1" wrap="square" lIns="0" tIns="0" rIns="0" bIns="0" anchor="t" anchorCtr="0">
            <a:noAutofit/>
          </a:bodyPr>
          <a:lstStyle/>
          <a:p>
            <a:pPr lvl="0">
              <a:lnSpc>
                <a:spcPct val="80000"/>
              </a:lnSpc>
              <a:buClr>
                <a:schemeClr val="dk1"/>
              </a:buClr>
              <a:buSzPts val="2400"/>
            </a:pPr>
            <a:r>
              <a:rPr lang="en-US" sz="2000" dirty="0">
                <a:solidFill>
                  <a:schemeClr val="tx1"/>
                </a:solidFill>
              </a:rPr>
              <a:t>Verizon.ai Platform Goals - </a:t>
            </a:r>
            <a:r>
              <a:rPr lang="en" sz="2000" dirty="0">
                <a:solidFill>
                  <a:schemeClr val="dk1"/>
                </a:solidFill>
              </a:rPr>
              <a:t>Manual to Machine Driven Decisions</a:t>
            </a:r>
            <a:endParaRPr sz="2000" dirty="0">
              <a:solidFill>
                <a:schemeClr val="dk1"/>
              </a:solidFill>
            </a:endParaRPr>
          </a:p>
        </p:txBody>
      </p:sp>
      <p:sp>
        <p:nvSpPr>
          <p:cNvPr id="782" name="Google Shape;782;p113"/>
          <p:cNvSpPr txBox="1">
            <a:spLocks noGrp="1"/>
          </p:cNvSpPr>
          <p:nvPr>
            <p:ph type="sldNum" idx="12"/>
          </p:nvPr>
        </p:nvSpPr>
        <p:spPr>
          <a:xfrm>
            <a:off x="8459788" y="4801223"/>
            <a:ext cx="228600" cy="171300"/>
          </a:xfrm>
          <a:prstGeom prst="rect">
            <a:avLst/>
          </a:prstGeom>
          <a:noFill/>
          <a:ln>
            <a:noFill/>
          </a:ln>
        </p:spPr>
        <p:txBody>
          <a:bodyPr spcFirstLastPara="1" wrap="square" lIns="0" tIns="0" rIns="0" bIns="0" anchor="b" anchorCtr="0">
            <a:noAutofit/>
          </a:bodyPr>
          <a:lstStyle/>
          <a:p>
            <a:pPr marL="0" lvl="0" indent="0" algn="r" rtl="0">
              <a:lnSpc>
                <a:spcPct val="100000"/>
              </a:lnSpc>
              <a:spcBef>
                <a:spcPts val="0"/>
              </a:spcBef>
              <a:spcAft>
                <a:spcPts val="0"/>
              </a:spcAft>
              <a:buNone/>
            </a:pPr>
            <a:fld id="{00000000-1234-1234-1234-123412341234}" type="slidenum">
              <a:rPr lang="en">
                <a:solidFill>
                  <a:srgbClr val="000000"/>
                </a:solidFill>
              </a:rPr>
              <a:t>4</a:t>
            </a:fld>
            <a:endParaRPr>
              <a:solidFill>
                <a:srgbClr val="000000"/>
              </a:solidFill>
            </a:endParaRPr>
          </a:p>
        </p:txBody>
      </p:sp>
      <p:sp>
        <p:nvSpPr>
          <p:cNvPr id="783" name="Google Shape;783;p113"/>
          <p:cNvSpPr txBox="1"/>
          <p:nvPr/>
        </p:nvSpPr>
        <p:spPr>
          <a:xfrm>
            <a:off x="609138" y="1015929"/>
            <a:ext cx="1396500" cy="3078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 sz="1400" b="1" i="0" u="none" strike="noStrike" cap="none">
                <a:solidFill>
                  <a:srgbClr val="000000"/>
                </a:solidFill>
                <a:latin typeface="Neue Haas Grotesk Text Std"/>
                <a:ea typeface="Neue Haas Grotesk Text Std"/>
                <a:cs typeface="Neue Haas Grotesk Text Std"/>
                <a:sym typeface="Neue Haas Grotesk Text Std"/>
              </a:rPr>
              <a:t>AI/ML Models</a:t>
            </a:r>
            <a:endParaRPr sz="1400" b="1" i="0" u="none" strike="noStrike" cap="none">
              <a:solidFill>
                <a:srgbClr val="000000"/>
              </a:solidFill>
              <a:latin typeface="Neue Haas Grotesk Text Std"/>
              <a:ea typeface="Neue Haas Grotesk Text Std"/>
              <a:cs typeface="Neue Haas Grotesk Text Std"/>
              <a:sym typeface="Neue Haas Grotesk Text Std"/>
            </a:endParaRPr>
          </a:p>
        </p:txBody>
      </p:sp>
      <p:cxnSp>
        <p:nvCxnSpPr>
          <p:cNvPr id="784" name="Google Shape;784;p113"/>
          <p:cNvCxnSpPr/>
          <p:nvPr/>
        </p:nvCxnSpPr>
        <p:spPr>
          <a:xfrm>
            <a:off x="675999" y="1308769"/>
            <a:ext cx="1266600" cy="0"/>
          </a:xfrm>
          <a:prstGeom prst="straightConnector1">
            <a:avLst/>
          </a:prstGeom>
          <a:noFill/>
          <a:ln w="38100" cap="flat" cmpd="sng">
            <a:solidFill>
              <a:schemeClr val="accent1"/>
            </a:solidFill>
            <a:prstDash val="solid"/>
            <a:round/>
            <a:headEnd type="none" w="sm" len="sm"/>
            <a:tailEnd type="none" w="sm" len="sm"/>
          </a:ln>
        </p:spPr>
      </p:cxnSp>
      <p:sp>
        <p:nvSpPr>
          <p:cNvPr id="785" name="Google Shape;785;p113"/>
          <p:cNvSpPr txBox="1"/>
          <p:nvPr/>
        </p:nvSpPr>
        <p:spPr>
          <a:xfrm>
            <a:off x="2180166" y="1012532"/>
            <a:ext cx="410700" cy="369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 sz="1800" b="1" i="0" u="none" strike="noStrike" cap="none">
                <a:solidFill>
                  <a:srgbClr val="C00000"/>
                </a:solidFill>
                <a:latin typeface="Neue Haas Grotesk Text Std"/>
                <a:ea typeface="Neue Haas Grotesk Text Std"/>
                <a:cs typeface="Neue Haas Grotesk Text Std"/>
                <a:sym typeface="Neue Haas Grotesk Text Std"/>
              </a:rPr>
              <a:t>→</a:t>
            </a:r>
            <a:endParaRPr sz="1800" b="1" i="0" u="none" strike="noStrike" cap="none">
              <a:solidFill>
                <a:srgbClr val="C00000"/>
              </a:solidFill>
              <a:latin typeface="Neue Haas Grotesk Text Std"/>
              <a:ea typeface="Neue Haas Grotesk Text Std"/>
              <a:cs typeface="Neue Haas Grotesk Text Std"/>
              <a:sym typeface="Neue Haas Grotesk Text Std"/>
            </a:endParaRPr>
          </a:p>
        </p:txBody>
      </p:sp>
      <p:sp>
        <p:nvSpPr>
          <p:cNvPr id="786" name="Google Shape;786;p113"/>
          <p:cNvSpPr txBox="1"/>
          <p:nvPr/>
        </p:nvSpPr>
        <p:spPr>
          <a:xfrm>
            <a:off x="2805416" y="1012532"/>
            <a:ext cx="2398500" cy="3078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 sz="1400" b="1" i="0" u="none" strike="noStrike" cap="none">
                <a:solidFill>
                  <a:srgbClr val="000000"/>
                </a:solidFill>
                <a:latin typeface="Neue Haas Grotesk Text Std"/>
                <a:ea typeface="Neue Haas Grotesk Text Std"/>
                <a:cs typeface="Neue Haas Grotesk Text Std"/>
                <a:sym typeface="Neue Haas Grotesk Text Std"/>
              </a:rPr>
              <a:t>Common AI Market Place</a:t>
            </a:r>
            <a:endParaRPr sz="1400" b="1" i="0" u="none" strike="noStrike" cap="none">
              <a:solidFill>
                <a:srgbClr val="000000"/>
              </a:solidFill>
              <a:latin typeface="Neue Haas Grotesk Text Std"/>
              <a:ea typeface="Neue Haas Grotesk Text Std"/>
              <a:cs typeface="Neue Haas Grotesk Text Std"/>
              <a:sym typeface="Neue Haas Grotesk Text Std"/>
            </a:endParaRPr>
          </a:p>
        </p:txBody>
      </p:sp>
      <p:cxnSp>
        <p:nvCxnSpPr>
          <p:cNvPr id="787" name="Google Shape;787;p113"/>
          <p:cNvCxnSpPr/>
          <p:nvPr/>
        </p:nvCxnSpPr>
        <p:spPr>
          <a:xfrm>
            <a:off x="2873808" y="1308769"/>
            <a:ext cx="2256900" cy="0"/>
          </a:xfrm>
          <a:prstGeom prst="straightConnector1">
            <a:avLst/>
          </a:prstGeom>
          <a:noFill/>
          <a:ln w="38100" cap="flat" cmpd="sng">
            <a:solidFill>
              <a:schemeClr val="accent1"/>
            </a:solidFill>
            <a:prstDash val="solid"/>
            <a:round/>
            <a:headEnd type="none" w="sm" len="sm"/>
            <a:tailEnd type="none" w="sm" len="sm"/>
          </a:ln>
        </p:spPr>
      </p:cxnSp>
      <p:sp>
        <p:nvSpPr>
          <p:cNvPr id="788" name="Google Shape;788;p113"/>
          <p:cNvSpPr/>
          <p:nvPr/>
        </p:nvSpPr>
        <p:spPr>
          <a:xfrm>
            <a:off x="0" y="4319752"/>
            <a:ext cx="9144000" cy="425700"/>
          </a:xfrm>
          <a:prstGeom prst="rect">
            <a:avLst/>
          </a:prstGeom>
          <a:solidFill>
            <a:srgbClr val="59595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1400" b="0" i="0" u="none" strike="noStrike" cap="none">
                <a:solidFill>
                  <a:schemeClr val="lt1"/>
                </a:solidFill>
                <a:latin typeface="Arial"/>
                <a:ea typeface="Arial"/>
                <a:cs typeface="Arial"/>
                <a:sym typeface="Arial"/>
              </a:rPr>
              <a:t>Accelerate AI to Market, Run models @ scale, real-time</a:t>
            </a:r>
            <a:endParaRPr sz="1400" b="0" i="0" u="none" strike="noStrike" cap="none">
              <a:solidFill>
                <a:schemeClr val="lt1"/>
              </a:solidFill>
              <a:latin typeface="Arial"/>
              <a:ea typeface="Arial"/>
              <a:cs typeface="Arial"/>
              <a:sym typeface="Arial"/>
            </a:endParaRPr>
          </a:p>
        </p:txBody>
      </p:sp>
      <p:sp>
        <p:nvSpPr>
          <p:cNvPr id="789" name="Google Shape;789;p113"/>
          <p:cNvSpPr/>
          <p:nvPr/>
        </p:nvSpPr>
        <p:spPr>
          <a:xfrm>
            <a:off x="3506333" y="1643259"/>
            <a:ext cx="1047300" cy="255600"/>
          </a:xfrm>
          <a:prstGeom prst="rect">
            <a:avLst/>
          </a:prstGeom>
          <a:solidFill>
            <a:srgbClr val="C00000"/>
          </a:solidFill>
          <a:ln w="9525" cap="sq" cmpd="sng">
            <a:solidFill>
              <a:schemeClr val="accent1"/>
            </a:solidFill>
            <a:prstDash val="solid"/>
            <a:round/>
            <a:headEnd type="none" w="sm" len="sm"/>
            <a:tailEnd type="none" w="sm" len="sm"/>
          </a:ln>
        </p:spPr>
        <p:txBody>
          <a:bodyPr spcFirstLastPara="1" wrap="square" lIns="0" tIns="45700" rIns="0" bIns="45700" anchor="ctr" anchorCtr="0">
            <a:noAutofit/>
          </a:bodyPr>
          <a:lstStyle/>
          <a:p>
            <a:pPr marL="0" marR="0" lvl="0" indent="0" algn="ctr" rtl="0">
              <a:lnSpc>
                <a:spcPct val="100000"/>
              </a:lnSpc>
              <a:spcBef>
                <a:spcPts val="0"/>
              </a:spcBef>
              <a:spcAft>
                <a:spcPts val="0"/>
              </a:spcAft>
              <a:buNone/>
            </a:pPr>
            <a:r>
              <a:rPr lang="en" sz="900" b="0" i="0" u="none" strike="noStrike" cap="none">
                <a:solidFill>
                  <a:schemeClr val="lt1"/>
                </a:solidFill>
                <a:latin typeface="Arial"/>
                <a:ea typeface="Arial"/>
                <a:cs typeface="Arial"/>
                <a:sym typeface="Arial"/>
              </a:rPr>
              <a:t>Real-time Scoring</a:t>
            </a:r>
            <a:endParaRPr sz="900" b="0" i="0" u="none" strike="noStrike" cap="none">
              <a:solidFill>
                <a:schemeClr val="lt1"/>
              </a:solidFill>
              <a:latin typeface="Arial"/>
              <a:ea typeface="Arial"/>
              <a:cs typeface="Arial"/>
              <a:sym typeface="Arial"/>
            </a:endParaRPr>
          </a:p>
        </p:txBody>
      </p:sp>
      <p:sp>
        <p:nvSpPr>
          <p:cNvPr id="790" name="Google Shape;790;p113"/>
          <p:cNvSpPr/>
          <p:nvPr/>
        </p:nvSpPr>
        <p:spPr>
          <a:xfrm>
            <a:off x="3506333" y="2289368"/>
            <a:ext cx="1047300" cy="254400"/>
          </a:xfrm>
          <a:prstGeom prst="rect">
            <a:avLst/>
          </a:prstGeom>
          <a:solidFill>
            <a:schemeClr val="lt1"/>
          </a:solidFill>
          <a:ln w="9525" cap="sq" cmpd="sng">
            <a:solidFill>
              <a:schemeClr val="accent1"/>
            </a:solidFill>
            <a:prstDash val="solid"/>
            <a:round/>
            <a:headEnd type="none" w="sm" len="sm"/>
            <a:tailEnd type="none" w="sm" len="sm"/>
          </a:ln>
        </p:spPr>
        <p:txBody>
          <a:bodyPr spcFirstLastPara="1" wrap="square" lIns="0" tIns="45700" rIns="0" bIns="45700" anchor="ctr" anchorCtr="0">
            <a:noAutofit/>
          </a:bodyPr>
          <a:lstStyle/>
          <a:p>
            <a:pPr marL="0" marR="0" lvl="0" indent="0" algn="ctr" rtl="0">
              <a:lnSpc>
                <a:spcPct val="100000"/>
              </a:lnSpc>
              <a:spcBef>
                <a:spcPts val="0"/>
              </a:spcBef>
              <a:spcAft>
                <a:spcPts val="0"/>
              </a:spcAft>
              <a:buNone/>
            </a:pPr>
            <a:r>
              <a:rPr lang="en" sz="900" b="0" i="0" u="none" strike="noStrike" cap="none">
                <a:solidFill>
                  <a:srgbClr val="000000"/>
                </a:solidFill>
                <a:latin typeface="Arial"/>
                <a:ea typeface="Arial"/>
                <a:cs typeface="Arial"/>
                <a:sym typeface="Arial"/>
              </a:rPr>
              <a:t>Batch Scoring</a:t>
            </a:r>
            <a:endParaRPr sz="900" b="0" i="0" u="none" strike="noStrike" cap="none">
              <a:solidFill>
                <a:srgbClr val="000000"/>
              </a:solidFill>
              <a:latin typeface="Arial"/>
              <a:ea typeface="Arial"/>
              <a:cs typeface="Arial"/>
              <a:sym typeface="Arial"/>
            </a:endParaRPr>
          </a:p>
        </p:txBody>
      </p:sp>
      <p:sp>
        <p:nvSpPr>
          <p:cNvPr id="791" name="Google Shape;791;p113"/>
          <p:cNvSpPr txBox="1"/>
          <p:nvPr/>
        </p:nvSpPr>
        <p:spPr>
          <a:xfrm>
            <a:off x="3424365" y="1900720"/>
            <a:ext cx="1481400" cy="2001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 sz="900" b="0" i="0" u="none" strike="noStrike" cap="none">
                <a:solidFill>
                  <a:srgbClr val="000000"/>
                </a:solidFill>
                <a:latin typeface="Arial"/>
                <a:ea typeface="Arial"/>
                <a:cs typeface="Arial"/>
                <a:sym typeface="Arial"/>
              </a:rPr>
              <a:t>e.g., Propensity to call</a:t>
            </a:r>
            <a:endParaRPr sz="900" b="0" i="0" u="none" strike="noStrike" cap="none">
              <a:solidFill>
                <a:srgbClr val="000000"/>
              </a:solidFill>
              <a:latin typeface="Arial"/>
              <a:ea typeface="Arial"/>
              <a:cs typeface="Arial"/>
              <a:sym typeface="Arial"/>
            </a:endParaRPr>
          </a:p>
        </p:txBody>
      </p:sp>
      <p:sp>
        <p:nvSpPr>
          <p:cNvPr id="792" name="Google Shape;792;p113"/>
          <p:cNvSpPr txBox="1"/>
          <p:nvPr/>
        </p:nvSpPr>
        <p:spPr>
          <a:xfrm>
            <a:off x="3143180" y="2570835"/>
            <a:ext cx="1773600" cy="2001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 sz="900" b="0" i="0" u="none" strike="noStrike" cap="none">
                <a:solidFill>
                  <a:srgbClr val="000000"/>
                </a:solidFill>
                <a:latin typeface="Arial"/>
                <a:ea typeface="Arial"/>
                <a:cs typeface="Arial"/>
                <a:sym typeface="Arial"/>
              </a:rPr>
              <a:t>e.g., Customer Life Time Value</a:t>
            </a:r>
            <a:endParaRPr sz="900" b="0" i="0" u="none" strike="noStrike" cap="none">
              <a:solidFill>
                <a:srgbClr val="000000"/>
              </a:solidFill>
              <a:latin typeface="Arial"/>
              <a:ea typeface="Arial"/>
              <a:cs typeface="Arial"/>
              <a:sym typeface="Arial"/>
            </a:endParaRPr>
          </a:p>
        </p:txBody>
      </p:sp>
      <p:sp>
        <p:nvSpPr>
          <p:cNvPr id="793" name="Google Shape;793;p113"/>
          <p:cNvSpPr/>
          <p:nvPr/>
        </p:nvSpPr>
        <p:spPr>
          <a:xfrm>
            <a:off x="2245560" y="1935915"/>
            <a:ext cx="459900" cy="564000"/>
          </a:xfrm>
          <a:prstGeom prst="rightArrow">
            <a:avLst>
              <a:gd name="adj1" fmla="val 50000"/>
              <a:gd name="adj2" fmla="val 50000"/>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794" name="Google Shape;794;p113"/>
          <p:cNvSpPr txBox="1"/>
          <p:nvPr/>
        </p:nvSpPr>
        <p:spPr>
          <a:xfrm>
            <a:off x="259208" y="3316870"/>
            <a:ext cx="2163900" cy="600300"/>
          </a:xfrm>
          <a:prstGeom prst="rect">
            <a:avLst/>
          </a:prstGeom>
          <a:noFill/>
          <a:ln>
            <a:noFill/>
          </a:ln>
        </p:spPr>
        <p:txBody>
          <a:bodyPr spcFirstLastPara="1" wrap="square" lIns="91425" tIns="45700" rIns="91425" bIns="45700" anchor="t" anchorCtr="0">
            <a:noAutofit/>
          </a:bodyPr>
          <a:lstStyle/>
          <a:p>
            <a:pPr marL="173037" marR="0" lvl="0" indent="-173037" algn="l" rtl="0">
              <a:lnSpc>
                <a:spcPct val="100000"/>
              </a:lnSpc>
              <a:spcBef>
                <a:spcPts val="0"/>
              </a:spcBef>
              <a:spcAft>
                <a:spcPts val="0"/>
              </a:spcAft>
              <a:buClr>
                <a:srgbClr val="000000"/>
              </a:buClr>
              <a:buSzPts val="1100"/>
              <a:buFont typeface="Arial"/>
              <a:buChar char="•"/>
            </a:pPr>
            <a:r>
              <a:rPr lang="en" sz="1100" b="0" i="0" u="none" strike="noStrike" cap="none">
                <a:solidFill>
                  <a:srgbClr val="000000"/>
                </a:solidFill>
                <a:latin typeface="Arial"/>
                <a:ea typeface="Arial"/>
                <a:cs typeface="Arial"/>
                <a:sym typeface="Arial"/>
              </a:rPr>
              <a:t>AI/ML Models built by various teams using multiple languages and frameworks</a:t>
            </a:r>
            <a:endParaRPr sz="1100" b="0" i="0" u="none" strike="noStrike" cap="none">
              <a:solidFill>
                <a:srgbClr val="000000"/>
              </a:solidFill>
              <a:latin typeface="Arial"/>
              <a:ea typeface="Arial"/>
              <a:cs typeface="Arial"/>
              <a:sym typeface="Arial"/>
            </a:endParaRPr>
          </a:p>
        </p:txBody>
      </p:sp>
      <p:sp>
        <p:nvSpPr>
          <p:cNvPr id="795" name="Google Shape;795;p113"/>
          <p:cNvSpPr txBox="1"/>
          <p:nvPr/>
        </p:nvSpPr>
        <p:spPr>
          <a:xfrm>
            <a:off x="2705530" y="3316869"/>
            <a:ext cx="2733000" cy="923400"/>
          </a:xfrm>
          <a:prstGeom prst="rect">
            <a:avLst/>
          </a:prstGeom>
          <a:noFill/>
          <a:ln>
            <a:noFill/>
          </a:ln>
        </p:spPr>
        <p:txBody>
          <a:bodyPr spcFirstLastPara="1" wrap="square" lIns="91425" tIns="45700" rIns="91425" bIns="45700" anchor="t" anchorCtr="0">
            <a:noAutofit/>
          </a:bodyPr>
          <a:lstStyle/>
          <a:p>
            <a:pPr marL="173037" marR="0" lvl="0" indent="-173037" algn="l" rtl="0">
              <a:lnSpc>
                <a:spcPct val="100000"/>
              </a:lnSpc>
              <a:spcBef>
                <a:spcPts val="0"/>
              </a:spcBef>
              <a:spcAft>
                <a:spcPts val="0"/>
              </a:spcAft>
              <a:buClr>
                <a:srgbClr val="000000"/>
              </a:buClr>
              <a:buSzPts val="1100"/>
              <a:buFont typeface="Arial"/>
              <a:buChar char="•"/>
            </a:pPr>
            <a:r>
              <a:rPr lang="en" sz="1100" b="0" i="0" u="none" strike="noStrike" cap="none">
                <a:solidFill>
                  <a:srgbClr val="000000"/>
                </a:solidFill>
                <a:latin typeface="Arial"/>
                <a:ea typeface="Arial"/>
                <a:cs typeface="Arial"/>
                <a:sym typeface="Arial"/>
              </a:rPr>
              <a:t>Common place to deploy &amp; run models @ scale</a:t>
            </a:r>
            <a:endParaRPr sz="1100"/>
          </a:p>
          <a:p>
            <a:pPr marL="173037" marR="0" lvl="0" indent="-173037" algn="l" rtl="0">
              <a:lnSpc>
                <a:spcPct val="100000"/>
              </a:lnSpc>
              <a:spcBef>
                <a:spcPts val="600"/>
              </a:spcBef>
              <a:spcAft>
                <a:spcPts val="0"/>
              </a:spcAft>
              <a:buClr>
                <a:srgbClr val="000000"/>
              </a:buClr>
              <a:buSzPts val="1100"/>
              <a:buFont typeface="Arial"/>
              <a:buChar char="•"/>
            </a:pPr>
            <a:r>
              <a:rPr lang="en" sz="1100" b="0" i="0" u="none" strike="noStrike" cap="none">
                <a:solidFill>
                  <a:srgbClr val="000000"/>
                </a:solidFill>
                <a:latin typeface="Arial"/>
                <a:ea typeface="Arial"/>
                <a:cs typeface="Arial"/>
                <a:sym typeface="Arial"/>
              </a:rPr>
              <a:t>Score models @ real-time</a:t>
            </a:r>
            <a:endParaRPr sz="1100"/>
          </a:p>
          <a:p>
            <a:pPr marL="173037" marR="0" lvl="0" indent="-173037" algn="l" rtl="0">
              <a:lnSpc>
                <a:spcPct val="100000"/>
              </a:lnSpc>
              <a:spcBef>
                <a:spcPts val="600"/>
              </a:spcBef>
              <a:spcAft>
                <a:spcPts val="0"/>
              </a:spcAft>
              <a:buClr>
                <a:srgbClr val="000000"/>
              </a:buClr>
              <a:buSzPts val="1100"/>
              <a:buFont typeface="Arial"/>
              <a:buChar char="•"/>
            </a:pPr>
            <a:r>
              <a:rPr lang="en" sz="1100" b="0" i="0" u="none" strike="noStrike" cap="none">
                <a:solidFill>
                  <a:srgbClr val="000000"/>
                </a:solidFill>
                <a:latin typeface="Arial"/>
                <a:ea typeface="Arial"/>
                <a:cs typeface="Arial"/>
                <a:sym typeface="Arial"/>
              </a:rPr>
              <a:t>Deployment automation (DataOps)</a:t>
            </a:r>
            <a:endParaRPr sz="1100" b="0" i="0" u="none" strike="noStrike" cap="none">
              <a:solidFill>
                <a:srgbClr val="000000"/>
              </a:solidFill>
              <a:latin typeface="Arial"/>
              <a:ea typeface="Arial"/>
              <a:cs typeface="Arial"/>
              <a:sym typeface="Arial"/>
            </a:endParaRPr>
          </a:p>
        </p:txBody>
      </p:sp>
      <p:sp>
        <p:nvSpPr>
          <p:cNvPr id="796" name="Google Shape;796;p113"/>
          <p:cNvSpPr txBox="1"/>
          <p:nvPr/>
        </p:nvSpPr>
        <p:spPr>
          <a:xfrm>
            <a:off x="5408172" y="1012532"/>
            <a:ext cx="410700" cy="369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 sz="1800" b="1" i="0" u="none" strike="noStrike" cap="none">
                <a:solidFill>
                  <a:srgbClr val="C00000"/>
                </a:solidFill>
                <a:latin typeface="Neue Haas Grotesk Text Std"/>
                <a:ea typeface="Neue Haas Grotesk Text Std"/>
                <a:cs typeface="Neue Haas Grotesk Text Std"/>
                <a:sym typeface="Neue Haas Grotesk Text Std"/>
              </a:rPr>
              <a:t>→</a:t>
            </a:r>
            <a:endParaRPr sz="1800" b="1" i="0" u="none" strike="noStrike" cap="none">
              <a:solidFill>
                <a:srgbClr val="C00000"/>
              </a:solidFill>
              <a:latin typeface="Neue Haas Grotesk Text Std"/>
              <a:ea typeface="Neue Haas Grotesk Text Std"/>
              <a:cs typeface="Neue Haas Grotesk Text Std"/>
              <a:sym typeface="Neue Haas Grotesk Text Std"/>
            </a:endParaRPr>
          </a:p>
        </p:txBody>
      </p:sp>
      <p:sp>
        <p:nvSpPr>
          <p:cNvPr id="797" name="Google Shape;797;p113"/>
          <p:cNvSpPr txBox="1"/>
          <p:nvPr/>
        </p:nvSpPr>
        <p:spPr>
          <a:xfrm>
            <a:off x="5954081" y="1012532"/>
            <a:ext cx="2557200" cy="3078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 sz="1400" b="1" i="0" u="none" strike="noStrike" cap="none">
                <a:solidFill>
                  <a:srgbClr val="000000"/>
                </a:solidFill>
                <a:latin typeface="Neue Haas Grotesk Text Std"/>
                <a:ea typeface="Neue Haas Grotesk Text Std"/>
                <a:cs typeface="Neue Haas Grotesk Text Std"/>
                <a:sym typeface="Neue Haas Grotesk Text Std"/>
              </a:rPr>
              <a:t>Cross channel Consistency</a:t>
            </a:r>
            <a:endParaRPr sz="1400" b="1" i="0" u="none" strike="noStrike" cap="none">
              <a:solidFill>
                <a:srgbClr val="000000"/>
              </a:solidFill>
              <a:latin typeface="Neue Haas Grotesk Text Std"/>
              <a:ea typeface="Neue Haas Grotesk Text Std"/>
              <a:cs typeface="Neue Haas Grotesk Text Std"/>
              <a:sym typeface="Neue Haas Grotesk Text Std"/>
            </a:endParaRPr>
          </a:p>
        </p:txBody>
      </p:sp>
      <p:cxnSp>
        <p:nvCxnSpPr>
          <p:cNvPr id="798" name="Google Shape;798;p113"/>
          <p:cNvCxnSpPr/>
          <p:nvPr/>
        </p:nvCxnSpPr>
        <p:spPr>
          <a:xfrm>
            <a:off x="6101814" y="1308769"/>
            <a:ext cx="2320800" cy="0"/>
          </a:xfrm>
          <a:prstGeom prst="straightConnector1">
            <a:avLst/>
          </a:prstGeom>
          <a:noFill/>
          <a:ln w="38100" cap="flat" cmpd="sng">
            <a:solidFill>
              <a:schemeClr val="accent1"/>
            </a:solidFill>
            <a:prstDash val="solid"/>
            <a:round/>
            <a:headEnd type="none" w="sm" len="sm"/>
            <a:tailEnd type="none" w="sm" len="sm"/>
          </a:ln>
        </p:spPr>
      </p:cxnSp>
      <p:sp>
        <p:nvSpPr>
          <p:cNvPr id="799" name="Google Shape;799;p113"/>
          <p:cNvSpPr/>
          <p:nvPr/>
        </p:nvSpPr>
        <p:spPr>
          <a:xfrm>
            <a:off x="5383531" y="1898717"/>
            <a:ext cx="459900" cy="564000"/>
          </a:xfrm>
          <a:prstGeom prst="rightArrow">
            <a:avLst>
              <a:gd name="adj1" fmla="val 50000"/>
              <a:gd name="adj2" fmla="val 50000"/>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pic>
        <p:nvPicPr>
          <p:cNvPr id="800" name="Google Shape;800;p113"/>
          <p:cNvPicPr preferRelativeResize="0"/>
          <p:nvPr/>
        </p:nvPicPr>
        <p:blipFill rotWithShape="1">
          <a:blip r:embed="rId3">
            <a:alphaModFix/>
          </a:blip>
          <a:srcRect/>
          <a:stretch/>
        </p:blipFill>
        <p:spPr>
          <a:xfrm>
            <a:off x="6186835" y="2236908"/>
            <a:ext cx="781575" cy="451450"/>
          </a:xfrm>
          <a:prstGeom prst="rect">
            <a:avLst/>
          </a:prstGeom>
          <a:noFill/>
          <a:ln>
            <a:noFill/>
          </a:ln>
        </p:spPr>
      </p:pic>
      <p:pic>
        <p:nvPicPr>
          <p:cNvPr id="801" name="Google Shape;801;p113"/>
          <p:cNvPicPr preferRelativeResize="0"/>
          <p:nvPr/>
        </p:nvPicPr>
        <p:blipFill rotWithShape="1">
          <a:blip r:embed="rId4">
            <a:alphaModFix/>
          </a:blip>
          <a:srcRect/>
          <a:stretch/>
        </p:blipFill>
        <p:spPr>
          <a:xfrm>
            <a:off x="6280670" y="1484464"/>
            <a:ext cx="423862" cy="426153"/>
          </a:xfrm>
          <a:prstGeom prst="rect">
            <a:avLst/>
          </a:prstGeom>
          <a:noFill/>
          <a:ln>
            <a:noFill/>
          </a:ln>
        </p:spPr>
      </p:pic>
      <p:pic>
        <p:nvPicPr>
          <p:cNvPr id="802" name="Google Shape;802;p113"/>
          <p:cNvPicPr preferRelativeResize="0"/>
          <p:nvPr/>
        </p:nvPicPr>
        <p:blipFill rotWithShape="1">
          <a:blip r:embed="rId5">
            <a:alphaModFix/>
          </a:blip>
          <a:srcRect/>
          <a:stretch/>
        </p:blipFill>
        <p:spPr>
          <a:xfrm>
            <a:off x="3845724" y="2987121"/>
            <a:ext cx="338473" cy="175746"/>
          </a:xfrm>
          <a:prstGeom prst="rect">
            <a:avLst/>
          </a:prstGeom>
          <a:noFill/>
          <a:ln>
            <a:noFill/>
          </a:ln>
        </p:spPr>
      </p:pic>
      <p:pic>
        <p:nvPicPr>
          <p:cNvPr id="803" name="Google Shape;803;p113"/>
          <p:cNvPicPr preferRelativeResize="0"/>
          <p:nvPr/>
        </p:nvPicPr>
        <p:blipFill rotWithShape="1">
          <a:blip r:embed="rId6">
            <a:alphaModFix/>
          </a:blip>
          <a:srcRect/>
          <a:stretch/>
        </p:blipFill>
        <p:spPr>
          <a:xfrm>
            <a:off x="6024880" y="3145877"/>
            <a:ext cx="943530" cy="680774"/>
          </a:xfrm>
          <a:prstGeom prst="rect">
            <a:avLst/>
          </a:prstGeom>
          <a:noFill/>
          <a:ln>
            <a:noFill/>
          </a:ln>
        </p:spPr>
      </p:pic>
      <p:sp>
        <p:nvSpPr>
          <p:cNvPr id="804" name="Google Shape;804;p113"/>
          <p:cNvSpPr txBox="1"/>
          <p:nvPr/>
        </p:nvSpPr>
        <p:spPr>
          <a:xfrm>
            <a:off x="7056109" y="1545182"/>
            <a:ext cx="897900" cy="307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 sz="1400" b="1" i="0" u="none" strike="noStrike" cap="none">
                <a:solidFill>
                  <a:srgbClr val="000000"/>
                </a:solidFill>
                <a:latin typeface="Neue Haas Grotesk Text Std"/>
                <a:ea typeface="Neue Haas Grotesk Text Std"/>
                <a:cs typeface="Neue Haas Grotesk Text Std"/>
                <a:sym typeface="Neue Haas Grotesk Text Std"/>
              </a:rPr>
              <a:t>Inbound</a:t>
            </a:r>
            <a:endParaRPr sz="1400" b="1" i="0" u="none" strike="noStrike" cap="none">
              <a:solidFill>
                <a:srgbClr val="000000"/>
              </a:solidFill>
              <a:latin typeface="Neue Haas Grotesk Text Std"/>
              <a:ea typeface="Neue Haas Grotesk Text Std"/>
              <a:cs typeface="Neue Haas Grotesk Text Std"/>
              <a:sym typeface="Neue Haas Grotesk Text Std"/>
            </a:endParaRPr>
          </a:p>
        </p:txBody>
      </p:sp>
      <p:sp>
        <p:nvSpPr>
          <p:cNvPr id="805" name="Google Shape;805;p113"/>
          <p:cNvSpPr txBox="1"/>
          <p:nvPr/>
        </p:nvSpPr>
        <p:spPr>
          <a:xfrm>
            <a:off x="7056109" y="2308745"/>
            <a:ext cx="1056600" cy="307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 sz="1400" b="1" i="0" u="none" strike="noStrike" cap="none">
                <a:solidFill>
                  <a:srgbClr val="000000"/>
                </a:solidFill>
                <a:latin typeface="Neue Haas Grotesk Text Std"/>
                <a:ea typeface="Neue Haas Grotesk Text Std"/>
                <a:cs typeface="Neue Haas Grotesk Text Std"/>
                <a:sym typeface="Neue Haas Grotesk Text Std"/>
              </a:rPr>
              <a:t>Outbound</a:t>
            </a:r>
            <a:endParaRPr sz="1400" b="1" i="0" u="none" strike="noStrike" cap="none">
              <a:solidFill>
                <a:srgbClr val="000000"/>
              </a:solidFill>
              <a:latin typeface="Neue Haas Grotesk Text Std"/>
              <a:ea typeface="Neue Haas Grotesk Text Std"/>
              <a:cs typeface="Neue Haas Grotesk Text Std"/>
              <a:sym typeface="Neue Haas Grotesk Text Std"/>
            </a:endParaRPr>
          </a:p>
        </p:txBody>
      </p:sp>
      <p:sp>
        <p:nvSpPr>
          <p:cNvPr id="806" name="Google Shape;806;p113"/>
          <p:cNvSpPr txBox="1"/>
          <p:nvPr/>
        </p:nvSpPr>
        <p:spPr>
          <a:xfrm>
            <a:off x="7056109" y="3160359"/>
            <a:ext cx="1297200" cy="307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 sz="1400" b="1" i="0" u="none" strike="noStrike" cap="none">
                <a:solidFill>
                  <a:srgbClr val="000000"/>
                </a:solidFill>
                <a:latin typeface="Neue Haas Grotesk Text Std"/>
                <a:ea typeface="Neue Haas Grotesk Text Std"/>
                <a:cs typeface="Neue Haas Grotesk Text Std"/>
                <a:sym typeface="Neue Haas Grotesk Text Std"/>
              </a:rPr>
              <a:t>Engagement</a:t>
            </a:r>
            <a:endParaRPr sz="1400" b="1" i="0" u="none" strike="noStrike" cap="none">
              <a:solidFill>
                <a:srgbClr val="000000"/>
              </a:solidFill>
              <a:latin typeface="Neue Haas Grotesk Text Std"/>
              <a:ea typeface="Neue Haas Grotesk Text Std"/>
              <a:cs typeface="Neue Haas Grotesk Text Std"/>
              <a:sym typeface="Neue Haas Grotesk Text Std"/>
            </a:endParaRPr>
          </a:p>
        </p:txBody>
      </p:sp>
      <p:pic>
        <p:nvPicPr>
          <p:cNvPr id="807" name="Google Shape;807;p113"/>
          <p:cNvPicPr preferRelativeResize="0"/>
          <p:nvPr/>
        </p:nvPicPr>
        <p:blipFill>
          <a:blip r:embed="rId7">
            <a:alphaModFix/>
          </a:blip>
          <a:stretch>
            <a:fillRect/>
          </a:stretch>
        </p:blipFill>
        <p:spPr>
          <a:xfrm>
            <a:off x="581829" y="1557300"/>
            <a:ext cx="179125" cy="266637"/>
          </a:xfrm>
          <a:prstGeom prst="rect">
            <a:avLst/>
          </a:prstGeom>
          <a:noFill/>
          <a:ln>
            <a:noFill/>
          </a:ln>
        </p:spPr>
      </p:pic>
      <p:sp>
        <p:nvSpPr>
          <p:cNvPr id="808" name="Google Shape;808;p113"/>
          <p:cNvSpPr txBox="1"/>
          <p:nvPr/>
        </p:nvSpPr>
        <p:spPr>
          <a:xfrm>
            <a:off x="426407" y="1797094"/>
            <a:ext cx="459600" cy="192300"/>
          </a:xfrm>
          <a:prstGeom prst="rect">
            <a:avLst/>
          </a:prstGeom>
          <a:noFill/>
          <a:ln>
            <a:noFill/>
          </a:ln>
        </p:spPr>
        <p:txBody>
          <a:bodyPr spcFirstLastPara="1" wrap="square" lIns="68575" tIns="34275" rIns="68575" bIns="34275" anchor="t" anchorCtr="0">
            <a:noAutofit/>
          </a:bodyPr>
          <a:lstStyle/>
          <a:p>
            <a:pPr marL="0" marR="0" lvl="0" indent="0" algn="ctr" rtl="0">
              <a:spcBef>
                <a:spcPts val="0"/>
              </a:spcBef>
              <a:spcAft>
                <a:spcPts val="0"/>
              </a:spcAft>
              <a:buNone/>
            </a:pPr>
            <a:r>
              <a:rPr lang="en" sz="600">
                <a:solidFill>
                  <a:srgbClr val="000000"/>
                </a:solidFill>
              </a:rPr>
              <a:t>Churn</a:t>
            </a:r>
            <a:endParaRPr sz="600">
              <a:latin typeface="Neue Haas Grotesk Text Std"/>
              <a:ea typeface="Neue Haas Grotesk Text Std"/>
              <a:cs typeface="Neue Haas Grotesk Text Std"/>
              <a:sym typeface="Neue Haas Grotesk Text Std"/>
            </a:endParaRPr>
          </a:p>
        </p:txBody>
      </p:sp>
      <p:pic>
        <p:nvPicPr>
          <p:cNvPr id="809" name="Google Shape;809;p113"/>
          <p:cNvPicPr preferRelativeResize="0"/>
          <p:nvPr/>
        </p:nvPicPr>
        <p:blipFill>
          <a:blip r:embed="rId8">
            <a:alphaModFix/>
          </a:blip>
          <a:stretch>
            <a:fillRect/>
          </a:stretch>
        </p:blipFill>
        <p:spPr>
          <a:xfrm>
            <a:off x="851363" y="1560086"/>
            <a:ext cx="228600" cy="261075"/>
          </a:xfrm>
          <a:prstGeom prst="rect">
            <a:avLst/>
          </a:prstGeom>
          <a:noFill/>
          <a:ln>
            <a:noFill/>
          </a:ln>
        </p:spPr>
      </p:pic>
      <p:sp>
        <p:nvSpPr>
          <p:cNvPr id="810" name="Google Shape;810;p113"/>
          <p:cNvSpPr txBox="1"/>
          <p:nvPr/>
        </p:nvSpPr>
        <p:spPr>
          <a:xfrm>
            <a:off x="738120" y="1797094"/>
            <a:ext cx="459600" cy="192300"/>
          </a:xfrm>
          <a:prstGeom prst="rect">
            <a:avLst/>
          </a:prstGeom>
          <a:noFill/>
          <a:ln>
            <a:noFill/>
          </a:ln>
        </p:spPr>
        <p:txBody>
          <a:bodyPr spcFirstLastPara="1" wrap="square" lIns="68575" tIns="34275" rIns="68575" bIns="34275" anchor="t" anchorCtr="0">
            <a:noAutofit/>
          </a:bodyPr>
          <a:lstStyle/>
          <a:p>
            <a:pPr marL="0" marR="0" lvl="0" indent="0" algn="ctr" rtl="0">
              <a:spcBef>
                <a:spcPts val="0"/>
              </a:spcBef>
              <a:spcAft>
                <a:spcPts val="0"/>
              </a:spcAft>
              <a:buNone/>
            </a:pPr>
            <a:r>
              <a:rPr lang="en" sz="600">
                <a:solidFill>
                  <a:srgbClr val="000000"/>
                </a:solidFill>
              </a:rPr>
              <a:t>Call</a:t>
            </a:r>
            <a:endParaRPr sz="600">
              <a:latin typeface="Neue Haas Grotesk Text Std"/>
              <a:ea typeface="Neue Haas Grotesk Text Std"/>
              <a:cs typeface="Neue Haas Grotesk Text Std"/>
              <a:sym typeface="Neue Haas Grotesk Text Std"/>
            </a:endParaRPr>
          </a:p>
        </p:txBody>
      </p:sp>
      <p:pic>
        <p:nvPicPr>
          <p:cNvPr id="811" name="Google Shape;811;p113"/>
          <p:cNvPicPr preferRelativeResize="0"/>
          <p:nvPr/>
        </p:nvPicPr>
        <p:blipFill>
          <a:blip r:embed="rId9">
            <a:alphaModFix/>
          </a:blip>
          <a:stretch>
            <a:fillRect/>
          </a:stretch>
        </p:blipFill>
        <p:spPr>
          <a:xfrm>
            <a:off x="1169835" y="1557315"/>
            <a:ext cx="228600" cy="272146"/>
          </a:xfrm>
          <a:prstGeom prst="rect">
            <a:avLst/>
          </a:prstGeom>
          <a:noFill/>
          <a:ln>
            <a:noFill/>
          </a:ln>
        </p:spPr>
      </p:pic>
      <p:sp>
        <p:nvSpPr>
          <p:cNvPr id="812" name="Google Shape;812;p113"/>
          <p:cNvSpPr txBox="1"/>
          <p:nvPr/>
        </p:nvSpPr>
        <p:spPr>
          <a:xfrm>
            <a:off x="1049833" y="1797094"/>
            <a:ext cx="459600" cy="192300"/>
          </a:xfrm>
          <a:prstGeom prst="rect">
            <a:avLst/>
          </a:prstGeom>
          <a:noFill/>
          <a:ln>
            <a:noFill/>
          </a:ln>
        </p:spPr>
        <p:txBody>
          <a:bodyPr spcFirstLastPara="1" wrap="square" lIns="68575" tIns="34275" rIns="68575" bIns="34275" anchor="t" anchorCtr="0">
            <a:noAutofit/>
          </a:bodyPr>
          <a:lstStyle/>
          <a:p>
            <a:pPr marL="0" marR="0" lvl="0" indent="0" algn="ctr" rtl="0">
              <a:spcBef>
                <a:spcPts val="0"/>
              </a:spcBef>
              <a:spcAft>
                <a:spcPts val="0"/>
              </a:spcAft>
              <a:buNone/>
            </a:pPr>
            <a:r>
              <a:rPr lang="en" sz="600">
                <a:solidFill>
                  <a:srgbClr val="000000"/>
                </a:solidFill>
              </a:rPr>
              <a:t>Repeat Call</a:t>
            </a:r>
            <a:endParaRPr sz="600">
              <a:latin typeface="Neue Haas Grotesk Text Std"/>
              <a:ea typeface="Neue Haas Grotesk Text Std"/>
              <a:cs typeface="Neue Haas Grotesk Text Std"/>
              <a:sym typeface="Neue Haas Grotesk Text Std"/>
            </a:endParaRPr>
          </a:p>
        </p:txBody>
      </p:sp>
      <p:pic>
        <p:nvPicPr>
          <p:cNvPr id="813" name="Google Shape;813;p113"/>
          <p:cNvPicPr preferRelativeResize="0"/>
          <p:nvPr/>
        </p:nvPicPr>
        <p:blipFill>
          <a:blip r:embed="rId10">
            <a:alphaModFix/>
          </a:blip>
          <a:stretch>
            <a:fillRect/>
          </a:stretch>
        </p:blipFill>
        <p:spPr>
          <a:xfrm>
            <a:off x="1555598" y="1560088"/>
            <a:ext cx="148517" cy="261075"/>
          </a:xfrm>
          <a:prstGeom prst="rect">
            <a:avLst/>
          </a:prstGeom>
          <a:noFill/>
          <a:ln>
            <a:noFill/>
          </a:ln>
        </p:spPr>
      </p:pic>
      <p:sp>
        <p:nvSpPr>
          <p:cNvPr id="814" name="Google Shape;814;p113"/>
          <p:cNvSpPr txBox="1"/>
          <p:nvPr/>
        </p:nvSpPr>
        <p:spPr>
          <a:xfrm>
            <a:off x="1382440" y="1797094"/>
            <a:ext cx="459600" cy="192300"/>
          </a:xfrm>
          <a:prstGeom prst="rect">
            <a:avLst/>
          </a:prstGeom>
          <a:noFill/>
          <a:ln>
            <a:noFill/>
          </a:ln>
        </p:spPr>
        <p:txBody>
          <a:bodyPr spcFirstLastPara="1" wrap="square" lIns="68575" tIns="34275" rIns="68575" bIns="34275" anchor="t" anchorCtr="0">
            <a:noAutofit/>
          </a:bodyPr>
          <a:lstStyle/>
          <a:p>
            <a:pPr marL="0" marR="0" lvl="0" indent="0" algn="ctr" rtl="0">
              <a:spcBef>
                <a:spcPts val="0"/>
              </a:spcBef>
              <a:spcAft>
                <a:spcPts val="0"/>
              </a:spcAft>
              <a:buNone/>
            </a:pPr>
            <a:r>
              <a:rPr lang="en" sz="600">
                <a:solidFill>
                  <a:srgbClr val="000000"/>
                </a:solidFill>
              </a:rPr>
              <a:t>Upgrade Device</a:t>
            </a:r>
            <a:endParaRPr sz="600">
              <a:latin typeface="Neue Haas Grotesk Text Std"/>
              <a:ea typeface="Neue Haas Grotesk Text Std"/>
              <a:cs typeface="Neue Haas Grotesk Text Std"/>
              <a:sym typeface="Neue Haas Grotesk Text Std"/>
            </a:endParaRPr>
          </a:p>
        </p:txBody>
      </p:sp>
      <p:pic>
        <p:nvPicPr>
          <p:cNvPr id="815" name="Google Shape;815;p113"/>
          <p:cNvPicPr preferRelativeResize="0"/>
          <p:nvPr/>
        </p:nvPicPr>
        <p:blipFill>
          <a:blip r:embed="rId11">
            <a:alphaModFix/>
          </a:blip>
          <a:stretch>
            <a:fillRect/>
          </a:stretch>
        </p:blipFill>
        <p:spPr>
          <a:xfrm>
            <a:off x="1820691" y="1584910"/>
            <a:ext cx="270704" cy="228600"/>
          </a:xfrm>
          <a:prstGeom prst="rect">
            <a:avLst/>
          </a:prstGeom>
          <a:noFill/>
          <a:ln>
            <a:noFill/>
          </a:ln>
        </p:spPr>
      </p:pic>
      <p:sp>
        <p:nvSpPr>
          <p:cNvPr id="816" name="Google Shape;816;p113"/>
          <p:cNvSpPr txBox="1"/>
          <p:nvPr/>
        </p:nvSpPr>
        <p:spPr>
          <a:xfrm>
            <a:off x="1721807" y="1797094"/>
            <a:ext cx="459600" cy="192300"/>
          </a:xfrm>
          <a:prstGeom prst="rect">
            <a:avLst/>
          </a:prstGeom>
          <a:noFill/>
          <a:ln>
            <a:noFill/>
          </a:ln>
        </p:spPr>
        <p:txBody>
          <a:bodyPr spcFirstLastPara="1" wrap="square" lIns="68575" tIns="34275" rIns="68575" bIns="34275" anchor="t" anchorCtr="0">
            <a:noAutofit/>
          </a:bodyPr>
          <a:lstStyle/>
          <a:p>
            <a:pPr marL="0" marR="0" lvl="0" indent="0" algn="ctr" rtl="0">
              <a:spcBef>
                <a:spcPts val="0"/>
              </a:spcBef>
              <a:spcAft>
                <a:spcPts val="0"/>
              </a:spcAft>
              <a:buNone/>
            </a:pPr>
            <a:r>
              <a:rPr lang="en" sz="600">
                <a:solidFill>
                  <a:srgbClr val="000000"/>
                </a:solidFill>
              </a:rPr>
              <a:t>Add New</a:t>
            </a:r>
            <a:endParaRPr sz="600">
              <a:solidFill>
                <a:srgbClr val="000000"/>
              </a:solidFill>
            </a:endParaRPr>
          </a:p>
          <a:p>
            <a:pPr marL="0" marR="0" lvl="0" indent="0" algn="ctr" rtl="0">
              <a:spcBef>
                <a:spcPts val="0"/>
              </a:spcBef>
              <a:spcAft>
                <a:spcPts val="0"/>
              </a:spcAft>
              <a:buNone/>
            </a:pPr>
            <a:r>
              <a:rPr lang="en" sz="600">
                <a:solidFill>
                  <a:srgbClr val="000000"/>
                </a:solidFill>
              </a:rPr>
              <a:t>Line</a:t>
            </a:r>
            <a:endParaRPr sz="600">
              <a:solidFill>
                <a:srgbClr val="000000"/>
              </a:solidFill>
            </a:endParaRPr>
          </a:p>
        </p:txBody>
      </p:sp>
      <p:sp>
        <p:nvSpPr>
          <p:cNvPr id="817" name="Google Shape;817;p113"/>
          <p:cNvSpPr txBox="1"/>
          <p:nvPr/>
        </p:nvSpPr>
        <p:spPr>
          <a:xfrm>
            <a:off x="426407" y="2295774"/>
            <a:ext cx="459600" cy="192300"/>
          </a:xfrm>
          <a:prstGeom prst="rect">
            <a:avLst/>
          </a:prstGeom>
          <a:noFill/>
          <a:ln>
            <a:noFill/>
          </a:ln>
        </p:spPr>
        <p:txBody>
          <a:bodyPr spcFirstLastPara="1" wrap="square" lIns="68575" tIns="34275" rIns="68575" bIns="34275" anchor="t" anchorCtr="0">
            <a:noAutofit/>
          </a:bodyPr>
          <a:lstStyle/>
          <a:p>
            <a:pPr marL="0" marR="0" lvl="0" indent="0" algn="ctr" rtl="0">
              <a:spcBef>
                <a:spcPts val="0"/>
              </a:spcBef>
              <a:spcAft>
                <a:spcPts val="0"/>
              </a:spcAft>
              <a:buNone/>
            </a:pPr>
            <a:r>
              <a:rPr lang="en" sz="600">
                <a:solidFill>
                  <a:srgbClr val="000000"/>
                </a:solidFill>
              </a:rPr>
              <a:t>Buy an </a:t>
            </a:r>
            <a:endParaRPr sz="600">
              <a:solidFill>
                <a:srgbClr val="000000"/>
              </a:solidFill>
            </a:endParaRPr>
          </a:p>
          <a:p>
            <a:pPr marL="0" marR="0" lvl="0" indent="0" algn="ctr" rtl="0">
              <a:spcBef>
                <a:spcPts val="0"/>
              </a:spcBef>
              <a:spcAft>
                <a:spcPts val="0"/>
              </a:spcAft>
              <a:buNone/>
            </a:pPr>
            <a:r>
              <a:rPr lang="en" sz="600">
                <a:solidFill>
                  <a:srgbClr val="000000"/>
                </a:solidFill>
              </a:rPr>
              <a:t>Accs.</a:t>
            </a:r>
            <a:endParaRPr sz="600">
              <a:solidFill>
                <a:srgbClr val="000000"/>
              </a:solidFill>
            </a:endParaRPr>
          </a:p>
        </p:txBody>
      </p:sp>
      <p:sp>
        <p:nvSpPr>
          <p:cNvPr id="818" name="Google Shape;818;p113"/>
          <p:cNvSpPr txBox="1"/>
          <p:nvPr/>
        </p:nvSpPr>
        <p:spPr>
          <a:xfrm>
            <a:off x="738120" y="2295774"/>
            <a:ext cx="459600" cy="192300"/>
          </a:xfrm>
          <a:prstGeom prst="rect">
            <a:avLst/>
          </a:prstGeom>
          <a:noFill/>
          <a:ln>
            <a:noFill/>
          </a:ln>
        </p:spPr>
        <p:txBody>
          <a:bodyPr spcFirstLastPara="1" wrap="square" lIns="68575" tIns="34275" rIns="68575" bIns="34275" anchor="t" anchorCtr="0">
            <a:noAutofit/>
          </a:bodyPr>
          <a:lstStyle/>
          <a:p>
            <a:pPr marL="0" marR="0" lvl="0" indent="0" algn="ctr" rtl="0">
              <a:spcBef>
                <a:spcPts val="0"/>
              </a:spcBef>
              <a:spcAft>
                <a:spcPts val="0"/>
              </a:spcAft>
              <a:buNone/>
            </a:pPr>
            <a:r>
              <a:rPr lang="en" sz="600">
                <a:solidFill>
                  <a:srgbClr val="000000"/>
                </a:solidFill>
              </a:rPr>
              <a:t>Visit</a:t>
            </a:r>
            <a:endParaRPr sz="600">
              <a:solidFill>
                <a:srgbClr val="000000"/>
              </a:solidFill>
            </a:endParaRPr>
          </a:p>
          <a:p>
            <a:pPr marL="0" marR="0" lvl="0" indent="0" algn="ctr" rtl="0">
              <a:spcBef>
                <a:spcPts val="0"/>
              </a:spcBef>
              <a:spcAft>
                <a:spcPts val="0"/>
              </a:spcAft>
              <a:buNone/>
            </a:pPr>
            <a:r>
              <a:rPr lang="en" sz="600">
                <a:solidFill>
                  <a:srgbClr val="000000"/>
                </a:solidFill>
              </a:rPr>
              <a:t>Store</a:t>
            </a:r>
            <a:endParaRPr sz="600">
              <a:solidFill>
                <a:srgbClr val="000000"/>
              </a:solidFill>
            </a:endParaRPr>
          </a:p>
        </p:txBody>
      </p:sp>
      <p:sp>
        <p:nvSpPr>
          <p:cNvPr id="819" name="Google Shape;819;p113"/>
          <p:cNvSpPr txBox="1"/>
          <p:nvPr/>
        </p:nvSpPr>
        <p:spPr>
          <a:xfrm>
            <a:off x="1063660" y="2295774"/>
            <a:ext cx="459600" cy="192300"/>
          </a:xfrm>
          <a:prstGeom prst="rect">
            <a:avLst/>
          </a:prstGeom>
          <a:noFill/>
          <a:ln>
            <a:noFill/>
          </a:ln>
        </p:spPr>
        <p:txBody>
          <a:bodyPr spcFirstLastPara="1" wrap="square" lIns="68575" tIns="34275" rIns="68575" bIns="34275" anchor="t" anchorCtr="0">
            <a:noAutofit/>
          </a:bodyPr>
          <a:lstStyle/>
          <a:p>
            <a:pPr marL="0" marR="0" lvl="0" indent="0" algn="ctr" rtl="0">
              <a:spcBef>
                <a:spcPts val="0"/>
              </a:spcBef>
              <a:spcAft>
                <a:spcPts val="0"/>
              </a:spcAft>
              <a:buNone/>
            </a:pPr>
            <a:r>
              <a:rPr lang="en" sz="600">
                <a:solidFill>
                  <a:srgbClr val="000000"/>
                </a:solidFill>
              </a:rPr>
              <a:t>Visit</a:t>
            </a:r>
            <a:endParaRPr sz="600">
              <a:solidFill>
                <a:srgbClr val="000000"/>
              </a:solidFill>
            </a:endParaRPr>
          </a:p>
          <a:p>
            <a:pPr marL="0" marR="0" lvl="0" indent="0" algn="ctr" rtl="0">
              <a:spcBef>
                <a:spcPts val="0"/>
              </a:spcBef>
              <a:spcAft>
                <a:spcPts val="0"/>
              </a:spcAft>
              <a:buNone/>
            </a:pPr>
            <a:r>
              <a:rPr lang="en" sz="600">
                <a:solidFill>
                  <a:srgbClr val="000000"/>
                </a:solidFill>
              </a:rPr>
              <a:t>Web</a:t>
            </a:r>
            <a:endParaRPr sz="600">
              <a:solidFill>
                <a:srgbClr val="000000"/>
              </a:solidFill>
            </a:endParaRPr>
          </a:p>
        </p:txBody>
      </p:sp>
      <p:sp>
        <p:nvSpPr>
          <p:cNvPr id="820" name="Google Shape;820;p113"/>
          <p:cNvSpPr txBox="1"/>
          <p:nvPr/>
        </p:nvSpPr>
        <p:spPr>
          <a:xfrm>
            <a:off x="1382440" y="2295774"/>
            <a:ext cx="459600" cy="192300"/>
          </a:xfrm>
          <a:prstGeom prst="rect">
            <a:avLst/>
          </a:prstGeom>
          <a:noFill/>
          <a:ln>
            <a:noFill/>
          </a:ln>
        </p:spPr>
        <p:txBody>
          <a:bodyPr spcFirstLastPara="1" wrap="square" lIns="68575" tIns="34275" rIns="68575" bIns="34275" anchor="t" anchorCtr="0">
            <a:noAutofit/>
          </a:bodyPr>
          <a:lstStyle/>
          <a:p>
            <a:pPr marL="0" marR="0" lvl="0" indent="0" algn="ctr" rtl="0">
              <a:spcBef>
                <a:spcPts val="0"/>
              </a:spcBef>
              <a:spcAft>
                <a:spcPts val="0"/>
              </a:spcAft>
              <a:buNone/>
            </a:pPr>
            <a:r>
              <a:rPr lang="en" sz="600">
                <a:solidFill>
                  <a:srgbClr val="000000"/>
                </a:solidFill>
              </a:rPr>
              <a:t>Visit</a:t>
            </a:r>
            <a:endParaRPr sz="600">
              <a:solidFill>
                <a:srgbClr val="000000"/>
              </a:solidFill>
            </a:endParaRPr>
          </a:p>
          <a:p>
            <a:pPr marL="0" marR="0" lvl="0" indent="0" algn="ctr" rtl="0">
              <a:spcBef>
                <a:spcPts val="0"/>
              </a:spcBef>
              <a:spcAft>
                <a:spcPts val="0"/>
              </a:spcAft>
              <a:buNone/>
            </a:pPr>
            <a:r>
              <a:rPr lang="en" sz="600">
                <a:solidFill>
                  <a:srgbClr val="000000"/>
                </a:solidFill>
              </a:rPr>
              <a:t>Mobile</a:t>
            </a:r>
            <a:endParaRPr sz="600">
              <a:solidFill>
                <a:srgbClr val="000000"/>
              </a:solidFill>
            </a:endParaRPr>
          </a:p>
        </p:txBody>
      </p:sp>
      <p:sp>
        <p:nvSpPr>
          <p:cNvPr id="821" name="Google Shape;821;p113"/>
          <p:cNvSpPr txBox="1"/>
          <p:nvPr/>
        </p:nvSpPr>
        <p:spPr>
          <a:xfrm>
            <a:off x="1721807" y="2295774"/>
            <a:ext cx="459600" cy="192300"/>
          </a:xfrm>
          <a:prstGeom prst="rect">
            <a:avLst/>
          </a:prstGeom>
          <a:noFill/>
          <a:ln>
            <a:noFill/>
          </a:ln>
        </p:spPr>
        <p:txBody>
          <a:bodyPr spcFirstLastPara="1" wrap="square" lIns="68575" tIns="34275" rIns="68575" bIns="34275" anchor="t" anchorCtr="0">
            <a:noAutofit/>
          </a:bodyPr>
          <a:lstStyle/>
          <a:p>
            <a:pPr marL="0" marR="0" lvl="0" indent="0" algn="ctr" rtl="0">
              <a:spcBef>
                <a:spcPts val="0"/>
              </a:spcBef>
              <a:spcAft>
                <a:spcPts val="0"/>
              </a:spcAft>
              <a:buNone/>
            </a:pPr>
            <a:r>
              <a:rPr lang="en" sz="600">
                <a:solidFill>
                  <a:srgbClr val="000000"/>
                </a:solidFill>
              </a:rPr>
              <a:t>Pay</a:t>
            </a:r>
            <a:endParaRPr sz="600">
              <a:solidFill>
                <a:srgbClr val="000000"/>
              </a:solidFill>
            </a:endParaRPr>
          </a:p>
          <a:p>
            <a:pPr marL="0" marR="0" lvl="0" indent="0" algn="ctr" rtl="0">
              <a:spcBef>
                <a:spcPts val="0"/>
              </a:spcBef>
              <a:spcAft>
                <a:spcPts val="0"/>
              </a:spcAft>
              <a:buNone/>
            </a:pPr>
            <a:r>
              <a:rPr lang="en" sz="600">
                <a:solidFill>
                  <a:srgbClr val="000000"/>
                </a:solidFill>
              </a:rPr>
              <a:t>Bill</a:t>
            </a:r>
            <a:endParaRPr sz="600">
              <a:solidFill>
                <a:srgbClr val="000000"/>
              </a:solidFill>
            </a:endParaRPr>
          </a:p>
        </p:txBody>
      </p:sp>
      <p:sp>
        <p:nvSpPr>
          <p:cNvPr id="822" name="Google Shape;822;p113"/>
          <p:cNvSpPr txBox="1"/>
          <p:nvPr/>
        </p:nvSpPr>
        <p:spPr>
          <a:xfrm>
            <a:off x="426407" y="2794608"/>
            <a:ext cx="459600" cy="192300"/>
          </a:xfrm>
          <a:prstGeom prst="rect">
            <a:avLst/>
          </a:prstGeom>
          <a:noFill/>
          <a:ln>
            <a:noFill/>
          </a:ln>
        </p:spPr>
        <p:txBody>
          <a:bodyPr spcFirstLastPara="1" wrap="square" lIns="68575" tIns="34275" rIns="68575" bIns="34275" anchor="t" anchorCtr="0">
            <a:noAutofit/>
          </a:bodyPr>
          <a:lstStyle/>
          <a:p>
            <a:pPr marL="0" marR="0" lvl="0" indent="0" algn="ctr" rtl="0">
              <a:spcBef>
                <a:spcPts val="0"/>
              </a:spcBef>
              <a:spcAft>
                <a:spcPts val="0"/>
              </a:spcAft>
              <a:buNone/>
            </a:pPr>
            <a:r>
              <a:rPr lang="en" sz="600">
                <a:solidFill>
                  <a:srgbClr val="000000"/>
                </a:solidFill>
              </a:rPr>
              <a:t>Travel</a:t>
            </a:r>
            <a:endParaRPr sz="600">
              <a:solidFill>
                <a:srgbClr val="000000"/>
              </a:solidFill>
            </a:endParaRPr>
          </a:p>
          <a:p>
            <a:pPr marL="0" marR="0" lvl="0" indent="0" algn="ctr" rtl="0">
              <a:spcBef>
                <a:spcPts val="0"/>
              </a:spcBef>
              <a:spcAft>
                <a:spcPts val="0"/>
              </a:spcAft>
              <a:buNone/>
            </a:pPr>
            <a:r>
              <a:rPr lang="en" sz="600">
                <a:solidFill>
                  <a:srgbClr val="000000"/>
                </a:solidFill>
              </a:rPr>
              <a:t>Intl.</a:t>
            </a:r>
            <a:endParaRPr sz="600">
              <a:solidFill>
                <a:srgbClr val="000000"/>
              </a:solidFill>
            </a:endParaRPr>
          </a:p>
        </p:txBody>
      </p:sp>
      <p:sp>
        <p:nvSpPr>
          <p:cNvPr id="823" name="Google Shape;823;p113"/>
          <p:cNvSpPr txBox="1"/>
          <p:nvPr/>
        </p:nvSpPr>
        <p:spPr>
          <a:xfrm>
            <a:off x="738120" y="2794608"/>
            <a:ext cx="459600" cy="192300"/>
          </a:xfrm>
          <a:prstGeom prst="rect">
            <a:avLst/>
          </a:prstGeom>
          <a:noFill/>
          <a:ln>
            <a:noFill/>
          </a:ln>
        </p:spPr>
        <p:txBody>
          <a:bodyPr spcFirstLastPara="1" wrap="square" lIns="68575" tIns="34275" rIns="68575" bIns="34275" anchor="t" anchorCtr="0">
            <a:noAutofit/>
          </a:bodyPr>
          <a:lstStyle/>
          <a:p>
            <a:pPr marL="0" marR="0" lvl="0" indent="0" algn="ctr" rtl="0">
              <a:spcBef>
                <a:spcPts val="0"/>
              </a:spcBef>
              <a:spcAft>
                <a:spcPts val="0"/>
              </a:spcAft>
              <a:buNone/>
            </a:pPr>
            <a:r>
              <a:rPr lang="en" sz="600">
                <a:solidFill>
                  <a:srgbClr val="000000"/>
                </a:solidFill>
              </a:rPr>
              <a:t>Buy Intl.</a:t>
            </a:r>
            <a:endParaRPr sz="600">
              <a:solidFill>
                <a:srgbClr val="000000"/>
              </a:solidFill>
            </a:endParaRPr>
          </a:p>
          <a:p>
            <a:pPr marL="0" marR="0" lvl="0" indent="0" algn="ctr" rtl="0">
              <a:spcBef>
                <a:spcPts val="0"/>
              </a:spcBef>
              <a:spcAft>
                <a:spcPts val="0"/>
              </a:spcAft>
              <a:buNone/>
            </a:pPr>
            <a:r>
              <a:rPr lang="en" sz="600">
                <a:solidFill>
                  <a:srgbClr val="000000"/>
                </a:solidFill>
              </a:rPr>
              <a:t>Plan</a:t>
            </a:r>
            <a:endParaRPr sz="600">
              <a:solidFill>
                <a:srgbClr val="000000"/>
              </a:solidFill>
            </a:endParaRPr>
          </a:p>
        </p:txBody>
      </p:sp>
      <p:sp>
        <p:nvSpPr>
          <p:cNvPr id="824" name="Google Shape;824;p113"/>
          <p:cNvSpPr txBox="1"/>
          <p:nvPr/>
        </p:nvSpPr>
        <p:spPr>
          <a:xfrm>
            <a:off x="1049833" y="2794608"/>
            <a:ext cx="459600" cy="192300"/>
          </a:xfrm>
          <a:prstGeom prst="rect">
            <a:avLst/>
          </a:prstGeom>
          <a:noFill/>
          <a:ln>
            <a:noFill/>
          </a:ln>
        </p:spPr>
        <p:txBody>
          <a:bodyPr spcFirstLastPara="1" wrap="square" lIns="68575" tIns="34275" rIns="68575" bIns="34275" anchor="t" anchorCtr="0">
            <a:noAutofit/>
          </a:bodyPr>
          <a:lstStyle/>
          <a:p>
            <a:pPr marL="0" marR="0" lvl="0" indent="0" algn="ctr" rtl="0">
              <a:spcBef>
                <a:spcPts val="0"/>
              </a:spcBef>
              <a:spcAft>
                <a:spcPts val="0"/>
              </a:spcAft>
              <a:buNone/>
            </a:pPr>
            <a:r>
              <a:rPr lang="en" sz="600">
                <a:solidFill>
                  <a:srgbClr val="000000"/>
                </a:solidFill>
              </a:rPr>
              <a:t>Call Intl.</a:t>
            </a:r>
            <a:endParaRPr sz="600">
              <a:solidFill>
                <a:srgbClr val="000000"/>
              </a:solidFill>
            </a:endParaRPr>
          </a:p>
          <a:p>
            <a:pPr marL="0" marR="0" lvl="0" indent="0" algn="ctr" rtl="0">
              <a:spcBef>
                <a:spcPts val="0"/>
              </a:spcBef>
              <a:spcAft>
                <a:spcPts val="0"/>
              </a:spcAft>
              <a:buNone/>
            </a:pPr>
            <a:r>
              <a:rPr lang="en" sz="600">
                <a:solidFill>
                  <a:srgbClr val="000000"/>
                </a:solidFill>
              </a:rPr>
              <a:t>Numb.</a:t>
            </a:r>
            <a:endParaRPr sz="600">
              <a:solidFill>
                <a:srgbClr val="000000"/>
              </a:solidFill>
            </a:endParaRPr>
          </a:p>
        </p:txBody>
      </p:sp>
      <p:sp>
        <p:nvSpPr>
          <p:cNvPr id="825" name="Google Shape;825;p113"/>
          <p:cNvSpPr txBox="1"/>
          <p:nvPr/>
        </p:nvSpPr>
        <p:spPr>
          <a:xfrm>
            <a:off x="1382440" y="2794608"/>
            <a:ext cx="459600" cy="192300"/>
          </a:xfrm>
          <a:prstGeom prst="rect">
            <a:avLst/>
          </a:prstGeom>
          <a:noFill/>
          <a:ln>
            <a:noFill/>
          </a:ln>
        </p:spPr>
        <p:txBody>
          <a:bodyPr spcFirstLastPara="1" wrap="square" lIns="68575" tIns="34275" rIns="68575" bIns="34275" anchor="t" anchorCtr="0">
            <a:noAutofit/>
          </a:bodyPr>
          <a:lstStyle/>
          <a:p>
            <a:pPr marL="0" marR="0" lvl="0" indent="0" algn="ctr" rtl="0">
              <a:spcBef>
                <a:spcPts val="0"/>
              </a:spcBef>
              <a:spcAft>
                <a:spcPts val="0"/>
              </a:spcAft>
              <a:buNone/>
            </a:pPr>
            <a:r>
              <a:rPr lang="en" sz="600">
                <a:solidFill>
                  <a:srgbClr val="000000"/>
                </a:solidFill>
              </a:rPr>
              <a:t>Equip</a:t>
            </a:r>
            <a:endParaRPr sz="600">
              <a:solidFill>
                <a:srgbClr val="000000"/>
              </a:solidFill>
            </a:endParaRPr>
          </a:p>
          <a:p>
            <a:pPr marL="0" marR="0" lvl="0" indent="0" algn="ctr" rtl="0">
              <a:spcBef>
                <a:spcPts val="0"/>
              </a:spcBef>
              <a:spcAft>
                <a:spcPts val="0"/>
              </a:spcAft>
              <a:buNone/>
            </a:pPr>
            <a:r>
              <a:rPr lang="en" sz="600">
                <a:solidFill>
                  <a:srgbClr val="000000"/>
                </a:solidFill>
              </a:rPr>
              <a:t>Protect</a:t>
            </a:r>
            <a:endParaRPr sz="600">
              <a:solidFill>
                <a:srgbClr val="000000"/>
              </a:solidFill>
            </a:endParaRPr>
          </a:p>
        </p:txBody>
      </p:sp>
      <p:sp>
        <p:nvSpPr>
          <p:cNvPr id="826" name="Google Shape;826;p113"/>
          <p:cNvSpPr txBox="1"/>
          <p:nvPr/>
        </p:nvSpPr>
        <p:spPr>
          <a:xfrm>
            <a:off x="1721807" y="2794608"/>
            <a:ext cx="459600" cy="192300"/>
          </a:xfrm>
          <a:prstGeom prst="rect">
            <a:avLst/>
          </a:prstGeom>
          <a:noFill/>
          <a:ln>
            <a:noFill/>
          </a:ln>
        </p:spPr>
        <p:txBody>
          <a:bodyPr spcFirstLastPara="1" wrap="square" lIns="68575" tIns="34275" rIns="68575" bIns="34275" anchor="t" anchorCtr="0">
            <a:noAutofit/>
          </a:bodyPr>
          <a:lstStyle/>
          <a:p>
            <a:pPr marL="0" marR="0" lvl="0" indent="0" algn="ctr" rtl="0">
              <a:spcBef>
                <a:spcPts val="0"/>
              </a:spcBef>
              <a:spcAft>
                <a:spcPts val="0"/>
              </a:spcAft>
              <a:buNone/>
            </a:pPr>
            <a:r>
              <a:rPr lang="en" sz="600">
                <a:solidFill>
                  <a:srgbClr val="000000"/>
                </a:solidFill>
              </a:rPr>
              <a:t>Happy Path</a:t>
            </a:r>
            <a:endParaRPr sz="600">
              <a:solidFill>
                <a:srgbClr val="000000"/>
              </a:solidFill>
            </a:endParaRPr>
          </a:p>
        </p:txBody>
      </p:sp>
      <p:pic>
        <p:nvPicPr>
          <p:cNvPr id="827" name="Google Shape;827;p113"/>
          <p:cNvPicPr preferRelativeResize="0"/>
          <p:nvPr/>
        </p:nvPicPr>
        <p:blipFill>
          <a:blip r:embed="rId12">
            <a:alphaModFix/>
          </a:blip>
          <a:stretch>
            <a:fillRect/>
          </a:stretch>
        </p:blipFill>
        <p:spPr>
          <a:xfrm>
            <a:off x="1834524" y="2582797"/>
            <a:ext cx="228600" cy="228600"/>
          </a:xfrm>
          <a:prstGeom prst="rect">
            <a:avLst/>
          </a:prstGeom>
          <a:noFill/>
          <a:ln>
            <a:noFill/>
          </a:ln>
        </p:spPr>
      </p:pic>
      <p:pic>
        <p:nvPicPr>
          <p:cNvPr id="828" name="Google Shape;828;p113"/>
          <p:cNvPicPr preferRelativeResize="0"/>
          <p:nvPr/>
        </p:nvPicPr>
        <p:blipFill>
          <a:blip r:embed="rId13">
            <a:alphaModFix/>
          </a:blip>
          <a:stretch>
            <a:fillRect/>
          </a:stretch>
        </p:blipFill>
        <p:spPr>
          <a:xfrm>
            <a:off x="1538356" y="2586273"/>
            <a:ext cx="179125" cy="215583"/>
          </a:xfrm>
          <a:prstGeom prst="rect">
            <a:avLst/>
          </a:prstGeom>
          <a:noFill/>
          <a:ln>
            <a:noFill/>
          </a:ln>
        </p:spPr>
      </p:pic>
      <p:pic>
        <p:nvPicPr>
          <p:cNvPr id="829" name="Google Shape;829;p113"/>
          <p:cNvPicPr preferRelativeResize="0"/>
          <p:nvPr/>
        </p:nvPicPr>
        <p:blipFill>
          <a:blip r:embed="rId14">
            <a:alphaModFix/>
          </a:blip>
          <a:stretch>
            <a:fillRect/>
          </a:stretch>
        </p:blipFill>
        <p:spPr>
          <a:xfrm>
            <a:off x="1153634" y="2586598"/>
            <a:ext cx="228600" cy="224227"/>
          </a:xfrm>
          <a:prstGeom prst="rect">
            <a:avLst/>
          </a:prstGeom>
          <a:noFill/>
          <a:ln>
            <a:noFill/>
          </a:ln>
        </p:spPr>
      </p:pic>
      <p:pic>
        <p:nvPicPr>
          <p:cNvPr id="830" name="Google Shape;830;p113"/>
          <p:cNvPicPr preferRelativeResize="0"/>
          <p:nvPr/>
        </p:nvPicPr>
        <p:blipFill>
          <a:blip r:embed="rId15">
            <a:alphaModFix/>
          </a:blip>
          <a:stretch>
            <a:fillRect/>
          </a:stretch>
        </p:blipFill>
        <p:spPr>
          <a:xfrm>
            <a:off x="837021" y="2586984"/>
            <a:ext cx="228600" cy="228600"/>
          </a:xfrm>
          <a:prstGeom prst="rect">
            <a:avLst/>
          </a:prstGeom>
          <a:noFill/>
          <a:ln>
            <a:noFill/>
          </a:ln>
        </p:spPr>
      </p:pic>
      <p:pic>
        <p:nvPicPr>
          <p:cNvPr id="831" name="Google Shape;831;p113"/>
          <p:cNvPicPr preferRelativeResize="0"/>
          <p:nvPr/>
        </p:nvPicPr>
        <p:blipFill>
          <a:blip r:embed="rId16">
            <a:alphaModFix/>
          </a:blip>
          <a:stretch>
            <a:fillRect/>
          </a:stretch>
        </p:blipFill>
        <p:spPr>
          <a:xfrm>
            <a:off x="536725" y="2585178"/>
            <a:ext cx="228600" cy="228600"/>
          </a:xfrm>
          <a:prstGeom prst="rect">
            <a:avLst/>
          </a:prstGeom>
          <a:noFill/>
          <a:ln>
            <a:noFill/>
          </a:ln>
        </p:spPr>
      </p:pic>
      <p:pic>
        <p:nvPicPr>
          <p:cNvPr id="832" name="Google Shape;832;p113"/>
          <p:cNvPicPr preferRelativeResize="0"/>
          <p:nvPr/>
        </p:nvPicPr>
        <p:blipFill>
          <a:blip r:embed="rId17">
            <a:alphaModFix/>
          </a:blip>
          <a:stretch>
            <a:fillRect/>
          </a:stretch>
        </p:blipFill>
        <p:spPr>
          <a:xfrm>
            <a:off x="523206" y="2070063"/>
            <a:ext cx="228600" cy="228600"/>
          </a:xfrm>
          <a:prstGeom prst="rect">
            <a:avLst/>
          </a:prstGeom>
          <a:noFill/>
          <a:ln>
            <a:noFill/>
          </a:ln>
        </p:spPr>
      </p:pic>
      <p:pic>
        <p:nvPicPr>
          <p:cNvPr id="833" name="Google Shape;833;p113"/>
          <p:cNvPicPr preferRelativeResize="0"/>
          <p:nvPr/>
        </p:nvPicPr>
        <p:blipFill>
          <a:blip r:embed="rId18">
            <a:alphaModFix/>
          </a:blip>
          <a:stretch>
            <a:fillRect/>
          </a:stretch>
        </p:blipFill>
        <p:spPr>
          <a:xfrm>
            <a:off x="872173" y="2085965"/>
            <a:ext cx="228600" cy="211119"/>
          </a:xfrm>
          <a:prstGeom prst="rect">
            <a:avLst/>
          </a:prstGeom>
          <a:noFill/>
          <a:ln>
            <a:noFill/>
          </a:ln>
        </p:spPr>
      </p:pic>
      <p:pic>
        <p:nvPicPr>
          <p:cNvPr id="834" name="Google Shape;834;p113"/>
          <p:cNvPicPr preferRelativeResize="0"/>
          <p:nvPr/>
        </p:nvPicPr>
        <p:blipFill>
          <a:blip r:embed="rId19">
            <a:alphaModFix/>
          </a:blip>
          <a:stretch>
            <a:fillRect/>
          </a:stretch>
        </p:blipFill>
        <p:spPr>
          <a:xfrm>
            <a:off x="1178861" y="2087949"/>
            <a:ext cx="228600" cy="209747"/>
          </a:xfrm>
          <a:prstGeom prst="rect">
            <a:avLst/>
          </a:prstGeom>
          <a:noFill/>
          <a:ln>
            <a:noFill/>
          </a:ln>
        </p:spPr>
      </p:pic>
      <p:pic>
        <p:nvPicPr>
          <p:cNvPr id="835" name="Google Shape;835;p113"/>
          <p:cNvPicPr preferRelativeResize="0"/>
          <p:nvPr/>
        </p:nvPicPr>
        <p:blipFill>
          <a:blip r:embed="rId20">
            <a:alphaModFix/>
          </a:blip>
          <a:stretch>
            <a:fillRect/>
          </a:stretch>
        </p:blipFill>
        <p:spPr>
          <a:xfrm>
            <a:off x="1531177" y="2051420"/>
            <a:ext cx="148525" cy="271275"/>
          </a:xfrm>
          <a:prstGeom prst="rect">
            <a:avLst/>
          </a:prstGeom>
          <a:noFill/>
          <a:ln>
            <a:noFill/>
          </a:ln>
        </p:spPr>
      </p:pic>
      <p:pic>
        <p:nvPicPr>
          <p:cNvPr id="836" name="Google Shape;836;p113"/>
          <p:cNvPicPr preferRelativeResize="0"/>
          <p:nvPr/>
        </p:nvPicPr>
        <p:blipFill>
          <a:blip r:embed="rId21">
            <a:alphaModFix/>
          </a:blip>
          <a:stretch>
            <a:fillRect/>
          </a:stretch>
        </p:blipFill>
        <p:spPr>
          <a:xfrm>
            <a:off x="1853718" y="2101610"/>
            <a:ext cx="179125" cy="215150"/>
          </a:xfrm>
          <a:prstGeom prst="rect">
            <a:avLst/>
          </a:prstGeom>
          <a:noFill/>
          <a:ln>
            <a:noFill/>
          </a:ln>
        </p:spPr>
      </p:pic>
    </p:spTree>
    <p:extLst>
      <p:ext uri="{BB962C8B-B14F-4D97-AF65-F5344CB8AC3E}">
        <p14:creationId xmlns:p14="http://schemas.microsoft.com/office/powerpoint/2010/main" val="39447563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a:spLocks/>
          </p:cNvSpPr>
          <p:nvPr/>
        </p:nvSpPr>
        <p:spPr>
          <a:xfrm>
            <a:off x="7844240" y="87863"/>
            <a:ext cx="1167744" cy="629031"/>
          </a:xfrm>
          <a:prstGeom prst="roundRect">
            <a:avLst>
              <a:gd name="adj" fmla="val 10481"/>
            </a:avLst>
          </a:prstGeom>
          <a:solidFill>
            <a:schemeClr val="bg1"/>
          </a:solidFill>
          <a:ln>
            <a:noFill/>
          </a:ln>
        </p:spPr>
        <p:style>
          <a:lnRef idx="1">
            <a:schemeClr val="accent1"/>
          </a:lnRef>
          <a:fillRef idx="1">
            <a:schemeClr val="accent1"/>
          </a:fillRef>
          <a:effectRef idx="0">
            <a:schemeClr val="accent1"/>
          </a:effectRef>
          <a:fontRef idx="minor">
            <a:schemeClr val="lt1"/>
          </a:fontRef>
        </p:style>
        <p:txBody>
          <a:bodyPr rtlCol="0" anchor="ctr"/>
          <a:lstStyle/>
          <a:p>
            <a:pPr algn="ctr"/>
            <a:endParaRPr lang="en-US">
              <a:solidFill>
                <a:srgbClr val="FFFFFF"/>
              </a:solidFill>
              <a:uFillTx/>
            </a:endParaRPr>
          </a:p>
        </p:txBody>
      </p:sp>
      <p:sp>
        <p:nvSpPr>
          <p:cNvPr id="2" name="Title 1"/>
          <p:cNvSpPr>
            <a:spLocks noGrp="1"/>
          </p:cNvSpPr>
          <p:nvPr>
            <p:ph type="title"/>
          </p:nvPr>
        </p:nvSpPr>
        <p:spPr>
          <a:xfrm>
            <a:off x="457200" y="517980"/>
            <a:ext cx="7624119" cy="685800"/>
          </a:xfrm>
        </p:spPr>
        <p:txBody>
          <a:bodyPr/>
          <a:lstStyle/>
          <a:p>
            <a:r>
              <a:rPr lang="en-US" sz="2200" dirty="0">
                <a:sym typeface="Arial"/>
              </a:rPr>
              <a:t>Customer </a:t>
            </a:r>
            <a:r>
              <a:rPr lang="en-US" sz="2200" dirty="0" smtClean="0">
                <a:sym typeface="Arial"/>
              </a:rPr>
              <a:t>Data Domains</a:t>
            </a:r>
            <a:endParaRPr lang="en-US" b="0" dirty="0">
              <a:solidFill>
                <a:srgbClr val="C00000"/>
              </a:solidFill>
              <a:uFillTx/>
            </a:endParaRPr>
          </a:p>
        </p:txBody>
      </p:sp>
      <p:sp>
        <p:nvSpPr>
          <p:cNvPr id="4" name="Slide Number Placeholder 3"/>
          <p:cNvSpPr>
            <a:spLocks noGrp="1"/>
          </p:cNvSpPr>
          <p:nvPr>
            <p:ph type="sldNum" sz="quarter" idx="12"/>
          </p:nvPr>
        </p:nvSpPr>
        <p:spPr/>
        <p:txBody>
          <a:bodyPr/>
          <a:lstStyle/>
          <a:p>
            <a:fld id="{E12D0507-9F86-7A45-BE8E-43760B9F92AA}" type="slidenum">
              <a:rPr lang="en-US" smtClean="0">
                <a:solidFill>
                  <a:srgbClr val="000000"/>
                </a:solidFill>
                <a:uFillTx/>
              </a:rPr>
              <a:pPr/>
              <a:t>5</a:t>
            </a:fld>
            <a:endParaRPr lang="en-US">
              <a:solidFill>
                <a:srgbClr val="000000"/>
              </a:solidFill>
              <a:uFillTx/>
            </a:endParaRPr>
          </a:p>
        </p:txBody>
      </p:sp>
      <p:cxnSp>
        <p:nvCxnSpPr>
          <p:cNvPr id="6" name="Straight Connector 5"/>
          <p:cNvCxnSpPr/>
          <p:nvPr/>
        </p:nvCxnSpPr>
        <p:spPr>
          <a:xfrm>
            <a:off x="4516394" y="879064"/>
            <a:ext cx="0" cy="3820952"/>
          </a:xfrm>
          <a:prstGeom prst="line">
            <a:avLst/>
          </a:prstGeom>
          <a:ln w="19050" cap="sq">
            <a:solidFill>
              <a:srgbClr val="C00000"/>
            </a:solidFill>
          </a:ln>
        </p:spPr>
        <p:style>
          <a:lnRef idx="1">
            <a:schemeClr val="accent1"/>
          </a:lnRef>
          <a:fillRef idx="1">
            <a:schemeClr val="accent1"/>
          </a:fillRef>
          <a:effectRef idx="0">
            <a:schemeClr val="accent1"/>
          </a:effectRef>
          <a:fontRef idx="minor">
            <a:schemeClr val="lt1"/>
          </a:fontRef>
        </p:style>
      </p:cxnSp>
      <p:cxnSp>
        <p:nvCxnSpPr>
          <p:cNvPr id="8" name="Straight Connector 7"/>
          <p:cNvCxnSpPr/>
          <p:nvPr/>
        </p:nvCxnSpPr>
        <p:spPr>
          <a:xfrm>
            <a:off x="457200" y="3014586"/>
            <a:ext cx="8118389" cy="0"/>
          </a:xfrm>
          <a:prstGeom prst="line">
            <a:avLst/>
          </a:prstGeom>
          <a:ln w="19050" cap="sq">
            <a:solidFill>
              <a:srgbClr val="C00000"/>
            </a:solidFill>
          </a:ln>
        </p:spPr>
        <p:style>
          <a:lnRef idx="1">
            <a:schemeClr val="accent1"/>
          </a:lnRef>
          <a:fillRef idx="1">
            <a:schemeClr val="accent1"/>
          </a:fillRef>
          <a:effectRef idx="0">
            <a:schemeClr val="accent1"/>
          </a:effectRef>
          <a:fontRef idx="minor">
            <a:schemeClr val="lt1"/>
          </a:fontRef>
        </p:style>
      </p:cxnSp>
      <p:sp>
        <p:nvSpPr>
          <p:cNvPr id="11" name="TextBox 10"/>
          <p:cNvSpPr txBox="1">
            <a:spLocks/>
          </p:cNvSpPr>
          <p:nvPr/>
        </p:nvSpPr>
        <p:spPr>
          <a:xfrm>
            <a:off x="546788" y="881582"/>
            <a:ext cx="990143" cy="221599"/>
          </a:xfrm>
          <a:prstGeom prst="rect">
            <a:avLst/>
          </a:prstGeom>
          <a:solidFill>
            <a:srgbClr val="C00000"/>
          </a:solidFill>
        </p:spPr>
        <p:txBody>
          <a:bodyPr wrap="none" lIns="45720" tIns="18288" rIns="45720" bIns="18288" rtlCol="0">
            <a:spAutoFit/>
          </a:bodyPr>
          <a:lstStyle>
            <a:defPPr>
              <a:defRPr lang="en-US">
                <a:uFillTx/>
              </a:defRPr>
            </a:defPPr>
            <a:lvl1pPr>
              <a:defRPr sz="1200" b="1">
                <a:solidFill>
                  <a:schemeClr val="bg1"/>
                </a:solidFill>
                <a:uFillTx/>
              </a:defRPr>
            </a:lvl1pPr>
          </a:lstStyle>
          <a:p>
            <a:r>
              <a:rPr lang="en-US" dirty="0">
                <a:solidFill>
                  <a:srgbClr val="FFFFFF"/>
                </a:solidFill>
                <a:uFillTx/>
              </a:rPr>
              <a:t>Interactions</a:t>
            </a:r>
          </a:p>
        </p:txBody>
      </p:sp>
      <p:sp>
        <p:nvSpPr>
          <p:cNvPr id="12" name="TextBox 11"/>
          <p:cNvSpPr txBox="1">
            <a:spLocks/>
          </p:cNvSpPr>
          <p:nvPr/>
        </p:nvSpPr>
        <p:spPr>
          <a:xfrm>
            <a:off x="459532" y="3054981"/>
            <a:ext cx="1430135" cy="221599"/>
          </a:xfrm>
          <a:prstGeom prst="rect">
            <a:avLst/>
          </a:prstGeom>
          <a:solidFill>
            <a:srgbClr val="C00000"/>
          </a:solidFill>
        </p:spPr>
        <p:txBody>
          <a:bodyPr wrap="none" lIns="45720" tIns="18288" rIns="45720" bIns="18288" rtlCol="0">
            <a:spAutoFit/>
          </a:bodyPr>
          <a:lstStyle>
            <a:defPPr>
              <a:defRPr lang="en-US">
                <a:uFillTx/>
              </a:defRPr>
            </a:defPPr>
            <a:lvl1pPr>
              <a:defRPr sz="1200" b="1">
                <a:solidFill>
                  <a:schemeClr val="bg1"/>
                </a:solidFill>
                <a:uFillTx/>
              </a:defRPr>
            </a:lvl1pPr>
          </a:lstStyle>
          <a:p>
            <a:r>
              <a:rPr lang="en-US" dirty="0">
                <a:solidFill>
                  <a:srgbClr val="FFFFFF"/>
                </a:solidFill>
                <a:uFillTx/>
              </a:rPr>
              <a:t>Account / Service</a:t>
            </a:r>
          </a:p>
        </p:txBody>
      </p:sp>
      <p:sp>
        <p:nvSpPr>
          <p:cNvPr id="13" name="TextBox 12"/>
          <p:cNvSpPr txBox="1">
            <a:spLocks/>
          </p:cNvSpPr>
          <p:nvPr/>
        </p:nvSpPr>
        <p:spPr>
          <a:xfrm>
            <a:off x="4583814" y="879064"/>
            <a:ext cx="1386918" cy="221599"/>
          </a:xfrm>
          <a:prstGeom prst="rect">
            <a:avLst/>
          </a:prstGeom>
          <a:solidFill>
            <a:srgbClr val="C00000"/>
          </a:solidFill>
        </p:spPr>
        <p:txBody>
          <a:bodyPr wrap="none" lIns="45720" tIns="18288" rIns="45720" bIns="18288" rtlCol="0">
            <a:spAutoFit/>
          </a:bodyPr>
          <a:lstStyle>
            <a:defPPr>
              <a:defRPr lang="en-US">
                <a:uFillTx/>
              </a:defRPr>
            </a:defPPr>
            <a:lvl1pPr>
              <a:defRPr sz="1200" b="1">
                <a:solidFill>
                  <a:schemeClr val="bg1"/>
                </a:solidFill>
                <a:uFillTx/>
              </a:defRPr>
            </a:lvl1pPr>
          </a:lstStyle>
          <a:p>
            <a:r>
              <a:rPr lang="en-US" dirty="0">
                <a:solidFill>
                  <a:srgbClr val="FFFFFF"/>
                </a:solidFill>
                <a:uFillTx/>
              </a:rPr>
              <a:t>Network / Device</a:t>
            </a:r>
          </a:p>
        </p:txBody>
      </p:sp>
      <p:sp>
        <p:nvSpPr>
          <p:cNvPr id="14" name="TextBox 13"/>
          <p:cNvSpPr txBox="1">
            <a:spLocks/>
          </p:cNvSpPr>
          <p:nvPr/>
        </p:nvSpPr>
        <p:spPr>
          <a:xfrm>
            <a:off x="4589555" y="3048966"/>
            <a:ext cx="549189" cy="221599"/>
          </a:xfrm>
          <a:prstGeom prst="rect">
            <a:avLst/>
          </a:prstGeom>
          <a:solidFill>
            <a:srgbClr val="C00000"/>
          </a:solidFill>
        </p:spPr>
        <p:txBody>
          <a:bodyPr wrap="none" lIns="45720" tIns="18288" rIns="45720" bIns="18288" rtlCol="0">
            <a:spAutoFit/>
          </a:bodyPr>
          <a:lstStyle>
            <a:defPPr>
              <a:defRPr lang="en-US">
                <a:uFillTx/>
              </a:defRPr>
            </a:defPPr>
            <a:lvl1pPr>
              <a:defRPr sz="1200" b="1">
                <a:solidFill>
                  <a:schemeClr val="bg1"/>
                </a:solidFill>
                <a:uFillTx/>
              </a:defRPr>
            </a:lvl1pPr>
          </a:lstStyle>
          <a:p>
            <a:r>
              <a:rPr lang="en-US" dirty="0">
                <a:solidFill>
                  <a:srgbClr val="FFFFFF"/>
                </a:solidFill>
                <a:uFillTx/>
              </a:rPr>
              <a:t>Billing</a:t>
            </a:r>
          </a:p>
        </p:txBody>
      </p:sp>
      <p:graphicFrame>
        <p:nvGraphicFramePr>
          <p:cNvPr id="15" name="Table 14"/>
          <p:cNvGraphicFramePr>
            <a:graphicFrameLocks noGrp="1"/>
          </p:cNvGraphicFramePr>
          <p:nvPr>
            <p:extLst>
              <p:ext uri="{D42A27DB-BD31-4B8C-83A1-F6EECF244321}">
                <p14:modId xmlns:p14="http://schemas.microsoft.com/office/powerpoint/2010/main" val="4207453804"/>
              </p:ext>
            </p:extLst>
          </p:nvPr>
        </p:nvGraphicFramePr>
        <p:xfrm>
          <a:off x="531972" y="1134157"/>
          <a:ext cx="3720614" cy="1844040"/>
        </p:xfrm>
        <a:graphic>
          <a:graphicData uri="http://schemas.openxmlformats.org/drawingml/2006/table">
            <a:tbl>
              <a:tblPr firstRow="1" bandRow="1">
                <a:tableStyleId>{9D7B26C5-4107-4FEC-AEDC-1716B250A1EF}</a:tableStyleId>
              </a:tblPr>
              <a:tblGrid>
                <a:gridCol w="1572401"/>
                <a:gridCol w="2148213"/>
              </a:tblGrid>
              <a:tr h="166953">
                <a:tc>
                  <a:txBody>
                    <a:bodyPr/>
                    <a:lstStyle/>
                    <a:p>
                      <a:r>
                        <a:rPr lang="en-US" sz="700" dirty="0" smtClean="0">
                          <a:uFillTx/>
                        </a:rPr>
                        <a:t>Source</a:t>
                      </a:r>
                      <a:endParaRPr lang="en-US" sz="700" dirty="0">
                        <a:uFillTx/>
                      </a:endParaRPr>
                    </a:p>
                  </a:txBody>
                  <a:tcPr/>
                </a:tc>
                <a:tc>
                  <a:txBody>
                    <a:bodyPr/>
                    <a:lstStyle/>
                    <a:p>
                      <a:r>
                        <a:rPr lang="en-US" sz="700" dirty="0" smtClean="0">
                          <a:uFillTx/>
                        </a:rPr>
                        <a:t>Description</a:t>
                      </a:r>
                      <a:endParaRPr lang="en-US" sz="700" dirty="0">
                        <a:uFillTx/>
                      </a:endParaRPr>
                    </a:p>
                  </a:txBody>
                  <a:tcPr/>
                </a:tc>
              </a:tr>
              <a:tr h="166953">
                <a:tc>
                  <a:txBody>
                    <a:bodyPr/>
                    <a:lstStyle/>
                    <a:p>
                      <a:r>
                        <a:rPr lang="en-US" sz="600" dirty="0" smtClean="0">
                          <a:uFillTx/>
                        </a:rPr>
                        <a:t>DOTCOM</a:t>
                      </a:r>
                      <a:endParaRPr lang="en-US" sz="600" dirty="0">
                        <a:uFillTx/>
                      </a:endParaRPr>
                    </a:p>
                  </a:txBody>
                  <a:tcPr/>
                </a:tc>
                <a:tc>
                  <a:txBody>
                    <a:bodyPr/>
                    <a:lstStyle/>
                    <a:p>
                      <a:r>
                        <a:rPr lang="en-US" sz="600" dirty="0" smtClean="0">
                          <a:uFillTx/>
                        </a:rPr>
                        <a:t>Click stream from Sales and My Verizon</a:t>
                      </a:r>
                      <a:endParaRPr lang="en-US" sz="600" dirty="0">
                        <a:uFillTx/>
                      </a:endParaRPr>
                    </a:p>
                  </a:txBody>
                  <a:tcPr/>
                </a:tc>
              </a:tr>
              <a:tr h="166953">
                <a:tc>
                  <a:txBody>
                    <a:bodyPr/>
                    <a:lstStyle/>
                    <a:p>
                      <a:r>
                        <a:rPr lang="en-US" sz="600" dirty="0" smtClean="0">
                          <a:uFillTx/>
                        </a:rPr>
                        <a:t>IVR</a:t>
                      </a:r>
                      <a:endParaRPr lang="en-US" sz="600" dirty="0">
                        <a:uFillTx/>
                      </a:endParaRPr>
                    </a:p>
                  </a:txBody>
                  <a:tcPr/>
                </a:tc>
                <a:tc>
                  <a:txBody>
                    <a:bodyPr/>
                    <a:lstStyle/>
                    <a:p>
                      <a:r>
                        <a:rPr lang="en-US" sz="600" dirty="0" smtClean="0">
                          <a:uFillTx/>
                        </a:rPr>
                        <a:t>Customer</a:t>
                      </a:r>
                      <a:r>
                        <a:rPr lang="en-US" sz="600" baseline="0" dirty="0" smtClean="0">
                          <a:uFillTx/>
                        </a:rPr>
                        <a:t> call navigation, call reason</a:t>
                      </a:r>
                      <a:endParaRPr lang="en-US" sz="600" dirty="0">
                        <a:uFillTx/>
                      </a:endParaRPr>
                    </a:p>
                  </a:txBody>
                  <a:tcPr/>
                </a:tc>
              </a:tr>
              <a:tr h="166953">
                <a:tc>
                  <a:txBody>
                    <a:bodyPr/>
                    <a:lstStyle/>
                    <a:p>
                      <a:r>
                        <a:rPr lang="en-US" sz="600" dirty="0" smtClean="0">
                          <a:uFillTx/>
                        </a:rPr>
                        <a:t>Transcripts</a:t>
                      </a:r>
                      <a:endParaRPr lang="en-US" sz="600" dirty="0">
                        <a:uFillTx/>
                      </a:endParaRPr>
                    </a:p>
                  </a:txBody>
                  <a:tcPr/>
                </a:tc>
                <a:tc>
                  <a:txBody>
                    <a:bodyPr/>
                    <a:lstStyle/>
                    <a:p>
                      <a:r>
                        <a:rPr lang="en-US" sz="600" dirty="0" smtClean="0">
                          <a:uFillTx/>
                        </a:rPr>
                        <a:t>Call/Chat transcripts – sales and care</a:t>
                      </a:r>
                      <a:endParaRPr lang="en-US" sz="600" dirty="0">
                        <a:uFillTx/>
                      </a:endParaRPr>
                    </a:p>
                  </a:txBody>
                  <a:tcPr/>
                </a:tc>
              </a:tr>
              <a:tr h="166953">
                <a:tc>
                  <a:txBody>
                    <a:bodyPr/>
                    <a:lstStyle/>
                    <a:p>
                      <a:r>
                        <a:rPr lang="en-US" sz="600" dirty="0" smtClean="0">
                          <a:uFillTx/>
                        </a:rPr>
                        <a:t>MF</a:t>
                      </a:r>
                      <a:r>
                        <a:rPr lang="en-US" sz="600" baseline="0" dirty="0" smtClean="0">
                          <a:uFillTx/>
                        </a:rPr>
                        <a:t> App</a:t>
                      </a:r>
                      <a:endParaRPr lang="en-US" sz="600" dirty="0">
                        <a:uFillTx/>
                      </a:endParaRPr>
                    </a:p>
                  </a:txBody>
                  <a:tcPr/>
                </a:tc>
                <a:tc>
                  <a:txBody>
                    <a:bodyPr/>
                    <a:lstStyle/>
                    <a:p>
                      <a:r>
                        <a:rPr lang="en-US" sz="600" dirty="0" smtClean="0">
                          <a:uFillTx/>
                        </a:rPr>
                        <a:t>Click stream from My</a:t>
                      </a:r>
                      <a:r>
                        <a:rPr lang="en-US" sz="600" baseline="0" dirty="0" smtClean="0">
                          <a:uFillTx/>
                        </a:rPr>
                        <a:t> Verizon Mobile App</a:t>
                      </a:r>
                      <a:endParaRPr lang="en-US" sz="600" dirty="0">
                        <a:uFillTx/>
                      </a:endParaRPr>
                    </a:p>
                  </a:txBody>
                  <a:tcPr/>
                </a:tc>
              </a:tr>
              <a:tr h="166953">
                <a:tc>
                  <a:txBody>
                    <a:bodyPr/>
                    <a:lstStyle/>
                    <a:p>
                      <a:r>
                        <a:rPr lang="en-US" sz="600" dirty="0" smtClean="0">
                          <a:uFillTx/>
                        </a:rPr>
                        <a:t>POS</a:t>
                      </a:r>
                      <a:endParaRPr lang="en-US" sz="600" dirty="0">
                        <a:uFillTx/>
                      </a:endParaRPr>
                    </a:p>
                  </a:txBody>
                  <a:tcPr/>
                </a:tc>
                <a:tc>
                  <a:txBody>
                    <a:bodyPr/>
                    <a:lstStyle/>
                    <a:p>
                      <a:r>
                        <a:rPr lang="en-US" sz="600" dirty="0" smtClean="0">
                          <a:uFillTx/>
                        </a:rPr>
                        <a:t> Store </a:t>
                      </a:r>
                      <a:r>
                        <a:rPr lang="en-US" sz="600" baseline="0" dirty="0" smtClean="0">
                          <a:uFillTx/>
                        </a:rPr>
                        <a:t>click stream</a:t>
                      </a:r>
                      <a:endParaRPr lang="en-US" sz="600" dirty="0">
                        <a:uFillTx/>
                      </a:endParaRPr>
                    </a:p>
                  </a:txBody>
                  <a:tcPr/>
                </a:tc>
              </a:tr>
              <a:tr h="166953">
                <a:tc>
                  <a:txBody>
                    <a:bodyPr/>
                    <a:lstStyle/>
                    <a:p>
                      <a:r>
                        <a:rPr lang="en-US" sz="600" dirty="0" smtClean="0">
                          <a:uFillTx/>
                        </a:rPr>
                        <a:t>ACSS</a:t>
                      </a:r>
                      <a:endParaRPr lang="en-US" sz="600" dirty="0">
                        <a:uFillTx/>
                      </a:endParaRPr>
                    </a:p>
                  </a:txBody>
                  <a:tcPr/>
                </a:tc>
                <a:tc>
                  <a:txBody>
                    <a:bodyPr/>
                    <a:lstStyle/>
                    <a:p>
                      <a:r>
                        <a:rPr lang="en-US" sz="600" dirty="0" smtClean="0">
                          <a:uFillTx/>
                        </a:rPr>
                        <a:t>Click stream from Center application</a:t>
                      </a:r>
                      <a:endParaRPr lang="en-US" sz="600" dirty="0">
                        <a:uFillTx/>
                      </a:endParaRPr>
                    </a:p>
                  </a:txBody>
                  <a:tcPr/>
                </a:tc>
              </a:tr>
              <a:tr h="166953">
                <a:tc>
                  <a:txBody>
                    <a:bodyPr/>
                    <a:lstStyle/>
                    <a:p>
                      <a:r>
                        <a:rPr lang="en-US" sz="600" dirty="0" smtClean="0">
                          <a:uFillTx/>
                        </a:rPr>
                        <a:t>TRG</a:t>
                      </a:r>
                      <a:endParaRPr lang="en-US" sz="600" dirty="0">
                        <a:uFillTx/>
                      </a:endParaRPr>
                    </a:p>
                  </a:txBody>
                  <a:tcPr/>
                </a:tc>
                <a:tc>
                  <a:txBody>
                    <a:bodyPr/>
                    <a:lstStyle/>
                    <a:p>
                      <a:r>
                        <a:rPr lang="en-US" sz="600" dirty="0" smtClean="0">
                          <a:uFillTx/>
                        </a:rPr>
                        <a:t>Troubleshooting Guides online</a:t>
                      </a:r>
                      <a:endParaRPr lang="en-US" sz="600" dirty="0">
                        <a:uFillTx/>
                      </a:endParaRPr>
                    </a:p>
                  </a:txBody>
                  <a:tcPr/>
                </a:tc>
              </a:tr>
              <a:tr h="166953">
                <a:tc>
                  <a:txBody>
                    <a:bodyPr/>
                    <a:lstStyle/>
                    <a:p>
                      <a:r>
                        <a:rPr lang="en-US" sz="600" dirty="0" smtClean="0">
                          <a:uFillTx/>
                        </a:rPr>
                        <a:t>VOC</a:t>
                      </a:r>
                      <a:endParaRPr lang="en-US" sz="600" dirty="0">
                        <a:uFillTx/>
                      </a:endParaRPr>
                    </a:p>
                  </a:txBody>
                  <a:tcPr/>
                </a:tc>
                <a:tc>
                  <a:txBody>
                    <a:bodyPr/>
                    <a:lstStyle/>
                    <a:p>
                      <a:r>
                        <a:rPr lang="en-US" sz="600" dirty="0" smtClean="0">
                          <a:uFillTx/>
                        </a:rPr>
                        <a:t>Customer Feedback/survey</a:t>
                      </a:r>
                      <a:r>
                        <a:rPr lang="en-US" sz="600" baseline="0" dirty="0" smtClean="0">
                          <a:uFillTx/>
                        </a:rPr>
                        <a:t> summary</a:t>
                      </a:r>
                      <a:endParaRPr lang="en-US" sz="600" dirty="0">
                        <a:uFillTx/>
                      </a:endParaRPr>
                    </a:p>
                  </a:txBody>
                  <a:tcPr/>
                </a:tc>
              </a:tr>
              <a:tr h="166953">
                <a:tc>
                  <a:txBody>
                    <a:bodyPr/>
                    <a:lstStyle/>
                    <a:p>
                      <a:r>
                        <a:rPr lang="en-US" sz="600" dirty="0" smtClean="0">
                          <a:uFillTx/>
                        </a:rPr>
                        <a:t>Impact360</a:t>
                      </a:r>
                      <a:endParaRPr lang="en-US" sz="600" dirty="0">
                        <a:uFillTx/>
                      </a:endParaRPr>
                    </a:p>
                  </a:txBody>
                  <a:tcPr/>
                </a:tc>
                <a:tc>
                  <a:txBody>
                    <a:bodyPr/>
                    <a:lstStyle/>
                    <a:p>
                      <a:r>
                        <a:rPr lang="en-US" sz="600" dirty="0" smtClean="0">
                          <a:uFillTx/>
                        </a:rPr>
                        <a:t>Call recordings</a:t>
                      </a:r>
                      <a:r>
                        <a:rPr lang="en-US" sz="600" baseline="0" dirty="0" smtClean="0">
                          <a:uFillTx/>
                        </a:rPr>
                        <a:t> data</a:t>
                      </a:r>
                      <a:endParaRPr lang="en-US" sz="600" dirty="0">
                        <a:uFillTx/>
                      </a:endParaRPr>
                    </a:p>
                  </a:txBody>
                  <a:tcPr/>
                </a:tc>
              </a:tr>
            </a:tbl>
          </a:graphicData>
        </a:graphic>
      </p:graphicFrame>
      <p:graphicFrame>
        <p:nvGraphicFramePr>
          <p:cNvPr id="16" name="Table 15"/>
          <p:cNvGraphicFramePr>
            <a:graphicFrameLocks noGrp="1"/>
          </p:cNvGraphicFramePr>
          <p:nvPr>
            <p:extLst>
              <p:ext uri="{D42A27DB-BD31-4B8C-83A1-F6EECF244321}">
                <p14:modId xmlns:p14="http://schemas.microsoft.com/office/powerpoint/2010/main" val="2806639866"/>
              </p:ext>
            </p:extLst>
          </p:nvPr>
        </p:nvGraphicFramePr>
        <p:xfrm>
          <a:off x="551935" y="3266368"/>
          <a:ext cx="3794597" cy="1354498"/>
        </p:xfrm>
        <a:graphic>
          <a:graphicData uri="http://schemas.openxmlformats.org/drawingml/2006/table">
            <a:tbl>
              <a:tblPr firstRow="1" bandRow="1">
                <a:tableStyleId>{9D7B26C5-4107-4FEC-AEDC-1716B250A1EF}</a:tableStyleId>
              </a:tblPr>
              <a:tblGrid>
                <a:gridCol w="1627594"/>
                <a:gridCol w="2167003"/>
              </a:tblGrid>
              <a:tr h="196789">
                <a:tc>
                  <a:txBody>
                    <a:bodyPr/>
                    <a:lstStyle/>
                    <a:p>
                      <a:r>
                        <a:rPr lang="en-US" sz="700" dirty="0" smtClean="0">
                          <a:uFillTx/>
                        </a:rPr>
                        <a:t>Source</a:t>
                      </a:r>
                      <a:endParaRPr lang="en-US" sz="700" dirty="0">
                        <a:uFillTx/>
                      </a:endParaRPr>
                    </a:p>
                  </a:txBody>
                  <a:tcPr/>
                </a:tc>
                <a:tc>
                  <a:txBody>
                    <a:bodyPr/>
                    <a:lstStyle/>
                    <a:p>
                      <a:r>
                        <a:rPr lang="en-US" sz="700" dirty="0" smtClean="0">
                          <a:uFillTx/>
                        </a:rPr>
                        <a:t>Description</a:t>
                      </a:r>
                      <a:endParaRPr lang="en-US" sz="700" dirty="0">
                        <a:uFillTx/>
                      </a:endParaRPr>
                    </a:p>
                  </a:txBody>
                  <a:tcPr/>
                </a:tc>
              </a:tr>
              <a:tr h="186342">
                <a:tc>
                  <a:txBody>
                    <a:bodyPr/>
                    <a:lstStyle/>
                    <a:p>
                      <a:r>
                        <a:rPr lang="en-US" sz="600" dirty="0" smtClean="0">
                          <a:uFillTx/>
                        </a:rPr>
                        <a:t>One Msg</a:t>
                      </a:r>
                      <a:endParaRPr lang="en-US" sz="600" dirty="0">
                        <a:uFillTx/>
                      </a:endParaRPr>
                    </a:p>
                  </a:txBody>
                  <a:tcPr/>
                </a:tc>
                <a:tc>
                  <a:txBody>
                    <a:bodyPr/>
                    <a:lstStyle/>
                    <a:p>
                      <a:r>
                        <a:rPr lang="en-US" sz="600" dirty="0" smtClean="0">
                          <a:uFillTx/>
                        </a:rPr>
                        <a:t>Outbound messages</a:t>
                      </a:r>
                      <a:r>
                        <a:rPr lang="en-US" sz="600" baseline="0" dirty="0" smtClean="0">
                          <a:uFillTx/>
                        </a:rPr>
                        <a:t> (Care/Order/POS)</a:t>
                      </a:r>
                      <a:endParaRPr lang="en-US" sz="600" dirty="0">
                        <a:uFillTx/>
                      </a:endParaRPr>
                    </a:p>
                  </a:txBody>
                  <a:tcPr/>
                </a:tc>
              </a:tr>
              <a:tr h="196789">
                <a:tc>
                  <a:txBody>
                    <a:bodyPr/>
                    <a:lstStyle/>
                    <a:p>
                      <a:r>
                        <a:rPr lang="en-US" sz="600" dirty="0" smtClean="0">
                          <a:uFillTx/>
                        </a:rPr>
                        <a:t>Moxie</a:t>
                      </a:r>
                      <a:endParaRPr lang="en-US" sz="600" dirty="0">
                        <a:uFillTx/>
                      </a:endParaRPr>
                    </a:p>
                  </a:txBody>
                  <a:tcPr/>
                </a:tc>
                <a:tc>
                  <a:txBody>
                    <a:bodyPr/>
                    <a:lstStyle/>
                    <a:p>
                      <a:r>
                        <a:rPr lang="en-US" sz="600" dirty="0" smtClean="0">
                          <a:uFillTx/>
                        </a:rPr>
                        <a:t>Cart abandons</a:t>
                      </a:r>
                      <a:r>
                        <a:rPr lang="en-US" sz="600" baseline="0" dirty="0" smtClean="0">
                          <a:uFillTx/>
                        </a:rPr>
                        <a:t> / CRM campaign messages</a:t>
                      </a:r>
                      <a:endParaRPr lang="en-US" sz="600" dirty="0">
                        <a:uFillTx/>
                      </a:endParaRPr>
                    </a:p>
                  </a:txBody>
                  <a:tcPr/>
                </a:tc>
              </a:tr>
              <a:tr h="196789">
                <a:tc>
                  <a:txBody>
                    <a:bodyPr/>
                    <a:lstStyle/>
                    <a:p>
                      <a:r>
                        <a:rPr lang="en-US" sz="600" dirty="0" smtClean="0">
                          <a:uFillTx/>
                        </a:rPr>
                        <a:t>Heywire</a:t>
                      </a:r>
                      <a:endParaRPr lang="en-US" sz="600" dirty="0">
                        <a:uFillTx/>
                      </a:endParaRPr>
                    </a:p>
                  </a:txBody>
                  <a:tcPr/>
                </a:tc>
                <a:tc>
                  <a:txBody>
                    <a:bodyPr/>
                    <a:lstStyle/>
                    <a:p>
                      <a:r>
                        <a:rPr lang="en-US" sz="600" dirty="0" smtClean="0">
                          <a:uFillTx/>
                        </a:rPr>
                        <a:t>Sales force transactions</a:t>
                      </a:r>
                      <a:endParaRPr lang="en-US" sz="600" dirty="0">
                        <a:uFillTx/>
                      </a:endParaRPr>
                    </a:p>
                  </a:txBody>
                  <a:tcPr/>
                </a:tc>
              </a:tr>
              <a:tr h="174489">
                <a:tc>
                  <a:txBody>
                    <a:bodyPr/>
                    <a:lstStyle/>
                    <a:p>
                      <a:r>
                        <a:rPr lang="en-US" sz="600" dirty="0" smtClean="0">
                          <a:uFillTx/>
                        </a:rPr>
                        <a:t>SAP</a:t>
                      </a:r>
                      <a:endParaRPr lang="en-US" sz="600" dirty="0">
                        <a:uFillTx/>
                      </a:endParaRPr>
                    </a:p>
                  </a:txBody>
                  <a:tcPr/>
                </a:tc>
                <a:tc>
                  <a:txBody>
                    <a:bodyPr/>
                    <a:lstStyle/>
                    <a:p>
                      <a:r>
                        <a:rPr lang="en-US" sz="600" dirty="0" smtClean="0">
                          <a:uFillTx/>
                        </a:rPr>
                        <a:t>Supply chain events (shipments/returns)</a:t>
                      </a:r>
                      <a:endParaRPr lang="en-US" sz="600" dirty="0">
                        <a:uFillTx/>
                      </a:endParaRPr>
                    </a:p>
                  </a:txBody>
                  <a:tcPr/>
                </a:tc>
              </a:tr>
              <a:tr h="196789">
                <a:tc>
                  <a:txBody>
                    <a:bodyPr/>
                    <a:lstStyle/>
                    <a:p>
                      <a:r>
                        <a:rPr lang="en-US" sz="600" dirty="0" smtClean="0">
                          <a:uFillTx/>
                        </a:rPr>
                        <a:t>Kobie</a:t>
                      </a:r>
                      <a:endParaRPr lang="en-US" sz="600" dirty="0">
                        <a:uFillTx/>
                      </a:endParaRPr>
                    </a:p>
                  </a:txBody>
                  <a:tcPr/>
                </a:tc>
                <a:tc>
                  <a:txBody>
                    <a:bodyPr/>
                    <a:lstStyle/>
                    <a:p>
                      <a:r>
                        <a:rPr lang="en-US" sz="600" dirty="0" smtClean="0">
                          <a:uFillTx/>
                        </a:rPr>
                        <a:t>Rewards</a:t>
                      </a:r>
                      <a:r>
                        <a:rPr lang="en-US" sz="600" baseline="0" dirty="0" smtClean="0">
                          <a:uFillTx/>
                        </a:rPr>
                        <a:t> program</a:t>
                      </a:r>
                      <a:endParaRPr lang="en-US" sz="600" dirty="0">
                        <a:uFillTx/>
                      </a:endParaRPr>
                    </a:p>
                  </a:txBody>
                  <a:tcPr/>
                </a:tc>
              </a:tr>
              <a:tr h="196789">
                <a:tc>
                  <a:txBody>
                    <a:bodyPr/>
                    <a:lstStyle/>
                    <a:p>
                      <a:r>
                        <a:rPr lang="en-US" sz="600" dirty="0" smtClean="0">
                          <a:uFillTx/>
                        </a:rPr>
                        <a:t>Acxiom</a:t>
                      </a:r>
                      <a:endParaRPr lang="en-US" sz="600" dirty="0">
                        <a:uFillTx/>
                      </a:endParaRPr>
                    </a:p>
                  </a:txBody>
                  <a:tcPr/>
                </a:tc>
                <a:tc>
                  <a:txBody>
                    <a:bodyPr/>
                    <a:lstStyle/>
                    <a:p>
                      <a:r>
                        <a:rPr lang="en-US" sz="600" dirty="0" smtClean="0">
                          <a:uFillTx/>
                        </a:rPr>
                        <a:t>Consumer demographics data</a:t>
                      </a:r>
                      <a:endParaRPr lang="en-US" sz="600" dirty="0">
                        <a:uFillTx/>
                      </a:endParaRPr>
                    </a:p>
                  </a:txBody>
                  <a:tcPr/>
                </a:tc>
              </a:tr>
            </a:tbl>
          </a:graphicData>
        </a:graphic>
      </p:graphicFrame>
      <p:graphicFrame>
        <p:nvGraphicFramePr>
          <p:cNvPr id="17" name="Table 16"/>
          <p:cNvGraphicFramePr>
            <a:graphicFrameLocks noGrp="1"/>
          </p:cNvGraphicFramePr>
          <p:nvPr>
            <p:extLst>
              <p:ext uri="{D42A27DB-BD31-4B8C-83A1-F6EECF244321}">
                <p14:modId xmlns:p14="http://schemas.microsoft.com/office/powerpoint/2010/main" val="3492343933"/>
              </p:ext>
            </p:extLst>
          </p:nvPr>
        </p:nvGraphicFramePr>
        <p:xfrm>
          <a:off x="4583814" y="1131879"/>
          <a:ext cx="3940148" cy="1661160"/>
        </p:xfrm>
        <a:graphic>
          <a:graphicData uri="http://schemas.openxmlformats.org/drawingml/2006/table">
            <a:tbl>
              <a:tblPr firstRow="1" bandRow="1">
                <a:tableStyleId>{9D7B26C5-4107-4FEC-AEDC-1716B250A1EF}</a:tableStyleId>
              </a:tblPr>
              <a:tblGrid>
                <a:gridCol w="1785671"/>
                <a:gridCol w="2154477"/>
              </a:tblGrid>
              <a:tr h="166953">
                <a:tc>
                  <a:txBody>
                    <a:bodyPr/>
                    <a:lstStyle/>
                    <a:p>
                      <a:r>
                        <a:rPr lang="en-US" sz="700" dirty="0" smtClean="0">
                          <a:uFillTx/>
                        </a:rPr>
                        <a:t>Source</a:t>
                      </a:r>
                      <a:endParaRPr lang="en-US" sz="700" dirty="0">
                        <a:uFillTx/>
                      </a:endParaRPr>
                    </a:p>
                  </a:txBody>
                  <a:tcPr/>
                </a:tc>
                <a:tc>
                  <a:txBody>
                    <a:bodyPr/>
                    <a:lstStyle/>
                    <a:p>
                      <a:r>
                        <a:rPr lang="en-US" sz="700" dirty="0" smtClean="0">
                          <a:uFillTx/>
                        </a:rPr>
                        <a:t>Description</a:t>
                      </a:r>
                      <a:endParaRPr lang="en-US" sz="700" dirty="0">
                        <a:uFillTx/>
                      </a:endParaRPr>
                    </a:p>
                  </a:txBody>
                  <a:tcPr/>
                </a:tc>
              </a:tr>
              <a:tr h="166953">
                <a:tc>
                  <a:txBody>
                    <a:bodyPr/>
                    <a:lstStyle/>
                    <a:p>
                      <a:r>
                        <a:rPr lang="en-US" sz="600" dirty="0" smtClean="0">
                          <a:uFillTx/>
                        </a:rPr>
                        <a:t>MVD</a:t>
                      </a:r>
                      <a:endParaRPr lang="en-US" sz="600" dirty="0">
                        <a:uFillTx/>
                      </a:endParaRPr>
                    </a:p>
                  </a:txBody>
                  <a:tcPr/>
                </a:tc>
                <a:tc>
                  <a:txBody>
                    <a:bodyPr/>
                    <a:lstStyle/>
                    <a:p>
                      <a:r>
                        <a:rPr lang="en-US" sz="600" dirty="0" smtClean="0">
                          <a:uFillTx/>
                        </a:rPr>
                        <a:t>Device diagnostic data</a:t>
                      </a:r>
                      <a:endParaRPr lang="en-US" sz="600" dirty="0">
                        <a:uFillTx/>
                      </a:endParaRPr>
                    </a:p>
                  </a:txBody>
                  <a:tcPr/>
                </a:tc>
              </a:tr>
              <a:tr h="166953">
                <a:tc>
                  <a:txBody>
                    <a:bodyPr/>
                    <a:lstStyle/>
                    <a:p>
                      <a:r>
                        <a:rPr lang="en-US" sz="600" dirty="0" smtClean="0">
                          <a:uFillTx/>
                        </a:rPr>
                        <a:t>MARS</a:t>
                      </a:r>
                      <a:endParaRPr lang="en-US" sz="600" dirty="0">
                        <a:uFillTx/>
                      </a:endParaRPr>
                    </a:p>
                  </a:txBody>
                  <a:tcPr/>
                </a:tc>
                <a:tc>
                  <a:txBody>
                    <a:bodyPr/>
                    <a:lstStyle/>
                    <a:p>
                      <a:r>
                        <a:rPr lang="en-US" sz="600" dirty="0" smtClean="0">
                          <a:uFillTx/>
                        </a:rPr>
                        <a:t>Calls and usage</a:t>
                      </a:r>
                      <a:endParaRPr lang="en-US" sz="600" dirty="0">
                        <a:uFillTx/>
                      </a:endParaRPr>
                    </a:p>
                  </a:txBody>
                  <a:tcPr/>
                </a:tc>
              </a:tr>
              <a:tr h="166953">
                <a:tc>
                  <a:txBody>
                    <a:bodyPr/>
                    <a:lstStyle/>
                    <a:p>
                      <a:r>
                        <a:rPr lang="en-US" sz="600" dirty="0" smtClean="0">
                          <a:uFillTx/>
                        </a:rPr>
                        <a:t>InfoMgr</a:t>
                      </a:r>
                      <a:endParaRPr lang="en-US" sz="600" dirty="0">
                        <a:uFillTx/>
                      </a:endParaRPr>
                    </a:p>
                  </a:txBody>
                  <a:tcPr/>
                </a:tc>
                <a:tc>
                  <a:txBody>
                    <a:bodyPr/>
                    <a:lstStyle/>
                    <a:p>
                      <a:r>
                        <a:rPr lang="en-US" sz="600" dirty="0" smtClean="0">
                          <a:uFillTx/>
                        </a:rPr>
                        <a:t>Agent Knowledge management</a:t>
                      </a:r>
                      <a:r>
                        <a:rPr lang="en-US" sz="600" baseline="0" dirty="0" smtClean="0">
                          <a:uFillTx/>
                        </a:rPr>
                        <a:t> info</a:t>
                      </a:r>
                      <a:endParaRPr lang="en-US" sz="600" dirty="0">
                        <a:uFillTx/>
                      </a:endParaRPr>
                    </a:p>
                  </a:txBody>
                  <a:tcPr/>
                </a:tc>
              </a:tr>
              <a:tr h="166953">
                <a:tc>
                  <a:txBody>
                    <a:bodyPr/>
                    <a:lstStyle/>
                    <a:p>
                      <a:r>
                        <a:rPr lang="en-US" sz="600" dirty="0" smtClean="0">
                          <a:uFillTx/>
                        </a:rPr>
                        <a:t>NCC</a:t>
                      </a:r>
                      <a:endParaRPr lang="en-US" sz="600" dirty="0">
                        <a:uFillTx/>
                      </a:endParaRPr>
                    </a:p>
                  </a:txBody>
                  <a:tcPr/>
                </a:tc>
                <a:tc>
                  <a:txBody>
                    <a:bodyPr/>
                    <a:lstStyle/>
                    <a:p>
                      <a:r>
                        <a:rPr lang="en-US" sz="600" dirty="0" smtClean="0">
                          <a:uFillTx/>
                        </a:rPr>
                        <a:t>Cell site availability</a:t>
                      </a:r>
                      <a:endParaRPr lang="en-US" sz="600" dirty="0">
                        <a:uFillTx/>
                      </a:endParaRPr>
                    </a:p>
                  </a:txBody>
                  <a:tcPr/>
                </a:tc>
              </a:tr>
              <a:tr h="166953">
                <a:tc>
                  <a:txBody>
                    <a:bodyPr/>
                    <a:lstStyle/>
                    <a:p>
                      <a:r>
                        <a:rPr lang="en-US" sz="600" dirty="0" smtClean="0">
                          <a:uFillTx/>
                        </a:rPr>
                        <a:t>RTT</a:t>
                      </a:r>
                      <a:endParaRPr lang="en-US" sz="600" dirty="0">
                        <a:uFillTx/>
                      </a:endParaRPr>
                    </a:p>
                  </a:txBody>
                  <a:tcPr/>
                </a:tc>
                <a:tc>
                  <a:txBody>
                    <a:bodyPr/>
                    <a:lstStyle/>
                    <a:p>
                      <a:r>
                        <a:rPr lang="en-US" sz="600" dirty="0" smtClean="0">
                          <a:uFillTx/>
                        </a:rPr>
                        <a:t>Device-cell site mapping</a:t>
                      </a:r>
                      <a:endParaRPr lang="en-US" sz="600" dirty="0">
                        <a:uFillTx/>
                      </a:endParaRPr>
                    </a:p>
                  </a:txBody>
                  <a:tcPr/>
                </a:tc>
              </a:tr>
              <a:tr h="166953">
                <a:tc>
                  <a:txBody>
                    <a:bodyPr/>
                    <a:lstStyle/>
                    <a:p>
                      <a:r>
                        <a:rPr lang="en-US" sz="600" dirty="0" smtClean="0">
                          <a:uFillTx/>
                        </a:rPr>
                        <a:t>VZ Map</a:t>
                      </a:r>
                      <a:endParaRPr lang="en-US" sz="600" dirty="0">
                        <a:uFillTx/>
                      </a:endParaRPr>
                    </a:p>
                  </a:txBody>
                  <a:tcPr/>
                </a:tc>
                <a:tc>
                  <a:txBody>
                    <a:bodyPr/>
                    <a:lstStyle/>
                    <a:p>
                      <a:r>
                        <a:rPr lang="en-US" sz="600" dirty="0" smtClean="0">
                          <a:uFillTx/>
                        </a:rPr>
                        <a:t>Network dark spots</a:t>
                      </a:r>
                      <a:endParaRPr lang="en-US" sz="600" dirty="0">
                        <a:uFillTx/>
                      </a:endParaRPr>
                    </a:p>
                  </a:txBody>
                  <a:tcPr/>
                </a:tc>
              </a:tr>
              <a:tr h="166953">
                <a:tc>
                  <a:txBody>
                    <a:bodyPr/>
                    <a:lstStyle/>
                    <a:p>
                      <a:r>
                        <a:rPr lang="en-US" sz="600" dirty="0" smtClean="0">
                          <a:uFillTx/>
                        </a:rPr>
                        <a:t>SCM</a:t>
                      </a:r>
                      <a:endParaRPr lang="en-US" sz="600" dirty="0">
                        <a:uFillTx/>
                      </a:endParaRPr>
                    </a:p>
                  </a:txBody>
                  <a:tcPr/>
                </a:tc>
                <a:tc>
                  <a:txBody>
                    <a:bodyPr/>
                    <a:lstStyle/>
                    <a:p>
                      <a:r>
                        <a:rPr lang="en-US" sz="600" dirty="0" smtClean="0">
                          <a:uFillTx/>
                        </a:rPr>
                        <a:t>App</a:t>
                      </a:r>
                      <a:r>
                        <a:rPr lang="en-US" sz="600" baseline="0" dirty="0" smtClean="0">
                          <a:uFillTx/>
                        </a:rPr>
                        <a:t> downloads and summarized usage</a:t>
                      </a:r>
                      <a:endParaRPr lang="en-US" sz="600" dirty="0">
                        <a:uFillTx/>
                      </a:endParaRPr>
                    </a:p>
                  </a:txBody>
                  <a:tcPr/>
                </a:tc>
              </a:tr>
              <a:tr h="166953">
                <a:tc>
                  <a:txBody>
                    <a:bodyPr/>
                    <a:lstStyle/>
                    <a:p>
                      <a:r>
                        <a:rPr lang="en-US" sz="600" dirty="0" smtClean="0">
                          <a:uFillTx/>
                        </a:rPr>
                        <a:t>Irisview</a:t>
                      </a:r>
                      <a:endParaRPr lang="en-US" sz="600" dirty="0">
                        <a:uFillTx/>
                      </a:endParaRPr>
                    </a:p>
                  </a:txBody>
                  <a:tcPr/>
                </a:tc>
                <a:tc>
                  <a:txBody>
                    <a:bodyPr/>
                    <a:lstStyle/>
                    <a:p>
                      <a:r>
                        <a:rPr lang="en-US" sz="600" dirty="0" smtClean="0">
                          <a:uFillTx/>
                        </a:rPr>
                        <a:t>Network</a:t>
                      </a:r>
                      <a:r>
                        <a:rPr lang="en-US" sz="600" baseline="0" dirty="0" smtClean="0">
                          <a:uFillTx/>
                        </a:rPr>
                        <a:t> Performance </a:t>
                      </a:r>
                      <a:r>
                        <a:rPr lang="en-US" sz="600" dirty="0" smtClean="0">
                          <a:uFillTx/>
                        </a:rPr>
                        <a:t>Probe system</a:t>
                      </a:r>
                      <a:endParaRPr lang="en-US" sz="600" dirty="0">
                        <a:uFillTx/>
                      </a:endParaRPr>
                    </a:p>
                  </a:txBody>
                  <a:tcPr/>
                </a:tc>
              </a:tr>
            </a:tbl>
          </a:graphicData>
        </a:graphic>
      </p:graphicFrame>
      <p:graphicFrame>
        <p:nvGraphicFramePr>
          <p:cNvPr id="18" name="Table 17"/>
          <p:cNvGraphicFramePr>
            <a:graphicFrameLocks noGrp="1"/>
          </p:cNvGraphicFramePr>
          <p:nvPr>
            <p:extLst>
              <p:ext uri="{D42A27DB-BD31-4B8C-83A1-F6EECF244321}">
                <p14:modId xmlns:p14="http://schemas.microsoft.com/office/powerpoint/2010/main" val="1116252087"/>
              </p:ext>
            </p:extLst>
          </p:nvPr>
        </p:nvGraphicFramePr>
        <p:xfrm>
          <a:off x="4583814" y="3269597"/>
          <a:ext cx="3991775" cy="1112520"/>
        </p:xfrm>
        <a:graphic>
          <a:graphicData uri="http://schemas.openxmlformats.org/drawingml/2006/table">
            <a:tbl>
              <a:tblPr firstRow="1" bandRow="1">
                <a:tableStyleId>{9D7B26C5-4107-4FEC-AEDC-1716B250A1EF}</a:tableStyleId>
              </a:tblPr>
              <a:tblGrid>
                <a:gridCol w="1773145"/>
                <a:gridCol w="2218630"/>
              </a:tblGrid>
              <a:tr h="166953">
                <a:tc>
                  <a:txBody>
                    <a:bodyPr/>
                    <a:lstStyle/>
                    <a:p>
                      <a:r>
                        <a:rPr lang="en-US" sz="700" dirty="0" smtClean="0">
                          <a:uFillTx/>
                        </a:rPr>
                        <a:t>Source</a:t>
                      </a:r>
                      <a:endParaRPr lang="en-US" sz="700" dirty="0">
                        <a:uFillTx/>
                      </a:endParaRPr>
                    </a:p>
                  </a:txBody>
                  <a:tcPr/>
                </a:tc>
                <a:tc>
                  <a:txBody>
                    <a:bodyPr/>
                    <a:lstStyle/>
                    <a:p>
                      <a:r>
                        <a:rPr lang="en-US" sz="700" dirty="0" smtClean="0">
                          <a:uFillTx/>
                        </a:rPr>
                        <a:t>Description</a:t>
                      </a:r>
                      <a:endParaRPr lang="en-US" sz="700" dirty="0">
                        <a:uFillTx/>
                      </a:endParaRPr>
                    </a:p>
                  </a:txBody>
                  <a:tcPr/>
                </a:tc>
              </a:tr>
              <a:tr h="166953">
                <a:tc>
                  <a:txBody>
                    <a:bodyPr/>
                    <a:lstStyle/>
                    <a:p>
                      <a:r>
                        <a:rPr lang="en-US" sz="600" dirty="0" smtClean="0">
                          <a:uFillTx/>
                        </a:rPr>
                        <a:t>BA</a:t>
                      </a:r>
                      <a:endParaRPr lang="en-US" sz="600" dirty="0">
                        <a:uFillTx/>
                      </a:endParaRPr>
                    </a:p>
                  </a:txBody>
                  <a:tcPr/>
                </a:tc>
                <a:tc>
                  <a:txBody>
                    <a:bodyPr/>
                    <a:lstStyle/>
                    <a:p>
                      <a:r>
                        <a:rPr lang="en-US" sz="600" dirty="0" smtClean="0">
                          <a:uFillTx/>
                        </a:rPr>
                        <a:t>Billing Analytics flags, Events</a:t>
                      </a:r>
                      <a:endParaRPr lang="en-US" sz="600" dirty="0">
                        <a:uFillTx/>
                      </a:endParaRPr>
                    </a:p>
                  </a:txBody>
                  <a:tcPr/>
                </a:tc>
              </a:tr>
              <a:tr h="166953">
                <a:tc>
                  <a:txBody>
                    <a:bodyPr/>
                    <a:lstStyle/>
                    <a:p>
                      <a:r>
                        <a:rPr lang="en-US" sz="600" dirty="0" smtClean="0">
                          <a:uFillTx/>
                        </a:rPr>
                        <a:t>CFS</a:t>
                      </a:r>
                      <a:endParaRPr lang="en-US" sz="600" dirty="0">
                        <a:uFillTx/>
                      </a:endParaRPr>
                    </a:p>
                  </a:txBody>
                  <a:tcPr/>
                </a:tc>
                <a:tc>
                  <a:txBody>
                    <a:bodyPr/>
                    <a:lstStyle/>
                    <a:p>
                      <a:r>
                        <a:rPr lang="en-US" sz="600" dirty="0" smtClean="0">
                          <a:uFillTx/>
                        </a:rPr>
                        <a:t>Collections events</a:t>
                      </a:r>
                      <a:endParaRPr lang="en-US" sz="600" dirty="0">
                        <a:uFillTx/>
                      </a:endParaRPr>
                    </a:p>
                  </a:txBody>
                  <a:tcPr/>
                </a:tc>
              </a:tr>
              <a:tr h="166953">
                <a:tc>
                  <a:txBody>
                    <a:bodyPr/>
                    <a:lstStyle/>
                    <a:p>
                      <a:r>
                        <a:rPr lang="en-US" sz="600" dirty="0" smtClean="0">
                          <a:uFillTx/>
                        </a:rPr>
                        <a:t>MCS</a:t>
                      </a:r>
                      <a:endParaRPr lang="en-US" sz="600" dirty="0">
                        <a:uFillTx/>
                      </a:endParaRPr>
                    </a:p>
                  </a:txBody>
                  <a:tcPr/>
                </a:tc>
                <a:tc>
                  <a:txBody>
                    <a:bodyPr/>
                    <a:lstStyle/>
                    <a:p>
                      <a:r>
                        <a:rPr lang="en-US" sz="600" dirty="0" smtClean="0">
                          <a:uFillTx/>
                        </a:rPr>
                        <a:t>Vision</a:t>
                      </a:r>
                      <a:r>
                        <a:rPr lang="en-US" sz="600" baseline="0" dirty="0" smtClean="0">
                          <a:uFillTx/>
                        </a:rPr>
                        <a:t> events</a:t>
                      </a:r>
                      <a:endParaRPr lang="en-US" sz="600" dirty="0">
                        <a:uFillTx/>
                      </a:endParaRPr>
                    </a:p>
                  </a:txBody>
                  <a:tcPr/>
                </a:tc>
              </a:tr>
              <a:tr h="166953">
                <a:tc>
                  <a:txBody>
                    <a:bodyPr/>
                    <a:lstStyle/>
                    <a:p>
                      <a:r>
                        <a:rPr lang="en-US" sz="600" dirty="0" smtClean="0">
                          <a:uFillTx/>
                        </a:rPr>
                        <a:t>JITR</a:t>
                      </a:r>
                      <a:endParaRPr lang="en-US" sz="600" dirty="0">
                        <a:uFillTx/>
                      </a:endParaRPr>
                    </a:p>
                  </a:txBody>
                  <a:tcPr/>
                </a:tc>
                <a:tc>
                  <a:txBody>
                    <a:bodyPr/>
                    <a:lstStyle/>
                    <a:p>
                      <a:r>
                        <a:rPr lang="en-US" sz="600" dirty="0" smtClean="0">
                          <a:uFillTx/>
                        </a:rPr>
                        <a:t>Profile and usage restrictions</a:t>
                      </a:r>
                      <a:endParaRPr lang="en-US" sz="600" dirty="0">
                        <a:uFillTx/>
                      </a:endParaRPr>
                    </a:p>
                  </a:txBody>
                  <a:tcPr/>
                </a:tc>
              </a:tr>
              <a:tr h="166953">
                <a:tc>
                  <a:txBody>
                    <a:bodyPr/>
                    <a:lstStyle/>
                    <a:p>
                      <a:r>
                        <a:rPr lang="en-US" sz="600" dirty="0" smtClean="0">
                          <a:uFillTx/>
                        </a:rPr>
                        <a:t>CACS</a:t>
                      </a:r>
                      <a:endParaRPr lang="en-US" sz="600" dirty="0">
                        <a:uFillTx/>
                      </a:endParaRPr>
                    </a:p>
                  </a:txBody>
                  <a:tcPr/>
                </a:tc>
                <a:tc>
                  <a:txBody>
                    <a:bodyPr/>
                    <a:lstStyle/>
                    <a:p>
                      <a:r>
                        <a:rPr lang="en-US" sz="600" dirty="0" smtClean="0">
                          <a:uFillTx/>
                        </a:rPr>
                        <a:t>Delinquent bills data</a:t>
                      </a:r>
                      <a:endParaRPr lang="en-US" sz="600" dirty="0">
                        <a:uFillTx/>
                      </a:endParaRPr>
                    </a:p>
                  </a:txBody>
                  <a:tcPr/>
                </a:tc>
              </a:tr>
            </a:tbl>
          </a:graphicData>
        </a:graphic>
      </p:graphicFrame>
    </p:spTree>
    <p:extLst>
      <p:ext uri="{BB962C8B-B14F-4D97-AF65-F5344CB8AC3E}">
        <p14:creationId xmlns:p14="http://schemas.microsoft.com/office/powerpoint/2010/main" val="89072230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sp>
        <p:nvSpPr>
          <p:cNvPr id="549" name="Google Shape;549;p76"/>
          <p:cNvSpPr txBox="1"/>
          <p:nvPr/>
        </p:nvSpPr>
        <p:spPr>
          <a:xfrm>
            <a:off x="4263518" y="4252731"/>
            <a:ext cx="3315300" cy="523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b="1" dirty="0">
                <a:solidFill>
                  <a:srgbClr val="595959"/>
                </a:solidFill>
                <a:latin typeface="Arial"/>
                <a:ea typeface="Arial"/>
                <a:cs typeface="Arial"/>
                <a:sym typeface="Arial"/>
              </a:rPr>
              <a:t>,              ,              ,</a:t>
            </a:r>
            <a:endParaRPr sz="2800" b="1" dirty="0">
              <a:solidFill>
                <a:srgbClr val="595959"/>
              </a:solidFill>
              <a:latin typeface="Arial"/>
              <a:ea typeface="Arial"/>
              <a:cs typeface="Arial"/>
              <a:sym typeface="Arial"/>
            </a:endParaRPr>
          </a:p>
        </p:txBody>
      </p:sp>
      <p:sp>
        <p:nvSpPr>
          <p:cNvPr id="4" name="Slide Number Placeholder 3"/>
          <p:cNvSpPr>
            <a:spLocks noGrp="1"/>
          </p:cNvSpPr>
          <p:nvPr>
            <p:ph type="sldNum" sz="quarter" idx="12"/>
          </p:nvPr>
        </p:nvSpPr>
        <p:spPr/>
        <p:txBody>
          <a:bodyPr/>
          <a:lstStyle/>
          <a:p>
            <a:fld id="{E12D0507-9F86-7A45-BE8E-43760B9F92AA}" type="slidenum">
              <a:rPr lang="en-US" smtClean="0">
                <a:solidFill>
                  <a:srgbClr val="000000"/>
                </a:solidFill>
              </a:rPr>
              <a:pPr/>
              <a:t>6</a:t>
            </a:fld>
            <a:endParaRPr lang="en-US" dirty="0">
              <a:solidFill>
                <a:srgbClr val="000000"/>
              </a:solidFill>
            </a:endParaRPr>
          </a:p>
        </p:txBody>
      </p:sp>
      <p:sp>
        <p:nvSpPr>
          <p:cNvPr id="456" name="Google Shape;456;p76"/>
          <p:cNvSpPr txBox="1">
            <a:spLocks noGrp="1"/>
          </p:cNvSpPr>
          <p:nvPr>
            <p:ph type="title"/>
          </p:nvPr>
        </p:nvSpPr>
        <p:spPr>
          <a:prstGeom prst="rect">
            <a:avLst/>
          </a:prstGeom>
          <a:noFill/>
          <a:ln>
            <a:noFill/>
          </a:ln>
        </p:spPr>
        <p:txBody>
          <a:bodyPr spcFirstLastPara="1" vert="horz" wrap="square" lIns="0" tIns="0" rIns="0" bIns="0" rtlCol="0" anchor="t" anchorCtr="0">
            <a:normAutofit/>
          </a:bodyPr>
          <a:lstStyle/>
          <a:p>
            <a:pPr>
              <a:lnSpc>
                <a:spcPct val="80000"/>
              </a:lnSpc>
              <a:buClr>
                <a:schemeClr val="dk1"/>
              </a:buClr>
              <a:buSzPts val="2400"/>
              <a:buFont typeface="Arial"/>
            </a:pPr>
            <a:r>
              <a:rPr lang="en-US" sz="2400" dirty="0">
                <a:solidFill>
                  <a:schemeClr val="tx1"/>
                </a:solidFill>
                <a:sym typeface="Arial"/>
              </a:rPr>
              <a:t>Verizon.ai Design </a:t>
            </a:r>
            <a:r>
              <a:rPr lang="en-US" sz="2400" dirty="0" smtClean="0">
                <a:solidFill>
                  <a:schemeClr val="tx1"/>
                </a:solidFill>
                <a:sym typeface="Arial"/>
              </a:rPr>
              <a:t>Considerations</a:t>
            </a:r>
            <a:endParaRPr sz="2400" dirty="0">
              <a:solidFill>
                <a:schemeClr val="tx1"/>
              </a:solidFill>
              <a:sym typeface="Arial"/>
            </a:endParaRPr>
          </a:p>
        </p:txBody>
      </p:sp>
      <p:sp>
        <p:nvSpPr>
          <p:cNvPr id="461" name="Google Shape;461;p76"/>
          <p:cNvSpPr/>
          <p:nvPr/>
        </p:nvSpPr>
        <p:spPr>
          <a:xfrm>
            <a:off x="769520" y="924115"/>
            <a:ext cx="8374500" cy="270600"/>
          </a:xfrm>
          <a:prstGeom prst="rect">
            <a:avLst/>
          </a:prstGeom>
          <a:noFill/>
          <a:ln>
            <a:noFill/>
          </a:ln>
        </p:spPr>
        <p:txBody>
          <a:bodyPr spcFirstLastPara="1" wrap="square" lIns="68550" tIns="68550" rIns="68550" bIns="68550" anchor="ctr" anchorCtr="0">
            <a:noAutofit/>
          </a:bodyPr>
          <a:lstStyle/>
          <a:p>
            <a:pPr marL="0" marR="0" lvl="0" indent="0" algn="l" rtl="0">
              <a:spcBef>
                <a:spcPts val="0"/>
              </a:spcBef>
              <a:spcAft>
                <a:spcPts val="0"/>
              </a:spcAft>
              <a:buNone/>
            </a:pPr>
            <a:r>
              <a:rPr lang="en-US" sz="1400" b="1">
                <a:solidFill>
                  <a:srgbClr val="C00000"/>
                </a:solidFill>
                <a:latin typeface="Arial"/>
                <a:ea typeface="Arial"/>
                <a:cs typeface="Arial"/>
                <a:sym typeface="Arial"/>
              </a:rPr>
              <a:t>Consolidate: </a:t>
            </a:r>
            <a:r>
              <a:rPr lang="en-US" sz="1200">
                <a:solidFill>
                  <a:schemeClr val="dk1"/>
                </a:solidFill>
                <a:latin typeface="Arial"/>
                <a:ea typeface="Arial"/>
                <a:cs typeface="Arial"/>
                <a:sym typeface="Arial"/>
              </a:rPr>
              <a:t>Customer intelligence is everywhere, there is a need to consolidate the efforts</a:t>
            </a:r>
            <a:endParaRPr sz="1200">
              <a:solidFill>
                <a:schemeClr val="dk1"/>
              </a:solidFill>
              <a:latin typeface="Arial"/>
              <a:ea typeface="Arial"/>
              <a:cs typeface="Arial"/>
              <a:sym typeface="Arial"/>
            </a:endParaRPr>
          </a:p>
        </p:txBody>
      </p:sp>
      <p:grpSp>
        <p:nvGrpSpPr>
          <p:cNvPr id="462" name="Google Shape;462;p76"/>
          <p:cNvGrpSpPr/>
          <p:nvPr/>
        </p:nvGrpSpPr>
        <p:grpSpPr>
          <a:xfrm>
            <a:off x="502827" y="1332483"/>
            <a:ext cx="8541674" cy="1123056"/>
            <a:chOff x="502827" y="1364684"/>
            <a:chExt cx="8541674" cy="1123056"/>
          </a:xfrm>
        </p:grpSpPr>
        <p:sp>
          <p:nvSpPr>
            <p:cNvPr id="463" name="Google Shape;463;p76"/>
            <p:cNvSpPr/>
            <p:nvPr/>
          </p:nvSpPr>
          <p:spPr>
            <a:xfrm>
              <a:off x="502827" y="1364684"/>
              <a:ext cx="1082700" cy="2736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1">
                  <a:solidFill>
                    <a:schemeClr val="lt1"/>
                  </a:solidFill>
                  <a:latin typeface="Arial"/>
                  <a:ea typeface="Arial"/>
                  <a:cs typeface="Arial"/>
                  <a:sym typeface="Arial"/>
                </a:rPr>
                <a:t>Network</a:t>
              </a:r>
              <a:endParaRPr/>
            </a:p>
          </p:txBody>
        </p:sp>
        <p:sp>
          <p:nvSpPr>
            <p:cNvPr id="464" name="Google Shape;464;p76"/>
            <p:cNvSpPr txBox="1"/>
            <p:nvPr/>
          </p:nvSpPr>
          <p:spPr>
            <a:xfrm>
              <a:off x="610919" y="1728564"/>
              <a:ext cx="636600" cy="152700"/>
            </a:xfrm>
            <a:prstGeom prst="rect">
              <a:avLst/>
            </a:prstGeom>
            <a:solidFill>
              <a:schemeClr val="accent1"/>
            </a:solidFill>
            <a:ln w="9525" cap="flat" cmpd="sng">
              <a:solidFill>
                <a:srgbClr val="262626"/>
              </a:solidFill>
              <a:prstDash val="solid"/>
              <a:round/>
              <a:headEnd type="none" w="sm" len="sm"/>
              <a:tailEnd type="none" w="sm" len="sm"/>
            </a:ln>
          </p:spPr>
          <p:txBody>
            <a:bodyPr spcFirstLastPara="1" wrap="square" lIns="54850" tIns="45700" rIns="54850" bIns="45700" anchor="ctr" anchorCtr="0">
              <a:noAutofit/>
            </a:bodyPr>
            <a:lstStyle/>
            <a:p>
              <a:pPr marL="0" marR="0" lvl="0" indent="0" algn="l" rtl="0">
                <a:spcBef>
                  <a:spcPts val="0"/>
                </a:spcBef>
                <a:spcAft>
                  <a:spcPts val="0"/>
                </a:spcAft>
                <a:buNone/>
              </a:pPr>
              <a:r>
                <a:rPr lang="en-US" sz="700" dirty="0">
                  <a:solidFill>
                    <a:schemeClr val="lt1"/>
                  </a:solidFill>
                  <a:latin typeface="Arial"/>
                  <a:ea typeface="Arial"/>
                  <a:cs typeface="Arial"/>
                  <a:sym typeface="Arial"/>
                </a:rPr>
                <a:t>Dropped Call</a:t>
              </a:r>
              <a:endParaRPr dirty="0"/>
            </a:p>
          </p:txBody>
        </p:sp>
        <p:sp>
          <p:nvSpPr>
            <p:cNvPr id="465" name="Google Shape;465;p76"/>
            <p:cNvSpPr txBox="1"/>
            <p:nvPr/>
          </p:nvSpPr>
          <p:spPr>
            <a:xfrm>
              <a:off x="610926" y="1930727"/>
              <a:ext cx="1078500" cy="152700"/>
            </a:xfrm>
            <a:prstGeom prst="rect">
              <a:avLst/>
            </a:prstGeom>
            <a:solidFill>
              <a:srgbClr val="595959"/>
            </a:solidFill>
            <a:ln w="9525" cap="flat" cmpd="sng">
              <a:solidFill>
                <a:srgbClr val="262626"/>
              </a:solidFill>
              <a:prstDash val="solid"/>
              <a:round/>
              <a:headEnd type="none" w="sm" len="sm"/>
              <a:tailEnd type="none" w="sm" len="sm"/>
            </a:ln>
          </p:spPr>
          <p:txBody>
            <a:bodyPr spcFirstLastPara="1" wrap="square" lIns="54850" tIns="45700" rIns="54850" bIns="45700" anchor="ctr" anchorCtr="0">
              <a:noAutofit/>
            </a:bodyPr>
            <a:lstStyle/>
            <a:p>
              <a:pPr marL="0" marR="0" lvl="0" indent="0" algn="l" rtl="0">
                <a:spcBef>
                  <a:spcPts val="0"/>
                </a:spcBef>
                <a:spcAft>
                  <a:spcPts val="0"/>
                </a:spcAft>
                <a:buNone/>
              </a:pPr>
              <a:r>
                <a:rPr lang="en-US" sz="700">
                  <a:solidFill>
                    <a:schemeClr val="lt1"/>
                  </a:solidFill>
                  <a:latin typeface="Arial"/>
                  <a:ea typeface="Arial"/>
                  <a:cs typeface="Arial"/>
                  <a:sym typeface="Arial"/>
                </a:rPr>
                <a:t>Multiple calls in a wk.</a:t>
              </a:r>
              <a:endParaRPr/>
            </a:p>
          </p:txBody>
        </p:sp>
        <p:sp>
          <p:nvSpPr>
            <p:cNvPr id="466" name="Google Shape;466;p76"/>
            <p:cNvSpPr txBox="1"/>
            <p:nvPr/>
          </p:nvSpPr>
          <p:spPr>
            <a:xfrm>
              <a:off x="610928" y="2132877"/>
              <a:ext cx="1041300" cy="152700"/>
            </a:xfrm>
            <a:prstGeom prst="rect">
              <a:avLst/>
            </a:prstGeom>
            <a:solidFill>
              <a:schemeClr val="accent6">
                <a:lumMod val="75000"/>
              </a:schemeClr>
            </a:solidFill>
            <a:ln w="9525" cap="flat" cmpd="sng">
              <a:solidFill>
                <a:srgbClr val="262626"/>
              </a:solidFill>
              <a:prstDash val="solid"/>
              <a:round/>
              <a:headEnd type="none" w="sm" len="sm"/>
              <a:tailEnd type="none" w="sm" len="sm"/>
            </a:ln>
          </p:spPr>
          <p:txBody>
            <a:bodyPr spcFirstLastPara="1" wrap="square" lIns="54850" tIns="45700" rIns="54850" bIns="45700" anchor="ctr" anchorCtr="0">
              <a:noAutofit/>
            </a:bodyPr>
            <a:lstStyle/>
            <a:p>
              <a:pPr marL="0" marR="0" lvl="0" indent="0" algn="l" rtl="0">
                <a:spcBef>
                  <a:spcPts val="0"/>
                </a:spcBef>
                <a:spcAft>
                  <a:spcPts val="0"/>
                </a:spcAft>
                <a:buNone/>
              </a:pPr>
              <a:r>
                <a:rPr lang="en-US" sz="700">
                  <a:solidFill>
                    <a:schemeClr val="lt1"/>
                  </a:solidFill>
                  <a:latin typeface="Arial"/>
                  <a:ea typeface="Arial"/>
                  <a:cs typeface="Arial"/>
                  <a:sym typeface="Arial"/>
                </a:rPr>
                <a:t>Network outage</a:t>
              </a:r>
              <a:endParaRPr/>
            </a:p>
          </p:txBody>
        </p:sp>
        <p:sp>
          <p:nvSpPr>
            <p:cNvPr id="467" name="Google Shape;467;p76"/>
            <p:cNvSpPr txBox="1"/>
            <p:nvPr/>
          </p:nvSpPr>
          <p:spPr>
            <a:xfrm>
              <a:off x="610918" y="2335040"/>
              <a:ext cx="1255500" cy="152700"/>
            </a:xfrm>
            <a:prstGeom prst="rect">
              <a:avLst/>
            </a:prstGeom>
            <a:solidFill>
              <a:srgbClr val="00B050"/>
            </a:solidFill>
            <a:ln w="9525" cap="flat" cmpd="sng">
              <a:solidFill>
                <a:srgbClr val="262626"/>
              </a:solidFill>
              <a:prstDash val="solid"/>
              <a:round/>
              <a:headEnd type="none" w="sm" len="sm"/>
              <a:tailEnd type="none" w="sm" len="sm"/>
            </a:ln>
          </p:spPr>
          <p:txBody>
            <a:bodyPr spcFirstLastPara="1" wrap="square" lIns="54850" tIns="45700" rIns="54850" bIns="45700" anchor="ctr" anchorCtr="0">
              <a:noAutofit/>
            </a:bodyPr>
            <a:lstStyle/>
            <a:p>
              <a:pPr marL="0" marR="0" lvl="0" indent="0" algn="l" rtl="0">
                <a:spcBef>
                  <a:spcPts val="0"/>
                </a:spcBef>
                <a:spcAft>
                  <a:spcPts val="0"/>
                </a:spcAft>
                <a:buNone/>
              </a:pPr>
              <a:r>
                <a:rPr lang="en-US" sz="700" dirty="0">
                  <a:solidFill>
                    <a:schemeClr val="bg1"/>
                  </a:solidFill>
                  <a:sym typeface="Arial"/>
                </a:rPr>
                <a:t>Network Performance Score</a:t>
              </a:r>
              <a:endParaRPr dirty="0">
                <a:solidFill>
                  <a:schemeClr val="bg1"/>
                </a:solidFill>
              </a:endParaRPr>
            </a:p>
          </p:txBody>
        </p:sp>
        <p:grpSp>
          <p:nvGrpSpPr>
            <p:cNvPr id="468" name="Google Shape;468;p76"/>
            <p:cNvGrpSpPr/>
            <p:nvPr/>
          </p:nvGrpSpPr>
          <p:grpSpPr>
            <a:xfrm>
              <a:off x="551982" y="1580124"/>
              <a:ext cx="58847" cy="831102"/>
              <a:chOff x="457200" y="2286000"/>
              <a:chExt cx="83082" cy="1173376"/>
            </a:xfrm>
          </p:grpSpPr>
          <p:cxnSp>
            <p:nvCxnSpPr>
              <p:cNvPr id="469" name="Google Shape;469;p76"/>
              <p:cNvCxnSpPr/>
              <p:nvPr/>
            </p:nvCxnSpPr>
            <p:spPr>
              <a:xfrm>
                <a:off x="457200" y="2286000"/>
                <a:ext cx="0" cy="1173300"/>
              </a:xfrm>
              <a:prstGeom prst="straightConnector1">
                <a:avLst/>
              </a:prstGeom>
              <a:solidFill>
                <a:schemeClr val="accent1"/>
              </a:solidFill>
              <a:ln w="9525" cap="sq" cmpd="sng">
                <a:solidFill>
                  <a:schemeClr val="dk1"/>
                </a:solidFill>
                <a:prstDash val="solid"/>
                <a:round/>
                <a:headEnd type="none" w="sm" len="sm"/>
                <a:tailEnd type="none" w="sm" len="sm"/>
              </a:ln>
            </p:spPr>
          </p:cxnSp>
          <p:cxnSp>
            <p:nvCxnSpPr>
              <p:cNvPr id="470" name="Google Shape;470;p76"/>
              <p:cNvCxnSpPr/>
              <p:nvPr/>
            </p:nvCxnSpPr>
            <p:spPr>
              <a:xfrm>
                <a:off x="457201" y="2603176"/>
                <a:ext cx="80700" cy="0"/>
              </a:xfrm>
              <a:prstGeom prst="straightConnector1">
                <a:avLst/>
              </a:prstGeom>
              <a:solidFill>
                <a:schemeClr val="accent1"/>
              </a:solidFill>
              <a:ln w="9525" cap="sq" cmpd="sng">
                <a:solidFill>
                  <a:schemeClr val="dk1"/>
                </a:solidFill>
                <a:prstDash val="solid"/>
                <a:round/>
                <a:headEnd type="none" w="sm" len="sm"/>
                <a:tailEnd type="none" w="sm" len="sm"/>
              </a:ln>
            </p:spPr>
          </p:cxnSp>
          <p:cxnSp>
            <p:nvCxnSpPr>
              <p:cNvPr id="471" name="Google Shape;471;p76"/>
              <p:cNvCxnSpPr/>
              <p:nvPr/>
            </p:nvCxnSpPr>
            <p:spPr>
              <a:xfrm>
                <a:off x="457201" y="2888576"/>
                <a:ext cx="80700" cy="0"/>
              </a:xfrm>
              <a:prstGeom prst="straightConnector1">
                <a:avLst/>
              </a:prstGeom>
              <a:solidFill>
                <a:schemeClr val="accent1"/>
              </a:solidFill>
              <a:ln w="9525" cap="sq" cmpd="sng">
                <a:solidFill>
                  <a:schemeClr val="dk1"/>
                </a:solidFill>
                <a:prstDash val="solid"/>
                <a:round/>
                <a:headEnd type="none" w="sm" len="sm"/>
                <a:tailEnd type="none" w="sm" len="sm"/>
              </a:ln>
            </p:spPr>
          </p:cxnSp>
          <p:cxnSp>
            <p:nvCxnSpPr>
              <p:cNvPr id="472" name="Google Shape;472;p76"/>
              <p:cNvCxnSpPr/>
              <p:nvPr/>
            </p:nvCxnSpPr>
            <p:spPr>
              <a:xfrm>
                <a:off x="457201" y="3173976"/>
                <a:ext cx="80700" cy="0"/>
              </a:xfrm>
              <a:prstGeom prst="straightConnector1">
                <a:avLst/>
              </a:prstGeom>
              <a:solidFill>
                <a:schemeClr val="accent1"/>
              </a:solidFill>
              <a:ln w="9525" cap="sq" cmpd="sng">
                <a:solidFill>
                  <a:schemeClr val="dk1"/>
                </a:solidFill>
                <a:prstDash val="solid"/>
                <a:round/>
                <a:headEnd type="none" w="sm" len="sm"/>
                <a:tailEnd type="none" w="sm" len="sm"/>
              </a:ln>
            </p:spPr>
          </p:cxnSp>
          <p:cxnSp>
            <p:nvCxnSpPr>
              <p:cNvPr id="473" name="Google Shape;473;p76"/>
              <p:cNvCxnSpPr/>
              <p:nvPr/>
            </p:nvCxnSpPr>
            <p:spPr>
              <a:xfrm>
                <a:off x="459582" y="3459376"/>
                <a:ext cx="80700" cy="0"/>
              </a:xfrm>
              <a:prstGeom prst="straightConnector1">
                <a:avLst/>
              </a:prstGeom>
              <a:solidFill>
                <a:schemeClr val="accent1"/>
              </a:solidFill>
              <a:ln w="9525" cap="sq" cmpd="sng">
                <a:solidFill>
                  <a:schemeClr val="dk1"/>
                </a:solidFill>
                <a:prstDash val="solid"/>
                <a:round/>
                <a:headEnd type="none" w="sm" len="sm"/>
                <a:tailEnd type="none" w="sm" len="sm"/>
              </a:ln>
            </p:spPr>
          </p:cxnSp>
        </p:grpSp>
        <p:sp>
          <p:nvSpPr>
            <p:cNvPr id="474" name="Google Shape;474;p76"/>
            <p:cNvSpPr/>
            <p:nvPr/>
          </p:nvSpPr>
          <p:spPr>
            <a:xfrm>
              <a:off x="1999088" y="1364684"/>
              <a:ext cx="1082700" cy="2736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1">
                  <a:solidFill>
                    <a:schemeClr val="lt1"/>
                  </a:solidFill>
                  <a:latin typeface="Arial"/>
                  <a:ea typeface="Arial"/>
                  <a:cs typeface="Arial"/>
                  <a:sym typeface="Arial"/>
                </a:rPr>
                <a:t>Billing</a:t>
              </a:r>
              <a:endParaRPr/>
            </a:p>
          </p:txBody>
        </p:sp>
        <p:grpSp>
          <p:nvGrpSpPr>
            <p:cNvPr id="475" name="Google Shape;475;p76"/>
            <p:cNvGrpSpPr/>
            <p:nvPr/>
          </p:nvGrpSpPr>
          <p:grpSpPr>
            <a:xfrm>
              <a:off x="2107190" y="1728477"/>
              <a:ext cx="1255662" cy="759016"/>
              <a:chOff x="2199298" y="2495451"/>
              <a:chExt cx="1883117" cy="1071603"/>
            </a:xfrm>
          </p:grpSpPr>
          <p:sp>
            <p:nvSpPr>
              <p:cNvPr id="476" name="Google Shape;476;p76"/>
              <p:cNvSpPr txBox="1"/>
              <p:nvPr/>
            </p:nvSpPr>
            <p:spPr>
              <a:xfrm>
                <a:off x="2199322" y="2495451"/>
                <a:ext cx="984000" cy="215400"/>
              </a:xfrm>
              <a:prstGeom prst="rect">
                <a:avLst/>
              </a:prstGeom>
              <a:solidFill>
                <a:schemeClr val="accent1"/>
              </a:solidFill>
              <a:ln w="9525" cap="flat" cmpd="sng">
                <a:solidFill>
                  <a:srgbClr val="262626"/>
                </a:solidFill>
                <a:prstDash val="solid"/>
                <a:round/>
                <a:headEnd type="none" w="sm" len="sm"/>
                <a:tailEnd type="none" w="sm" len="sm"/>
              </a:ln>
            </p:spPr>
            <p:txBody>
              <a:bodyPr spcFirstLastPara="1" wrap="square" lIns="54850" tIns="45700" rIns="54850" bIns="45700" anchor="ctr" anchorCtr="0">
                <a:noAutofit/>
              </a:bodyPr>
              <a:lstStyle/>
              <a:p>
                <a:pPr marL="0" marR="0" lvl="0" indent="0" algn="l" rtl="0">
                  <a:spcBef>
                    <a:spcPts val="0"/>
                  </a:spcBef>
                  <a:spcAft>
                    <a:spcPts val="0"/>
                  </a:spcAft>
                  <a:buNone/>
                </a:pPr>
                <a:r>
                  <a:rPr lang="en-US" sz="700">
                    <a:solidFill>
                      <a:schemeClr val="lt1"/>
                    </a:solidFill>
                    <a:latin typeface="Arial"/>
                    <a:ea typeface="Arial"/>
                    <a:cs typeface="Arial"/>
                    <a:sym typeface="Arial"/>
                  </a:rPr>
                  <a:t>Bill High</a:t>
                </a:r>
                <a:endParaRPr/>
              </a:p>
            </p:txBody>
          </p:sp>
          <p:sp>
            <p:nvSpPr>
              <p:cNvPr id="477" name="Google Shape;477;p76"/>
              <p:cNvSpPr txBox="1"/>
              <p:nvPr/>
            </p:nvSpPr>
            <p:spPr>
              <a:xfrm>
                <a:off x="2199315" y="2780853"/>
                <a:ext cx="1883100" cy="215400"/>
              </a:xfrm>
              <a:prstGeom prst="rect">
                <a:avLst/>
              </a:prstGeom>
              <a:solidFill>
                <a:srgbClr val="595959"/>
              </a:solidFill>
              <a:ln w="9525" cap="flat" cmpd="sng">
                <a:solidFill>
                  <a:srgbClr val="262626"/>
                </a:solidFill>
                <a:prstDash val="solid"/>
                <a:round/>
                <a:headEnd type="none" w="sm" len="sm"/>
                <a:tailEnd type="none" w="sm" len="sm"/>
              </a:ln>
            </p:spPr>
            <p:txBody>
              <a:bodyPr spcFirstLastPara="1" wrap="square" lIns="54850" tIns="45700" rIns="54850" bIns="45700" anchor="ctr" anchorCtr="0">
                <a:noAutofit/>
              </a:bodyPr>
              <a:lstStyle/>
              <a:p>
                <a:pPr marL="0" marR="0" lvl="0" indent="0" algn="l" rtl="0">
                  <a:spcBef>
                    <a:spcPts val="0"/>
                  </a:spcBef>
                  <a:spcAft>
                    <a:spcPts val="0"/>
                  </a:spcAft>
                  <a:buNone/>
                </a:pPr>
                <a:r>
                  <a:rPr lang="en-US" sz="700">
                    <a:solidFill>
                      <a:schemeClr val="lt1"/>
                    </a:solidFill>
                    <a:latin typeface="Arial"/>
                    <a:ea typeface="Arial"/>
                    <a:cs typeface="Arial"/>
                    <a:sym typeface="Arial"/>
                  </a:rPr>
                  <a:t>Multiple missed payments</a:t>
                </a:r>
                <a:endParaRPr/>
              </a:p>
            </p:txBody>
          </p:sp>
          <p:sp>
            <p:nvSpPr>
              <p:cNvPr id="478" name="Google Shape;478;p76"/>
              <p:cNvSpPr txBox="1"/>
              <p:nvPr/>
            </p:nvSpPr>
            <p:spPr>
              <a:xfrm>
                <a:off x="2199298" y="3066254"/>
                <a:ext cx="1434900" cy="215400"/>
              </a:xfrm>
              <a:prstGeom prst="rect">
                <a:avLst/>
              </a:prstGeom>
              <a:solidFill>
                <a:schemeClr val="accent6">
                  <a:lumMod val="75000"/>
                </a:schemeClr>
              </a:solidFill>
              <a:ln w="9525" cap="flat" cmpd="sng">
                <a:solidFill>
                  <a:srgbClr val="262626"/>
                </a:solidFill>
                <a:prstDash val="solid"/>
                <a:round/>
                <a:headEnd type="none" w="sm" len="sm"/>
                <a:tailEnd type="none" w="sm" len="sm"/>
              </a:ln>
            </p:spPr>
            <p:txBody>
              <a:bodyPr spcFirstLastPara="1" wrap="square" lIns="54850" tIns="45700" rIns="54850" bIns="45700" anchor="ctr" anchorCtr="0">
                <a:noAutofit/>
              </a:bodyPr>
              <a:lstStyle/>
              <a:p>
                <a:pPr marL="0" marR="0" lvl="0" indent="0" algn="l" rtl="0">
                  <a:spcBef>
                    <a:spcPts val="0"/>
                  </a:spcBef>
                  <a:spcAft>
                    <a:spcPts val="0"/>
                  </a:spcAft>
                  <a:buNone/>
                </a:pPr>
                <a:r>
                  <a:rPr lang="en-US" sz="700" dirty="0">
                    <a:solidFill>
                      <a:schemeClr val="lt1"/>
                    </a:solidFill>
                    <a:latin typeface="Arial"/>
                    <a:ea typeface="Arial"/>
                    <a:cs typeface="Arial"/>
                    <a:sym typeface="Arial"/>
                  </a:rPr>
                  <a:t>Mass discount expiry</a:t>
                </a:r>
                <a:endParaRPr dirty="0"/>
              </a:p>
            </p:txBody>
          </p:sp>
          <p:sp>
            <p:nvSpPr>
              <p:cNvPr id="479" name="Google Shape;479;p76"/>
              <p:cNvSpPr txBox="1"/>
              <p:nvPr/>
            </p:nvSpPr>
            <p:spPr>
              <a:xfrm>
                <a:off x="2199299" y="3351654"/>
                <a:ext cx="1373400" cy="215400"/>
              </a:xfrm>
              <a:prstGeom prst="rect">
                <a:avLst/>
              </a:prstGeom>
              <a:solidFill>
                <a:srgbClr val="00B050"/>
              </a:solidFill>
              <a:ln w="9525" cap="flat" cmpd="sng">
                <a:solidFill>
                  <a:srgbClr val="262626"/>
                </a:solidFill>
                <a:prstDash val="solid"/>
                <a:round/>
                <a:headEnd type="none" w="sm" len="sm"/>
                <a:tailEnd type="none" w="sm" len="sm"/>
              </a:ln>
            </p:spPr>
            <p:txBody>
              <a:bodyPr spcFirstLastPara="1" wrap="square" lIns="54850" tIns="45700" rIns="54850" bIns="45700" anchor="ctr" anchorCtr="0">
                <a:noAutofit/>
              </a:bodyPr>
              <a:lstStyle/>
              <a:p>
                <a:pPr marL="0" marR="0" lvl="0" indent="0" algn="l" rtl="0">
                  <a:spcBef>
                    <a:spcPts val="0"/>
                  </a:spcBef>
                  <a:spcAft>
                    <a:spcPts val="0"/>
                  </a:spcAft>
                  <a:buNone/>
                </a:pPr>
                <a:r>
                  <a:rPr lang="en-US" sz="700" dirty="0">
                    <a:solidFill>
                      <a:schemeClr val="bg1"/>
                    </a:solidFill>
                    <a:sym typeface="Arial"/>
                  </a:rPr>
                  <a:t>Payment Risk Score</a:t>
                </a:r>
                <a:endParaRPr dirty="0">
                  <a:solidFill>
                    <a:schemeClr val="bg1"/>
                  </a:solidFill>
                </a:endParaRPr>
              </a:p>
            </p:txBody>
          </p:sp>
        </p:grpSp>
        <p:grpSp>
          <p:nvGrpSpPr>
            <p:cNvPr id="480" name="Google Shape;480;p76"/>
            <p:cNvGrpSpPr/>
            <p:nvPr/>
          </p:nvGrpSpPr>
          <p:grpSpPr>
            <a:xfrm>
              <a:off x="2048243" y="1580124"/>
              <a:ext cx="58847" cy="831102"/>
              <a:chOff x="457200" y="2286000"/>
              <a:chExt cx="83082" cy="1173376"/>
            </a:xfrm>
          </p:grpSpPr>
          <p:cxnSp>
            <p:nvCxnSpPr>
              <p:cNvPr id="481" name="Google Shape;481;p76"/>
              <p:cNvCxnSpPr/>
              <p:nvPr/>
            </p:nvCxnSpPr>
            <p:spPr>
              <a:xfrm>
                <a:off x="457200" y="2286000"/>
                <a:ext cx="0" cy="1173300"/>
              </a:xfrm>
              <a:prstGeom prst="straightConnector1">
                <a:avLst/>
              </a:prstGeom>
              <a:solidFill>
                <a:schemeClr val="accent1"/>
              </a:solidFill>
              <a:ln w="9525" cap="sq" cmpd="sng">
                <a:solidFill>
                  <a:schemeClr val="dk1"/>
                </a:solidFill>
                <a:prstDash val="solid"/>
                <a:round/>
                <a:headEnd type="none" w="sm" len="sm"/>
                <a:tailEnd type="none" w="sm" len="sm"/>
              </a:ln>
            </p:spPr>
          </p:cxnSp>
          <p:cxnSp>
            <p:nvCxnSpPr>
              <p:cNvPr id="482" name="Google Shape;482;p76"/>
              <p:cNvCxnSpPr/>
              <p:nvPr/>
            </p:nvCxnSpPr>
            <p:spPr>
              <a:xfrm>
                <a:off x="457201" y="2603176"/>
                <a:ext cx="80700" cy="0"/>
              </a:xfrm>
              <a:prstGeom prst="straightConnector1">
                <a:avLst/>
              </a:prstGeom>
              <a:solidFill>
                <a:schemeClr val="accent1"/>
              </a:solidFill>
              <a:ln w="9525" cap="sq" cmpd="sng">
                <a:solidFill>
                  <a:schemeClr val="dk1"/>
                </a:solidFill>
                <a:prstDash val="solid"/>
                <a:round/>
                <a:headEnd type="none" w="sm" len="sm"/>
                <a:tailEnd type="none" w="sm" len="sm"/>
              </a:ln>
            </p:spPr>
          </p:cxnSp>
          <p:cxnSp>
            <p:nvCxnSpPr>
              <p:cNvPr id="483" name="Google Shape;483;p76"/>
              <p:cNvCxnSpPr/>
              <p:nvPr/>
            </p:nvCxnSpPr>
            <p:spPr>
              <a:xfrm>
                <a:off x="457201" y="2888576"/>
                <a:ext cx="80700" cy="0"/>
              </a:xfrm>
              <a:prstGeom prst="straightConnector1">
                <a:avLst/>
              </a:prstGeom>
              <a:solidFill>
                <a:schemeClr val="accent1"/>
              </a:solidFill>
              <a:ln w="9525" cap="sq" cmpd="sng">
                <a:solidFill>
                  <a:schemeClr val="dk1"/>
                </a:solidFill>
                <a:prstDash val="solid"/>
                <a:round/>
                <a:headEnd type="none" w="sm" len="sm"/>
                <a:tailEnd type="none" w="sm" len="sm"/>
              </a:ln>
            </p:spPr>
          </p:cxnSp>
          <p:cxnSp>
            <p:nvCxnSpPr>
              <p:cNvPr id="484" name="Google Shape;484;p76"/>
              <p:cNvCxnSpPr/>
              <p:nvPr/>
            </p:nvCxnSpPr>
            <p:spPr>
              <a:xfrm>
                <a:off x="457201" y="3173976"/>
                <a:ext cx="80700" cy="0"/>
              </a:xfrm>
              <a:prstGeom prst="straightConnector1">
                <a:avLst/>
              </a:prstGeom>
              <a:solidFill>
                <a:schemeClr val="accent1"/>
              </a:solidFill>
              <a:ln w="9525" cap="sq" cmpd="sng">
                <a:solidFill>
                  <a:schemeClr val="dk1"/>
                </a:solidFill>
                <a:prstDash val="solid"/>
                <a:round/>
                <a:headEnd type="none" w="sm" len="sm"/>
                <a:tailEnd type="none" w="sm" len="sm"/>
              </a:ln>
            </p:spPr>
          </p:cxnSp>
          <p:cxnSp>
            <p:nvCxnSpPr>
              <p:cNvPr id="485" name="Google Shape;485;p76"/>
              <p:cNvCxnSpPr/>
              <p:nvPr/>
            </p:nvCxnSpPr>
            <p:spPr>
              <a:xfrm>
                <a:off x="459582" y="3459376"/>
                <a:ext cx="80700" cy="0"/>
              </a:xfrm>
              <a:prstGeom prst="straightConnector1">
                <a:avLst/>
              </a:prstGeom>
              <a:solidFill>
                <a:schemeClr val="accent1"/>
              </a:solidFill>
              <a:ln w="9525" cap="sq" cmpd="sng">
                <a:solidFill>
                  <a:schemeClr val="dk1"/>
                </a:solidFill>
                <a:prstDash val="solid"/>
                <a:round/>
                <a:headEnd type="none" w="sm" len="sm"/>
                <a:tailEnd type="none" w="sm" len="sm"/>
              </a:ln>
            </p:spPr>
          </p:cxnSp>
        </p:grpSp>
        <p:grpSp>
          <p:nvGrpSpPr>
            <p:cNvPr id="486" name="Google Shape;486;p76"/>
            <p:cNvGrpSpPr/>
            <p:nvPr/>
          </p:nvGrpSpPr>
          <p:grpSpPr>
            <a:xfrm>
              <a:off x="3426394" y="1364684"/>
              <a:ext cx="1303745" cy="1122809"/>
              <a:chOff x="3247417" y="1557446"/>
              <a:chExt cx="1303745" cy="1122809"/>
            </a:xfrm>
          </p:grpSpPr>
          <p:grpSp>
            <p:nvGrpSpPr>
              <p:cNvPr id="487" name="Google Shape;487;p76"/>
              <p:cNvGrpSpPr/>
              <p:nvPr/>
            </p:nvGrpSpPr>
            <p:grpSpPr>
              <a:xfrm>
                <a:off x="3247417" y="1557446"/>
                <a:ext cx="1303745" cy="1122809"/>
                <a:chOff x="2697084" y="1557446"/>
                <a:chExt cx="1303745" cy="1122809"/>
              </a:xfrm>
            </p:grpSpPr>
            <p:sp>
              <p:nvSpPr>
                <p:cNvPr id="488" name="Google Shape;488;p76"/>
                <p:cNvSpPr/>
                <p:nvPr/>
              </p:nvSpPr>
              <p:spPr>
                <a:xfrm>
                  <a:off x="2697084" y="1557446"/>
                  <a:ext cx="1082700" cy="2736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1">
                      <a:solidFill>
                        <a:schemeClr val="lt1"/>
                      </a:solidFill>
                      <a:latin typeface="Arial"/>
                      <a:ea typeface="Arial"/>
                      <a:cs typeface="Arial"/>
                      <a:sym typeface="Arial"/>
                    </a:rPr>
                    <a:t>Sales</a:t>
                  </a:r>
                  <a:endParaRPr/>
                </a:p>
              </p:txBody>
            </p:sp>
            <p:grpSp>
              <p:nvGrpSpPr>
                <p:cNvPr id="489" name="Google Shape;489;p76"/>
                <p:cNvGrpSpPr/>
                <p:nvPr/>
              </p:nvGrpSpPr>
              <p:grpSpPr>
                <a:xfrm>
                  <a:off x="2805188" y="1921239"/>
                  <a:ext cx="1195640" cy="759016"/>
                  <a:chOff x="3874514" y="2495451"/>
                  <a:chExt cx="1793102" cy="1071603"/>
                </a:xfrm>
              </p:grpSpPr>
              <p:sp>
                <p:nvSpPr>
                  <p:cNvPr id="490" name="Google Shape;490;p76"/>
                  <p:cNvSpPr txBox="1"/>
                  <p:nvPr/>
                </p:nvSpPr>
                <p:spPr>
                  <a:xfrm>
                    <a:off x="3874516" y="2495451"/>
                    <a:ext cx="1793100" cy="215400"/>
                  </a:xfrm>
                  <a:prstGeom prst="rect">
                    <a:avLst/>
                  </a:prstGeom>
                  <a:solidFill>
                    <a:schemeClr val="accent1"/>
                  </a:solidFill>
                  <a:ln w="9525" cap="flat" cmpd="sng">
                    <a:solidFill>
                      <a:srgbClr val="262626"/>
                    </a:solidFill>
                    <a:prstDash val="solid"/>
                    <a:round/>
                    <a:headEnd type="none" w="sm" len="sm"/>
                    <a:tailEnd type="none" w="sm" len="sm"/>
                  </a:ln>
                </p:spPr>
                <p:txBody>
                  <a:bodyPr spcFirstLastPara="1" wrap="square" lIns="54850" tIns="45700" rIns="54850" bIns="45700" anchor="ctr" anchorCtr="0">
                    <a:noAutofit/>
                  </a:bodyPr>
                  <a:lstStyle/>
                  <a:p>
                    <a:pPr marL="0" marR="0" lvl="0" indent="0" algn="l" rtl="0">
                      <a:spcBef>
                        <a:spcPts val="0"/>
                      </a:spcBef>
                      <a:spcAft>
                        <a:spcPts val="0"/>
                      </a:spcAft>
                      <a:buNone/>
                    </a:pPr>
                    <a:r>
                      <a:rPr lang="en-US" sz="700" dirty="0">
                        <a:solidFill>
                          <a:schemeClr val="lt1"/>
                        </a:solidFill>
                        <a:latin typeface="Arial"/>
                        <a:ea typeface="Arial"/>
                        <a:cs typeface="Arial"/>
                        <a:sym typeface="Arial"/>
                      </a:rPr>
                      <a:t>Placed an upgrade order</a:t>
                    </a:r>
                    <a:endParaRPr dirty="0"/>
                  </a:p>
                </p:txBody>
              </p:sp>
              <p:sp>
                <p:nvSpPr>
                  <p:cNvPr id="491" name="Google Shape;491;p76"/>
                  <p:cNvSpPr txBox="1"/>
                  <p:nvPr/>
                </p:nvSpPr>
                <p:spPr>
                  <a:xfrm>
                    <a:off x="3874514" y="2780853"/>
                    <a:ext cx="1396200" cy="215400"/>
                  </a:xfrm>
                  <a:prstGeom prst="rect">
                    <a:avLst/>
                  </a:prstGeom>
                  <a:solidFill>
                    <a:srgbClr val="595959"/>
                  </a:solidFill>
                  <a:ln w="9525" cap="flat" cmpd="sng">
                    <a:solidFill>
                      <a:srgbClr val="262626"/>
                    </a:solidFill>
                    <a:prstDash val="solid"/>
                    <a:round/>
                    <a:headEnd type="none" w="sm" len="sm"/>
                    <a:tailEnd type="none" w="sm" len="sm"/>
                  </a:ln>
                </p:spPr>
                <p:txBody>
                  <a:bodyPr spcFirstLastPara="1" wrap="square" lIns="54850" tIns="45700" rIns="54850" bIns="45700" anchor="ctr" anchorCtr="0">
                    <a:noAutofit/>
                  </a:bodyPr>
                  <a:lstStyle/>
                  <a:p>
                    <a:pPr marL="0" marR="0" lvl="0" indent="0" algn="l" rtl="0">
                      <a:spcBef>
                        <a:spcPts val="0"/>
                      </a:spcBef>
                      <a:spcAft>
                        <a:spcPts val="0"/>
                      </a:spcAft>
                      <a:buNone/>
                    </a:pPr>
                    <a:r>
                      <a:rPr lang="en-US" sz="700">
                        <a:solidFill>
                          <a:schemeClr val="lt1"/>
                        </a:solidFill>
                        <a:latin typeface="Arial"/>
                        <a:ea typeface="Arial"/>
                        <a:cs typeface="Arial"/>
                        <a:sym typeface="Arial"/>
                      </a:rPr>
                      <a:t>Price sensitive</a:t>
                    </a:r>
                    <a:endParaRPr/>
                  </a:p>
                </p:txBody>
              </p:sp>
              <p:sp>
                <p:nvSpPr>
                  <p:cNvPr id="492" name="Google Shape;492;p76"/>
                  <p:cNvSpPr txBox="1"/>
                  <p:nvPr/>
                </p:nvSpPr>
                <p:spPr>
                  <a:xfrm>
                    <a:off x="3874523" y="3066254"/>
                    <a:ext cx="1396200" cy="215400"/>
                  </a:xfrm>
                  <a:prstGeom prst="rect">
                    <a:avLst/>
                  </a:prstGeom>
                  <a:solidFill>
                    <a:schemeClr val="accent6">
                      <a:lumMod val="75000"/>
                    </a:schemeClr>
                  </a:solidFill>
                  <a:ln w="9525" cap="flat" cmpd="sng">
                    <a:solidFill>
                      <a:srgbClr val="262626"/>
                    </a:solidFill>
                    <a:prstDash val="solid"/>
                    <a:round/>
                    <a:headEnd type="none" w="sm" len="sm"/>
                    <a:tailEnd type="none" w="sm" len="sm"/>
                  </a:ln>
                </p:spPr>
                <p:txBody>
                  <a:bodyPr spcFirstLastPara="1" wrap="square" lIns="54850" tIns="45700" rIns="54850" bIns="45700" anchor="ctr" anchorCtr="0">
                    <a:noAutofit/>
                  </a:bodyPr>
                  <a:lstStyle/>
                  <a:p>
                    <a:pPr marL="0" marR="0" lvl="0" indent="0" algn="l" rtl="0">
                      <a:spcBef>
                        <a:spcPts val="0"/>
                      </a:spcBef>
                      <a:spcAft>
                        <a:spcPts val="0"/>
                      </a:spcAft>
                      <a:buNone/>
                    </a:pPr>
                    <a:r>
                      <a:rPr lang="en-US" sz="700">
                        <a:solidFill>
                          <a:schemeClr val="lt1"/>
                        </a:solidFill>
                        <a:latin typeface="Arial"/>
                        <a:ea typeface="Arial"/>
                        <a:cs typeface="Arial"/>
                        <a:sym typeface="Arial"/>
                      </a:rPr>
                      <a:t>New offer in a region</a:t>
                    </a:r>
                    <a:endParaRPr/>
                  </a:p>
                </p:txBody>
              </p:sp>
              <p:sp>
                <p:nvSpPr>
                  <p:cNvPr id="493" name="Google Shape;493;p76"/>
                  <p:cNvSpPr txBox="1"/>
                  <p:nvPr/>
                </p:nvSpPr>
                <p:spPr>
                  <a:xfrm>
                    <a:off x="3874523" y="3351654"/>
                    <a:ext cx="1396200" cy="215400"/>
                  </a:xfrm>
                  <a:prstGeom prst="rect">
                    <a:avLst/>
                  </a:prstGeom>
                  <a:solidFill>
                    <a:srgbClr val="00B050"/>
                  </a:solidFill>
                  <a:ln w="9525" cap="flat" cmpd="sng">
                    <a:solidFill>
                      <a:srgbClr val="262626"/>
                    </a:solidFill>
                    <a:prstDash val="solid"/>
                    <a:round/>
                    <a:headEnd type="none" w="sm" len="sm"/>
                    <a:tailEnd type="none" w="sm" len="sm"/>
                  </a:ln>
                </p:spPr>
                <p:txBody>
                  <a:bodyPr spcFirstLastPara="1" wrap="square" lIns="54850" tIns="45700" rIns="54850" bIns="45700" anchor="ctr" anchorCtr="0">
                    <a:noAutofit/>
                  </a:bodyPr>
                  <a:lstStyle/>
                  <a:p>
                    <a:pPr marL="0" marR="0" lvl="0" indent="0" algn="l" rtl="0">
                      <a:spcBef>
                        <a:spcPts val="0"/>
                      </a:spcBef>
                      <a:spcAft>
                        <a:spcPts val="0"/>
                      </a:spcAft>
                      <a:buNone/>
                    </a:pPr>
                    <a:r>
                      <a:rPr lang="en-US" sz="700" dirty="0">
                        <a:solidFill>
                          <a:schemeClr val="bg1"/>
                        </a:solidFill>
                        <a:sym typeface="Arial"/>
                      </a:rPr>
                      <a:t>Propensity to Upsell</a:t>
                    </a:r>
                    <a:endParaRPr dirty="0">
                      <a:solidFill>
                        <a:schemeClr val="bg1"/>
                      </a:solidFill>
                    </a:endParaRPr>
                  </a:p>
                </p:txBody>
              </p:sp>
            </p:grpSp>
          </p:grpSp>
          <p:grpSp>
            <p:nvGrpSpPr>
              <p:cNvPr id="494" name="Google Shape;494;p76"/>
              <p:cNvGrpSpPr/>
              <p:nvPr/>
            </p:nvGrpSpPr>
            <p:grpSpPr>
              <a:xfrm>
                <a:off x="3292511" y="1772886"/>
                <a:ext cx="58847" cy="831102"/>
                <a:chOff x="457200" y="2286000"/>
                <a:chExt cx="83082" cy="1173376"/>
              </a:xfrm>
            </p:grpSpPr>
            <p:cxnSp>
              <p:nvCxnSpPr>
                <p:cNvPr id="495" name="Google Shape;495;p76"/>
                <p:cNvCxnSpPr/>
                <p:nvPr/>
              </p:nvCxnSpPr>
              <p:spPr>
                <a:xfrm>
                  <a:off x="457200" y="2286000"/>
                  <a:ext cx="0" cy="1173300"/>
                </a:xfrm>
                <a:prstGeom prst="straightConnector1">
                  <a:avLst/>
                </a:prstGeom>
                <a:solidFill>
                  <a:schemeClr val="accent1"/>
                </a:solidFill>
                <a:ln w="9525" cap="sq" cmpd="sng">
                  <a:solidFill>
                    <a:schemeClr val="dk1"/>
                  </a:solidFill>
                  <a:prstDash val="solid"/>
                  <a:round/>
                  <a:headEnd type="none" w="sm" len="sm"/>
                  <a:tailEnd type="none" w="sm" len="sm"/>
                </a:ln>
              </p:spPr>
            </p:cxnSp>
            <p:cxnSp>
              <p:nvCxnSpPr>
                <p:cNvPr id="496" name="Google Shape;496;p76"/>
                <p:cNvCxnSpPr/>
                <p:nvPr/>
              </p:nvCxnSpPr>
              <p:spPr>
                <a:xfrm>
                  <a:off x="457201" y="2603176"/>
                  <a:ext cx="80700" cy="0"/>
                </a:xfrm>
                <a:prstGeom prst="straightConnector1">
                  <a:avLst/>
                </a:prstGeom>
                <a:solidFill>
                  <a:schemeClr val="accent1"/>
                </a:solidFill>
                <a:ln w="9525" cap="sq" cmpd="sng">
                  <a:solidFill>
                    <a:schemeClr val="dk1"/>
                  </a:solidFill>
                  <a:prstDash val="solid"/>
                  <a:round/>
                  <a:headEnd type="none" w="sm" len="sm"/>
                  <a:tailEnd type="none" w="sm" len="sm"/>
                </a:ln>
              </p:spPr>
            </p:cxnSp>
            <p:cxnSp>
              <p:nvCxnSpPr>
                <p:cNvPr id="497" name="Google Shape;497;p76"/>
                <p:cNvCxnSpPr/>
                <p:nvPr/>
              </p:nvCxnSpPr>
              <p:spPr>
                <a:xfrm>
                  <a:off x="457201" y="2888576"/>
                  <a:ext cx="80700" cy="0"/>
                </a:xfrm>
                <a:prstGeom prst="straightConnector1">
                  <a:avLst/>
                </a:prstGeom>
                <a:solidFill>
                  <a:schemeClr val="accent1"/>
                </a:solidFill>
                <a:ln w="9525" cap="sq" cmpd="sng">
                  <a:solidFill>
                    <a:schemeClr val="dk1"/>
                  </a:solidFill>
                  <a:prstDash val="solid"/>
                  <a:round/>
                  <a:headEnd type="none" w="sm" len="sm"/>
                  <a:tailEnd type="none" w="sm" len="sm"/>
                </a:ln>
              </p:spPr>
            </p:cxnSp>
            <p:cxnSp>
              <p:nvCxnSpPr>
                <p:cNvPr id="498" name="Google Shape;498;p76"/>
                <p:cNvCxnSpPr/>
                <p:nvPr/>
              </p:nvCxnSpPr>
              <p:spPr>
                <a:xfrm>
                  <a:off x="457201" y="3173976"/>
                  <a:ext cx="80700" cy="0"/>
                </a:xfrm>
                <a:prstGeom prst="straightConnector1">
                  <a:avLst/>
                </a:prstGeom>
                <a:solidFill>
                  <a:schemeClr val="accent1"/>
                </a:solidFill>
                <a:ln w="9525" cap="sq" cmpd="sng">
                  <a:solidFill>
                    <a:schemeClr val="dk1"/>
                  </a:solidFill>
                  <a:prstDash val="solid"/>
                  <a:round/>
                  <a:headEnd type="none" w="sm" len="sm"/>
                  <a:tailEnd type="none" w="sm" len="sm"/>
                </a:ln>
              </p:spPr>
            </p:cxnSp>
            <p:cxnSp>
              <p:nvCxnSpPr>
                <p:cNvPr id="499" name="Google Shape;499;p76"/>
                <p:cNvCxnSpPr/>
                <p:nvPr/>
              </p:nvCxnSpPr>
              <p:spPr>
                <a:xfrm>
                  <a:off x="459582" y="3459376"/>
                  <a:ext cx="80700" cy="0"/>
                </a:xfrm>
                <a:prstGeom prst="straightConnector1">
                  <a:avLst/>
                </a:prstGeom>
                <a:solidFill>
                  <a:schemeClr val="accent1"/>
                </a:solidFill>
                <a:ln w="9525" cap="sq" cmpd="sng">
                  <a:solidFill>
                    <a:schemeClr val="dk1"/>
                  </a:solidFill>
                  <a:prstDash val="solid"/>
                  <a:round/>
                  <a:headEnd type="none" w="sm" len="sm"/>
                  <a:tailEnd type="none" w="sm" len="sm"/>
                </a:ln>
              </p:spPr>
            </p:cxnSp>
          </p:grpSp>
        </p:grpSp>
        <p:grpSp>
          <p:nvGrpSpPr>
            <p:cNvPr id="500" name="Google Shape;500;p76"/>
            <p:cNvGrpSpPr/>
            <p:nvPr/>
          </p:nvGrpSpPr>
          <p:grpSpPr>
            <a:xfrm>
              <a:off x="4745606" y="1364684"/>
              <a:ext cx="1303759" cy="1122809"/>
              <a:chOff x="3883701" y="1557446"/>
              <a:chExt cx="1303759" cy="1122809"/>
            </a:xfrm>
          </p:grpSpPr>
          <p:sp>
            <p:nvSpPr>
              <p:cNvPr id="501" name="Google Shape;501;p76"/>
              <p:cNvSpPr/>
              <p:nvPr/>
            </p:nvSpPr>
            <p:spPr>
              <a:xfrm>
                <a:off x="3883701" y="1557446"/>
                <a:ext cx="1082700" cy="2736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1">
                    <a:solidFill>
                      <a:schemeClr val="lt1"/>
                    </a:solidFill>
                    <a:latin typeface="Arial"/>
                    <a:ea typeface="Arial"/>
                    <a:cs typeface="Arial"/>
                    <a:sym typeface="Arial"/>
                  </a:rPr>
                  <a:t>Service</a:t>
                </a:r>
                <a:endParaRPr/>
              </a:p>
            </p:txBody>
          </p:sp>
          <p:grpSp>
            <p:nvGrpSpPr>
              <p:cNvPr id="502" name="Google Shape;502;p76"/>
              <p:cNvGrpSpPr/>
              <p:nvPr/>
            </p:nvGrpSpPr>
            <p:grpSpPr>
              <a:xfrm>
                <a:off x="3991817" y="1921239"/>
                <a:ext cx="1195643" cy="759016"/>
                <a:chOff x="5549745" y="2495451"/>
                <a:chExt cx="1793106" cy="1071603"/>
              </a:xfrm>
            </p:grpSpPr>
            <p:sp>
              <p:nvSpPr>
                <p:cNvPr id="503" name="Google Shape;503;p76"/>
                <p:cNvSpPr txBox="1"/>
                <p:nvPr/>
              </p:nvSpPr>
              <p:spPr>
                <a:xfrm>
                  <a:off x="5549750" y="2495451"/>
                  <a:ext cx="1793100" cy="215400"/>
                </a:xfrm>
                <a:prstGeom prst="rect">
                  <a:avLst/>
                </a:prstGeom>
                <a:solidFill>
                  <a:schemeClr val="accent1"/>
                </a:solidFill>
                <a:ln w="9525" cap="flat" cmpd="sng">
                  <a:solidFill>
                    <a:srgbClr val="262626"/>
                  </a:solidFill>
                  <a:prstDash val="solid"/>
                  <a:round/>
                  <a:headEnd type="none" w="sm" len="sm"/>
                  <a:tailEnd type="none" w="sm" len="sm"/>
                </a:ln>
              </p:spPr>
              <p:txBody>
                <a:bodyPr spcFirstLastPara="1" wrap="square" lIns="54850" tIns="45700" rIns="54850" bIns="45700" anchor="ctr" anchorCtr="0">
                  <a:noAutofit/>
                </a:bodyPr>
                <a:lstStyle/>
                <a:p>
                  <a:pPr marL="0" marR="0" lvl="0" indent="0" algn="l" rtl="0">
                    <a:spcBef>
                      <a:spcPts val="0"/>
                    </a:spcBef>
                    <a:spcAft>
                      <a:spcPts val="0"/>
                    </a:spcAft>
                    <a:buNone/>
                  </a:pPr>
                  <a:r>
                    <a:rPr lang="en-US" sz="700" dirty="0">
                      <a:solidFill>
                        <a:schemeClr val="lt1"/>
                      </a:solidFill>
                      <a:latin typeface="Arial"/>
                      <a:ea typeface="Arial"/>
                      <a:cs typeface="Arial"/>
                      <a:sym typeface="Arial"/>
                    </a:rPr>
                    <a:t>Enrolled into Auto pay</a:t>
                  </a:r>
                  <a:endParaRPr dirty="0"/>
                </a:p>
              </p:txBody>
            </p:sp>
            <p:sp>
              <p:nvSpPr>
                <p:cNvPr id="504" name="Google Shape;504;p76"/>
                <p:cNvSpPr txBox="1"/>
                <p:nvPr/>
              </p:nvSpPr>
              <p:spPr>
                <a:xfrm>
                  <a:off x="5549750" y="2780853"/>
                  <a:ext cx="1434900" cy="215400"/>
                </a:xfrm>
                <a:prstGeom prst="rect">
                  <a:avLst/>
                </a:prstGeom>
                <a:solidFill>
                  <a:srgbClr val="595959"/>
                </a:solidFill>
                <a:ln w="9525" cap="flat" cmpd="sng">
                  <a:solidFill>
                    <a:srgbClr val="262626"/>
                  </a:solidFill>
                  <a:prstDash val="solid"/>
                  <a:round/>
                  <a:headEnd type="none" w="sm" len="sm"/>
                  <a:tailEnd type="none" w="sm" len="sm"/>
                </a:ln>
              </p:spPr>
              <p:txBody>
                <a:bodyPr spcFirstLastPara="1" wrap="square" lIns="54850" tIns="45700" rIns="54850" bIns="45700" anchor="ctr" anchorCtr="0">
                  <a:noAutofit/>
                </a:bodyPr>
                <a:lstStyle/>
                <a:p>
                  <a:pPr marL="0" marR="0" lvl="0" indent="0" algn="l" rtl="0">
                    <a:spcBef>
                      <a:spcPts val="0"/>
                    </a:spcBef>
                    <a:spcAft>
                      <a:spcPts val="0"/>
                    </a:spcAft>
                    <a:buNone/>
                  </a:pPr>
                  <a:r>
                    <a:rPr lang="en-US" sz="700">
                      <a:solidFill>
                        <a:schemeClr val="lt1"/>
                      </a:solidFill>
                      <a:latin typeface="Arial"/>
                      <a:ea typeface="Arial"/>
                      <a:cs typeface="Arial"/>
                      <a:sym typeface="Arial"/>
                    </a:rPr>
                    <a:t>Rewards User</a:t>
                  </a:r>
                  <a:endParaRPr/>
                </a:p>
              </p:txBody>
            </p:sp>
            <p:sp>
              <p:nvSpPr>
                <p:cNvPr id="505" name="Google Shape;505;p76"/>
                <p:cNvSpPr txBox="1"/>
                <p:nvPr/>
              </p:nvSpPr>
              <p:spPr>
                <a:xfrm>
                  <a:off x="5549746" y="3066254"/>
                  <a:ext cx="968400" cy="215400"/>
                </a:xfrm>
                <a:prstGeom prst="rect">
                  <a:avLst/>
                </a:prstGeom>
                <a:solidFill>
                  <a:schemeClr val="accent6">
                    <a:lumMod val="75000"/>
                  </a:schemeClr>
                </a:solidFill>
                <a:ln w="9525" cap="flat" cmpd="sng">
                  <a:solidFill>
                    <a:srgbClr val="262626"/>
                  </a:solidFill>
                  <a:prstDash val="solid"/>
                  <a:round/>
                  <a:headEnd type="none" w="sm" len="sm"/>
                  <a:tailEnd type="none" w="sm" len="sm"/>
                </a:ln>
              </p:spPr>
              <p:txBody>
                <a:bodyPr spcFirstLastPara="1" wrap="square" lIns="54850" tIns="45700" rIns="54850" bIns="45700" anchor="ctr" anchorCtr="0">
                  <a:noAutofit/>
                </a:bodyPr>
                <a:lstStyle/>
                <a:p>
                  <a:pPr marL="0" marR="0" lvl="0" indent="0" algn="l" rtl="0">
                    <a:spcBef>
                      <a:spcPts val="0"/>
                    </a:spcBef>
                    <a:spcAft>
                      <a:spcPts val="0"/>
                    </a:spcAft>
                    <a:buNone/>
                  </a:pPr>
                  <a:r>
                    <a:rPr lang="en-US" sz="700" dirty="0">
                      <a:solidFill>
                        <a:schemeClr val="lt1"/>
                      </a:solidFill>
                      <a:latin typeface="Arial"/>
                      <a:ea typeface="Arial"/>
                      <a:cs typeface="Arial"/>
                      <a:sym typeface="Arial"/>
                    </a:rPr>
                    <a:t>Sweepstakes</a:t>
                  </a:r>
                  <a:endParaRPr dirty="0"/>
                </a:p>
              </p:txBody>
            </p:sp>
            <p:sp>
              <p:nvSpPr>
                <p:cNvPr id="506" name="Google Shape;506;p76"/>
                <p:cNvSpPr txBox="1"/>
                <p:nvPr/>
              </p:nvSpPr>
              <p:spPr>
                <a:xfrm>
                  <a:off x="5549745" y="3351654"/>
                  <a:ext cx="1748700" cy="215400"/>
                </a:xfrm>
                <a:prstGeom prst="rect">
                  <a:avLst/>
                </a:prstGeom>
                <a:solidFill>
                  <a:srgbClr val="00B050"/>
                </a:solidFill>
                <a:ln w="9525" cap="flat" cmpd="sng">
                  <a:solidFill>
                    <a:srgbClr val="262626"/>
                  </a:solidFill>
                  <a:prstDash val="solid"/>
                  <a:round/>
                  <a:headEnd type="none" w="sm" len="sm"/>
                  <a:tailEnd type="none" w="sm" len="sm"/>
                </a:ln>
              </p:spPr>
              <p:txBody>
                <a:bodyPr spcFirstLastPara="1" wrap="square" lIns="54850" tIns="45700" rIns="54850" bIns="45700" anchor="ctr" anchorCtr="0">
                  <a:noAutofit/>
                </a:bodyPr>
                <a:lstStyle/>
                <a:p>
                  <a:pPr marL="0" marR="0" lvl="0" indent="0" algn="l" rtl="0">
                    <a:spcBef>
                      <a:spcPts val="0"/>
                    </a:spcBef>
                    <a:spcAft>
                      <a:spcPts val="0"/>
                    </a:spcAft>
                    <a:buNone/>
                  </a:pPr>
                  <a:r>
                    <a:rPr lang="en-US" sz="700">
                      <a:solidFill>
                        <a:schemeClr val="bg1"/>
                      </a:solidFill>
                      <a:sym typeface="Arial"/>
                    </a:rPr>
                    <a:t>Customer Life Time Value </a:t>
                  </a:r>
                  <a:endParaRPr>
                    <a:solidFill>
                      <a:schemeClr val="bg1"/>
                    </a:solidFill>
                  </a:endParaRPr>
                </a:p>
              </p:txBody>
            </p:sp>
          </p:grpSp>
          <p:grpSp>
            <p:nvGrpSpPr>
              <p:cNvPr id="507" name="Google Shape;507;p76"/>
              <p:cNvGrpSpPr/>
              <p:nvPr/>
            </p:nvGrpSpPr>
            <p:grpSpPr>
              <a:xfrm>
                <a:off x="3932856" y="1772886"/>
                <a:ext cx="58847" cy="831102"/>
                <a:chOff x="457200" y="2286000"/>
                <a:chExt cx="83082" cy="1173376"/>
              </a:xfrm>
            </p:grpSpPr>
            <p:cxnSp>
              <p:nvCxnSpPr>
                <p:cNvPr id="508" name="Google Shape;508;p76"/>
                <p:cNvCxnSpPr/>
                <p:nvPr/>
              </p:nvCxnSpPr>
              <p:spPr>
                <a:xfrm>
                  <a:off x="457200" y="2286000"/>
                  <a:ext cx="0" cy="1173300"/>
                </a:xfrm>
                <a:prstGeom prst="straightConnector1">
                  <a:avLst/>
                </a:prstGeom>
                <a:solidFill>
                  <a:schemeClr val="accent1"/>
                </a:solidFill>
                <a:ln w="9525" cap="sq" cmpd="sng">
                  <a:solidFill>
                    <a:schemeClr val="dk1"/>
                  </a:solidFill>
                  <a:prstDash val="solid"/>
                  <a:round/>
                  <a:headEnd type="none" w="sm" len="sm"/>
                  <a:tailEnd type="none" w="sm" len="sm"/>
                </a:ln>
              </p:spPr>
            </p:cxnSp>
            <p:cxnSp>
              <p:nvCxnSpPr>
                <p:cNvPr id="509" name="Google Shape;509;p76"/>
                <p:cNvCxnSpPr/>
                <p:nvPr/>
              </p:nvCxnSpPr>
              <p:spPr>
                <a:xfrm>
                  <a:off x="457201" y="2603176"/>
                  <a:ext cx="80700" cy="0"/>
                </a:xfrm>
                <a:prstGeom prst="straightConnector1">
                  <a:avLst/>
                </a:prstGeom>
                <a:solidFill>
                  <a:schemeClr val="accent1"/>
                </a:solidFill>
                <a:ln w="9525" cap="sq" cmpd="sng">
                  <a:solidFill>
                    <a:schemeClr val="dk1"/>
                  </a:solidFill>
                  <a:prstDash val="solid"/>
                  <a:round/>
                  <a:headEnd type="none" w="sm" len="sm"/>
                  <a:tailEnd type="none" w="sm" len="sm"/>
                </a:ln>
              </p:spPr>
            </p:cxnSp>
            <p:cxnSp>
              <p:nvCxnSpPr>
                <p:cNvPr id="510" name="Google Shape;510;p76"/>
                <p:cNvCxnSpPr/>
                <p:nvPr/>
              </p:nvCxnSpPr>
              <p:spPr>
                <a:xfrm>
                  <a:off x="457201" y="2888576"/>
                  <a:ext cx="80700" cy="0"/>
                </a:xfrm>
                <a:prstGeom prst="straightConnector1">
                  <a:avLst/>
                </a:prstGeom>
                <a:solidFill>
                  <a:schemeClr val="accent1"/>
                </a:solidFill>
                <a:ln w="9525" cap="sq" cmpd="sng">
                  <a:solidFill>
                    <a:schemeClr val="dk1"/>
                  </a:solidFill>
                  <a:prstDash val="solid"/>
                  <a:round/>
                  <a:headEnd type="none" w="sm" len="sm"/>
                  <a:tailEnd type="none" w="sm" len="sm"/>
                </a:ln>
              </p:spPr>
            </p:cxnSp>
            <p:cxnSp>
              <p:nvCxnSpPr>
                <p:cNvPr id="511" name="Google Shape;511;p76"/>
                <p:cNvCxnSpPr/>
                <p:nvPr/>
              </p:nvCxnSpPr>
              <p:spPr>
                <a:xfrm>
                  <a:off x="457201" y="3173976"/>
                  <a:ext cx="80700" cy="0"/>
                </a:xfrm>
                <a:prstGeom prst="straightConnector1">
                  <a:avLst/>
                </a:prstGeom>
                <a:solidFill>
                  <a:schemeClr val="accent1"/>
                </a:solidFill>
                <a:ln w="9525" cap="sq" cmpd="sng">
                  <a:solidFill>
                    <a:schemeClr val="dk1"/>
                  </a:solidFill>
                  <a:prstDash val="solid"/>
                  <a:round/>
                  <a:headEnd type="none" w="sm" len="sm"/>
                  <a:tailEnd type="none" w="sm" len="sm"/>
                </a:ln>
              </p:spPr>
            </p:cxnSp>
            <p:cxnSp>
              <p:nvCxnSpPr>
                <p:cNvPr id="512" name="Google Shape;512;p76"/>
                <p:cNvCxnSpPr/>
                <p:nvPr/>
              </p:nvCxnSpPr>
              <p:spPr>
                <a:xfrm>
                  <a:off x="459582" y="3459376"/>
                  <a:ext cx="80700" cy="0"/>
                </a:xfrm>
                <a:prstGeom prst="straightConnector1">
                  <a:avLst/>
                </a:prstGeom>
                <a:solidFill>
                  <a:schemeClr val="accent1"/>
                </a:solidFill>
                <a:ln w="9525" cap="sq" cmpd="sng">
                  <a:solidFill>
                    <a:schemeClr val="dk1"/>
                  </a:solidFill>
                  <a:prstDash val="solid"/>
                  <a:round/>
                  <a:headEnd type="none" w="sm" len="sm"/>
                  <a:tailEnd type="none" w="sm" len="sm"/>
                </a:ln>
              </p:spPr>
            </p:cxnSp>
          </p:grpSp>
        </p:grpSp>
        <p:grpSp>
          <p:nvGrpSpPr>
            <p:cNvPr id="513" name="Google Shape;513;p76"/>
            <p:cNvGrpSpPr/>
            <p:nvPr/>
          </p:nvGrpSpPr>
          <p:grpSpPr>
            <a:xfrm>
              <a:off x="6152289" y="1364684"/>
              <a:ext cx="1455795" cy="1122809"/>
              <a:chOff x="5070318" y="1557446"/>
              <a:chExt cx="1455795" cy="1122809"/>
            </a:xfrm>
          </p:grpSpPr>
          <p:sp>
            <p:nvSpPr>
              <p:cNvPr id="514" name="Google Shape;514;p76"/>
              <p:cNvSpPr/>
              <p:nvPr/>
            </p:nvSpPr>
            <p:spPr>
              <a:xfrm>
                <a:off x="5070318" y="1557446"/>
                <a:ext cx="1082700" cy="2736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1">
                    <a:solidFill>
                      <a:schemeClr val="lt1"/>
                    </a:solidFill>
                    <a:latin typeface="Arial"/>
                    <a:ea typeface="Arial"/>
                    <a:cs typeface="Arial"/>
                    <a:sym typeface="Arial"/>
                  </a:rPr>
                  <a:t>Interactions</a:t>
                </a:r>
                <a:endParaRPr/>
              </a:p>
            </p:txBody>
          </p:sp>
          <p:grpSp>
            <p:nvGrpSpPr>
              <p:cNvPr id="515" name="Google Shape;515;p76"/>
              <p:cNvGrpSpPr/>
              <p:nvPr/>
            </p:nvGrpSpPr>
            <p:grpSpPr>
              <a:xfrm>
                <a:off x="5178442" y="1921239"/>
                <a:ext cx="1347671" cy="759016"/>
                <a:chOff x="7224968" y="2495451"/>
                <a:chExt cx="2021102" cy="1071603"/>
              </a:xfrm>
            </p:grpSpPr>
            <p:sp>
              <p:nvSpPr>
                <p:cNvPr id="516" name="Google Shape;516;p76"/>
                <p:cNvSpPr txBox="1"/>
                <p:nvPr/>
              </p:nvSpPr>
              <p:spPr>
                <a:xfrm>
                  <a:off x="7224992" y="2495451"/>
                  <a:ext cx="1883100" cy="215400"/>
                </a:xfrm>
                <a:prstGeom prst="rect">
                  <a:avLst/>
                </a:prstGeom>
                <a:solidFill>
                  <a:schemeClr val="accent1"/>
                </a:solidFill>
                <a:ln w="9525" cap="flat" cmpd="sng">
                  <a:solidFill>
                    <a:srgbClr val="262626"/>
                  </a:solidFill>
                  <a:prstDash val="solid"/>
                  <a:round/>
                  <a:headEnd type="none" w="sm" len="sm"/>
                  <a:tailEnd type="none" w="sm" len="sm"/>
                </a:ln>
              </p:spPr>
              <p:txBody>
                <a:bodyPr spcFirstLastPara="1" wrap="square" lIns="54850" tIns="45700" rIns="54850" bIns="45700" anchor="ctr" anchorCtr="0">
                  <a:noAutofit/>
                </a:bodyPr>
                <a:lstStyle/>
                <a:p>
                  <a:pPr marL="0" marR="0" lvl="0" indent="0" algn="l" rtl="0">
                    <a:spcBef>
                      <a:spcPts val="0"/>
                    </a:spcBef>
                    <a:spcAft>
                      <a:spcPts val="0"/>
                    </a:spcAft>
                    <a:buNone/>
                  </a:pPr>
                  <a:r>
                    <a:rPr lang="en-US" sz="700" dirty="0">
                      <a:solidFill>
                        <a:schemeClr val="lt1"/>
                      </a:solidFill>
                      <a:latin typeface="Arial"/>
                      <a:ea typeface="Arial"/>
                      <a:cs typeface="Arial"/>
                      <a:sym typeface="Arial"/>
                    </a:rPr>
                    <a:t>Visited online - sales</a:t>
                  </a:r>
                  <a:endParaRPr dirty="0"/>
                </a:p>
              </p:txBody>
            </p:sp>
            <p:sp>
              <p:nvSpPr>
                <p:cNvPr id="517" name="Google Shape;517;p76"/>
                <p:cNvSpPr txBox="1"/>
                <p:nvPr/>
              </p:nvSpPr>
              <p:spPr>
                <a:xfrm>
                  <a:off x="7224970" y="2780855"/>
                  <a:ext cx="1561800" cy="215400"/>
                </a:xfrm>
                <a:prstGeom prst="rect">
                  <a:avLst/>
                </a:prstGeom>
                <a:solidFill>
                  <a:srgbClr val="595959"/>
                </a:solidFill>
                <a:ln w="9525" cap="flat" cmpd="sng">
                  <a:solidFill>
                    <a:srgbClr val="262626"/>
                  </a:solidFill>
                  <a:prstDash val="solid"/>
                  <a:round/>
                  <a:headEnd type="none" w="sm" len="sm"/>
                  <a:tailEnd type="none" w="sm" len="sm"/>
                </a:ln>
              </p:spPr>
              <p:txBody>
                <a:bodyPr spcFirstLastPara="1" wrap="square" lIns="54850" tIns="45700" rIns="54850" bIns="45700" anchor="ctr" anchorCtr="0">
                  <a:noAutofit/>
                </a:bodyPr>
                <a:lstStyle/>
                <a:p>
                  <a:pPr marL="0" marR="0" lvl="0" indent="0" algn="l" rtl="0">
                    <a:spcBef>
                      <a:spcPts val="0"/>
                    </a:spcBef>
                    <a:spcAft>
                      <a:spcPts val="0"/>
                    </a:spcAft>
                    <a:buNone/>
                  </a:pPr>
                  <a:r>
                    <a:rPr lang="en-US" sz="700" dirty="0">
                      <a:solidFill>
                        <a:schemeClr val="lt1"/>
                      </a:solidFill>
                      <a:latin typeface="Arial"/>
                      <a:ea typeface="Arial"/>
                      <a:cs typeface="Arial"/>
                      <a:sym typeface="Arial"/>
                    </a:rPr>
                    <a:t>Multiple visits in a week</a:t>
                  </a:r>
                  <a:endParaRPr dirty="0"/>
                </a:p>
              </p:txBody>
            </p:sp>
            <p:sp>
              <p:nvSpPr>
                <p:cNvPr id="518" name="Google Shape;518;p76"/>
                <p:cNvSpPr txBox="1"/>
                <p:nvPr/>
              </p:nvSpPr>
              <p:spPr>
                <a:xfrm>
                  <a:off x="7224970" y="3066254"/>
                  <a:ext cx="2021100" cy="215400"/>
                </a:xfrm>
                <a:prstGeom prst="rect">
                  <a:avLst/>
                </a:prstGeom>
                <a:solidFill>
                  <a:schemeClr val="accent6">
                    <a:lumMod val="75000"/>
                  </a:schemeClr>
                </a:solidFill>
                <a:ln w="9525" cap="flat" cmpd="sng">
                  <a:solidFill>
                    <a:srgbClr val="262626"/>
                  </a:solidFill>
                  <a:prstDash val="solid"/>
                  <a:round/>
                  <a:headEnd type="none" w="sm" len="sm"/>
                  <a:tailEnd type="none" w="sm" len="sm"/>
                </a:ln>
              </p:spPr>
              <p:txBody>
                <a:bodyPr spcFirstLastPara="1" wrap="square" lIns="54850" tIns="45700" rIns="54850" bIns="45700" anchor="ctr" anchorCtr="0">
                  <a:noAutofit/>
                </a:bodyPr>
                <a:lstStyle/>
                <a:p>
                  <a:pPr marL="0" marR="0" lvl="0" indent="0" algn="l" rtl="0">
                    <a:spcBef>
                      <a:spcPts val="0"/>
                    </a:spcBef>
                    <a:spcAft>
                      <a:spcPts val="0"/>
                    </a:spcAft>
                    <a:buNone/>
                  </a:pPr>
                  <a:r>
                    <a:rPr lang="en-US" sz="700" dirty="0">
                      <a:solidFill>
                        <a:schemeClr val="lt1"/>
                      </a:solidFill>
                      <a:latin typeface="Arial"/>
                      <a:ea typeface="Arial"/>
                      <a:cs typeface="Arial"/>
                      <a:sym typeface="Arial"/>
                    </a:rPr>
                    <a:t>Higher drop out rate on a page</a:t>
                  </a:r>
                  <a:endParaRPr dirty="0"/>
                </a:p>
              </p:txBody>
            </p:sp>
            <p:sp>
              <p:nvSpPr>
                <p:cNvPr id="519" name="Google Shape;519;p76"/>
                <p:cNvSpPr txBox="1"/>
                <p:nvPr/>
              </p:nvSpPr>
              <p:spPr>
                <a:xfrm>
                  <a:off x="7224968" y="3351654"/>
                  <a:ext cx="1691100" cy="215400"/>
                </a:xfrm>
                <a:prstGeom prst="rect">
                  <a:avLst/>
                </a:prstGeom>
                <a:solidFill>
                  <a:srgbClr val="00B050"/>
                </a:solidFill>
                <a:ln w="9525" cap="flat" cmpd="sng">
                  <a:solidFill>
                    <a:srgbClr val="262626"/>
                  </a:solidFill>
                  <a:prstDash val="solid"/>
                  <a:round/>
                  <a:headEnd type="none" w="sm" len="sm"/>
                  <a:tailEnd type="none" w="sm" len="sm"/>
                </a:ln>
              </p:spPr>
              <p:txBody>
                <a:bodyPr spcFirstLastPara="1" wrap="square" lIns="54850" tIns="45700" rIns="54850" bIns="45700" anchor="ctr" anchorCtr="0">
                  <a:noAutofit/>
                </a:bodyPr>
                <a:lstStyle/>
                <a:p>
                  <a:pPr marL="0" marR="0" lvl="0" indent="0" algn="l" rtl="0">
                    <a:spcBef>
                      <a:spcPts val="0"/>
                    </a:spcBef>
                    <a:spcAft>
                      <a:spcPts val="0"/>
                    </a:spcAft>
                    <a:buNone/>
                  </a:pPr>
                  <a:r>
                    <a:rPr lang="en-US" sz="700">
                      <a:solidFill>
                        <a:schemeClr val="bg1"/>
                      </a:solidFill>
                      <a:sym typeface="Arial"/>
                    </a:rPr>
                    <a:t>Digital engagement score </a:t>
                  </a:r>
                  <a:endParaRPr>
                    <a:solidFill>
                      <a:schemeClr val="bg1"/>
                    </a:solidFill>
                  </a:endParaRPr>
                </a:p>
              </p:txBody>
            </p:sp>
          </p:grpSp>
          <p:grpSp>
            <p:nvGrpSpPr>
              <p:cNvPr id="520" name="Google Shape;520;p76"/>
              <p:cNvGrpSpPr/>
              <p:nvPr/>
            </p:nvGrpSpPr>
            <p:grpSpPr>
              <a:xfrm>
                <a:off x="5119473" y="1772886"/>
                <a:ext cx="58847" cy="831102"/>
                <a:chOff x="457200" y="2286000"/>
                <a:chExt cx="83082" cy="1173376"/>
              </a:xfrm>
            </p:grpSpPr>
            <p:cxnSp>
              <p:nvCxnSpPr>
                <p:cNvPr id="521" name="Google Shape;521;p76"/>
                <p:cNvCxnSpPr/>
                <p:nvPr/>
              </p:nvCxnSpPr>
              <p:spPr>
                <a:xfrm>
                  <a:off x="457200" y="2286000"/>
                  <a:ext cx="0" cy="1173300"/>
                </a:xfrm>
                <a:prstGeom prst="straightConnector1">
                  <a:avLst/>
                </a:prstGeom>
                <a:solidFill>
                  <a:schemeClr val="accent1"/>
                </a:solidFill>
                <a:ln w="9525" cap="sq" cmpd="sng">
                  <a:solidFill>
                    <a:schemeClr val="dk1"/>
                  </a:solidFill>
                  <a:prstDash val="solid"/>
                  <a:round/>
                  <a:headEnd type="none" w="sm" len="sm"/>
                  <a:tailEnd type="none" w="sm" len="sm"/>
                </a:ln>
              </p:spPr>
            </p:cxnSp>
            <p:cxnSp>
              <p:nvCxnSpPr>
                <p:cNvPr id="522" name="Google Shape;522;p76"/>
                <p:cNvCxnSpPr/>
                <p:nvPr/>
              </p:nvCxnSpPr>
              <p:spPr>
                <a:xfrm>
                  <a:off x="457201" y="2603176"/>
                  <a:ext cx="80700" cy="0"/>
                </a:xfrm>
                <a:prstGeom prst="straightConnector1">
                  <a:avLst/>
                </a:prstGeom>
                <a:solidFill>
                  <a:schemeClr val="accent1"/>
                </a:solidFill>
                <a:ln w="9525" cap="sq" cmpd="sng">
                  <a:solidFill>
                    <a:schemeClr val="dk1"/>
                  </a:solidFill>
                  <a:prstDash val="solid"/>
                  <a:round/>
                  <a:headEnd type="none" w="sm" len="sm"/>
                  <a:tailEnd type="none" w="sm" len="sm"/>
                </a:ln>
              </p:spPr>
            </p:cxnSp>
            <p:cxnSp>
              <p:nvCxnSpPr>
                <p:cNvPr id="523" name="Google Shape;523;p76"/>
                <p:cNvCxnSpPr/>
                <p:nvPr/>
              </p:nvCxnSpPr>
              <p:spPr>
                <a:xfrm>
                  <a:off x="457201" y="2888576"/>
                  <a:ext cx="80700" cy="0"/>
                </a:xfrm>
                <a:prstGeom prst="straightConnector1">
                  <a:avLst/>
                </a:prstGeom>
                <a:solidFill>
                  <a:schemeClr val="accent1"/>
                </a:solidFill>
                <a:ln w="9525" cap="sq" cmpd="sng">
                  <a:solidFill>
                    <a:schemeClr val="dk1"/>
                  </a:solidFill>
                  <a:prstDash val="solid"/>
                  <a:round/>
                  <a:headEnd type="none" w="sm" len="sm"/>
                  <a:tailEnd type="none" w="sm" len="sm"/>
                </a:ln>
              </p:spPr>
            </p:cxnSp>
            <p:cxnSp>
              <p:nvCxnSpPr>
                <p:cNvPr id="524" name="Google Shape;524;p76"/>
                <p:cNvCxnSpPr/>
                <p:nvPr/>
              </p:nvCxnSpPr>
              <p:spPr>
                <a:xfrm>
                  <a:off x="457201" y="3173976"/>
                  <a:ext cx="80700" cy="0"/>
                </a:xfrm>
                <a:prstGeom prst="straightConnector1">
                  <a:avLst/>
                </a:prstGeom>
                <a:solidFill>
                  <a:schemeClr val="accent1"/>
                </a:solidFill>
                <a:ln w="9525" cap="sq" cmpd="sng">
                  <a:solidFill>
                    <a:schemeClr val="dk1"/>
                  </a:solidFill>
                  <a:prstDash val="solid"/>
                  <a:round/>
                  <a:headEnd type="none" w="sm" len="sm"/>
                  <a:tailEnd type="none" w="sm" len="sm"/>
                </a:ln>
              </p:spPr>
            </p:cxnSp>
            <p:cxnSp>
              <p:nvCxnSpPr>
                <p:cNvPr id="525" name="Google Shape;525;p76"/>
                <p:cNvCxnSpPr/>
                <p:nvPr/>
              </p:nvCxnSpPr>
              <p:spPr>
                <a:xfrm>
                  <a:off x="459582" y="3459376"/>
                  <a:ext cx="80700" cy="0"/>
                </a:xfrm>
                <a:prstGeom prst="straightConnector1">
                  <a:avLst/>
                </a:prstGeom>
                <a:solidFill>
                  <a:schemeClr val="accent1"/>
                </a:solidFill>
                <a:ln w="9525" cap="sq" cmpd="sng">
                  <a:solidFill>
                    <a:schemeClr val="dk1"/>
                  </a:solidFill>
                  <a:prstDash val="solid"/>
                  <a:round/>
                  <a:headEnd type="none" w="sm" len="sm"/>
                  <a:tailEnd type="none" w="sm" len="sm"/>
                </a:ln>
              </p:spPr>
            </p:cxnSp>
          </p:grpSp>
        </p:grpSp>
        <p:grpSp>
          <p:nvGrpSpPr>
            <p:cNvPr id="526" name="Google Shape;526;p76"/>
            <p:cNvGrpSpPr/>
            <p:nvPr/>
          </p:nvGrpSpPr>
          <p:grpSpPr>
            <a:xfrm>
              <a:off x="7740737" y="1364684"/>
              <a:ext cx="1303764" cy="1122809"/>
              <a:chOff x="7561760" y="1557446"/>
              <a:chExt cx="1303764" cy="1122809"/>
            </a:xfrm>
          </p:grpSpPr>
          <p:sp>
            <p:nvSpPr>
              <p:cNvPr id="527" name="Google Shape;527;p76"/>
              <p:cNvSpPr/>
              <p:nvPr/>
            </p:nvSpPr>
            <p:spPr>
              <a:xfrm>
                <a:off x="7561760" y="1557446"/>
                <a:ext cx="1082700" cy="2736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1">
                    <a:solidFill>
                      <a:schemeClr val="lt1"/>
                    </a:solidFill>
                    <a:latin typeface="Arial"/>
                    <a:ea typeface="Arial"/>
                    <a:cs typeface="Arial"/>
                    <a:sym typeface="Arial"/>
                  </a:rPr>
                  <a:t>3</a:t>
                </a:r>
                <a:r>
                  <a:rPr lang="en-US" sz="1200" b="1" baseline="30000">
                    <a:solidFill>
                      <a:schemeClr val="lt1"/>
                    </a:solidFill>
                    <a:latin typeface="Arial"/>
                    <a:ea typeface="Arial"/>
                    <a:cs typeface="Arial"/>
                    <a:sym typeface="Arial"/>
                  </a:rPr>
                  <a:t>rd</a:t>
                </a:r>
                <a:r>
                  <a:rPr lang="en-US" sz="1200" b="1">
                    <a:solidFill>
                      <a:schemeClr val="lt1"/>
                    </a:solidFill>
                    <a:latin typeface="Arial"/>
                    <a:ea typeface="Arial"/>
                    <a:cs typeface="Arial"/>
                    <a:sym typeface="Arial"/>
                  </a:rPr>
                  <a:t> Party</a:t>
                </a:r>
                <a:endParaRPr sz="1200" b="1">
                  <a:solidFill>
                    <a:schemeClr val="lt1"/>
                  </a:solidFill>
                  <a:latin typeface="Arial"/>
                  <a:ea typeface="Arial"/>
                  <a:cs typeface="Arial"/>
                  <a:sym typeface="Arial"/>
                </a:endParaRPr>
              </a:p>
            </p:txBody>
          </p:sp>
          <p:grpSp>
            <p:nvGrpSpPr>
              <p:cNvPr id="528" name="Google Shape;528;p76"/>
              <p:cNvGrpSpPr/>
              <p:nvPr/>
            </p:nvGrpSpPr>
            <p:grpSpPr>
              <a:xfrm>
                <a:off x="7669872" y="1921239"/>
                <a:ext cx="1195652" cy="759016"/>
                <a:chOff x="7224949" y="2495451"/>
                <a:chExt cx="1793120" cy="1071603"/>
              </a:xfrm>
            </p:grpSpPr>
            <p:sp>
              <p:nvSpPr>
                <p:cNvPr id="529" name="Google Shape;529;p76"/>
                <p:cNvSpPr txBox="1"/>
                <p:nvPr/>
              </p:nvSpPr>
              <p:spPr>
                <a:xfrm>
                  <a:off x="7224949" y="2495451"/>
                  <a:ext cx="1691100" cy="215400"/>
                </a:xfrm>
                <a:prstGeom prst="rect">
                  <a:avLst/>
                </a:prstGeom>
                <a:solidFill>
                  <a:schemeClr val="accent1"/>
                </a:solidFill>
                <a:ln w="9525" cap="flat" cmpd="sng">
                  <a:solidFill>
                    <a:srgbClr val="262626"/>
                  </a:solidFill>
                  <a:prstDash val="solid"/>
                  <a:round/>
                  <a:headEnd type="none" w="sm" len="sm"/>
                  <a:tailEnd type="none" w="sm" len="sm"/>
                </a:ln>
              </p:spPr>
              <p:txBody>
                <a:bodyPr spcFirstLastPara="1" wrap="square" lIns="54850" tIns="45700" rIns="54850" bIns="45700" anchor="ctr" anchorCtr="0">
                  <a:noAutofit/>
                </a:bodyPr>
                <a:lstStyle/>
                <a:p>
                  <a:pPr marL="0" marR="0" lvl="0" indent="0" algn="l" rtl="0">
                    <a:spcBef>
                      <a:spcPts val="0"/>
                    </a:spcBef>
                    <a:spcAft>
                      <a:spcPts val="0"/>
                    </a:spcAft>
                    <a:buNone/>
                  </a:pPr>
                  <a:r>
                    <a:rPr lang="en-US" sz="700" dirty="0">
                      <a:solidFill>
                        <a:schemeClr val="lt1"/>
                      </a:solidFill>
                      <a:latin typeface="Arial"/>
                      <a:ea typeface="Arial"/>
                      <a:cs typeface="Arial"/>
                      <a:sym typeface="Arial"/>
                    </a:rPr>
                    <a:t>-</a:t>
                  </a:r>
                  <a:r>
                    <a:rPr lang="en-US" sz="700" dirty="0" err="1">
                      <a:solidFill>
                        <a:schemeClr val="lt1"/>
                      </a:solidFill>
                      <a:latin typeface="Arial"/>
                      <a:ea typeface="Arial"/>
                      <a:cs typeface="Arial"/>
                      <a:sym typeface="Arial"/>
                    </a:rPr>
                    <a:t>ve</a:t>
                  </a:r>
                  <a:r>
                    <a:rPr lang="en-US" sz="700" dirty="0">
                      <a:solidFill>
                        <a:schemeClr val="lt1"/>
                      </a:solidFill>
                      <a:latin typeface="Arial"/>
                      <a:ea typeface="Arial"/>
                      <a:cs typeface="Arial"/>
                      <a:sym typeface="Arial"/>
                    </a:rPr>
                    <a:t> sentiment on social</a:t>
                  </a:r>
                  <a:endParaRPr sz="700" dirty="0">
                    <a:solidFill>
                      <a:schemeClr val="lt1"/>
                    </a:solidFill>
                    <a:latin typeface="Arial"/>
                    <a:ea typeface="Arial"/>
                    <a:cs typeface="Arial"/>
                    <a:sym typeface="Arial"/>
                  </a:endParaRPr>
                </a:p>
              </p:txBody>
            </p:sp>
            <p:sp>
              <p:nvSpPr>
                <p:cNvPr id="530" name="Google Shape;530;p76"/>
                <p:cNvSpPr txBox="1"/>
                <p:nvPr/>
              </p:nvSpPr>
              <p:spPr>
                <a:xfrm>
                  <a:off x="7224972" y="2780855"/>
                  <a:ext cx="964500" cy="215400"/>
                </a:xfrm>
                <a:prstGeom prst="rect">
                  <a:avLst/>
                </a:prstGeom>
                <a:solidFill>
                  <a:srgbClr val="595959"/>
                </a:solidFill>
                <a:ln w="9525" cap="flat" cmpd="sng">
                  <a:solidFill>
                    <a:srgbClr val="262626"/>
                  </a:solidFill>
                  <a:prstDash val="solid"/>
                  <a:round/>
                  <a:headEnd type="none" w="sm" len="sm"/>
                  <a:tailEnd type="none" w="sm" len="sm"/>
                </a:ln>
              </p:spPr>
              <p:txBody>
                <a:bodyPr spcFirstLastPara="1" wrap="square" lIns="54850" tIns="45700" rIns="54850" bIns="45700" anchor="ctr" anchorCtr="0">
                  <a:noAutofit/>
                </a:bodyPr>
                <a:lstStyle/>
                <a:p>
                  <a:pPr marL="0" marR="0" lvl="0" indent="0" algn="l" rtl="0">
                    <a:spcBef>
                      <a:spcPts val="0"/>
                    </a:spcBef>
                    <a:spcAft>
                      <a:spcPts val="0"/>
                    </a:spcAft>
                    <a:buNone/>
                  </a:pPr>
                  <a:r>
                    <a:rPr lang="en-US" sz="700" dirty="0">
                      <a:solidFill>
                        <a:schemeClr val="lt1"/>
                      </a:solidFill>
                      <a:latin typeface="Arial"/>
                      <a:ea typeface="Arial"/>
                      <a:cs typeface="Arial"/>
                      <a:sym typeface="Arial"/>
                    </a:rPr>
                    <a:t>Digital savvy</a:t>
                  </a:r>
                  <a:endParaRPr sz="700" dirty="0">
                    <a:solidFill>
                      <a:schemeClr val="lt1"/>
                    </a:solidFill>
                    <a:latin typeface="Arial"/>
                    <a:ea typeface="Arial"/>
                    <a:cs typeface="Arial"/>
                    <a:sym typeface="Arial"/>
                  </a:endParaRPr>
                </a:p>
              </p:txBody>
            </p:sp>
            <p:sp>
              <p:nvSpPr>
                <p:cNvPr id="531" name="Google Shape;531;p76"/>
                <p:cNvSpPr txBox="1"/>
                <p:nvPr/>
              </p:nvSpPr>
              <p:spPr>
                <a:xfrm>
                  <a:off x="7224969" y="3066254"/>
                  <a:ext cx="1793100" cy="215400"/>
                </a:xfrm>
                <a:prstGeom prst="rect">
                  <a:avLst/>
                </a:prstGeom>
                <a:solidFill>
                  <a:schemeClr val="accent6">
                    <a:lumMod val="75000"/>
                  </a:schemeClr>
                </a:solidFill>
                <a:ln w="9525" cap="flat" cmpd="sng">
                  <a:solidFill>
                    <a:srgbClr val="262626"/>
                  </a:solidFill>
                  <a:prstDash val="solid"/>
                  <a:round/>
                  <a:headEnd type="none" w="sm" len="sm"/>
                  <a:tailEnd type="none" w="sm" len="sm"/>
                </a:ln>
              </p:spPr>
              <p:txBody>
                <a:bodyPr spcFirstLastPara="1" wrap="square" lIns="54850" tIns="45700" rIns="54850" bIns="45700" anchor="ctr" anchorCtr="0">
                  <a:noAutofit/>
                </a:bodyPr>
                <a:lstStyle/>
                <a:p>
                  <a:pPr marL="0" marR="0" lvl="0" indent="0" algn="l" rtl="0">
                    <a:spcBef>
                      <a:spcPts val="0"/>
                    </a:spcBef>
                    <a:spcAft>
                      <a:spcPts val="0"/>
                    </a:spcAft>
                    <a:buNone/>
                  </a:pPr>
                  <a:r>
                    <a:rPr lang="en-US" sz="700" dirty="0">
                      <a:solidFill>
                        <a:schemeClr val="lt1"/>
                      </a:solidFill>
                      <a:latin typeface="Arial"/>
                      <a:ea typeface="Arial"/>
                      <a:cs typeface="Arial"/>
                      <a:sym typeface="Arial"/>
                    </a:rPr>
                    <a:t>High income neighborhood</a:t>
                  </a:r>
                  <a:endParaRPr sz="700" dirty="0">
                    <a:solidFill>
                      <a:schemeClr val="lt1"/>
                    </a:solidFill>
                    <a:latin typeface="Arial"/>
                    <a:ea typeface="Arial"/>
                    <a:cs typeface="Arial"/>
                    <a:sym typeface="Arial"/>
                  </a:endParaRPr>
                </a:p>
              </p:txBody>
            </p:sp>
            <p:sp>
              <p:nvSpPr>
                <p:cNvPr id="532" name="Google Shape;532;p76"/>
                <p:cNvSpPr txBox="1"/>
                <p:nvPr/>
              </p:nvSpPr>
              <p:spPr>
                <a:xfrm>
                  <a:off x="7224969" y="3351654"/>
                  <a:ext cx="1307400" cy="215400"/>
                </a:xfrm>
                <a:prstGeom prst="rect">
                  <a:avLst/>
                </a:prstGeom>
                <a:solidFill>
                  <a:srgbClr val="00B050"/>
                </a:solidFill>
                <a:ln w="9525" cap="flat" cmpd="sng">
                  <a:solidFill>
                    <a:srgbClr val="262626"/>
                  </a:solidFill>
                  <a:prstDash val="solid"/>
                  <a:round/>
                  <a:headEnd type="none" w="sm" len="sm"/>
                  <a:tailEnd type="none" w="sm" len="sm"/>
                </a:ln>
              </p:spPr>
              <p:txBody>
                <a:bodyPr spcFirstLastPara="1" wrap="square" lIns="54850" tIns="45700" rIns="54850" bIns="45700" anchor="ctr" anchorCtr="0">
                  <a:noAutofit/>
                </a:bodyPr>
                <a:lstStyle/>
                <a:p>
                  <a:pPr marL="0" marR="0" lvl="0" indent="0" algn="l" rtl="0">
                    <a:spcBef>
                      <a:spcPts val="0"/>
                    </a:spcBef>
                    <a:spcAft>
                      <a:spcPts val="0"/>
                    </a:spcAft>
                    <a:buNone/>
                  </a:pPr>
                  <a:r>
                    <a:rPr lang="en-US" sz="700">
                      <a:solidFill>
                        <a:schemeClr val="bg1"/>
                      </a:solidFill>
                      <a:latin typeface="Arial"/>
                      <a:ea typeface="Arial"/>
                      <a:cs typeface="Arial"/>
                      <a:sym typeface="Arial"/>
                    </a:rPr>
                    <a:t>Gaming enthusiast </a:t>
                  </a:r>
                  <a:endParaRPr sz="700">
                    <a:solidFill>
                      <a:schemeClr val="bg1"/>
                    </a:solidFill>
                    <a:latin typeface="Arial"/>
                    <a:ea typeface="Arial"/>
                    <a:cs typeface="Arial"/>
                    <a:sym typeface="Arial"/>
                  </a:endParaRPr>
                </a:p>
              </p:txBody>
            </p:sp>
          </p:grpSp>
          <p:grpSp>
            <p:nvGrpSpPr>
              <p:cNvPr id="533" name="Google Shape;533;p76"/>
              <p:cNvGrpSpPr/>
              <p:nvPr/>
            </p:nvGrpSpPr>
            <p:grpSpPr>
              <a:xfrm>
                <a:off x="7610915" y="1772886"/>
                <a:ext cx="58847" cy="831102"/>
                <a:chOff x="457200" y="2286000"/>
                <a:chExt cx="83082" cy="1173376"/>
              </a:xfrm>
            </p:grpSpPr>
            <p:cxnSp>
              <p:nvCxnSpPr>
                <p:cNvPr id="534" name="Google Shape;534;p76"/>
                <p:cNvCxnSpPr/>
                <p:nvPr/>
              </p:nvCxnSpPr>
              <p:spPr>
                <a:xfrm>
                  <a:off x="457200" y="2286000"/>
                  <a:ext cx="0" cy="1173300"/>
                </a:xfrm>
                <a:prstGeom prst="straightConnector1">
                  <a:avLst/>
                </a:prstGeom>
                <a:solidFill>
                  <a:schemeClr val="accent1"/>
                </a:solidFill>
                <a:ln w="9525" cap="sq" cmpd="sng">
                  <a:solidFill>
                    <a:schemeClr val="dk1"/>
                  </a:solidFill>
                  <a:prstDash val="solid"/>
                  <a:round/>
                  <a:headEnd type="none" w="sm" len="sm"/>
                  <a:tailEnd type="none" w="sm" len="sm"/>
                </a:ln>
              </p:spPr>
            </p:cxnSp>
            <p:cxnSp>
              <p:nvCxnSpPr>
                <p:cNvPr id="535" name="Google Shape;535;p76"/>
                <p:cNvCxnSpPr/>
                <p:nvPr/>
              </p:nvCxnSpPr>
              <p:spPr>
                <a:xfrm>
                  <a:off x="457201" y="2603176"/>
                  <a:ext cx="80700" cy="0"/>
                </a:xfrm>
                <a:prstGeom prst="straightConnector1">
                  <a:avLst/>
                </a:prstGeom>
                <a:solidFill>
                  <a:schemeClr val="accent1"/>
                </a:solidFill>
                <a:ln w="9525" cap="sq" cmpd="sng">
                  <a:solidFill>
                    <a:schemeClr val="dk1"/>
                  </a:solidFill>
                  <a:prstDash val="solid"/>
                  <a:round/>
                  <a:headEnd type="none" w="sm" len="sm"/>
                  <a:tailEnd type="none" w="sm" len="sm"/>
                </a:ln>
              </p:spPr>
            </p:cxnSp>
            <p:cxnSp>
              <p:nvCxnSpPr>
                <p:cNvPr id="536" name="Google Shape;536;p76"/>
                <p:cNvCxnSpPr/>
                <p:nvPr/>
              </p:nvCxnSpPr>
              <p:spPr>
                <a:xfrm>
                  <a:off x="457201" y="2888576"/>
                  <a:ext cx="80700" cy="0"/>
                </a:xfrm>
                <a:prstGeom prst="straightConnector1">
                  <a:avLst/>
                </a:prstGeom>
                <a:solidFill>
                  <a:schemeClr val="accent1"/>
                </a:solidFill>
                <a:ln w="9525" cap="sq" cmpd="sng">
                  <a:solidFill>
                    <a:schemeClr val="dk1"/>
                  </a:solidFill>
                  <a:prstDash val="solid"/>
                  <a:round/>
                  <a:headEnd type="none" w="sm" len="sm"/>
                  <a:tailEnd type="none" w="sm" len="sm"/>
                </a:ln>
              </p:spPr>
            </p:cxnSp>
            <p:cxnSp>
              <p:nvCxnSpPr>
                <p:cNvPr id="537" name="Google Shape;537;p76"/>
                <p:cNvCxnSpPr/>
                <p:nvPr/>
              </p:nvCxnSpPr>
              <p:spPr>
                <a:xfrm>
                  <a:off x="457201" y="3173976"/>
                  <a:ext cx="80700" cy="0"/>
                </a:xfrm>
                <a:prstGeom prst="straightConnector1">
                  <a:avLst/>
                </a:prstGeom>
                <a:solidFill>
                  <a:schemeClr val="accent1"/>
                </a:solidFill>
                <a:ln w="9525" cap="sq" cmpd="sng">
                  <a:solidFill>
                    <a:schemeClr val="dk1"/>
                  </a:solidFill>
                  <a:prstDash val="solid"/>
                  <a:round/>
                  <a:headEnd type="none" w="sm" len="sm"/>
                  <a:tailEnd type="none" w="sm" len="sm"/>
                </a:ln>
              </p:spPr>
            </p:cxnSp>
            <p:cxnSp>
              <p:nvCxnSpPr>
                <p:cNvPr id="538" name="Google Shape;538;p76"/>
                <p:cNvCxnSpPr/>
                <p:nvPr/>
              </p:nvCxnSpPr>
              <p:spPr>
                <a:xfrm>
                  <a:off x="459582" y="3459376"/>
                  <a:ext cx="80700" cy="0"/>
                </a:xfrm>
                <a:prstGeom prst="straightConnector1">
                  <a:avLst/>
                </a:prstGeom>
                <a:solidFill>
                  <a:schemeClr val="accent1"/>
                </a:solidFill>
                <a:ln w="9525" cap="sq" cmpd="sng">
                  <a:solidFill>
                    <a:schemeClr val="dk1"/>
                  </a:solidFill>
                  <a:prstDash val="solid"/>
                  <a:round/>
                  <a:headEnd type="none" w="sm" len="sm"/>
                  <a:tailEnd type="none" w="sm" len="sm"/>
                </a:ln>
              </p:spPr>
            </p:cxnSp>
          </p:grpSp>
        </p:grpSp>
      </p:grpSp>
      <p:sp>
        <p:nvSpPr>
          <p:cNvPr id="539" name="Google Shape;539;p76"/>
          <p:cNvSpPr/>
          <p:nvPr/>
        </p:nvSpPr>
        <p:spPr>
          <a:xfrm>
            <a:off x="471509" y="914671"/>
            <a:ext cx="271500" cy="271500"/>
          </a:xfrm>
          <a:prstGeom prst="ellipse">
            <a:avLst/>
          </a:prstGeom>
          <a:noFill/>
          <a:ln w="9525" cap="sq" cmpd="sng">
            <a:solidFill>
              <a:srgbClr val="C00000"/>
            </a:solidFill>
            <a:prstDash val="solid"/>
            <a:round/>
            <a:headEnd type="none" w="sm" len="sm"/>
            <a:tailEnd type="none" w="sm" len="sm"/>
          </a:ln>
        </p:spPr>
        <p:txBody>
          <a:bodyPr spcFirstLastPara="1" wrap="square" lIns="45700" tIns="45700" rIns="91425" bIns="45700" anchor="ctr" anchorCtr="0">
            <a:noAutofit/>
          </a:bodyPr>
          <a:lstStyle/>
          <a:p>
            <a:pPr marL="0" marR="0" lvl="0" indent="0" algn="ctr" rtl="0">
              <a:spcBef>
                <a:spcPts val="0"/>
              </a:spcBef>
              <a:spcAft>
                <a:spcPts val="0"/>
              </a:spcAft>
              <a:buNone/>
            </a:pPr>
            <a:r>
              <a:rPr lang="en-US" sz="1600" b="1">
                <a:solidFill>
                  <a:schemeClr val="dk1"/>
                </a:solidFill>
                <a:latin typeface="Arial"/>
                <a:ea typeface="Arial"/>
                <a:cs typeface="Arial"/>
                <a:sym typeface="Arial"/>
              </a:rPr>
              <a:t>1</a:t>
            </a:r>
            <a:endParaRPr sz="1600" b="1">
              <a:solidFill>
                <a:schemeClr val="dk1"/>
              </a:solidFill>
              <a:latin typeface="Arial"/>
              <a:ea typeface="Arial"/>
              <a:cs typeface="Arial"/>
              <a:sym typeface="Arial"/>
            </a:endParaRPr>
          </a:p>
        </p:txBody>
      </p:sp>
      <p:grpSp>
        <p:nvGrpSpPr>
          <p:cNvPr id="540" name="Google Shape;540;p76"/>
          <p:cNvGrpSpPr/>
          <p:nvPr/>
        </p:nvGrpSpPr>
        <p:grpSpPr>
          <a:xfrm>
            <a:off x="457200" y="2835574"/>
            <a:ext cx="8672511" cy="280044"/>
            <a:chOff x="623909" y="1137857"/>
            <a:chExt cx="8672511" cy="280044"/>
          </a:xfrm>
        </p:grpSpPr>
        <p:sp>
          <p:nvSpPr>
            <p:cNvPr id="541" name="Google Shape;541;p76"/>
            <p:cNvSpPr/>
            <p:nvPr/>
          </p:nvSpPr>
          <p:spPr>
            <a:xfrm>
              <a:off x="921920" y="1147301"/>
              <a:ext cx="8374500" cy="270600"/>
            </a:xfrm>
            <a:prstGeom prst="rect">
              <a:avLst/>
            </a:prstGeom>
            <a:noFill/>
            <a:ln>
              <a:noFill/>
            </a:ln>
          </p:spPr>
          <p:txBody>
            <a:bodyPr spcFirstLastPara="1" wrap="square" lIns="68550" tIns="68550" rIns="68550" bIns="68550" anchor="ctr" anchorCtr="0">
              <a:noAutofit/>
            </a:bodyPr>
            <a:lstStyle/>
            <a:p>
              <a:pPr marL="0" marR="0" lvl="0" indent="0" algn="l" rtl="0">
                <a:spcBef>
                  <a:spcPts val="0"/>
                </a:spcBef>
                <a:spcAft>
                  <a:spcPts val="0"/>
                </a:spcAft>
                <a:buNone/>
              </a:pPr>
              <a:r>
                <a:rPr lang="en-US" sz="1400" b="1" dirty="0">
                  <a:solidFill>
                    <a:srgbClr val="C00000"/>
                  </a:solidFill>
                  <a:latin typeface="Arial"/>
                  <a:ea typeface="Arial"/>
                  <a:cs typeface="Arial"/>
                  <a:sym typeface="Arial"/>
                </a:rPr>
                <a:t>Curate: </a:t>
              </a:r>
              <a:r>
                <a:rPr lang="en-US" sz="1200" dirty="0">
                  <a:solidFill>
                    <a:schemeClr val="dk1"/>
                  </a:solidFill>
                  <a:latin typeface="Arial"/>
                  <a:ea typeface="Arial"/>
                  <a:cs typeface="Arial"/>
                  <a:sym typeface="Arial"/>
                </a:rPr>
                <a:t>Curate the data into actionable insights of present, past and future for SOE consumption</a:t>
              </a:r>
              <a:endParaRPr sz="1200" dirty="0">
                <a:solidFill>
                  <a:schemeClr val="dk1"/>
                </a:solidFill>
                <a:latin typeface="Arial"/>
                <a:ea typeface="Arial"/>
                <a:cs typeface="Arial"/>
                <a:sym typeface="Arial"/>
              </a:endParaRPr>
            </a:p>
          </p:txBody>
        </p:sp>
        <p:sp>
          <p:nvSpPr>
            <p:cNvPr id="542" name="Google Shape;542;p76"/>
            <p:cNvSpPr/>
            <p:nvPr/>
          </p:nvSpPr>
          <p:spPr>
            <a:xfrm>
              <a:off x="623909" y="1137857"/>
              <a:ext cx="271500" cy="271500"/>
            </a:xfrm>
            <a:prstGeom prst="ellipse">
              <a:avLst/>
            </a:prstGeom>
            <a:noFill/>
            <a:ln w="9525" cap="sq" cmpd="sng">
              <a:solidFill>
                <a:srgbClr val="C00000"/>
              </a:solidFill>
              <a:prstDash val="solid"/>
              <a:round/>
              <a:headEnd type="none" w="sm" len="sm"/>
              <a:tailEnd type="none" w="sm" len="sm"/>
            </a:ln>
          </p:spPr>
          <p:txBody>
            <a:bodyPr spcFirstLastPara="1" wrap="square" lIns="45700" tIns="45700" rIns="91425" bIns="45700" anchor="ctr" anchorCtr="0">
              <a:noAutofit/>
            </a:bodyPr>
            <a:lstStyle/>
            <a:p>
              <a:pPr marL="0" marR="0" lvl="0" indent="0" algn="ctr" rtl="0">
                <a:spcBef>
                  <a:spcPts val="0"/>
                </a:spcBef>
                <a:spcAft>
                  <a:spcPts val="0"/>
                </a:spcAft>
                <a:buNone/>
              </a:pPr>
              <a:r>
                <a:rPr lang="en-US" sz="1600" b="1">
                  <a:solidFill>
                    <a:schemeClr val="dk1"/>
                  </a:solidFill>
                  <a:latin typeface="Arial"/>
                  <a:ea typeface="Arial"/>
                  <a:cs typeface="Arial"/>
                  <a:sym typeface="Arial"/>
                </a:rPr>
                <a:t>2</a:t>
              </a:r>
              <a:endParaRPr sz="1600" b="1">
                <a:solidFill>
                  <a:schemeClr val="dk1"/>
                </a:solidFill>
                <a:latin typeface="Arial"/>
                <a:ea typeface="Arial"/>
                <a:cs typeface="Arial"/>
                <a:sym typeface="Arial"/>
              </a:endParaRPr>
            </a:p>
          </p:txBody>
        </p:sp>
      </p:grpSp>
      <p:sp>
        <p:nvSpPr>
          <p:cNvPr id="543" name="Google Shape;543;p76"/>
          <p:cNvSpPr/>
          <p:nvPr/>
        </p:nvSpPr>
        <p:spPr>
          <a:xfrm>
            <a:off x="2091547" y="3234482"/>
            <a:ext cx="354000" cy="271500"/>
          </a:xfrm>
          <a:prstGeom prst="mathEqual">
            <a:avLst>
              <a:gd name="adj1" fmla="val 23520"/>
              <a:gd name="adj2" fmla="val 11760"/>
            </a:avLst>
          </a:prstGeom>
          <a:solidFill>
            <a:schemeClr val="tx1">
              <a:lumMod val="65000"/>
              <a:lumOff val="35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a:solidFill>
                <a:srgbClr val="FFFFFF"/>
              </a:solidFill>
              <a:latin typeface="Arial"/>
              <a:ea typeface="Arial"/>
              <a:cs typeface="Arial"/>
              <a:sym typeface="Arial"/>
            </a:endParaRPr>
          </a:p>
        </p:txBody>
      </p:sp>
      <p:grpSp>
        <p:nvGrpSpPr>
          <p:cNvPr id="3" name="Group 2"/>
          <p:cNvGrpSpPr/>
          <p:nvPr/>
        </p:nvGrpSpPr>
        <p:grpSpPr>
          <a:xfrm>
            <a:off x="2410937" y="4167688"/>
            <a:ext cx="6580388" cy="614100"/>
            <a:chOff x="2410937" y="4264156"/>
            <a:chExt cx="6580388" cy="614100"/>
          </a:xfrm>
        </p:grpSpPr>
        <p:sp>
          <p:nvSpPr>
            <p:cNvPr id="457" name="Google Shape;457;p76"/>
            <p:cNvSpPr/>
            <p:nvPr/>
          </p:nvSpPr>
          <p:spPr>
            <a:xfrm>
              <a:off x="2978944" y="4359120"/>
              <a:ext cx="1329600" cy="369000"/>
            </a:xfrm>
            <a:prstGeom prst="rect">
              <a:avLst/>
            </a:prstGeom>
            <a:solidFill>
              <a:schemeClr val="accent1"/>
            </a:solidFill>
            <a:ln w="9525" cap="flat" cmpd="sng">
              <a:solidFill>
                <a:srgbClr val="26262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000" dirty="0">
                  <a:solidFill>
                    <a:schemeClr val="lt1"/>
                  </a:solidFill>
                  <a:latin typeface="Arial"/>
                  <a:ea typeface="Arial"/>
                  <a:cs typeface="Arial"/>
                  <a:sym typeface="Arial"/>
                </a:rPr>
                <a:t>Events of </a:t>
              </a:r>
              <a:br>
                <a:rPr lang="en-US" sz="1000" dirty="0">
                  <a:solidFill>
                    <a:schemeClr val="lt1"/>
                  </a:solidFill>
                  <a:latin typeface="Arial"/>
                  <a:ea typeface="Arial"/>
                  <a:cs typeface="Arial"/>
                  <a:sym typeface="Arial"/>
                </a:rPr>
              </a:br>
              <a:r>
                <a:rPr lang="en-US" sz="1000" dirty="0">
                  <a:solidFill>
                    <a:schemeClr val="lt1"/>
                  </a:solidFill>
                  <a:latin typeface="Arial"/>
                  <a:ea typeface="Arial"/>
                  <a:cs typeface="Arial"/>
                  <a:sym typeface="Arial"/>
                </a:rPr>
                <a:t>momentary value</a:t>
              </a:r>
              <a:endParaRPr dirty="0"/>
            </a:p>
          </p:txBody>
        </p:sp>
        <p:sp>
          <p:nvSpPr>
            <p:cNvPr id="458" name="Google Shape;458;p76"/>
            <p:cNvSpPr/>
            <p:nvPr/>
          </p:nvSpPr>
          <p:spPr>
            <a:xfrm>
              <a:off x="4463174" y="4359120"/>
              <a:ext cx="1329600" cy="369000"/>
            </a:xfrm>
            <a:prstGeom prst="rect">
              <a:avLst/>
            </a:prstGeom>
            <a:solidFill>
              <a:srgbClr val="595959"/>
            </a:solidFill>
            <a:ln w="9525" cap="flat" cmpd="sng">
              <a:solidFill>
                <a:srgbClr val="26262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000" dirty="0">
                  <a:solidFill>
                    <a:schemeClr val="lt1"/>
                  </a:solidFill>
                  <a:latin typeface="Arial"/>
                  <a:ea typeface="Arial"/>
                  <a:cs typeface="Arial"/>
                  <a:sym typeface="Arial"/>
                </a:rPr>
                <a:t>Insights of historic significance</a:t>
              </a:r>
              <a:endParaRPr dirty="0"/>
            </a:p>
          </p:txBody>
        </p:sp>
        <p:sp>
          <p:nvSpPr>
            <p:cNvPr id="459" name="Google Shape;459;p76"/>
            <p:cNvSpPr/>
            <p:nvPr/>
          </p:nvSpPr>
          <p:spPr>
            <a:xfrm>
              <a:off x="5974300" y="4359120"/>
              <a:ext cx="1329600" cy="369000"/>
            </a:xfrm>
            <a:prstGeom prst="rect">
              <a:avLst/>
            </a:prstGeom>
            <a:solidFill>
              <a:schemeClr val="accent6">
                <a:lumMod val="75000"/>
              </a:schemeClr>
            </a:solidFill>
            <a:ln w="9525" cap="flat" cmpd="sng">
              <a:solidFill>
                <a:srgbClr val="26262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000" dirty="0">
                  <a:solidFill>
                    <a:schemeClr val="lt1"/>
                  </a:solidFill>
                  <a:latin typeface="Arial"/>
                  <a:ea typeface="Arial"/>
                  <a:cs typeface="Arial"/>
                  <a:sym typeface="Arial"/>
                </a:rPr>
                <a:t>Aggregated </a:t>
              </a:r>
              <a:br>
                <a:rPr lang="en-US" sz="1000" dirty="0">
                  <a:solidFill>
                    <a:schemeClr val="lt1"/>
                  </a:solidFill>
                  <a:latin typeface="Arial"/>
                  <a:ea typeface="Arial"/>
                  <a:cs typeface="Arial"/>
                  <a:sym typeface="Arial"/>
                </a:rPr>
              </a:br>
              <a:r>
                <a:rPr lang="en-US" sz="1000" dirty="0">
                  <a:solidFill>
                    <a:schemeClr val="lt1"/>
                  </a:solidFill>
                  <a:latin typeface="Arial"/>
                  <a:ea typeface="Arial"/>
                  <a:cs typeface="Arial"/>
                  <a:sym typeface="Arial"/>
                </a:rPr>
                <a:t>Insights</a:t>
              </a:r>
              <a:endParaRPr dirty="0"/>
            </a:p>
          </p:txBody>
        </p:sp>
        <p:sp>
          <p:nvSpPr>
            <p:cNvPr id="460" name="Google Shape;460;p76"/>
            <p:cNvSpPr/>
            <p:nvPr/>
          </p:nvSpPr>
          <p:spPr>
            <a:xfrm>
              <a:off x="7492150" y="4359120"/>
              <a:ext cx="1329600" cy="369000"/>
            </a:xfrm>
            <a:prstGeom prst="rect">
              <a:avLst/>
            </a:prstGeom>
            <a:solidFill>
              <a:srgbClr val="00B050"/>
            </a:solidFill>
            <a:ln w="9525" cap="flat" cmpd="sng">
              <a:solidFill>
                <a:srgbClr val="26262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000" dirty="0">
                  <a:solidFill>
                    <a:schemeClr val="lt1"/>
                  </a:solidFill>
                  <a:latin typeface="Arial"/>
                  <a:ea typeface="Arial"/>
                  <a:cs typeface="Arial"/>
                  <a:sym typeface="Arial"/>
                </a:rPr>
                <a:t>Predictions about </a:t>
              </a:r>
              <a:br>
                <a:rPr lang="en-US" sz="1000" dirty="0">
                  <a:solidFill>
                    <a:schemeClr val="lt1"/>
                  </a:solidFill>
                  <a:latin typeface="Arial"/>
                  <a:ea typeface="Arial"/>
                  <a:cs typeface="Arial"/>
                  <a:sym typeface="Arial"/>
                </a:rPr>
              </a:br>
              <a:r>
                <a:rPr lang="en-US" sz="1000" dirty="0">
                  <a:solidFill>
                    <a:schemeClr val="lt1"/>
                  </a:solidFill>
                  <a:latin typeface="Arial"/>
                  <a:ea typeface="Arial"/>
                  <a:cs typeface="Arial"/>
                  <a:sym typeface="Arial"/>
                </a:rPr>
                <a:t>future events</a:t>
              </a:r>
              <a:endParaRPr dirty="0"/>
            </a:p>
          </p:txBody>
        </p:sp>
        <p:sp>
          <p:nvSpPr>
            <p:cNvPr id="544" name="Google Shape;544;p76"/>
            <p:cNvSpPr/>
            <p:nvPr/>
          </p:nvSpPr>
          <p:spPr>
            <a:xfrm>
              <a:off x="2783430" y="4299332"/>
              <a:ext cx="141300" cy="488400"/>
            </a:xfrm>
            <a:prstGeom prst="leftBrace">
              <a:avLst>
                <a:gd name="adj1" fmla="val 27752"/>
                <a:gd name="adj2" fmla="val 50000"/>
              </a:avLst>
            </a:prstGeom>
            <a:noFill/>
            <a:ln w="28575" cap="sq"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45" name="Google Shape;545;p76"/>
            <p:cNvSpPr/>
            <p:nvPr/>
          </p:nvSpPr>
          <p:spPr>
            <a:xfrm flipH="1">
              <a:off x="8850025" y="4299332"/>
              <a:ext cx="141300" cy="488400"/>
            </a:xfrm>
            <a:prstGeom prst="leftBrace">
              <a:avLst>
                <a:gd name="adj1" fmla="val 27752"/>
                <a:gd name="adj2" fmla="val 50000"/>
              </a:avLst>
            </a:prstGeom>
            <a:noFill/>
            <a:ln w="28575" cap="sq"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47" name="Google Shape;547;p76"/>
            <p:cNvSpPr/>
            <p:nvPr/>
          </p:nvSpPr>
          <p:spPr>
            <a:xfrm>
              <a:off x="2410937" y="4264156"/>
              <a:ext cx="540900" cy="614100"/>
            </a:xfrm>
            <a:prstGeom prst="rect">
              <a:avLst/>
            </a:prstGeom>
            <a:blipFill rotWithShape="1">
              <a:blip r:embed="rId3">
                <a:alphaModFix/>
              </a:blip>
              <a:stretch>
                <a:fillRect l="-102236" t="-116982" r="-112347" b="-168983"/>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Arial"/>
                  <a:ea typeface="Arial"/>
                  <a:cs typeface="Arial"/>
                  <a:sym typeface="Arial"/>
                </a:rPr>
                <a:t> </a:t>
              </a:r>
              <a:endParaRPr/>
            </a:p>
          </p:txBody>
        </p:sp>
      </p:grpSp>
      <p:sp>
        <p:nvSpPr>
          <p:cNvPr id="548" name="Google Shape;548;p76"/>
          <p:cNvSpPr/>
          <p:nvPr/>
        </p:nvSpPr>
        <p:spPr>
          <a:xfrm>
            <a:off x="833304" y="4263817"/>
            <a:ext cx="999300" cy="366600"/>
          </a:xfrm>
          <a:prstGeom prst="rect">
            <a:avLst/>
          </a:prstGeom>
          <a:solidFill>
            <a:srgbClr val="595959"/>
          </a:solidFill>
          <a:ln w="9525" cap="sq"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algn="ctr"/>
            <a:r>
              <a:rPr lang="en-US" sz="1100" dirty="0">
                <a:solidFill>
                  <a:schemeClr val="lt1"/>
                </a:solidFill>
              </a:rPr>
              <a:t>Event Insights</a:t>
            </a:r>
            <a:endParaRPr sz="1100" dirty="0">
              <a:solidFill>
                <a:schemeClr val="lt1"/>
              </a:solidFill>
            </a:endParaRPr>
          </a:p>
        </p:txBody>
      </p:sp>
      <p:sp>
        <p:nvSpPr>
          <p:cNvPr id="97" name="Google Shape;548;p76"/>
          <p:cNvSpPr/>
          <p:nvPr/>
        </p:nvSpPr>
        <p:spPr>
          <a:xfrm>
            <a:off x="833304" y="3184719"/>
            <a:ext cx="999300" cy="366600"/>
          </a:xfrm>
          <a:prstGeom prst="rect">
            <a:avLst/>
          </a:prstGeom>
          <a:solidFill>
            <a:srgbClr val="0070C0"/>
          </a:solidFill>
          <a:ln w="9525" cap="flat" cmpd="sng">
            <a:solidFill>
              <a:schemeClr val="dk1"/>
            </a:solidFill>
            <a:prstDash val="solid"/>
            <a:round/>
            <a:headEnd type="none" w="sm" len="sm"/>
            <a:tailEnd type="none" w="sm" len="sm"/>
          </a:ln>
        </p:spPr>
        <p:txBody>
          <a:bodyPr spcFirstLastPara="1" wrap="square" lIns="68550" tIns="68550" rIns="68550" bIns="68550" anchor="ctr" anchorCtr="0">
            <a:noAutofit/>
          </a:bodyPr>
          <a:lstStyle/>
          <a:p>
            <a:pPr marL="0" marR="0" lvl="0" indent="0" algn="ctr" rtl="0">
              <a:spcBef>
                <a:spcPts val="0"/>
              </a:spcBef>
              <a:spcAft>
                <a:spcPts val="0"/>
              </a:spcAft>
              <a:buNone/>
            </a:pPr>
            <a:r>
              <a:rPr lang="en-US" sz="1000" b="1" dirty="0">
                <a:solidFill>
                  <a:srgbClr val="FFFFFF"/>
                </a:solidFill>
                <a:latin typeface="Arial"/>
                <a:ea typeface="Arial"/>
                <a:cs typeface="Arial"/>
                <a:sym typeface="Arial"/>
              </a:rPr>
              <a:t>Contextual Intelligence</a:t>
            </a:r>
            <a:endParaRPr dirty="0"/>
          </a:p>
        </p:txBody>
      </p:sp>
      <p:sp>
        <p:nvSpPr>
          <p:cNvPr id="98" name="Google Shape;543;p76"/>
          <p:cNvSpPr/>
          <p:nvPr/>
        </p:nvSpPr>
        <p:spPr>
          <a:xfrm>
            <a:off x="2088365" y="4334849"/>
            <a:ext cx="354000" cy="271500"/>
          </a:xfrm>
          <a:prstGeom prst="mathEqual">
            <a:avLst>
              <a:gd name="adj1" fmla="val 23520"/>
              <a:gd name="adj2" fmla="val 11760"/>
            </a:avLst>
          </a:prstGeom>
          <a:solidFill>
            <a:schemeClr val="tx1">
              <a:lumMod val="65000"/>
              <a:lumOff val="35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a:solidFill>
                <a:srgbClr val="FFFFFF"/>
              </a:solidFill>
              <a:latin typeface="Arial"/>
              <a:ea typeface="Arial"/>
              <a:cs typeface="Arial"/>
              <a:sym typeface="Arial"/>
            </a:endParaRPr>
          </a:p>
        </p:txBody>
      </p:sp>
      <p:sp>
        <p:nvSpPr>
          <p:cNvPr id="99" name="Google Shape;678;p78"/>
          <p:cNvSpPr txBox="1"/>
          <p:nvPr/>
        </p:nvSpPr>
        <p:spPr>
          <a:xfrm>
            <a:off x="2978944" y="3184719"/>
            <a:ext cx="1443600" cy="233866"/>
          </a:xfrm>
          <a:prstGeom prst="rect">
            <a:avLst/>
          </a:prstGeom>
          <a:solidFill>
            <a:srgbClr val="595959"/>
          </a:solidFill>
          <a:ln w="9525" cap="sq"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dirty="0">
                <a:solidFill>
                  <a:schemeClr val="lt1"/>
                </a:solidFill>
                <a:latin typeface="Arial"/>
                <a:ea typeface="Arial"/>
                <a:cs typeface="Arial"/>
                <a:sym typeface="Arial"/>
              </a:rPr>
              <a:t>Customer DNA</a:t>
            </a:r>
            <a:endParaRPr sz="1200" dirty="0">
              <a:solidFill>
                <a:schemeClr val="lt1"/>
              </a:solidFill>
              <a:latin typeface="Arial"/>
              <a:ea typeface="Arial"/>
              <a:cs typeface="Arial"/>
              <a:sym typeface="Arial"/>
            </a:endParaRPr>
          </a:p>
        </p:txBody>
      </p:sp>
      <p:sp>
        <p:nvSpPr>
          <p:cNvPr id="100" name="Google Shape;679;p78"/>
          <p:cNvSpPr txBox="1"/>
          <p:nvPr/>
        </p:nvSpPr>
        <p:spPr>
          <a:xfrm>
            <a:off x="5555273" y="3181761"/>
            <a:ext cx="1443600" cy="236824"/>
          </a:xfrm>
          <a:prstGeom prst="rect">
            <a:avLst/>
          </a:prstGeom>
          <a:solidFill>
            <a:srgbClr val="595959"/>
          </a:solidFill>
          <a:ln w="9525" cap="sq"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dirty="0">
                <a:solidFill>
                  <a:schemeClr val="lt1"/>
                </a:solidFill>
                <a:latin typeface="Arial"/>
                <a:ea typeface="Arial"/>
                <a:cs typeface="Arial"/>
                <a:sym typeface="Arial"/>
              </a:rPr>
              <a:t>Event Insights</a:t>
            </a:r>
            <a:endParaRPr sz="1200" dirty="0">
              <a:solidFill>
                <a:schemeClr val="lt1"/>
              </a:solidFill>
              <a:latin typeface="Arial"/>
              <a:ea typeface="Arial"/>
              <a:cs typeface="Arial"/>
              <a:sym typeface="Arial"/>
            </a:endParaRPr>
          </a:p>
        </p:txBody>
      </p:sp>
      <p:sp>
        <p:nvSpPr>
          <p:cNvPr id="2" name="Cross 1"/>
          <p:cNvSpPr/>
          <p:nvPr/>
        </p:nvSpPr>
        <p:spPr>
          <a:xfrm>
            <a:off x="4843895" y="3212375"/>
            <a:ext cx="213315" cy="193321"/>
          </a:xfrm>
          <a:prstGeom prst="plus">
            <a:avLst>
              <a:gd name="adj" fmla="val 33754"/>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uFillTx/>
            </a:endParaRPr>
          </a:p>
        </p:txBody>
      </p:sp>
      <p:sp>
        <p:nvSpPr>
          <p:cNvPr id="102" name="Google Shape;680;p78"/>
          <p:cNvSpPr txBox="1"/>
          <p:nvPr/>
        </p:nvSpPr>
        <p:spPr>
          <a:xfrm>
            <a:off x="2989760" y="3402942"/>
            <a:ext cx="1432784" cy="2307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900" b="1" dirty="0">
                <a:solidFill>
                  <a:srgbClr val="C00000"/>
                </a:solidFill>
                <a:latin typeface="Arial"/>
                <a:ea typeface="Arial"/>
                <a:cs typeface="Arial"/>
                <a:sym typeface="Arial"/>
              </a:rPr>
              <a:t>Who is the customer?</a:t>
            </a:r>
            <a:endParaRPr sz="900" b="1" dirty="0">
              <a:solidFill>
                <a:srgbClr val="C00000"/>
              </a:solidFill>
              <a:latin typeface="Arial"/>
              <a:ea typeface="Arial"/>
              <a:cs typeface="Arial"/>
              <a:sym typeface="Arial"/>
            </a:endParaRPr>
          </a:p>
        </p:txBody>
      </p:sp>
      <p:sp>
        <p:nvSpPr>
          <p:cNvPr id="104" name="Google Shape;681;p78"/>
          <p:cNvSpPr txBox="1"/>
          <p:nvPr/>
        </p:nvSpPr>
        <p:spPr>
          <a:xfrm>
            <a:off x="5567636" y="3401824"/>
            <a:ext cx="2604000" cy="230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900" b="1" dirty="0">
                <a:solidFill>
                  <a:srgbClr val="C00000"/>
                </a:solidFill>
                <a:latin typeface="Arial"/>
                <a:ea typeface="Arial"/>
                <a:cs typeface="Arial"/>
                <a:sym typeface="Arial"/>
              </a:rPr>
              <a:t>What’s happening around the customer?</a:t>
            </a:r>
            <a:endParaRPr sz="900" b="1" dirty="0">
              <a:solidFill>
                <a:srgbClr val="C00000"/>
              </a:solidFill>
              <a:latin typeface="Arial"/>
              <a:ea typeface="Arial"/>
              <a:cs typeface="Arial"/>
              <a:sym typeface="Arial"/>
            </a:endParaRPr>
          </a:p>
        </p:txBody>
      </p:sp>
      <p:sp>
        <p:nvSpPr>
          <p:cNvPr id="105" name="Google Shape;548;p76"/>
          <p:cNvSpPr/>
          <p:nvPr/>
        </p:nvSpPr>
        <p:spPr>
          <a:xfrm>
            <a:off x="833304" y="3713754"/>
            <a:ext cx="999300" cy="366600"/>
          </a:xfrm>
          <a:prstGeom prst="rect">
            <a:avLst/>
          </a:prstGeom>
          <a:solidFill>
            <a:srgbClr val="595959"/>
          </a:solidFill>
          <a:ln w="9525" cap="sq"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algn="ctr"/>
            <a:r>
              <a:rPr lang="en-US" sz="1100" dirty="0" smtClean="0">
                <a:solidFill>
                  <a:schemeClr val="lt1"/>
                </a:solidFill>
              </a:rPr>
              <a:t>Customer DNA</a:t>
            </a:r>
            <a:endParaRPr sz="1100" dirty="0">
              <a:solidFill>
                <a:schemeClr val="lt1"/>
              </a:solidFill>
            </a:endParaRPr>
          </a:p>
        </p:txBody>
      </p:sp>
      <p:sp>
        <p:nvSpPr>
          <p:cNvPr id="106" name="Google Shape;543;p76"/>
          <p:cNvSpPr/>
          <p:nvPr/>
        </p:nvSpPr>
        <p:spPr>
          <a:xfrm>
            <a:off x="2088365" y="3761304"/>
            <a:ext cx="354000" cy="271500"/>
          </a:xfrm>
          <a:prstGeom prst="mathEqual">
            <a:avLst>
              <a:gd name="adj1" fmla="val 23520"/>
              <a:gd name="adj2" fmla="val 11760"/>
            </a:avLst>
          </a:prstGeom>
          <a:solidFill>
            <a:schemeClr val="tx1">
              <a:lumMod val="65000"/>
              <a:lumOff val="35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a:solidFill>
                <a:srgbClr val="FFFFFF"/>
              </a:solidFill>
              <a:latin typeface="Arial"/>
              <a:ea typeface="Arial"/>
              <a:cs typeface="Arial"/>
              <a:sym typeface="Arial"/>
            </a:endParaRPr>
          </a:p>
        </p:txBody>
      </p:sp>
      <p:grpSp>
        <p:nvGrpSpPr>
          <p:cNvPr id="116" name="Group 115"/>
          <p:cNvGrpSpPr/>
          <p:nvPr/>
        </p:nvGrpSpPr>
        <p:grpSpPr>
          <a:xfrm>
            <a:off x="2410937" y="3608247"/>
            <a:ext cx="6580388" cy="614100"/>
            <a:chOff x="2410937" y="4264156"/>
            <a:chExt cx="6580388" cy="614100"/>
          </a:xfrm>
        </p:grpSpPr>
        <p:sp>
          <p:nvSpPr>
            <p:cNvPr id="117" name="Google Shape;457;p76"/>
            <p:cNvSpPr/>
            <p:nvPr/>
          </p:nvSpPr>
          <p:spPr>
            <a:xfrm>
              <a:off x="2978944" y="4359120"/>
              <a:ext cx="1329600" cy="369000"/>
            </a:xfrm>
            <a:prstGeom prst="rect">
              <a:avLst/>
            </a:prstGeom>
            <a:solidFill>
              <a:schemeClr val="tx1">
                <a:lumMod val="50000"/>
                <a:lumOff val="50000"/>
              </a:schemeClr>
            </a:solidFill>
            <a:ln w="9525" cap="flat" cmpd="sng">
              <a:solidFill>
                <a:srgbClr val="26262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000" dirty="0" smtClean="0">
                  <a:solidFill>
                    <a:schemeClr val="lt1"/>
                  </a:solidFill>
                </a:rPr>
                <a:t>Profile</a:t>
              </a:r>
              <a:endParaRPr dirty="0"/>
            </a:p>
          </p:txBody>
        </p:sp>
        <p:sp>
          <p:nvSpPr>
            <p:cNvPr id="118" name="Google Shape;458;p76"/>
            <p:cNvSpPr/>
            <p:nvPr/>
          </p:nvSpPr>
          <p:spPr>
            <a:xfrm>
              <a:off x="4463174" y="4359120"/>
              <a:ext cx="1329600" cy="369000"/>
            </a:xfrm>
            <a:prstGeom prst="rect">
              <a:avLst/>
            </a:prstGeom>
            <a:solidFill>
              <a:schemeClr val="tx1">
                <a:lumMod val="50000"/>
                <a:lumOff val="50000"/>
              </a:schemeClr>
            </a:solidFill>
            <a:ln w="9525" cap="flat" cmpd="sng">
              <a:solidFill>
                <a:srgbClr val="26262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000" dirty="0" smtClean="0">
                  <a:solidFill>
                    <a:schemeClr val="lt1"/>
                  </a:solidFill>
                  <a:latin typeface="Arial"/>
                  <a:ea typeface="Arial"/>
                  <a:cs typeface="Arial"/>
                  <a:sym typeface="Arial"/>
                </a:rPr>
                <a:t>Demographic</a:t>
              </a:r>
              <a:endParaRPr dirty="0"/>
            </a:p>
          </p:txBody>
        </p:sp>
        <p:sp>
          <p:nvSpPr>
            <p:cNvPr id="119" name="Google Shape;459;p76"/>
            <p:cNvSpPr/>
            <p:nvPr/>
          </p:nvSpPr>
          <p:spPr>
            <a:xfrm>
              <a:off x="5974300" y="4359120"/>
              <a:ext cx="1329600" cy="369000"/>
            </a:xfrm>
            <a:prstGeom prst="rect">
              <a:avLst/>
            </a:prstGeom>
            <a:solidFill>
              <a:schemeClr val="tx1">
                <a:lumMod val="50000"/>
                <a:lumOff val="50000"/>
              </a:schemeClr>
            </a:solidFill>
            <a:ln w="9525" cap="flat" cmpd="sng">
              <a:solidFill>
                <a:srgbClr val="26262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000" dirty="0" smtClean="0">
                  <a:solidFill>
                    <a:schemeClr val="lt1"/>
                  </a:solidFill>
                  <a:latin typeface="Arial"/>
                  <a:ea typeface="Arial"/>
                  <a:cs typeface="Arial"/>
                  <a:sym typeface="Arial"/>
                </a:rPr>
                <a:t>Attitudinal</a:t>
              </a:r>
              <a:endParaRPr dirty="0"/>
            </a:p>
          </p:txBody>
        </p:sp>
        <p:sp>
          <p:nvSpPr>
            <p:cNvPr id="120" name="Google Shape;460;p76"/>
            <p:cNvSpPr/>
            <p:nvPr/>
          </p:nvSpPr>
          <p:spPr>
            <a:xfrm>
              <a:off x="7492150" y="4359120"/>
              <a:ext cx="1329600" cy="369000"/>
            </a:xfrm>
            <a:prstGeom prst="rect">
              <a:avLst/>
            </a:prstGeom>
            <a:solidFill>
              <a:schemeClr val="tx1">
                <a:lumMod val="50000"/>
                <a:lumOff val="50000"/>
              </a:schemeClr>
            </a:solidFill>
            <a:ln w="9525" cap="flat" cmpd="sng">
              <a:solidFill>
                <a:srgbClr val="26262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000" dirty="0" smtClean="0">
                  <a:solidFill>
                    <a:schemeClr val="lt1"/>
                  </a:solidFill>
                  <a:latin typeface="Arial"/>
                  <a:ea typeface="Arial"/>
                  <a:cs typeface="Arial"/>
                  <a:sym typeface="Arial"/>
                </a:rPr>
                <a:t>Behavioral</a:t>
              </a:r>
              <a:endParaRPr dirty="0"/>
            </a:p>
          </p:txBody>
        </p:sp>
        <p:sp>
          <p:nvSpPr>
            <p:cNvPr id="121" name="Google Shape;544;p76"/>
            <p:cNvSpPr/>
            <p:nvPr/>
          </p:nvSpPr>
          <p:spPr>
            <a:xfrm>
              <a:off x="2783430" y="4299332"/>
              <a:ext cx="141300" cy="488400"/>
            </a:xfrm>
            <a:prstGeom prst="leftBrace">
              <a:avLst>
                <a:gd name="adj1" fmla="val 27752"/>
                <a:gd name="adj2" fmla="val 50000"/>
              </a:avLst>
            </a:prstGeom>
            <a:noFill/>
            <a:ln w="28575" cap="sq"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22" name="Google Shape;545;p76"/>
            <p:cNvSpPr/>
            <p:nvPr/>
          </p:nvSpPr>
          <p:spPr>
            <a:xfrm flipH="1">
              <a:off x="8850025" y="4299332"/>
              <a:ext cx="141300" cy="488400"/>
            </a:xfrm>
            <a:prstGeom prst="leftBrace">
              <a:avLst>
                <a:gd name="adj1" fmla="val 27752"/>
                <a:gd name="adj2" fmla="val 50000"/>
              </a:avLst>
            </a:prstGeom>
            <a:noFill/>
            <a:ln w="28575" cap="sq"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23" name="Google Shape;547;p76"/>
            <p:cNvSpPr/>
            <p:nvPr/>
          </p:nvSpPr>
          <p:spPr>
            <a:xfrm>
              <a:off x="2410937" y="4264156"/>
              <a:ext cx="540900" cy="614100"/>
            </a:xfrm>
            <a:prstGeom prst="rect">
              <a:avLst/>
            </a:prstGeom>
            <a:blipFill rotWithShape="1">
              <a:blip r:embed="rId3">
                <a:alphaModFix/>
              </a:blip>
              <a:stretch>
                <a:fillRect l="-102236" t="-116982" r="-112347" b="-168983"/>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Arial"/>
                  <a:ea typeface="Arial"/>
                  <a:cs typeface="Arial"/>
                  <a:sym typeface="Arial"/>
                </a:rPr>
                <a:t> </a:t>
              </a: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55"/>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12D0507-9F86-7A45-BE8E-43760B9F92AA}" type="slidenum">
              <a:rPr lang="en-US" smtClean="0">
                <a:solidFill>
                  <a:srgbClr val="000000"/>
                </a:solidFill>
              </a:rPr>
              <a:pPr/>
              <a:t>7</a:t>
            </a:fld>
            <a:endParaRPr lang="en-US" dirty="0">
              <a:solidFill>
                <a:srgbClr val="000000"/>
              </a:solidFill>
            </a:endParaRPr>
          </a:p>
        </p:txBody>
      </p:sp>
      <p:sp>
        <p:nvSpPr>
          <p:cNvPr id="556" name="Google Shape;556;p77"/>
          <p:cNvSpPr txBox="1">
            <a:spLocks noGrp="1"/>
          </p:cNvSpPr>
          <p:nvPr>
            <p:ph type="title"/>
          </p:nvPr>
        </p:nvSpPr>
        <p:spPr>
          <a:prstGeom prst="rect">
            <a:avLst/>
          </a:prstGeom>
          <a:noFill/>
          <a:ln>
            <a:noFill/>
          </a:ln>
        </p:spPr>
        <p:txBody>
          <a:bodyPr spcFirstLastPara="1" vert="horz" wrap="square" lIns="0" tIns="0" rIns="0" bIns="0" rtlCol="0" anchor="t" anchorCtr="0">
            <a:normAutofit/>
          </a:bodyPr>
          <a:lstStyle/>
          <a:p>
            <a:pPr>
              <a:lnSpc>
                <a:spcPct val="80000"/>
              </a:lnSpc>
              <a:buClr>
                <a:schemeClr val="dk1"/>
              </a:buClr>
              <a:buSzPts val="2400"/>
              <a:buFont typeface="Arial"/>
            </a:pPr>
            <a:r>
              <a:rPr lang="en-US" sz="2400" dirty="0">
                <a:solidFill>
                  <a:schemeClr val="tx1"/>
                </a:solidFill>
                <a:sym typeface="Arial"/>
              </a:rPr>
              <a:t>Verizon.ai Design </a:t>
            </a:r>
            <a:r>
              <a:rPr lang="en-US" sz="2400" dirty="0" smtClean="0">
                <a:solidFill>
                  <a:schemeClr val="tx1"/>
                </a:solidFill>
                <a:sym typeface="Arial"/>
              </a:rPr>
              <a:t>Considerations contd</a:t>
            </a:r>
            <a:r>
              <a:rPr lang="en-US" sz="2400" dirty="0">
                <a:solidFill>
                  <a:schemeClr val="tx1"/>
                </a:solidFill>
                <a:sym typeface="Arial"/>
              </a:rPr>
              <a:t>..</a:t>
            </a:r>
            <a:endParaRPr sz="2400" dirty="0">
              <a:solidFill>
                <a:schemeClr val="tx1"/>
              </a:solidFill>
              <a:sym typeface="Arial"/>
            </a:endParaRPr>
          </a:p>
        </p:txBody>
      </p:sp>
      <p:grpSp>
        <p:nvGrpSpPr>
          <p:cNvPr id="557" name="Google Shape;557;p77"/>
          <p:cNvGrpSpPr/>
          <p:nvPr/>
        </p:nvGrpSpPr>
        <p:grpSpPr>
          <a:xfrm>
            <a:off x="1625127" y="1511074"/>
            <a:ext cx="5919572" cy="894830"/>
            <a:chOff x="1625127" y="1394765"/>
            <a:chExt cx="5919572" cy="894830"/>
          </a:xfrm>
        </p:grpSpPr>
        <p:sp>
          <p:nvSpPr>
            <p:cNvPr id="558" name="Google Shape;558;p77"/>
            <p:cNvSpPr/>
            <p:nvPr/>
          </p:nvSpPr>
          <p:spPr>
            <a:xfrm>
              <a:off x="2777857" y="1658930"/>
              <a:ext cx="917700" cy="384000"/>
            </a:xfrm>
            <a:prstGeom prst="rect">
              <a:avLst/>
            </a:prstGeom>
            <a:solidFill>
              <a:schemeClr val="lt1"/>
            </a:solidFill>
            <a:ln w="9525" cap="sq"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000" dirty="0">
                  <a:solidFill>
                    <a:schemeClr val="dk1"/>
                  </a:solidFill>
                  <a:latin typeface="Arial"/>
                  <a:ea typeface="Arial"/>
                  <a:cs typeface="Arial"/>
                  <a:sym typeface="Arial"/>
                </a:rPr>
                <a:t>Feature Engineering</a:t>
              </a:r>
              <a:endParaRPr sz="1000" dirty="0">
                <a:solidFill>
                  <a:schemeClr val="dk1"/>
                </a:solidFill>
                <a:latin typeface="Arial"/>
                <a:ea typeface="Arial"/>
                <a:cs typeface="Arial"/>
                <a:sym typeface="Arial"/>
              </a:endParaRPr>
            </a:p>
          </p:txBody>
        </p:sp>
        <p:sp>
          <p:nvSpPr>
            <p:cNvPr id="559" name="Google Shape;559;p77"/>
            <p:cNvSpPr/>
            <p:nvPr/>
          </p:nvSpPr>
          <p:spPr>
            <a:xfrm>
              <a:off x="1625127" y="1658930"/>
              <a:ext cx="917700" cy="384000"/>
            </a:xfrm>
            <a:prstGeom prst="rect">
              <a:avLst/>
            </a:prstGeom>
            <a:solidFill>
              <a:schemeClr val="lt1"/>
            </a:solidFill>
            <a:ln w="9525" cap="sq"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000">
                  <a:solidFill>
                    <a:schemeClr val="dk1"/>
                  </a:solidFill>
                  <a:latin typeface="Arial"/>
                  <a:ea typeface="Arial"/>
                  <a:cs typeface="Arial"/>
                  <a:sym typeface="Arial"/>
                </a:rPr>
                <a:t>Data Sources</a:t>
              </a:r>
              <a:endParaRPr sz="1000">
                <a:solidFill>
                  <a:schemeClr val="dk1"/>
                </a:solidFill>
                <a:latin typeface="Arial"/>
                <a:ea typeface="Arial"/>
                <a:cs typeface="Arial"/>
                <a:sym typeface="Arial"/>
              </a:endParaRPr>
            </a:p>
          </p:txBody>
        </p:sp>
        <p:sp>
          <p:nvSpPr>
            <p:cNvPr id="560" name="Google Shape;560;p77"/>
            <p:cNvSpPr/>
            <p:nvPr/>
          </p:nvSpPr>
          <p:spPr>
            <a:xfrm>
              <a:off x="4111098" y="1427178"/>
              <a:ext cx="917700" cy="384000"/>
            </a:xfrm>
            <a:prstGeom prst="rect">
              <a:avLst/>
            </a:prstGeom>
            <a:solidFill>
              <a:schemeClr val="lt1"/>
            </a:solidFill>
            <a:ln w="9525" cap="sq"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000">
                  <a:solidFill>
                    <a:schemeClr val="dk1"/>
                  </a:solidFill>
                  <a:latin typeface="Arial"/>
                  <a:ea typeface="Arial"/>
                  <a:cs typeface="Arial"/>
                  <a:sym typeface="Arial"/>
                </a:rPr>
                <a:t>Derived Insights</a:t>
              </a:r>
              <a:endParaRPr sz="1000">
                <a:solidFill>
                  <a:schemeClr val="dk1"/>
                </a:solidFill>
                <a:latin typeface="Arial"/>
                <a:ea typeface="Arial"/>
                <a:cs typeface="Arial"/>
                <a:sym typeface="Arial"/>
              </a:endParaRPr>
            </a:p>
          </p:txBody>
        </p:sp>
        <p:sp>
          <p:nvSpPr>
            <p:cNvPr id="561" name="Google Shape;561;p77"/>
            <p:cNvSpPr/>
            <p:nvPr/>
          </p:nvSpPr>
          <p:spPr>
            <a:xfrm>
              <a:off x="4111097" y="1873232"/>
              <a:ext cx="917700" cy="384000"/>
            </a:xfrm>
            <a:prstGeom prst="rect">
              <a:avLst/>
            </a:prstGeom>
            <a:solidFill>
              <a:schemeClr val="lt1"/>
            </a:solidFill>
            <a:ln w="9525" cap="sq"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000">
                  <a:solidFill>
                    <a:schemeClr val="dk1"/>
                  </a:solidFill>
                  <a:latin typeface="Arial"/>
                  <a:ea typeface="Arial"/>
                  <a:cs typeface="Arial"/>
                  <a:sym typeface="Arial"/>
                </a:rPr>
                <a:t>Predictive Models</a:t>
              </a:r>
              <a:endParaRPr sz="1000">
                <a:solidFill>
                  <a:schemeClr val="dk1"/>
                </a:solidFill>
                <a:latin typeface="Arial"/>
                <a:ea typeface="Arial"/>
                <a:cs typeface="Arial"/>
                <a:sym typeface="Arial"/>
              </a:endParaRPr>
            </a:p>
          </p:txBody>
        </p:sp>
        <p:sp>
          <p:nvSpPr>
            <p:cNvPr id="562" name="Google Shape;562;p77"/>
            <p:cNvSpPr/>
            <p:nvPr/>
          </p:nvSpPr>
          <p:spPr>
            <a:xfrm>
              <a:off x="5178399" y="1427177"/>
              <a:ext cx="917700" cy="135300"/>
            </a:xfrm>
            <a:prstGeom prst="rect">
              <a:avLst/>
            </a:prstGeom>
            <a:solidFill>
              <a:schemeClr val="lt1"/>
            </a:solidFill>
            <a:ln w="9525" cap="sq" cmpd="sng">
              <a:solidFill>
                <a:schemeClr val="accent1"/>
              </a:solidFill>
              <a:prstDash val="solid"/>
              <a:round/>
              <a:headEnd type="none" w="sm" len="sm"/>
              <a:tailEnd type="none" w="sm" len="sm"/>
            </a:ln>
          </p:spPr>
          <p:txBody>
            <a:bodyPr spcFirstLastPara="1" wrap="square" lIns="0" tIns="45700" rIns="0" bIns="45700" anchor="ctr" anchorCtr="0">
              <a:noAutofit/>
            </a:bodyPr>
            <a:lstStyle/>
            <a:p>
              <a:pPr marL="0" marR="0" lvl="0" indent="0" algn="ctr" rtl="0">
                <a:spcBef>
                  <a:spcPts val="0"/>
                </a:spcBef>
                <a:spcAft>
                  <a:spcPts val="0"/>
                </a:spcAft>
                <a:buNone/>
              </a:pPr>
              <a:r>
                <a:rPr lang="en-US" sz="700">
                  <a:solidFill>
                    <a:schemeClr val="dk1"/>
                  </a:solidFill>
                  <a:latin typeface="Arial"/>
                  <a:ea typeface="Arial"/>
                  <a:cs typeface="Arial"/>
                  <a:sym typeface="Arial"/>
                </a:rPr>
                <a:t>Real-time</a:t>
              </a:r>
              <a:endParaRPr sz="700">
                <a:solidFill>
                  <a:schemeClr val="dk1"/>
                </a:solidFill>
                <a:latin typeface="Arial"/>
                <a:ea typeface="Arial"/>
                <a:cs typeface="Arial"/>
                <a:sym typeface="Arial"/>
              </a:endParaRPr>
            </a:p>
          </p:txBody>
        </p:sp>
        <p:sp>
          <p:nvSpPr>
            <p:cNvPr id="563" name="Google Shape;563;p77"/>
            <p:cNvSpPr/>
            <p:nvPr/>
          </p:nvSpPr>
          <p:spPr>
            <a:xfrm>
              <a:off x="5178400" y="1674985"/>
              <a:ext cx="917700" cy="135300"/>
            </a:xfrm>
            <a:prstGeom prst="rect">
              <a:avLst/>
            </a:prstGeom>
            <a:solidFill>
              <a:schemeClr val="lt1"/>
            </a:solidFill>
            <a:ln w="9525" cap="sq" cmpd="sng">
              <a:solidFill>
                <a:schemeClr val="accent1"/>
              </a:solidFill>
              <a:prstDash val="solid"/>
              <a:round/>
              <a:headEnd type="none" w="sm" len="sm"/>
              <a:tailEnd type="none" w="sm" len="sm"/>
            </a:ln>
          </p:spPr>
          <p:txBody>
            <a:bodyPr spcFirstLastPara="1" wrap="square" lIns="0" tIns="45700" rIns="0" bIns="45700" anchor="ctr" anchorCtr="0">
              <a:noAutofit/>
            </a:bodyPr>
            <a:lstStyle/>
            <a:p>
              <a:pPr marL="0" marR="0" lvl="0" indent="0" algn="ctr" rtl="0">
                <a:spcBef>
                  <a:spcPts val="0"/>
                </a:spcBef>
                <a:spcAft>
                  <a:spcPts val="0"/>
                </a:spcAft>
                <a:buNone/>
              </a:pPr>
              <a:r>
                <a:rPr lang="en-US" sz="700">
                  <a:solidFill>
                    <a:schemeClr val="dk1"/>
                  </a:solidFill>
                  <a:latin typeface="Arial"/>
                  <a:ea typeface="Arial"/>
                  <a:cs typeface="Arial"/>
                  <a:sym typeface="Arial"/>
                </a:rPr>
                <a:t>Batch compute</a:t>
              </a:r>
              <a:endParaRPr sz="700">
                <a:solidFill>
                  <a:schemeClr val="dk1"/>
                </a:solidFill>
                <a:latin typeface="Arial"/>
                <a:ea typeface="Arial"/>
                <a:cs typeface="Arial"/>
                <a:sym typeface="Arial"/>
              </a:endParaRPr>
            </a:p>
          </p:txBody>
        </p:sp>
        <p:sp>
          <p:nvSpPr>
            <p:cNvPr id="564" name="Google Shape;564;p77"/>
            <p:cNvSpPr/>
            <p:nvPr/>
          </p:nvSpPr>
          <p:spPr>
            <a:xfrm>
              <a:off x="5178402" y="1873232"/>
              <a:ext cx="917700" cy="135300"/>
            </a:xfrm>
            <a:prstGeom prst="rect">
              <a:avLst/>
            </a:prstGeom>
            <a:solidFill>
              <a:schemeClr val="lt1"/>
            </a:solidFill>
            <a:ln w="9525" cap="sq" cmpd="sng">
              <a:solidFill>
                <a:schemeClr val="accent1"/>
              </a:solidFill>
              <a:prstDash val="solid"/>
              <a:round/>
              <a:headEnd type="none" w="sm" len="sm"/>
              <a:tailEnd type="none" w="sm" len="sm"/>
            </a:ln>
          </p:spPr>
          <p:txBody>
            <a:bodyPr spcFirstLastPara="1" wrap="square" lIns="0" tIns="45700" rIns="0" bIns="45700" anchor="ctr" anchorCtr="0">
              <a:noAutofit/>
            </a:bodyPr>
            <a:lstStyle/>
            <a:p>
              <a:pPr marL="0" marR="0" lvl="0" indent="0" algn="ctr" rtl="0">
                <a:spcBef>
                  <a:spcPts val="0"/>
                </a:spcBef>
                <a:spcAft>
                  <a:spcPts val="0"/>
                </a:spcAft>
                <a:buNone/>
              </a:pPr>
              <a:r>
                <a:rPr lang="en-US" sz="700">
                  <a:solidFill>
                    <a:schemeClr val="dk1"/>
                  </a:solidFill>
                  <a:latin typeface="Arial"/>
                  <a:ea typeface="Arial"/>
                  <a:cs typeface="Arial"/>
                  <a:sym typeface="Arial"/>
                </a:rPr>
                <a:t>Real-time Scoring</a:t>
              </a:r>
              <a:endParaRPr sz="700">
                <a:solidFill>
                  <a:schemeClr val="dk1"/>
                </a:solidFill>
                <a:latin typeface="Arial"/>
                <a:ea typeface="Arial"/>
                <a:cs typeface="Arial"/>
                <a:sym typeface="Arial"/>
              </a:endParaRPr>
            </a:p>
          </p:txBody>
        </p:sp>
        <p:sp>
          <p:nvSpPr>
            <p:cNvPr id="565" name="Google Shape;565;p77"/>
            <p:cNvSpPr/>
            <p:nvPr/>
          </p:nvSpPr>
          <p:spPr>
            <a:xfrm>
              <a:off x="5178401" y="2121907"/>
              <a:ext cx="917700" cy="135300"/>
            </a:xfrm>
            <a:prstGeom prst="rect">
              <a:avLst/>
            </a:prstGeom>
            <a:solidFill>
              <a:schemeClr val="lt1"/>
            </a:solidFill>
            <a:ln w="9525" cap="sq" cmpd="sng">
              <a:solidFill>
                <a:schemeClr val="accent1"/>
              </a:solidFill>
              <a:prstDash val="solid"/>
              <a:round/>
              <a:headEnd type="none" w="sm" len="sm"/>
              <a:tailEnd type="none" w="sm" len="sm"/>
            </a:ln>
          </p:spPr>
          <p:txBody>
            <a:bodyPr spcFirstLastPara="1" wrap="square" lIns="0" tIns="45700" rIns="0" bIns="45700" anchor="ctr" anchorCtr="0">
              <a:noAutofit/>
            </a:bodyPr>
            <a:lstStyle/>
            <a:p>
              <a:pPr marL="0" marR="0" lvl="0" indent="0" algn="ctr" rtl="0">
                <a:spcBef>
                  <a:spcPts val="0"/>
                </a:spcBef>
                <a:spcAft>
                  <a:spcPts val="0"/>
                </a:spcAft>
                <a:buNone/>
              </a:pPr>
              <a:r>
                <a:rPr lang="en-US" sz="700" dirty="0">
                  <a:solidFill>
                    <a:schemeClr val="dk1"/>
                  </a:solidFill>
                  <a:latin typeface="Arial"/>
                  <a:ea typeface="Arial"/>
                  <a:cs typeface="Arial"/>
                  <a:sym typeface="Arial"/>
                </a:rPr>
                <a:t>Batch Scoring</a:t>
              </a:r>
              <a:endParaRPr sz="700" dirty="0">
                <a:solidFill>
                  <a:schemeClr val="dk1"/>
                </a:solidFill>
                <a:latin typeface="Arial"/>
                <a:ea typeface="Arial"/>
                <a:cs typeface="Arial"/>
                <a:sym typeface="Arial"/>
              </a:endParaRPr>
            </a:p>
          </p:txBody>
        </p:sp>
        <p:cxnSp>
          <p:nvCxnSpPr>
            <p:cNvPr id="566" name="Google Shape;566;p77"/>
            <p:cNvCxnSpPr>
              <a:stCxn id="559" idx="3"/>
              <a:endCxn id="558" idx="1"/>
            </p:cNvCxnSpPr>
            <p:nvPr/>
          </p:nvCxnSpPr>
          <p:spPr>
            <a:xfrm>
              <a:off x="2542827" y="1850930"/>
              <a:ext cx="234900" cy="0"/>
            </a:xfrm>
            <a:prstGeom prst="straightConnector1">
              <a:avLst/>
            </a:prstGeom>
            <a:solidFill>
              <a:schemeClr val="accent1"/>
            </a:solidFill>
            <a:ln w="12700" cap="sq" cmpd="sng">
              <a:solidFill>
                <a:schemeClr val="accent1"/>
              </a:solidFill>
              <a:prstDash val="solid"/>
              <a:round/>
              <a:headEnd type="none" w="sm" len="sm"/>
              <a:tailEnd type="triangle" w="med" len="med"/>
            </a:ln>
          </p:spPr>
        </p:cxnSp>
        <p:cxnSp>
          <p:nvCxnSpPr>
            <p:cNvPr id="567" name="Google Shape;567;p77"/>
            <p:cNvCxnSpPr>
              <a:stCxn id="558" idx="3"/>
              <a:endCxn id="560" idx="1"/>
            </p:cNvCxnSpPr>
            <p:nvPr/>
          </p:nvCxnSpPr>
          <p:spPr>
            <a:xfrm rot="10800000" flipH="1">
              <a:off x="3695557" y="1619030"/>
              <a:ext cx="415500" cy="231900"/>
            </a:xfrm>
            <a:prstGeom prst="straightConnector1">
              <a:avLst/>
            </a:prstGeom>
            <a:solidFill>
              <a:schemeClr val="accent1"/>
            </a:solidFill>
            <a:ln w="12700" cap="sq" cmpd="sng">
              <a:solidFill>
                <a:schemeClr val="accent1"/>
              </a:solidFill>
              <a:prstDash val="solid"/>
              <a:round/>
              <a:headEnd type="none" w="sm" len="sm"/>
              <a:tailEnd type="triangle" w="med" len="med"/>
            </a:ln>
          </p:spPr>
        </p:cxnSp>
        <p:cxnSp>
          <p:nvCxnSpPr>
            <p:cNvPr id="568" name="Google Shape;568;p77"/>
            <p:cNvCxnSpPr>
              <a:stCxn id="558" idx="3"/>
              <a:endCxn id="561" idx="1"/>
            </p:cNvCxnSpPr>
            <p:nvPr/>
          </p:nvCxnSpPr>
          <p:spPr>
            <a:xfrm>
              <a:off x="3695557" y="1850930"/>
              <a:ext cx="415500" cy="214200"/>
            </a:xfrm>
            <a:prstGeom prst="straightConnector1">
              <a:avLst/>
            </a:prstGeom>
            <a:solidFill>
              <a:schemeClr val="accent1"/>
            </a:solidFill>
            <a:ln w="12700" cap="sq" cmpd="sng">
              <a:solidFill>
                <a:schemeClr val="accent1"/>
              </a:solidFill>
              <a:prstDash val="solid"/>
              <a:round/>
              <a:headEnd type="none" w="sm" len="sm"/>
              <a:tailEnd type="triangle" w="med" len="med"/>
            </a:ln>
          </p:spPr>
        </p:cxnSp>
        <p:cxnSp>
          <p:nvCxnSpPr>
            <p:cNvPr id="569" name="Google Shape;569;p77"/>
            <p:cNvCxnSpPr>
              <a:stCxn id="560" idx="3"/>
              <a:endCxn id="562" idx="1"/>
            </p:cNvCxnSpPr>
            <p:nvPr/>
          </p:nvCxnSpPr>
          <p:spPr>
            <a:xfrm rot="10800000" flipH="1">
              <a:off x="5028798" y="1494678"/>
              <a:ext cx="149700" cy="124500"/>
            </a:xfrm>
            <a:prstGeom prst="straightConnector1">
              <a:avLst/>
            </a:prstGeom>
            <a:solidFill>
              <a:schemeClr val="accent1"/>
            </a:solidFill>
            <a:ln w="12700" cap="sq" cmpd="sng">
              <a:solidFill>
                <a:schemeClr val="accent1"/>
              </a:solidFill>
              <a:prstDash val="solid"/>
              <a:round/>
              <a:headEnd type="none" w="sm" len="sm"/>
              <a:tailEnd type="triangle" w="med" len="med"/>
            </a:ln>
          </p:spPr>
        </p:cxnSp>
        <p:cxnSp>
          <p:nvCxnSpPr>
            <p:cNvPr id="570" name="Google Shape;570;p77"/>
            <p:cNvCxnSpPr>
              <a:stCxn id="560" idx="3"/>
              <a:endCxn id="563" idx="1"/>
            </p:cNvCxnSpPr>
            <p:nvPr/>
          </p:nvCxnSpPr>
          <p:spPr>
            <a:xfrm>
              <a:off x="5028798" y="1619178"/>
              <a:ext cx="149700" cy="123600"/>
            </a:xfrm>
            <a:prstGeom prst="straightConnector1">
              <a:avLst/>
            </a:prstGeom>
            <a:solidFill>
              <a:schemeClr val="accent1"/>
            </a:solidFill>
            <a:ln w="12700" cap="sq" cmpd="sng">
              <a:solidFill>
                <a:schemeClr val="accent1"/>
              </a:solidFill>
              <a:prstDash val="solid"/>
              <a:round/>
              <a:headEnd type="none" w="sm" len="sm"/>
              <a:tailEnd type="triangle" w="med" len="med"/>
            </a:ln>
          </p:spPr>
        </p:cxnSp>
        <p:cxnSp>
          <p:nvCxnSpPr>
            <p:cNvPr id="571" name="Google Shape;571;p77"/>
            <p:cNvCxnSpPr>
              <a:stCxn id="561" idx="3"/>
              <a:endCxn id="564" idx="1"/>
            </p:cNvCxnSpPr>
            <p:nvPr/>
          </p:nvCxnSpPr>
          <p:spPr>
            <a:xfrm rot="10800000" flipH="1">
              <a:off x="5028797" y="1941032"/>
              <a:ext cx="149700" cy="124200"/>
            </a:xfrm>
            <a:prstGeom prst="straightConnector1">
              <a:avLst/>
            </a:prstGeom>
            <a:solidFill>
              <a:schemeClr val="accent1"/>
            </a:solidFill>
            <a:ln w="12700" cap="sq" cmpd="sng">
              <a:solidFill>
                <a:schemeClr val="accent1"/>
              </a:solidFill>
              <a:prstDash val="solid"/>
              <a:round/>
              <a:headEnd type="none" w="sm" len="sm"/>
              <a:tailEnd type="triangle" w="med" len="med"/>
            </a:ln>
          </p:spPr>
        </p:cxnSp>
        <p:cxnSp>
          <p:nvCxnSpPr>
            <p:cNvPr id="572" name="Google Shape;572;p77"/>
            <p:cNvCxnSpPr>
              <a:stCxn id="561" idx="3"/>
              <a:endCxn id="565" idx="1"/>
            </p:cNvCxnSpPr>
            <p:nvPr/>
          </p:nvCxnSpPr>
          <p:spPr>
            <a:xfrm>
              <a:off x="5028797" y="2065232"/>
              <a:ext cx="149700" cy="124200"/>
            </a:xfrm>
            <a:prstGeom prst="straightConnector1">
              <a:avLst/>
            </a:prstGeom>
            <a:solidFill>
              <a:schemeClr val="accent1"/>
            </a:solidFill>
            <a:ln w="12700" cap="sq" cmpd="sng">
              <a:solidFill>
                <a:schemeClr val="accent1"/>
              </a:solidFill>
              <a:prstDash val="solid"/>
              <a:round/>
              <a:headEnd type="none" w="sm" len="sm"/>
              <a:tailEnd type="triangle" w="med" len="med"/>
            </a:ln>
          </p:spPr>
        </p:cxnSp>
        <p:sp>
          <p:nvSpPr>
            <p:cNvPr id="573" name="Google Shape;573;p77"/>
            <p:cNvSpPr txBox="1"/>
            <p:nvPr/>
          </p:nvSpPr>
          <p:spPr>
            <a:xfrm>
              <a:off x="6096126" y="1394765"/>
              <a:ext cx="1093500" cy="2001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700">
                  <a:solidFill>
                    <a:schemeClr val="dk1"/>
                  </a:solidFill>
                  <a:latin typeface="Arial"/>
                  <a:ea typeface="Arial"/>
                  <a:cs typeface="Arial"/>
                  <a:sym typeface="Arial"/>
                </a:rPr>
                <a:t>e.g., Viewed Bill online</a:t>
              </a:r>
              <a:endParaRPr sz="700">
                <a:solidFill>
                  <a:schemeClr val="dk1"/>
                </a:solidFill>
                <a:latin typeface="Arial"/>
                <a:ea typeface="Arial"/>
                <a:cs typeface="Arial"/>
                <a:sym typeface="Arial"/>
              </a:endParaRPr>
            </a:p>
          </p:txBody>
        </p:sp>
        <p:sp>
          <p:nvSpPr>
            <p:cNvPr id="574" name="Google Shape;574;p77"/>
            <p:cNvSpPr txBox="1"/>
            <p:nvPr/>
          </p:nvSpPr>
          <p:spPr>
            <a:xfrm>
              <a:off x="6095400" y="1642601"/>
              <a:ext cx="1322700" cy="2001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700">
                  <a:solidFill>
                    <a:schemeClr val="dk1"/>
                  </a:solidFill>
                  <a:latin typeface="Arial"/>
                  <a:ea typeface="Arial"/>
                  <a:cs typeface="Arial"/>
                  <a:sym typeface="Arial"/>
                </a:rPr>
                <a:t>e.g., Multiple calls in a week</a:t>
              </a:r>
              <a:endParaRPr sz="700">
                <a:solidFill>
                  <a:schemeClr val="dk1"/>
                </a:solidFill>
                <a:latin typeface="Arial"/>
                <a:ea typeface="Arial"/>
                <a:cs typeface="Arial"/>
                <a:sym typeface="Arial"/>
              </a:endParaRPr>
            </a:p>
          </p:txBody>
        </p:sp>
        <p:sp>
          <p:nvSpPr>
            <p:cNvPr id="575" name="Google Shape;575;p77"/>
            <p:cNvSpPr txBox="1"/>
            <p:nvPr/>
          </p:nvSpPr>
          <p:spPr>
            <a:xfrm>
              <a:off x="6095400" y="1842783"/>
              <a:ext cx="1088700" cy="2001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700">
                  <a:solidFill>
                    <a:schemeClr val="dk1"/>
                  </a:solidFill>
                  <a:latin typeface="Arial"/>
                  <a:ea typeface="Arial"/>
                  <a:cs typeface="Arial"/>
                  <a:sym typeface="Arial"/>
                </a:rPr>
                <a:t>e.g., Propensity to call</a:t>
              </a:r>
              <a:endParaRPr sz="700">
                <a:solidFill>
                  <a:schemeClr val="dk1"/>
                </a:solidFill>
                <a:latin typeface="Arial"/>
                <a:ea typeface="Arial"/>
                <a:cs typeface="Arial"/>
                <a:sym typeface="Arial"/>
              </a:endParaRPr>
            </a:p>
          </p:txBody>
        </p:sp>
        <p:sp>
          <p:nvSpPr>
            <p:cNvPr id="576" name="Google Shape;576;p77"/>
            <p:cNvSpPr txBox="1"/>
            <p:nvPr/>
          </p:nvSpPr>
          <p:spPr>
            <a:xfrm>
              <a:off x="6095399" y="2089495"/>
              <a:ext cx="1449300" cy="2001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700">
                  <a:solidFill>
                    <a:schemeClr val="dk1"/>
                  </a:solidFill>
                  <a:latin typeface="Arial"/>
                  <a:ea typeface="Arial"/>
                  <a:cs typeface="Arial"/>
                  <a:sym typeface="Arial"/>
                </a:rPr>
                <a:t>e.g., Customer Life Time Value</a:t>
              </a:r>
              <a:endParaRPr sz="700">
                <a:solidFill>
                  <a:schemeClr val="dk1"/>
                </a:solidFill>
                <a:latin typeface="Arial"/>
                <a:ea typeface="Arial"/>
                <a:cs typeface="Arial"/>
                <a:sym typeface="Arial"/>
              </a:endParaRPr>
            </a:p>
          </p:txBody>
        </p:sp>
      </p:grpSp>
      <p:grpSp>
        <p:nvGrpSpPr>
          <p:cNvPr id="577" name="Google Shape;577;p77"/>
          <p:cNvGrpSpPr/>
          <p:nvPr/>
        </p:nvGrpSpPr>
        <p:grpSpPr>
          <a:xfrm>
            <a:off x="471509" y="1088565"/>
            <a:ext cx="8672511" cy="280044"/>
            <a:chOff x="623909" y="1137857"/>
            <a:chExt cx="8672511" cy="280044"/>
          </a:xfrm>
        </p:grpSpPr>
        <p:sp>
          <p:nvSpPr>
            <p:cNvPr id="578" name="Google Shape;578;p77"/>
            <p:cNvSpPr/>
            <p:nvPr/>
          </p:nvSpPr>
          <p:spPr>
            <a:xfrm>
              <a:off x="921920" y="1147301"/>
              <a:ext cx="8374500" cy="270600"/>
            </a:xfrm>
            <a:prstGeom prst="rect">
              <a:avLst/>
            </a:prstGeom>
            <a:noFill/>
            <a:ln>
              <a:noFill/>
            </a:ln>
          </p:spPr>
          <p:txBody>
            <a:bodyPr spcFirstLastPara="1" wrap="square" lIns="68550" tIns="68550" rIns="68550" bIns="68550" anchor="ctr" anchorCtr="0">
              <a:noAutofit/>
            </a:bodyPr>
            <a:lstStyle/>
            <a:p>
              <a:pPr marL="0" marR="0" lvl="0" indent="0" algn="l" rtl="0">
                <a:spcBef>
                  <a:spcPts val="0"/>
                </a:spcBef>
                <a:spcAft>
                  <a:spcPts val="0"/>
                </a:spcAft>
                <a:buNone/>
              </a:pPr>
              <a:r>
                <a:rPr lang="en-US" sz="1400" b="1">
                  <a:solidFill>
                    <a:srgbClr val="C00000"/>
                  </a:solidFill>
                  <a:latin typeface="Arial"/>
                  <a:ea typeface="Arial"/>
                  <a:cs typeface="Arial"/>
                  <a:sym typeface="Arial"/>
                </a:rPr>
                <a:t>Operationalize: </a:t>
              </a:r>
              <a:r>
                <a:rPr lang="en-US" sz="1200">
                  <a:solidFill>
                    <a:schemeClr val="dk1"/>
                  </a:solidFill>
                  <a:latin typeface="Arial"/>
                  <a:ea typeface="Arial"/>
                  <a:cs typeface="Arial"/>
                  <a:sym typeface="Arial"/>
                </a:rPr>
                <a:t>Capability to operationalize real-time and batch mode execution of curated insights and models</a:t>
              </a:r>
              <a:endParaRPr sz="1200">
                <a:solidFill>
                  <a:schemeClr val="dk1"/>
                </a:solidFill>
                <a:latin typeface="Arial"/>
                <a:ea typeface="Arial"/>
                <a:cs typeface="Arial"/>
                <a:sym typeface="Arial"/>
              </a:endParaRPr>
            </a:p>
          </p:txBody>
        </p:sp>
        <p:sp>
          <p:nvSpPr>
            <p:cNvPr id="579" name="Google Shape;579;p77"/>
            <p:cNvSpPr/>
            <p:nvPr/>
          </p:nvSpPr>
          <p:spPr>
            <a:xfrm>
              <a:off x="623909" y="1137857"/>
              <a:ext cx="271500" cy="271500"/>
            </a:xfrm>
            <a:prstGeom prst="ellipse">
              <a:avLst/>
            </a:prstGeom>
            <a:noFill/>
            <a:ln w="9525" cap="sq" cmpd="sng">
              <a:solidFill>
                <a:srgbClr val="C00000"/>
              </a:solidFill>
              <a:prstDash val="solid"/>
              <a:round/>
              <a:headEnd type="none" w="sm" len="sm"/>
              <a:tailEnd type="none" w="sm" len="sm"/>
            </a:ln>
          </p:spPr>
          <p:txBody>
            <a:bodyPr spcFirstLastPara="1" wrap="square" lIns="0" tIns="45700" rIns="0" bIns="45700" anchor="ctr" anchorCtr="0">
              <a:noAutofit/>
            </a:bodyPr>
            <a:lstStyle/>
            <a:p>
              <a:pPr marL="0" marR="0" lvl="0" indent="0" algn="ctr" rtl="0">
                <a:spcBef>
                  <a:spcPts val="0"/>
                </a:spcBef>
                <a:spcAft>
                  <a:spcPts val="0"/>
                </a:spcAft>
                <a:buNone/>
              </a:pPr>
              <a:r>
                <a:rPr lang="en-US" sz="1600" b="1">
                  <a:solidFill>
                    <a:schemeClr val="dk1"/>
                  </a:solidFill>
                  <a:latin typeface="Arial"/>
                  <a:ea typeface="Arial"/>
                  <a:cs typeface="Arial"/>
                  <a:sym typeface="Arial"/>
                </a:rPr>
                <a:t>3</a:t>
              </a:r>
              <a:endParaRPr/>
            </a:p>
          </p:txBody>
        </p:sp>
      </p:grpSp>
      <p:grpSp>
        <p:nvGrpSpPr>
          <p:cNvPr id="581" name="Google Shape;581;p77"/>
          <p:cNvGrpSpPr/>
          <p:nvPr/>
        </p:nvGrpSpPr>
        <p:grpSpPr>
          <a:xfrm>
            <a:off x="470181" y="2687110"/>
            <a:ext cx="8637711" cy="280044"/>
            <a:chOff x="623909" y="1137857"/>
            <a:chExt cx="8637711" cy="280044"/>
          </a:xfrm>
        </p:grpSpPr>
        <p:sp>
          <p:nvSpPr>
            <p:cNvPr id="582" name="Google Shape;582;p77"/>
            <p:cNvSpPr/>
            <p:nvPr/>
          </p:nvSpPr>
          <p:spPr>
            <a:xfrm>
              <a:off x="921920" y="1147301"/>
              <a:ext cx="8339700" cy="270600"/>
            </a:xfrm>
            <a:prstGeom prst="rect">
              <a:avLst/>
            </a:prstGeom>
            <a:noFill/>
            <a:ln>
              <a:noFill/>
            </a:ln>
          </p:spPr>
          <p:txBody>
            <a:bodyPr spcFirstLastPara="1" wrap="square" lIns="68550" tIns="68550" rIns="68550" bIns="68550" anchor="ctr" anchorCtr="0">
              <a:noAutofit/>
            </a:bodyPr>
            <a:lstStyle/>
            <a:p>
              <a:pPr marL="0" marR="0" lvl="0" indent="0" algn="l" rtl="0">
                <a:spcBef>
                  <a:spcPts val="0"/>
                </a:spcBef>
                <a:spcAft>
                  <a:spcPts val="0"/>
                </a:spcAft>
                <a:buNone/>
              </a:pPr>
              <a:r>
                <a:rPr lang="en-US" sz="1400" b="1" dirty="0">
                  <a:solidFill>
                    <a:srgbClr val="C00000"/>
                  </a:solidFill>
                  <a:latin typeface="Arial"/>
                  <a:ea typeface="Arial"/>
                  <a:cs typeface="Arial"/>
                  <a:sym typeface="Arial"/>
                </a:rPr>
                <a:t>Comprehensive: </a:t>
              </a:r>
              <a:r>
                <a:rPr lang="en-US" sz="1200" dirty="0" smtClean="0">
                  <a:solidFill>
                    <a:schemeClr val="dk1"/>
                  </a:solidFill>
                  <a:latin typeface="Arial"/>
                  <a:ea typeface="Arial"/>
                  <a:cs typeface="Arial"/>
                  <a:sym typeface="Arial"/>
                </a:rPr>
                <a:t>Next Best Action; capability </a:t>
              </a:r>
              <a:r>
                <a:rPr lang="en-US" sz="1200" dirty="0">
                  <a:solidFill>
                    <a:schemeClr val="dk1"/>
                  </a:solidFill>
                  <a:latin typeface="Arial"/>
                  <a:ea typeface="Arial"/>
                  <a:cs typeface="Arial"/>
                  <a:sym typeface="Arial"/>
                </a:rPr>
                <a:t>covering preemptive, proactive and reactive strategies for various business objectives</a:t>
              </a:r>
              <a:endParaRPr sz="1200" dirty="0">
                <a:solidFill>
                  <a:schemeClr val="dk1"/>
                </a:solidFill>
                <a:latin typeface="Arial"/>
                <a:ea typeface="Arial"/>
                <a:cs typeface="Arial"/>
                <a:sym typeface="Arial"/>
              </a:endParaRPr>
            </a:p>
          </p:txBody>
        </p:sp>
        <p:sp>
          <p:nvSpPr>
            <p:cNvPr id="583" name="Google Shape;583;p77"/>
            <p:cNvSpPr/>
            <p:nvPr/>
          </p:nvSpPr>
          <p:spPr>
            <a:xfrm>
              <a:off x="623909" y="1137857"/>
              <a:ext cx="271500" cy="271500"/>
            </a:xfrm>
            <a:prstGeom prst="ellipse">
              <a:avLst/>
            </a:prstGeom>
            <a:noFill/>
            <a:ln w="9525" cap="sq" cmpd="sng">
              <a:solidFill>
                <a:srgbClr val="C00000"/>
              </a:solidFill>
              <a:prstDash val="solid"/>
              <a:round/>
              <a:headEnd type="none" w="sm" len="sm"/>
              <a:tailEnd type="none" w="sm" len="sm"/>
            </a:ln>
          </p:spPr>
          <p:txBody>
            <a:bodyPr spcFirstLastPara="1" wrap="square" lIns="0" tIns="45700" rIns="0" bIns="45700" anchor="ctr" anchorCtr="0">
              <a:noAutofit/>
            </a:bodyPr>
            <a:lstStyle/>
            <a:p>
              <a:pPr marL="0" marR="0" lvl="0" indent="0" algn="ctr" rtl="0">
                <a:spcBef>
                  <a:spcPts val="0"/>
                </a:spcBef>
                <a:spcAft>
                  <a:spcPts val="0"/>
                </a:spcAft>
                <a:buNone/>
              </a:pPr>
              <a:r>
                <a:rPr lang="en-US" sz="1600" b="1">
                  <a:solidFill>
                    <a:schemeClr val="dk1"/>
                  </a:solidFill>
                  <a:latin typeface="Arial"/>
                  <a:ea typeface="Arial"/>
                  <a:cs typeface="Arial"/>
                  <a:sym typeface="Arial"/>
                </a:rPr>
                <a:t>4</a:t>
              </a:r>
              <a:endParaRPr sz="1600" b="1">
                <a:solidFill>
                  <a:schemeClr val="dk1"/>
                </a:solidFill>
                <a:latin typeface="Arial"/>
                <a:ea typeface="Arial"/>
                <a:cs typeface="Arial"/>
                <a:sym typeface="Arial"/>
              </a:endParaRPr>
            </a:p>
          </p:txBody>
        </p:sp>
      </p:grpSp>
      <p:sp>
        <p:nvSpPr>
          <p:cNvPr id="584" name="Google Shape;584;p77"/>
          <p:cNvSpPr/>
          <p:nvPr/>
        </p:nvSpPr>
        <p:spPr>
          <a:xfrm>
            <a:off x="1961300" y="3130886"/>
            <a:ext cx="1186500" cy="368700"/>
          </a:xfrm>
          <a:prstGeom prst="rect">
            <a:avLst/>
          </a:prstGeom>
          <a:solidFill>
            <a:srgbClr val="F2F2F2"/>
          </a:solidFill>
          <a:ln w="9525" cap="flat" cmpd="sng">
            <a:solidFill>
              <a:srgbClr val="A5A5A5"/>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spcBef>
                <a:spcPts val="0"/>
              </a:spcBef>
              <a:spcAft>
                <a:spcPts val="0"/>
              </a:spcAft>
              <a:buNone/>
            </a:pPr>
            <a:r>
              <a:rPr lang="en-US" sz="900">
                <a:solidFill>
                  <a:schemeClr val="dk1"/>
                </a:solidFill>
                <a:latin typeface="Arial"/>
                <a:ea typeface="Arial"/>
                <a:cs typeface="Arial"/>
                <a:sym typeface="Arial"/>
              </a:rPr>
              <a:t>Preemptive Actions</a:t>
            </a:r>
            <a:endParaRPr sz="1800">
              <a:solidFill>
                <a:schemeClr val="dk1"/>
              </a:solidFill>
              <a:latin typeface="Arial"/>
              <a:ea typeface="Arial"/>
              <a:cs typeface="Arial"/>
              <a:sym typeface="Arial"/>
            </a:endParaRPr>
          </a:p>
        </p:txBody>
      </p:sp>
      <p:sp>
        <p:nvSpPr>
          <p:cNvPr id="585" name="Google Shape;585;p77"/>
          <p:cNvSpPr/>
          <p:nvPr/>
        </p:nvSpPr>
        <p:spPr>
          <a:xfrm>
            <a:off x="3248910" y="3133707"/>
            <a:ext cx="1186500" cy="368700"/>
          </a:xfrm>
          <a:prstGeom prst="rect">
            <a:avLst/>
          </a:prstGeom>
          <a:solidFill>
            <a:srgbClr val="F2F2F2"/>
          </a:solidFill>
          <a:ln w="9525" cap="flat" cmpd="sng">
            <a:solidFill>
              <a:srgbClr val="A5A5A5"/>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spcBef>
                <a:spcPts val="0"/>
              </a:spcBef>
              <a:spcAft>
                <a:spcPts val="0"/>
              </a:spcAft>
              <a:buNone/>
            </a:pPr>
            <a:r>
              <a:rPr lang="en-US" sz="900">
                <a:solidFill>
                  <a:schemeClr val="dk1"/>
                </a:solidFill>
                <a:latin typeface="Arial"/>
                <a:ea typeface="Arial"/>
                <a:cs typeface="Arial"/>
                <a:sym typeface="Arial"/>
              </a:rPr>
              <a:t>Proactive Actions</a:t>
            </a:r>
            <a:endParaRPr sz="1800">
              <a:solidFill>
                <a:schemeClr val="dk1"/>
              </a:solidFill>
              <a:latin typeface="Arial"/>
              <a:ea typeface="Arial"/>
              <a:cs typeface="Arial"/>
              <a:sym typeface="Arial"/>
            </a:endParaRPr>
          </a:p>
        </p:txBody>
      </p:sp>
      <p:sp>
        <p:nvSpPr>
          <p:cNvPr id="586" name="Google Shape;586;p77"/>
          <p:cNvSpPr/>
          <p:nvPr/>
        </p:nvSpPr>
        <p:spPr>
          <a:xfrm>
            <a:off x="4536519" y="3133707"/>
            <a:ext cx="1186500" cy="368700"/>
          </a:xfrm>
          <a:prstGeom prst="rect">
            <a:avLst/>
          </a:prstGeom>
          <a:solidFill>
            <a:srgbClr val="F2F2F2"/>
          </a:solidFill>
          <a:ln w="9525" cap="flat" cmpd="sng">
            <a:solidFill>
              <a:srgbClr val="A5A5A5"/>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spcBef>
                <a:spcPts val="0"/>
              </a:spcBef>
              <a:spcAft>
                <a:spcPts val="0"/>
              </a:spcAft>
              <a:buNone/>
            </a:pPr>
            <a:r>
              <a:rPr lang="en-US" sz="900">
                <a:solidFill>
                  <a:schemeClr val="dk1"/>
                </a:solidFill>
                <a:latin typeface="Arial"/>
                <a:ea typeface="Arial"/>
                <a:cs typeface="Arial"/>
                <a:sym typeface="Arial"/>
              </a:rPr>
              <a:t>Predictions on Demand</a:t>
            </a:r>
            <a:endParaRPr sz="1800">
              <a:solidFill>
                <a:schemeClr val="dk1"/>
              </a:solidFill>
              <a:latin typeface="Arial"/>
              <a:ea typeface="Arial"/>
              <a:cs typeface="Arial"/>
              <a:sym typeface="Arial"/>
            </a:endParaRPr>
          </a:p>
        </p:txBody>
      </p:sp>
      <p:sp>
        <p:nvSpPr>
          <p:cNvPr id="587" name="Google Shape;587;p77"/>
          <p:cNvSpPr/>
          <p:nvPr/>
        </p:nvSpPr>
        <p:spPr>
          <a:xfrm>
            <a:off x="5824129" y="3130886"/>
            <a:ext cx="1186500" cy="368700"/>
          </a:xfrm>
          <a:prstGeom prst="rect">
            <a:avLst/>
          </a:prstGeom>
          <a:solidFill>
            <a:srgbClr val="F2F2F2"/>
          </a:solidFill>
          <a:ln w="9525" cap="flat" cmpd="sng">
            <a:solidFill>
              <a:srgbClr val="A5A5A5"/>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spcBef>
                <a:spcPts val="0"/>
              </a:spcBef>
              <a:spcAft>
                <a:spcPts val="0"/>
              </a:spcAft>
              <a:buNone/>
            </a:pPr>
            <a:r>
              <a:rPr lang="en-US" sz="900">
                <a:solidFill>
                  <a:schemeClr val="dk1"/>
                </a:solidFill>
                <a:latin typeface="Arial"/>
                <a:ea typeface="Arial"/>
                <a:cs typeface="Arial"/>
                <a:sym typeface="Arial"/>
              </a:rPr>
              <a:t>Prioritization</a:t>
            </a:r>
            <a:endParaRPr sz="1800">
              <a:solidFill>
                <a:schemeClr val="dk1"/>
              </a:solidFill>
              <a:latin typeface="Arial"/>
              <a:ea typeface="Arial"/>
              <a:cs typeface="Arial"/>
              <a:sym typeface="Arial"/>
            </a:endParaRPr>
          </a:p>
        </p:txBody>
      </p:sp>
      <p:grpSp>
        <p:nvGrpSpPr>
          <p:cNvPr id="588" name="Google Shape;588;p77"/>
          <p:cNvGrpSpPr/>
          <p:nvPr/>
        </p:nvGrpSpPr>
        <p:grpSpPr>
          <a:xfrm>
            <a:off x="472986" y="3736560"/>
            <a:ext cx="8637711" cy="280044"/>
            <a:chOff x="623909" y="1137857"/>
            <a:chExt cx="8637711" cy="280044"/>
          </a:xfrm>
        </p:grpSpPr>
        <p:sp>
          <p:nvSpPr>
            <p:cNvPr id="589" name="Google Shape;589;p77"/>
            <p:cNvSpPr/>
            <p:nvPr/>
          </p:nvSpPr>
          <p:spPr>
            <a:xfrm>
              <a:off x="921920" y="1147301"/>
              <a:ext cx="8339700" cy="270600"/>
            </a:xfrm>
            <a:prstGeom prst="rect">
              <a:avLst/>
            </a:prstGeom>
            <a:noFill/>
            <a:ln>
              <a:noFill/>
            </a:ln>
          </p:spPr>
          <p:txBody>
            <a:bodyPr spcFirstLastPara="1" wrap="square" lIns="68550" tIns="68550" rIns="68550" bIns="68550" anchor="ctr" anchorCtr="0">
              <a:noAutofit/>
            </a:bodyPr>
            <a:lstStyle/>
            <a:p>
              <a:pPr marL="0" marR="0" lvl="0" indent="0" algn="l" rtl="0">
                <a:spcBef>
                  <a:spcPts val="0"/>
                </a:spcBef>
                <a:spcAft>
                  <a:spcPts val="0"/>
                </a:spcAft>
                <a:buNone/>
              </a:pPr>
              <a:r>
                <a:rPr lang="en-US" b="1" dirty="0" smtClean="0">
                  <a:solidFill>
                    <a:srgbClr val="C00000"/>
                  </a:solidFill>
                </a:rPr>
                <a:t>Unified Customer Insights</a:t>
              </a:r>
              <a:r>
                <a:rPr lang="en-US" sz="1400" b="1" dirty="0" smtClean="0">
                  <a:solidFill>
                    <a:srgbClr val="C00000"/>
                  </a:solidFill>
                  <a:latin typeface="Arial"/>
                  <a:ea typeface="Arial"/>
                  <a:cs typeface="Arial"/>
                  <a:sym typeface="Arial"/>
                </a:rPr>
                <a:t>: </a:t>
              </a:r>
              <a:r>
                <a:rPr lang="en-US" sz="1200" dirty="0" smtClean="0">
                  <a:solidFill>
                    <a:schemeClr val="dk1"/>
                  </a:solidFill>
                </a:rPr>
                <a:t>Centralized intelligence across Inbound, Outbound and Engagement channels</a:t>
              </a:r>
              <a:endParaRPr sz="1200" dirty="0">
                <a:solidFill>
                  <a:schemeClr val="dk1"/>
                </a:solidFill>
                <a:latin typeface="Arial"/>
                <a:ea typeface="Arial"/>
                <a:cs typeface="Arial"/>
                <a:sym typeface="Arial"/>
              </a:endParaRPr>
            </a:p>
          </p:txBody>
        </p:sp>
        <p:sp>
          <p:nvSpPr>
            <p:cNvPr id="590" name="Google Shape;590;p77"/>
            <p:cNvSpPr/>
            <p:nvPr/>
          </p:nvSpPr>
          <p:spPr>
            <a:xfrm>
              <a:off x="623909" y="1137857"/>
              <a:ext cx="271500" cy="271500"/>
            </a:xfrm>
            <a:prstGeom prst="ellipse">
              <a:avLst/>
            </a:prstGeom>
            <a:noFill/>
            <a:ln w="9525" cap="sq" cmpd="sng">
              <a:solidFill>
                <a:srgbClr val="C00000"/>
              </a:solidFill>
              <a:prstDash val="solid"/>
              <a:round/>
              <a:headEnd type="none" w="sm" len="sm"/>
              <a:tailEnd type="none" w="sm" len="sm"/>
            </a:ln>
          </p:spPr>
          <p:txBody>
            <a:bodyPr spcFirstLastPara="1" wrap="square" lIns="0" tIns="45700" rIns="0" bIns="45700" anchor="ctr" anchorCtr="0">
              <a:noAutofit/>
            </a:bodyPr>
            <a:lstStyle/>
            <a:p>
              <a:pPr marL="0" marR="0" lvl="0" indent="0" algn="ctr" rtl="0">
                <a:spcBef>
                  <a:spcPts val="0"/>
                </a:spcBef>
                <a:spcAft>
                  <a:spcPts val="0"/>
                </a:spcAft>
                <a:buNone/>
              </a:pPr>
              <a:r>
                <a:rPr lang="en-US" sz="1600" b="1">
                  <a:solidFill>
                    <a:schemeClr val="dk1"/>
                  </a:solidFill>
                </a:rPr>
                <a:t>5</a:t>
              </a:r>
              <a:endParaRPr sz="1600" b="1">
                <a:solidFill>
                  <a:schemeClr val="dk1"/>
                </a:solidFill>
                <a:latin typeface="Arial"/>
                <a:ea typeface="Arial"/>
                <a:cs typeface="Arial"/>
                <a:sym typeface="Arial"/>
              </a:endParaRPr>
            </a:p>
          </p:txBody>
        </p:sp>
      </p:grpSp>
      <p:sp>
        <p:nvSpPr>
          <p:cNvPr id="591" name="Google Shape;591;p77"/>
          <p:cNvSpPr/>
          <p:nvPr/>
        </p:nvSpPr>
        <p:spPr>
          <a:xfrm>
            <a:off x="3236706" y="4110749"/>
            <a:ext cx="1570185" cy="368700"/>
          </a:xfrm>
          <a:prstGeom prst="rect">
            <a:avLst/>
          </a:prstGeom>
          <a:solidFill>
            <a:srgbClr val="F2F2F2"/>
          </a:solidFill>
          <a:ln w="9525" cap="flat" cmpd="sng">
            <a:solidFill>
              <a:srgbClr val="A5A5A5"/>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spcBef>
                <a:spcPts val="0"/>
              </a:spcBef>
              <a:spcAft>
                <a:spcPts val="0"/>
              </a:spcAft>
              <a:buNone/>
            </a:pPr>
            <a:r>
              <a:rPr lang="en-US" sz="900">
                <a:solidFill>
                  <a:schemeClr val="dk1"/>
                </a:solidFill>
                <a:latin typeface="Arial"/>
                <a:ea typeface="Arial"/>
                <a:cs typeface="Arial"/>
                <a:sym typeface="Arial"/>
              </a:rPr>
              <a:t>AI Market Place</a:t>
            </a:r>
            <a:endParaRPr sz="1800">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a:spLocks/>
          </p:cNvSpPr>
          <p:nvPr/>
        </p:nvSpPr>
        <p:spPr>
          <a:xfrm>
            <a:off x="0" y="785624"/>
            <a:ext cx="9144000" cy="597371"/>
          </a:xfrm>
          <a:prstGeom prst="rect">
            <a:avLst/>
          </a:prstGeom>
          <a:solidFill>
            <a:schemeClr val="bg1">
              <a:lumMod val="95000"/>
            </a:schemeClr>
          </a:solidFill>
          <a:ln>
            <a:noFill/>
          </a:ln>
        </p:spPr>
        <p:style>
          <a:lnRef idx="1">
            <a:schemeClr val="accent1"/>
          </a:lnRef>
          <a:fillRef idx="1">
            <a:schemeClr val="accent1"/>
          </a:fillRef>
          <a:effectRef idx="0">
            <a:schemeClr val="accent1"/>
          </a:effectRef>
          <a:fontRef idx="minor">
            <a:schemeClr val="lt1"/>
          </a:fontRef>
        </p:style>
        <p:txBody>
          <a:bodyPr rtlCol="0" anchor="ctr"/>
          <a:lstStyle/>
          <a:p>
            <a:pPr algn="ctr"/>
            <a:endParaRPr lang="en-US">
              <a:solidFill>
                <a:srgbClr val="FFFFFF"/>
              </a:solidFill>
              <a:uFillTx/>
            </a:endParaRPr>
          </a:p>
        </p:txBody>
      </p:sp>
      <p:sp>
        <p:nvSpPr>
          <p:cNvPr id="2" name="Title 1"/>
          <p:cNvSpPr>
            <a:spLocks noGrp="1"/>
          </p:cNvSpPr>
          <p:nvPr>
            <p:ph type="title"/>
          </p:nvPr>
        </p:nvSpPr>
        <p:spPr>
          <a:xfrm>
            <a:off x="457200" y="513263"/>
            <a:ext cx="7086600" cy="252803"/>
          </a:xfrm>
        </p:spPr>
        <p:txBody>
          <a:bodyPr>
            <a:noAutofit/>
          </a:bodyPr>
          <a:lstStyle/>
          <a:p>
            <a:r>
              <a:rPr lang="en-US" sz="2200" dirty="0"/>
              <a:t>Enterprise Standard Taxonomy</a:t>
            </a:r>
          </a:p>
        </p:txBody>
      </p:sp>
      <p:sp>
        <p:nvSpPr>
          <p:cNvPr id="4" name="Slide Number Placeholder 3"/>
          <p:cNvSpPr>
            <a:spLocks noGrp="1"/>
          </p:cNvSpPr>
          <p:nvPr>
            <p:ph type="sldNum" sz="quarter" idx="12"/>
          </p:nvPr>
        </p:nvSpPr>
        <p:spPr/>
        <p:txBody>
          <a:bodyPr/>
          <a:lstStyle/>
          <a:p>
            <a:fld id="{E12D0507-9F86-7A45-BE8E-43760B9F92AA}" type="slidenum">
              <a:rPr lang="en-US" smtClean="0">
                <a:uFillTx/>
              </a:rPr>
              <a:pPr/>
              <a:t>8</a:t>
            </a:fld>
            <a:endParaRPr lang="en-US">
              <a:uFillTx/>
            </a:endParaRPr>
          </a:p>
        </p:txBody>
      </p:sp>
      <p:graphicFrame>
        <p:nvGraphicFramePr>
          <p:cNvPr id="36" name="Table 35"/>
          <p:cNvGraphicFramePr>
            <a:graphicFrameLocks noGrp="1"/>
          </p:cNvGraphicFramePr>
          <p:nvPr>
            <p:extLst>
              <p:ext uri="{D42A27DB-BD31-4B8C-83A1-F6EECF244321}">
                <p14:modId xmlns:p14="http://schemas.microsoft.com/office/powerpoint/2010/main" val="272879442"/>
              </p:ext>
            </p:extLst>
          </p:nvPr>
        </p:nvGraphicFramePr>
        <p:xfrm>
          <a:off x="285061" y="1580869"/>
          <a:ext cx="2300977" cy="3071841"/>
        </p:xfrm>
        <a:graphic>
          <a:graphicData uri="http://schemas.openxmlformats.org/drawingml/2006/table">
            <a:tbl>
              <a:tblPr/>
              <a:tblGrid>
                <a:gridCol w="1117404"/>
                <a:gridCol w="1183573"/>
              </a:tblGrid>
              <a:tr h="137160">
                <a:tc gridSpan="2">
                  <a:txBody>
                    <a:bodyPr/>
                    <a:lstStyle/>
                    <a:p>
                      <a:pPr algn="ctr" rtl="0" fontAlgn="b"/>
                      <a:r>
                        <a:rPr lang="en-US" sz="800" b="1" dirty="0">
                          <a:solidFill>
                            <a:schemeClr val="bg1"/>
                          </a:solidFill>
                          <a:effectLst/>
                          <a:uFillTx/>
                        </a:rPr>
                        <a:t>Real-time</a:t>
                      </a:r>
                    </a:p>
                  </a:txBody>
                  <a:tcPr marL="11782" marR="11782" marT="0" marB="0" anchor="b">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chemeClr val="accent1"/>
                    </a:solidFill>
                  </a:tcPr>
                </a:tc>
                <a:tc hMerge="1">
                  <a:txBody>
                    <a:bodyPr/>
                    <a:lstStyle/>
                    <a:p>
                      <a:endParaRPr lang="en-US">
                        <a:uFillTx/>
                      </a:endParaRPr>
                    </a:p>
                  </a:txBody>
                  <a:tcPr/>
                </a:tc>
              </a:tr>
              <a:tr h="147324">
                <a:tc>
                  <a:txBody>
                    <a:bodyPr/>
                    <a:lstStyle/>
                    <a:p>
                      <a:pPr algn="ctr" rtl="0" fontAlgn="b"/>
                      <a:r>
                        <a:rPr lang="en-US" sz="800" b="1" dirty="0">
                          <a:effectLst/>
                          <a:uFillTx/>
                        </a:rPr>
                        <a:t>Feature</a:t>
                      </a:r>
                    </a:p>
                  </a:txBody>
                  <a:tcPr marL="11782" marR="11782" marT="0" marB="0" anchor="b">
                    <a:lnL w="7620" cap="flat" cmpd="sng" algn="ctr">
                      <a:solidFill>
                        <a:srgbClr val="000000"/>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c>
                  <a:txBody>
                    <a:bodyPr/>
                    <a:lstStyle/>
                    <a:p>
                      <a:pPr algn="ctr" rtl="0" fontAlgn="b"/>
                      <a:r>
                        <a:rPr lang="en-US" sz="800" b="1" dirty="0">
                          <a:effectLst/>
                          <a:uFillTx/>
                        </a:rPr>
                        <a:t>Value</a:t>
                      </a:r>
                    </a:p>
                  </a:txBody>
                  <a:tcPr marL="11782" marR="11782" marT="0" marB="0" anchor="b">
                    <a:lnL w="7620" cap="flat" cmpd="sng" algn="ctr">
                      <a:solidFill>
                        <a:srgbClr val="CCCCCC"/>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r>
              <a:tr h="146703">
                <a:tc>
                  <a:txBody>
                    <a:bodyPr/>
                    <a:lstStyle/>
                    <a:p>
                      <a:pPr marL="0" algn="l" defTabSz="457200" rtl="0" eaLnBrk="1" fontAlgn="b" latinLnBrk="0" hangingPunct="1"/>
                      <a:r>
                        <a:rPr lang="en-US" sz="800" kern="1200" dirty="0">
                          <a:solidFill>
                            <a:schemeClr val="tx1"/>
                          </a:solidFill>
                          <a:effectLst/>
                          <a:uFillTx/>
                          <a:latin typeface="+mn-lt"/>
                          <a:ea typeface="+mn-ea"/>
                          <a:cs typeface="+mn-cs"/>
                        </a:rPr>
                        <a:t>Referrer URL</a:t>
                      </a:r>
                    </a:p>
                  </a:txBody>
                  <a:tcPr marL="11782" marR="11782" marT="0" marB="0" anchor="b">
                    <a:lnL w="7620" cap="flat" cmpd="sng" algn="ctr">
                      <a:solidFill>
                        <a:srgbClr val="000000"/>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c>
                  <a:txBody>
                    <a:bodyPr/>
                    <a:lstStyle/>
                    <a:p>
                      <a:pPr marL="0" algn="l" defTabSz="457200" rtl="0" eaLnBrk="1" fontAlgn="b" latinLnBrk="0" hangingPunct="1"/>
                      <a:r>
                        <a:rPr lang="en-US" sz="800" kern="1200" dirty="0" smtClean="0">
                          <a:solidFill>
                            <a:schemeClr val="tx1"/>
                          </a:solidFill>
                          <a:effectLst/>
                          <a:uFillTx/>
                          <a:latin typeface="+mn-lt"/>
                          <a:ea typeface="+mn-ea"/>
                          <a:cs typeface="+mn-cs"/>
                        </a:rPr>
                        <a:t>Vzwdeals.com</a:t>
                      </a:r>
                      <a:endParaRPr lang="en-US" sz="800" kern="1200" dirty="0">
                        <a:solidFill>
                          <a:schemeClr val="tx1"/>
                        </a:solidFill>
                        <a:effectLst/>
                        <a:uFillTx/>
                        <a:latin typeface="+mn-lt"/>
                        <a:ea typeface="+mn-ea"/>
                        <a:cs typeface="+mn-cs"/>
                      </a:endParaRPr>
                    </a:p>
                  </a:txBody>
                  <a:tcPr marL="11782" marR="11782" marT="0" marB="0" anchor="b">
                    <a:lnL w="7620" cap="flat" cmpd="sng" algn="ctr">
                      <a:solidFill>
                        <a:srgbClr val="CCCCCC"/>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r>
              <a:tr h="146703">
                <a:tc>
                  <a:txBody>
                    <a:bodyPr/>
                    <a:lstStyle/>
                    <a:p>
                      <a:pPr rtl="0" fontAlgn="b"/>
                      <a:r>
                        <a:rPr lang="en-US" sz="800" dirty="0">
                          <a:effectLst/>
                          <a:uFillTx/>
                        </a:rPr>
                        <a:t>Campaign </a:t>
                      </a:r>
                      <a:r>
                        <a:rPr lang="en-US" sz="800" dirty="0" smtClean="0">
                          <a:effectLst/>
                          <a:uFillTx/>
                        </a:rPr>
                        <a:t>source</a:t>
                      </a:r>
                      <a:endParaRPr lang="en-US" sz="800" dirty="0">
                        <a:effectLst/>
                        <a:uFillTx/>
                      </a:endParaRPr>
                    </a:p>
                  </a:txBody>
                  <a:tcPr marL="11782" marR="11782" marT="0" marB="0" anchor="b">
                    <a:lnL w="7620" cap="flat" cmpd="sng" algn="ctr">
                      <a:solidFill>
                        <a:srgbClr val="000000"/>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c>
                  <a:txBody>
                    <a:bodyPr/>
                    <a:lstStyle/>
                    <a:p>
                      <a:pPr rtl="0" fontAlgn="b"/>
                      <a:r>
                        <a:rPr lang="en-US" sz="800" dirty="0">
                          <a:effectLst/>
                          <a:uFillTx/>
                        </a:rPr>
                        <a:t>paid search</a:t>
                      </a:r>
                    </a:p>
                  </a:txBody>
                  <a:tcPr marL="11782" marR="11782" marT="0" marB="0" anchor="b">
                    <a:lnL w="7620" cap="flat" cmpd="sng" algn="ctr">
                      <a:solidFill>
                        <a:srgbClr val="CCCCCC"/>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r>
              <a:tr h="146703">
                <a:tc>
                  <a:txBody>
                    <a:bodyPr/>
                    <a:lstStyle/>
                    <a:p>
                      <a:pPr rtl="0" fontAlgn="b"/>
                      <a:r>
                        <a:rPr lang="en-US" sz="800" dirty="0">
                          <a:effectLst/>
                          <a:uFillTx/>
                        </a:rPr>
                        <a:t>session start date time</a:t>
                      </a:r>
                    </a:p>
                  </a:txBody>
                  <a:tcPr marL="11782" marR="11782" marT="0" marB="0" anchor="b">
                    <a:lnL w="7620" cap="flat" cmpd="sng" algn="ctr">
                      <a:solidFill>
                        <a:srgbClr val="000000"/>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c>
                  <a:txBody>
                    <a:bodyPr/>
                    <a:lstStyle/>
                    <a:p>
                      <a:pPr rtl="0" fontAlgn="b"/>
                      <a:r>
                        <a:rPr lang="en-US" sz="800" dirty="0">
                          <a:effectLst/>
                          <a:uFillTx/>
                        </a:rPr>
                        <a:t>06/18/2018 14:22:09</a:t>
                      </a:r>
                    </a:p>
                  </a:txBody>
                  <a:tcPr marL="11782" marR="11782" marT="0" marB="0" anchor="b">
                    <a:lnL w="7620" cap="flat" cmpd="sng" algn="ctr">
                      <a:solidFill>
                        <a:srgbClr val="CCCCCC"/>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r>
              <a:tr h="146703">
                <a:tc>
                  <a:txBody>
                    <a:bodyPr/>
                    <a:lstStyle/>
                    <a:p>
                      <a:pPr rtl="0" fontAlgn="b"/>
                      <a:r>
                        <a:rPr lang="en-US" sz="800" dirty="0">
                          <a:effectLst/>
                          <a:uFillTx/>
                        </a:rPr>
                        <a:t>Visit device type</a:t>
                      </a:r>
                    </a:p>
                  </a:txBody>
                  <a:tcPr marL="11782" marR="11782" marT="0" marB="0" anchor="b">
                    <a:lnL w="7620" cap="flat" cmpd="sng" algn="ctr">
                      <a:solidFill>
                        <a:srgbClr val="000000"/>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c>
                  <a:txBody>
                    <a:bodyPr/>
                    <a:lstStyle/>
                    <a:p>
                      <a:pPr rtl="0" fontAlgn="b"/>
                      <a:r>
                        <a:rPr lang="en-US" sz="800" dirty="0">
                          <a:effectLst/>
                          <a:uFillTx/>
                        </a:rPr>
                        <a:t>Mobile</a:t>
                      </a:r>
                    </a:p>
                  </a:txBody>
                  <a:tcPr marL="11782" marR="11782" marT="0" marB="0" anchor="b">
                    <a:lnL w="7620" cap="flat" cmpd="sng" algn="ctr">
                      <a:solidFill>
                        <a:srgbClr val="CCCCCC"/>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r>
              <a:tr h="146703">
                <a:tc>
                  <a:txBody>
                    <a:bodyPr/>
                    <a:lstStyle/>
                    <a:p>
                      <a:pPr rtl="0" fontAlgn="b"/>
                      <a:r>
                        <a:rPr lang="en-US" sz="800" dirty="0">
                          <a:effectLst/>
                          <a:uFillTx/>
                        </a:rPr>
                        <a:t>Keyword </a:t>
                      </a:r>
                      <a:r>
                        <a:rPr lang="en-US" sz="800" dirty="0" smtClean="0">
                          <a:effectLst/>
                          <a:uFillTx/>
                        </a:rPr>
                        <a:t>search</a:t>
                      </a:r>
                      <a:endParaRPr lang="en-US" sz="800" dirty="0">
                        <a:effectLst/>
                        <a:uFillTx/>
                      </a:endParaRPr>
                    </a:p>
                  </a:txBody>
                  <a:tcPr marL="11782" marR="11782" marT="0" marB="0" anchor="b">
                    <a:lnL w="7620" cap="flat" cmpd="sng" algn="ctr">
                      <a:solidFill>
                        <a:srgbClr val="000000"/>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c>
                  <a:txBody>
                    <a:bodyPr/>
                    <a:lstStyle/>
                    <a:p>
                      <a:pPr rtl="0" fontAlgn="b"/>
                      <a:r>
                        <a:rPr lang="en-US" sz="800" dirty="0">
                          <a:effectLst/>
                          <a:uFillTx/>
                        </a:rPr>
                        <a:t>Iphone8</a:t>
                      </a:r>
                    </a:p>
                  </a:txBody>
                  <a:tcPr marL="11782" marR="11782" marT="0" marB="0" anchor="b">
                    <a:lnL w="7620" cap="flat" cmpd="sng" algn="ctr">
                      <a:solidFill>
                        <a:srgbClr val="CCCCCC"/>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r>
              <a:tr h="146703">
                <a:tc>
                  <a:txBody>
                    <a:bodyPr/>
                    <a:lstStyle/>
                    <a:p>
                      <a:pPr rtl="0" fontAlgn="b"/>
                      <a:r>
                        <a:rPr lang="en-US" sz="800">
                          <a:effectLst/>
                          <a:uFillTx/>
                        </a:rPr>
                        <a:t>Save cart customer </a:t>
                      </a:r>
                    </a:p>
                  </a:txBody>
                  <a:tcPr marL="11782" marR="11782" marT="0" marB="0" anchor="b">
                    <a:lnL w="7620" cap="flat" cmpd="sng" algn="ctr">
                      <a:solidFill>
                        <a:srgbClr val="000000"/>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c>
                  <a:txBody>
                    <a:bodyPr/>
                    <a:lstStyle/>
                    <a:p>
                      <a:pPr rtl="0" fontAlgn="b"/>
                      <a:r>
                        <a:rPr lang="en-US" sz="800" dirty="0">
                          <a:effectLst/>
                          <a:uFillTx/>
                        </a:rPr>
                        <a:t>N</a:t>
                      </a:r>
                    </a:p>
                  </a:txBody>
                  <a:tcPr marL="11782" marR="11782" marT="0" marB="0" anchor="b">
                    <a:lnL w="7620" cap="flat" cmpd="sng" algn="ctr">
                      <a:solidFill>
                        <a:srgbClr val="CCCCCC"/>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r>
              <a:tr h="146703">
                <a:tc>
                  <a:txBody>
                    <a:bodyPr/>
                    <a:lstStyle/>
                    <a:p>
                      <a:pPr rtl="0" fontAlgn="b"/>
                      <a:r>
                        <a:rPr lang="en-US" sz="800" dirty="0">
                          <a:effectLst/>
                          <a:uFillTx/>
                        </a:rPr>
                        <a:t>Cart prod type</a:t>
                      </a:r>
                    </a:p>
                  </a:txBody>
                  <a:tcPr marL="11782" marR="11782" marT="0" marB="0" anchor="b">
                    <a:lnL w="7620" cap="flat" cmpd="sng" algn="ctr">
                      <a:solidFill>
                        <a:srgbClr val="000000"/>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c>
                  <a:txBody>
                    <a:bodyPr/>
                    <a:lstStyle/>
                    <a:p>
                      <a:pPr rtl="0" fontAlgn="b"/>
                      <a:r>
                        <a:rPr lang="en-US" sz="800" dirty="0">
                          <a:effectLst/>
                          <a:uFillTx/>
                        </a:rPr>
                        <a:t>Iphone8 | IPhone 8 Plus</a:t>
                      </a:r>
                    </a:p>
                  </a:txBody>
                  <a:tcPr marL="11782" marR="11782" marT="0" marB="0" anchor="b">
                    <a:lnL w="7620" cap="flat" cmpd="sng" algn="ctr">
                      <a:solidFill>
                        <a:srgbClr val="CCCCCC"/>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r>
              <a:tr h="146703">
                <a:tc>
                  <a:txBody>
                    <a:bodyPr/>
                    <a:lstStyle/>
                    <a:p>
                      <a:pPr rtl="0" fontAlgn="b"/>
                      <a:r>
                        <a:rPr lang="en-US" sz="800">
                          <a:effectLst/>
                          <a:uFillTx/>
                        </a:rPr>
                        <a:t>Device color selected</a:t>
                      </a:r>
                    </a:p>
                  </a:txBody>
                  <a:tcPr marL="11782" marR="11782" marT="0" marB="0" anchor="b">
                    <a:lnL w="7620" cap="flat" cmpd="sng" algn="ctr">
                      <a:solidFill>
                        <a:srgbClr val="000000"/>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c>
                  <a:txBody>
                    <a:bodyPr/>
                    <a:lstStyle/>
                    <a:p>
                      <a:pPr rtl="0" fontAlgn="b"/>
                      <a:r>
                        <a:rPr lang="en-US" sz="800" dirty="0">
                          <a:effectLst/>
                          <a:uFillTx/>
                        </a:rPr>
                        <a:t>Black</a:t>
                      </a:r>
                    </a:p>
                  </a:txBody>
                  <a:tcPr marL="11782" marR="11782" marT="0" marB="0" anchor="b">
                    <a:lnL w="7620" cap="flat" cmpd="sng" algn="ctr">
                      <a:solidFill>
                        <a:srgbClr val="CCCCCC"/>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r>
              <a:tr h="146703">
                <a:tc>
                  <a:txBody>
                    <a:bodyPr/>
                    <a:lstStyle/>
                    <a:p>
                      <a:pPr rtl="0" fontAlgn="b"/>
                      <a:r>
                        <a:rPr lang="en-US" sz="800">
                          <a:effectLst/>
                          <a:uFillTx/>
                        </a:rPr>
                        <a:t>Flow type</a:t>
                      </a:r>
                    </a:p>
                  </a:txBody>
                  <a:tcPr marL="11782" marR="11782" marT="0" marB="0" anchor="b">
                    <a:lnL w="7620" cap="flat" cmpd="sng" algn="ctr">
                      <a:solidFill>
                        <a:srgbClr val="000000"/>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c>
                  <a:txBody>
                    <a:bodyPr/>
                    <a:lstStyle/>
                    <a:p>
                      <a:pPr rtl="0" fontAlgn="b"/>
                      <a:r>
                        <a:rPr lang="en-US" sz="800" dirty="0">
                          <a:effectLst/>
                          <a:uFillTx/>
                        </a:rPr>
                        <a:t>EUP</a:t>
                      </a:r>
                    </a:p>
                  </a:txBody>
                  <a:tcPr marL="11782" marR="11782" marT="0" marB="0" anchor="b">
                    <a:lnL w="7620" cap="flat" cmpd="sng" algn="ctr">
                      <a:solidFill>
                        <a:srgbClr val="CCCCCC"/>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r>
              <a:tr h="146703">
                <a:tc>
                  <a:txBody>
                    <a:bodyPr/>
                    <a:lstStyle/>
                    <a:p>
                      <a:pPr rtl="0" fontAlgn="b"/>
                      <a:r>
                        <a:rPr lang="en-US" sz="800">
                          <a:effectLst/>
                          <a:uFillTx/>
                        </a:rPr>
                        <a:t>Plan selected</a:t>
                      </a:r>
                    </a:p>
                  </a:txBody>
                  <a:tcPr marL="11782" marR="11782" marT="0" marB="0" anchor="b">
                    <a:lnL w="7620" cap="flat" cmpd="sng" algn="ctr">
                      <a:solidFill>
                        <a:srgbClr val="000000"/>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c>
                  <a:txBody>
                    <a:bodyPr/>
                    <a:lstStyle/>
                    <a:p>
                      <a:pPr rtl="0" fontAlgn="b"/>
                      <a:r>
                        <a:rPr lang="en-US" sz="800" dirty="0">
                          <a:effectLst/>
                          <a:uFillTx/>
                        </a:rPr>
                        <a:t>unlimited</a:t>
                      </a:r>
                    </a:p>
                  </a:txBody>
                  <a:tcPr marL="11782" marR="11782" marT="0" marB="0" anchor="b">
                    <a:lnL w="7620" cap="flat" cmpd="sng" algn="ctr">
                      <a:solidFill>
                        <a:srgbClr val="CCCCCC"/>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r>
              <a:tr h="146703">
                <a:tc>
                  <a:txBody>
                    <a:bodyPr/>
                    <a:lstStyle/>
                    <a:p>
                      <a:pPr rtl="0" fontAlgn="b"/>
                      <a:r>
                        <a:rPr lang="en-US" sz="800" dirty="0">
                          <a:effectLst/>
                          <a:uFillTx/>
                        </a:rPr>
                        <a:t>Visit </a:t>
                      </a:r>
                      <a:r>
                        <a:rPr lang="en-US" sz="800" dirty="0" smtClean="0">
                          <a:effectLst/>
                          <a:uFillTx/>
                        </a:rPr>
                        <a:t>context</a:t>
                      </a:r>
                      <a:endParaRPr lang="en-US" sz="800" dirty="0">
                        <a:effectLst/>
                        <a:uFillTx/>
                      </a:endParaRPr>
                    </a:p>
                  </a:txBody>
                  <a:tcPr marL="11782" marR="11782" marT="0" marB="0" anchor="b">
                    <a:lnL w="7620" cap="flat" cmpd="sng" algn="ctr">
                      <a:solidFill>
                        <a:srgbClr val="000000"/>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c>
                  <a:txBody>
                    <a:bodyPr/>
                    <a:lstStyle/>
                    <a:p>
                      <a:pPr rtl="0" fontAlgn="b"/>
                      <a:r>
                        <a:rPr lang="en-US" sz="800" dirty="0">
                          <a:effectLst/>
                          <a:uFillTx/>
                        </a:rPr>
                        <a:t>sales</a:t>
                      </a:r>
                    </a:p>
                  </a:txBody>
                  <a:tcPr marL="11782" marR="11782" marT="0" marB="0" anchor="b">
                    <a:lnL w="7620" cap="flat" cmpd="sng" algn="ctr">
                      <a:solidFill>
                        <a:srgbClr val="CCCCCC"/>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r>
              <a:tr h="146703">
                <a:tc>
                  <a:txBody>
                    <a:bodyPr/>
                    <a:lstStyle/>
                    <a:p>
                      <a:pPr rtl="0" fontAlgn="b"/>
                      <a:r>
                        <a:rPr lang="en-US" sz="800">
                          <a:effectLst/>
                          <a:uFillTx/>
                        </a:rPr>
                        <a:t>Deposit required </a:t>
                      </a:r>
                    </a:p>
                  </a:txBody>
                  <a:tcPr marL="11782" marR="11782" marT="0" marB="0" anchor="b">
                    <a:lnL w="7620" cap="flat" cmpd="sng" algn="ctr">
                      <a:solidFill>
                        <a:srgbClr val="000000"/>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c>
                  <a:txBody>
                    <a:bodyPr/>
                    <a:lstStyle/>
                    <a:p>
                      <a:pPr rtl="0" fontAlgn="b"/>
                      <a:r>
                        <a:rPr lang="en-US" sz="800" dirty="0">
                          <a:effectLst/>
                          <a:uFillTx/>
                        </a:rPr>
                        <a:t>N</a:t>
                      </a:r>
                    </a:p>
                  </a:txBody>
                  <a:tcPr marL="11782" marR="11782" marT="0" marB="0" anchor="b">
                    <a:lnL w="7620" cap="flat" cmpd="sng" algn="ctr">
                      <a:solidFill>
                        <a:srgbClr val="CCCCCC"/>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r>
              <a:tr h="146703">
                <a:tc>
                  <a:txBody>
                    <a:bodyPr/>
                    <a:lstStyle/>
                    <a:p>
                      <a:pPr rtl="0" fontAlgn="b"/>
                      <a:r>
                        <a:rPr lang="en-US" sz="800">
                          <a:effectLst/>
                          <a:uFillTx/>
                        </a:rPr>
                        <a:t>order placed</a:t>
                      </a:r>
                    </a:p>
                  </a:txBody>
                  <a:tcPr marL="11782" marR="11782" marT="0" marB="0" anchor="b">
                    <a:lnL w="7620" cap="flat" cmpd="sng" algn="ctr">
                      <a:solidFill>
                        <a:srgbClr val="000000"/>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c>
                  <a:txBody>
                    <a:bodyPr/>
                    <a:lstStyle/>
                    <a:p>
                      <a:pPr rtl="0" fontAlgn="b"/>
                      <a:r>
                        <a:rPr lang="en-US" sz="800" dirty="0">
                          <a:effectLst/>
                          <a:uFillTx/>
                        </a:rPr>
                        <a:t>N</a:t>
                      </a:r>
                    </a:p>
                  </a:txBody>
                  <a:tcPr marL="11782" marR="11782" marT="0" marB="0" anchor="b">
                    <a:lnL w="7620" cap="flat" cmpd="sng" algn="ctr">
                      <a:solidFill>
                        <a:srgbClr val="CCCCCC"/>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r>
              <a:tr h="146703">
                <a:tc>
                  <a:txBody>
                    <a:bodyPr/>
                    <a:lstStyle/>
                    <a:p>
                      <a:pPr rtl="0" fontAlgn="b"/>
                      <a:r>
                        <a:rPr lang="en-US" sz="800">
                          <a:effectLst/>
                          <a:uFillTx/>
                        </a:rPr>
                        <a:t>exit page</a:t>
                      </a:r>
                    </a:p>
                  </a:txBody>
                  <a:tcPr marL="11782" marR="11782" marT="0" marB="0" anchor="b">
                    <a:lnL w="7620" cap="flat" cmpd="sng" algn="ctr">
                      <a:solidFill>
                        <a:srgbClr val="000000"/>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c>
                  <a:txBody>
                    <a:bodyPr/>
                    <a:lstStyle/>
                    <a:p>
                      <a:pPr rtl="0" fontAlgn="b"/>
                      <a:r>
                        <a:rPr lang="en-US" sz="800" dirty="0">
                          <a:effectLst/>
                          <a:uFillTx/>
                        </a:rPr>
                        <a:t>checkout</a:t>
                      </a:r>
                    </a:p>
                  </a:txBody>
                  <a:tcPr marL="11782" marR="11782" marT="0" marB="0" anchor="b">
                    <a:lnL w="7620" cap="flat" cmpd="sng" algn="ctr">
                      <a:solidFill>
                        <a:srgbClr val="CCCCCC"/>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r>
              <a:tr h="146703">
                <a:tc>
                  <a:txBody>
                    <a:bodyPr/>
                    <a:lstStyle/>
                    <a:p>
                      <a:pPr rtl="0" fontAlgn="b"/>
                      <a:r>
                        <a:rPr lang="en-US" sz="800" dirty="0">
                          <a:effectLst/>
                          <a:uFillTx/>
                        </a:rPr>
                        <a:t>Session end </a:t>
                      </a:r>
                      <a:r>
                        <a:rPr lang="en-US" sz="800" dirty="0" smtClean="0">
                          <a:effectLst/>
                          <a:uFillTx/>
                        </a:rPr>
                        <a:t>time</a:t>
                      </a:r>
                      <a:endParaRPr lang="en-US" sz="800" dirty="0">
                        <a:effectLst/>
                        <a:uFillTx/>
                      </a:endParaRPr>
                    </a:p>
                  </a:txBody>
                  <a:tcPr marL="11782" marR="11782" marT="0" marB="0" anchor="b">
                    <a:lnL w="7620" cap="flat" cmpd="sng" algn="ctr">
                      <a:solidFill>
                        <a:srgbClr val="000000"/>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c>
                  <a:txBody>
                    <a:bodyPr/>
                    <a:lstStyle/>
                    <a:p>
                      <a:pPr rtl="0" fontAlgn="b"/>
                      <a:r>
                        <a:rPr lang="en-US" sz="800" dirty="0">
                          <a:effectLst/>
                          <a:uFillTx/>
                        </a:rPr>
                        <a:t>06/18/2018 15:19:31</a:t>
                      </a:r>
                    </a:p>
                  </a:txBody>
                  <a:tcPr marL="11782" marR="11782" marT="0" marB="0" anchor="b">
                    <a:lnL w="7620" cap="flat" cmpd="sng" algn="ctr">
                      <a:solidFill>
                        <a:srgbClr val="CCCCCC"/>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r>
              <a:tr h="146703">
                <a:tc>
                  <a:txBody>
                    <a:bodyPr/>
                    <a:lstStyle/>
                    <a:p>
                      <a:pPr rtl="0" fontAlgn="b"/>
                      <a:r>
                        <a:rPr lang="en-US" sz="800">
                          <a:effectLst/>
                          <a:uFillTx/>
                        </a:rPr>
                        <a:t>Session duration </a:t>
                      </a:r>
                    </a:p>
                  </a:txBody>
                  <a:tcPr marL="11782" marR="11782" marT="0" marB="0" anchor="b">
                    <a:lnL w="7620" cap="flat" cmpd="sng" algn="ctr">
                      <a:solidFill>
                        <a:srgbClr val="000000"/>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c>
                  <a:txBody>
                    <a:bodyPr/>
                    <a:lstStyle/>
                    <a:p>
                      <a:pPr rtl="0" fontAlgn="b"/>
                      <a:r>
                        <a:rPr lang="en-US" sz="800" dirty="0">
                          <a:effectLst/>
                          <a:uFillTx/>
                        </a:rPr>
                        <a:t>15 mins</a:t>
                      </a:r>
                    </a:p>
                  </a:txBody>
                  <a:tcPr marL="11782" marR="11782" marT="0" marB="0" anchor="b">
                    <a:lnL w="7620" cap="flat" cmpd="sng" algn="ctr">
                      <a:solidFill>
                        <a:srgbClr val="CCCCCC"/>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r>
              <a:tr h="146703">
                <a:tc>
                  <a:txBody>
                    <a:bodyPr/>
                    <a:lstStyle/>
                    <a:p>
                      <a:pPr rtl="0" fontAlgn="b"/>
                      <a:r>
                        <a:rPr lang="en-US" sz="800" dirty="0">
                          <a:effectLst/>
                          <a:uFillTx/>
                        </a:rPr>
                        <a:t>Chat </a:t>
                      </a:r>
                      <a:r>
                        <a:rPr lang="en-US" sz="800" dirty="0" smtClean="0">
                          <a:effectLst/>
                          <a:uFillTx/>
                        </a:rPr>
                        <a:t>launch </a:t>
                      </a:r>
                      <a:r>
                        <a:rPr lang="en-US" sz="800" dirty="0">
                          <a:effectLst/>
                          <a:uFillTx/>
                        </a:rPr>
                        <a:t>page</a:t>
                      </a:r>
                    </a:p>
                  </a:txBody>
                  <a:tcPr marL="11782" marR="11782" marT="0" marB="0" anchor="b">
                    <a:lnL w="7620" cap="flat" cmpd="sng" algn="ctr">
                      <a:solidFill>
                        <a:srgbClr val="000000"/>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c>
                  <a:txBody>
                    <a:bodyPr/>
                    <a:lstStyle/>
                    <a:p>
                      <a:pPr rtl="0" fontAlgn="b"/>
                      <a:r>
                        <a:rPr lang="en-US" sz="800" dirty="0">
                          <a:effectLst/>
                          <a:uFillTx/>
                        </a:rPr>
                        <a:t>config</a:t>
                      </a:r>
                    </a:p>
                  </a:txBody>
                  <a:tcPr marL="11782" marR="11782" marT="0" marB="0" anchor="b">
                    <a:lnL w="7620" cap="flat" cmpd="sng" algn="ctr">
                      <a:solidFill>
                        <a:srgbClr val="CCCCCC"/>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r>
              <a:tr h="146703">
                <a:tc>
                  <a:txBody>
                    <a:bodyPr/>
                    <a:lstStyle/>
                    <a:p>
                      <a:pPr rtl="0" fontAlgn="b"/>
                      <a:r>
                        <a:rPr lang="en-US" sz="800">
                          <a:effectLst/>
                          <a:uFillTx/>
                        </a:rPr>
                        <a:t>Chat type</a:t>
                      </a:r>
                    </a:p>
                  </a:txBody>
                  <a:tcPr marL="11782" marR="11782" marT="0" marB="0" anchor="b">
                    <a:lnL w="7620" cap="flat" cmpd="sng" algn="ctr">
                      <a:solidFill>
                        <a:srgbClr val="000000"/>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c>
                  <a:txBody>
                    <a:bodyPr/>
                    <a:lstStyle/>
                    <a:p>
                      <a:pPr rtl="0" fontAlgn="b"/>
                      <a:r>
                        <a:rPr lang="en-US" sz="800" dirty="0">
                          <a:effectLst/>
                          <a:uFillTx/>
                        </a:rPr>
                        <a:t>Proactive</a:t>
                      </a:r>
                    </a:p>
                  </a:txBody>
                  <a:tcPr marL="11782" marR="11782" marT="0" marB="0" anchor="b">
                    <a:lnL w="7620" cap="flat" cmpd="sng" algn="ctr">
                      <a:solidFill>
                        <a:srgbClr val="CCCCCC"/>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r>
              <a:tr h="146703">
                <a:tc>
                  <a:txBody>
                    <a:bodyPr/>
                    <a:lstStyle/>
                    <a:p>
                      <a:pPr rtl="0" fontAlgn="b"/>
                      <a:r>
                        <a:rPr lang="en-US" sz="800" dirty="0">
                          <a:effectLst/>
                          <a:uFillTx/>
                        </a:rPr>
                        <a:t>Chat interacted</a:t>
                      </a:r>
                    </a:p>
                  </a:txBody>
                  <a:tcPr marL="11782" marR="11782" marT="0" marB="0" anchor="b">
                    <a:lnL w="7620" cap="flat" cmpd="sng" algn="ctr">
                      <a:solidFill>
                        <a:srgbClr val="000000"/>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000000"/>
                      </a:solidFill>
                      <a:prstDash val="solid"/>
                      <a:round/>
                      <a:headEnd type="none" w="med" len="med"/>
                      <a:tailEnd type="none" w="med" len="med"/>
                    </a:lnB>
                  </a:tcPr>
                </a:tc>
                <a:tc>
                  <a:txBody>
                    <a:bodyPr/>
                    <a:lstStyle/>
                    <a:p>
                      <a:pPr rtl="0" fontAlgn="b"/>
                      <a:r>
                        <a:rPr lang="en-US" sz="800" dirty="0">
                          <a:effectLst/>
                          <a:uFillTx/>
                        </a:rPr>
                        <a:t>Y</a:t>
                      </a:r>
                    </a:p>
                  </a:txBody>
                  <a:tcPr marL="11782" marR="11782" marT="0" marB="0" anchor="b">
                    <a:lnL w="7620" cap="flat" cmpd="sng" algn="ctr">
                      <a:solidFill>
                        <a:srgbClr val="CCCCCC"/>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000000"/>
                      </a:solidFill>
                      <a:prstDash val="solid"/>
                      <a:round/>
                      <a:headEnd type="none" w="med" len="med"/>
                      <a:tailEnd type="none" w="med" len="med"/>
                    </a:lnB>
                  </a:tcPr>
                </a:tc>
              </a:tr>
            </a:tbl>
          </a:graphicData>
        </a:graphic>
      </p:graphicFrame>
      <p:graphicFrame>
        <p:nvGraphicFramePr>
          <p:cNvPr id="37" name="Table 36"/>
          <p:cNvGraphicFramePr>
            <a:graphicFrameLocks noGrp="1"/>
          </p:cNvGraphicFramePr>
          <p:nvPr>
            <p:extLst>
              <p:ext uri="{D42A27DB-BD31-4B8C-83A1-F6EECF244321}">
                <p14:modId xmlns:p14="http://schemas.microsoft.com/office/powerpoint/2010/main" val="81312367"/>
              </p:ext>
            </p:extLst>
          </p:nvPr>
        </p:nvGraphicFramePr>
        <p:xfrm>
          <a:off x="4629481" y="1580871"/>
          <a:ext cx="2089052" cy="3071838"/>
        </p:xfrm>
        <a:graphic>
          <a:graphicData uri="http://schemas.openxmlformats.org/drawingml/2006/table">
            <a:tbl>
              <a:tblPr/>
              <a:tblGrid>
                <a:gridCol w="1125113"/>
                <a:gridCol w="963939"/>
              </a:tblGrid>
              <a:tr h="139629">
                <a:tc gridSpan="2">
                  <a:txBody>
                    <a:bodyPr/>
                    <a:lstStyle/>
                    <a:p>
                      <a:pPr algn="ctr" rtl="0" fontAlgn="b"/>
                      <a:r>
                        <a:rPr lang="en-US" sz="800" b="1" kern="1200" dirty="0" smtClean="0">
                          <a:solidFill>
                            <a:schemeClr val="bg1"/>
                          </a:solidFill>
                          <a:effectLst/>
                          <a:uFillTx/>
                          <a:latin typeface="+mn-lt"/>
                          <a:ea typeface="+mn-ea"/>
                          <a:cs typeface="+mn-cs"/>
                        </a:rPr>
                        <a:t>Aggregated Insights</a:t>
                      </a:r>
                      <a:endParaRPr lang="en-US" sz="800" b="1" kern="1200" dirty="0">
                        <a:solidFill>
                          <a:schemeClr val="bg1"/>
                        </a:solidFill>
                        <a:effectLst/>
                        <a:uFillTx/>
                        <a:latin typeface="+mn-lt"/>
                        <a:ea typeface="+mn-ea"/>
                        <a:cs typeface="+mn-cs"/>
                      </a:endParaRPr>
                    </a:p>
                  </a:txBody>
                  <a:tcPr marL="11782" marR="11782" marT="0" marB="0" anchor="b">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chemeClr val="accent6">
                        <a:lumMod val="75000"/>
                      </a:schemeClr>
                    </a:solidFill>
                  </a:tcPr>
                </a:tc>
                <a:tc hMerge="1">
                  <a:txBody>
                    <a:bodyPr/>
                    <a:lstStyle/>
                    <a:p>
                      <a:endParaRPr lang="en-US">
                        <a:uFillTx/>
                      </a:endParaRPr>
                    </a:p>
                  </a:txBody>
                  <a:tcPr/>
                </a:tc>
              </a:tr>
              <a:tr h="139629">
                <a:tc>
                  <a:txBody>
                    <a:bodyPr/>
                    <a:lstStyle/>
                    <a:p>
                      <a:pPr algn="ctr" rtl="0" fontAlgn="b"/>
                      <a:r>
                        <a:rPr lang="en-US" sz="800" b="1" dirty="0">
                          <a:effectLst/>
                          <a:uFillTx/>
                        </a:rPr>
                        <a:t>Feature</a:t>
                      </a:r>
                    </a:p>
                  </a:txBody>
                  <a:tcPr marL="11782" marR="11782" marT="0" marB="0" anchor="b">
                    <a:lnL w="7620" cap="flat" cmpd="sng" algn="ctr">
                      <a:solidFill>
                        <a:srgbClr val="000000"/>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c>
                  <a:txBody>
                    <a:bodyPr/>
                    <a:lstStyle/>
                    <a:p>
                      <a:pPr algn="ctr" rtl="0" fontAlgn="b"/>
                      <a:r>
                        <a:rPr lang="en-US" sz="800" b="1" dirty="0">
                          <a:effectLst/>
                          <a:uFillTx/>
                        </a:rPr>
                        <a:t>Value</a:t>
                      </a:r>
                    </a:p>
                  </a:txBody>
                  <a:tcPr marL="11782" marR="11782" marT="0" marB="0" anchor="b">
                    <a:lnL w="7620" cap="flat" cmpd="sng" algn="ctr">
                      <a:solidFill>
                        <a:srgbClr val="CCCCCC"/>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r>
              <a:tr h="139629">
                <a:tc>
                  <a:txBody>
                    <a:bodyPr/>
                    <a:lstStyle/>
                    <a:p>
                      <a:pPr marL="0" algn="l" defTabSz="457200" rtl="0" eaLnBrk="1" fontAlgn="b" latinLnBrk="0" hangingPunct="1"/>
                      <a:r>
                        <a:rPr lang="en-US" sz="800" kern="1200" dirty="0">
                          <a:solidFill>
                            <a:schemeClr val="tx1"/>
                          </a:solidFill>
                          <a:effectLst/>
                          <a:uFillTx/>
                          <a:latin typeface="+mn-lt"/>
                          <a:ea typeface="+mn-ea"/>
                          <a:cs typeface="+mn-cs"/>
                        </a:rPr>
                        <a:t>Repeat visitor</a:t>
                      </a:r>
                    </a:p>
                  </a:txBody>
                  <a:tcPr marL="11782" marR="11782" marT="0" marB="0" anchor="ctr">
                    <a:lnL w="7620" cap="flat" cmpd="sng" algn="ctr">
                      <a:solidFill>
                        <a:srgbClr val="000000"/>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c>
                  <a:txBody>
                    <a:bodyPr/>
                    <a:lstStyle/>
                    <a:p>
                      <a:pPr algn="ctr" rtl="0" fontAlgn="b"/>
                      <a:r>
                        <a:rPr lang="en-US" sz="800" kern="1200" dirty="0">
                          <a:solidFill>
                            <a:schemeClr val="tx1"/>
                          </a:solidFill>
                          <a:effectLst/>
                          <a:uFillTx/>
                          <a:latin typeface="+mn-lt"/>
                          <a:ea typeface="+mn-ea"/>
                          <a:cs typeface="+mn-cs"/>
                        </a:rPr>
                        <a:t>Y </a:t>
                      </a:r>
                    </a:p>
                  </a:txBody>
                  <a:tcPr marL="11782" marR="11782" marT="0" marB="0" anchor="ctr">
                    <a:lnL w="7620" cap="flat" cmpd="sng" algn="ctr">
                      <a:solidFill>
                        <a:srgbClr val="CCCCCC"/>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r>
              <a:tr h="139629">
                <a:tc>
                  <a:txBody>
                    <a:bodyPr/>
                    <a:lstStyle/>
                    <a:p>
                      <a:pPr marL="0" algn="l" defTabSz="457200" rtl="0" eaLnBrk="1" fontAlgn="b" latinLnBrk="0" hangingPunct="1"/>
                      <a:r>
                        <a:rPr lang="en-US" sz="800" kern="1200" dirty="0">
                          <a:solidFill>
                            <a:schemeClr val="tx1"/>
                          </a:solidFill>
                          <a:effectLst/>
                          <a:uFillTx/>
                          <a:latin typeface="+mn-lt"/>
                          <a:ea typeface="+mn-ea"/>
                          <a:cs typeface="+mn-cs"/>
                        </a:rPr>
                        <a:t>Page depth </a:t>
                      </a:r>
                      <a:r>
                        <a:rPr lang="en-US" sz="800" kern="1200" dirty="0" smtClean="0">
                          <a:solidFill>
                            <a:schemeClr val="tx1"/>
                          </a:solidFill>
                          <a:effectLst/>
                          <a:uFillTx/>
                          <a:latin typeface="+mn-lt"/>
                          <a:ea typeface="+mn-ea"/>
                          <a:cs typeface="+mn-cs"/>
                        </a:rPr>
                        <a:t>index</a:t>
                      </a:r>
                      <a:endParaRPr lang="en-US" sz="800" kern="1200" dirty="0">
                        <a:solidFill>
                          <a:schemeClr val="tx1"/>
                        </a:solidFill>
                        <a:effectLst/>
                        <a:uFillTx/>
                        <a:latin typeface="+mn-lt"/>
                        <a:ea typeface="+mn-ea"/>
                        <a:cs typeface="+mn-cs"/>
                      </a:endParaRPr>
                    </a:p>
                  </a:txBody>
                  <a:tcPr marL="11782" marR="11782" marT="0" marB="0" anchor="ctr">
                    <a:lnL w="7620" cap="flat" cmpd="sng" algn="ctr">
                      <a:solidFill>
                        <a:srgbClr val="000000"/>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c>
                  <a:txBody>
                    <a:bodyPr/>
                    <a:lstStyle/>
                    <a:p>
                      <a:pPr algn="ctr" rtl="0" fontAlgn="b"/>
                      <a:r>
                        <a:rPr lang="en-US" sz="800" kern="1200" dirty="0">
                          <a:solidFill>
                            <a:schemeClr val="tx1"/>
                          </a:solidFill>
                          <a:effectLst/>
                          <a:uFillTx/>
                          <a:latin typeface="+mn-lt"/>
                          <a:ea typeface="+mn-ea"/>
                          <a:cs typeface="+mn-cs"/>
                        </a:rPr>
                        <a:t>2%</a:t>
                      </a:r>
                    </a:p>
                  </a:txBody>
                  <a:tcPr marL="11782" marR="11782" marT="0" marB="0" anchor="ctr">
                    <a:lnL w="7620" cap="flat" cmpd="sng" algn="ctr">
                      <a:solidFill>
                        <a:srgbClr val="CCCCCC"/>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r>
              <a:tr h="139629">
                <a:tc>
                  <a:txBody>
                    <a:bodyPr/>
                    <a:lstStyle/>
                    <a:p>
                      <a:pPr rtl="0" fontAlgn="b"/>
                      <a:r>
                        <a:rPr lang="en-US" sz="800" dirty="0">
                          <a:effectLst/>
                          <a:uFillTx/>
                        </a:rPr>
                        <a:t>Search count</a:t>
                      </a:r>
                    </a:p>
                  </a:txBody>
                  <a:tcPr marL="11782" marR="11782" marT="0" marB="0" anchor="ctr">
                    <a:lnL w="7620" cap="flat" cmpd="sng" algn="ctr">
                      <a:solidFill>
                        <a:srgbClr val="000000"/>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c>
                  <a:txBody>
                    <a:bodyPr/>
                    <a:lstStyle/>
                    <a:p>
                      <a:pPr algn="ctr" rtl="0" fontAlgn="b"/>
                      <a:r>
                        <a:rPr lang="en-US" sz="800" dirty="0">
                          <a:effectLst/>
                          <a:uFillTx/>
                        </a:rPr>
                        <a:t>4</a:t>
                      </a:r>
                    </a:p>
                  </a:txBody>
                  <a:tcPr marL="11782" marR="11782" marT="0" marB="0" anchor="ctr">
                    <a:lnL w="7620" cap="flat" cmpd="sng" algn="ctr">
                      <a:solidFill>
                        <a:srgbClr val="CCCCCC"/>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r>
              <a:tr h="139629">
                <a:tc>
                  <a:txBody>
                    <a:bodyPr/>
                    <a:lstStyle/>
                    <a:p>
                      <a:pPr rtl="0" fontAlgn="b"/>
                      <a:r>
                        <a:rPr lang="en-US" sz="800" dirty="0" smtClean="0">
                          <a:effectLst/>
                          <a:uFillTx/>
                        </a:rPr>
                        <a:t>Preferred </a:t>
                      </a:r>
                      <a:r>
                        <a:rPr lang="en-US" sz="800" dirty="0">
                          <a:effectLst/>
                          <a:uFillTx/>
                        </a:rPr>
                        <a:t>time of day</a:t>
                      </a:r>
                    </a:p>
                  </a:txBody>
                  <a:tcPr marL="11782" marR="11782" marT="0" marB="0" anchor="ctr">
                    <a:lnL w="7620" cap="flat" cmpd="sng" algn="ctr">
                      <a:solidFill>
                        <a:srgbClr val="000000"/>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c>
                  <a:txBody>
                    <a:bodyPr/>
                    <a:lstStyle/>
                    <a:p>
                      <a:pPr algn="ctr" rtl="0" fontAlgn="b"/>
                      <a:r>
                        <a:rPr lang="en-US" sz="800" dirty="0">
                          <a:effectLst/>
                          <a:uFillTx/>
                        </a:rPr>
                        <a:t>2pm - 4pm </a:t>
                      </a:r>
                    </a:p>
                  </a:txBody>
                  <a:tcPr marL="11782" marR="11782" marT="0" marB="0" anchor="ctr">
                    <a:lnL w="7620" cap="flat" cmpd="sng" algn="ctr">
                      <a:solidFill>
                        <a:srgbClr val="CCCCCC"/>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r>
              <a:tr h="139629">
                <a:tc>
                  <a:txBody>
                    <a:bodyPr/>
                    <a:lstStyle/>
                    <a:p>
                      <a:pPr marL="0" algn="l" defTabSz="457200" rtl="0" eaLnBrk="1" fontAlgn="b" latinLnBrk="0" hangingPunct="1"/>
                      <a:r>
                        <a:rPr lang="en-US" sz="800" kern="1200" dirty="0" smtClean="0">
                          <a:solidFill>
                            <a:schemeClr val="tx1"/>
                          </a:solidFill>
                          <a:effectLst/>
                          <a:uFillTx/>
                          <a:latin typeface="+mn-lt"/>
                          <a:ea typeface="+mn-ea"/>
                          <a:cs typeface="+mn-cs"/>
                        </a:rPr>
                        <a:t>Preferred </a:t>
                      </a:r>
                      <a:r>
                        <a:rPr lang="en-US" sz="800" kern="1200" dirty="0">
                          <a:solidFill>
                            <a:schemeClr val="tx1"/>
                          </a:solidFill>
                          <a:effectLst/>
                          <a:uFillTx/>
                          <a:latin typeface="+mn-lt"/>
                          <a:ea typeface="+mn-ea"/>
                          <a:cs typeface="+mn-cs"/>
                        </a:rPr>
                        <a:t>day of week</a:t>
                      </a:r>
                    </a:p>
                  </a:txBody>
                  <a:tcPr marL="11782" marR="11782" marT="0" marB="0" anchor="ctr">
                    <a:lnL w="7620" cap="flat" cmpd="sng" algn="ctr">
                      <a:solidFill>
                        <a:srgbClr val="000000"/>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c>
                  <a:txBody>
                    <a:bodyPr/>
                    <a:lstStyle/>
                    <a:p>
                      <a:pPr marL="0" algn="ctr" defTabSz="457200" rtl="0" eaLnBrk="1" fontAlgn="b" latinLnBrk="0" hangingPunct="1"/>
                      <a:r>
                        <a:rPr lang="en-US" sz="800" kern="1200" dirty="0" smtClean="0">
                          <a:solidFill>
                            <a:schemeClr val="tx1"/>
                          </a:solidFill>
                          <a:effectLst/>
                          <a:uFillTx/>
                          <a:latin typeface="+mn-lt"/>
                          <a:ea typeface="+mn-ea"/>
                          <a:cs typeface="+mn-cs"/>
                        </a:rPr>
                        <a:t>Saturday</a:t>
                      </a:r>
                      <a:endParaRPr lang="en-US" sz="800" kern="1200" dirty="0">
                        <a:solidFill>
                          <a:schemeClr val="tx1"/>
                        </a:solidFill>
                        <a:effectLst/>
                        <a:uFillTx/>
                        <a:latin typeface="+mn-lt"/>
                        <a:ea typeface="+mn-ea"/>
                        <a:cs typeface="+mn-cs"/>
                      </a:endParaRPr>
                    </a:p>
                  </a:txBody>
                  <a:tcPr marL="11782" marR="11782" marT="0" marB="0" anchor="ctr">
                    <a:lnL w="7620" cap="flat" cmpd="sng" algn="ctr">
                      <a:solidFill>
                        <a:srgbClr val="CCCCCC"/>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r>
              <a:tr h="139629">
                <a:tc>
                  <a:txBody>
                    <a:bodyPr/>
                    <a:lstStyle/>
                    <a:p>
                      <a:pPr rtl="0" fontAlgn="b"/>
                      <a:r>
                        <a:rPr lang="en-US" sz="800" dirty="0">
                          <a:effectLst/>
                          <a:uFillTx/>
                        </a:rPr>
                        <a:t>Type of recent visit</a:t>
                      </a:r>
                    </a:p>
                  </a:txBody>
                  <a:tcPr marL="11782" marR="11782" marT="0" marB="0" anchor="ctr">
                    <a:lnL w="7620" cap="flat" cmpd="sng" algn="ctr">
                      <a:solidFill>
                        <a:srgbClr val="000000"/>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c>
                  <a:txBody>
                    <a:bodyPr/>
                    <a:lstStyle/>
                    <a:p>
                      <a:pPr algn="ctr" rtl="0" fontAlgn="b"/>
                      <a:r>
                        <a:rPr lang="en-US" sz="800" dirty="0">
                          <a:effectLst/>
                          <a:uFillTx/>
                        </a:rPr>
                        <a:t>transactional</a:t>
                      </a:r>
                    </a:p>
                  </a:txBody>
                  <a:tcPr marL="11782" marR="11782" marT="0" marB="0" anchor="ctr">
                    <a:lnL w="7620" cap="flat" cmpd="sng" algn="ctr">
                      <a:solidFill>
                        <a:srgbClr val="CCCCCC"/>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r>
              <a:tr h="139629">
                <a:tc>
                  <a:txBody>
                    <a:bodyPr/>
                    <a:lstStyle/>
                    <a:p>
                      <a:pPr rtl="0" fontAlgn="b"/>
                      <a:r>
                        <a:rPr lang="en-US" sz="800">
                          <a:effectLst/>
                          <a:uFillTx/>
                        </a:rPr>
                        <a:t>Products interested</a:t>
                      </a:r>
                    </a:p>
                  </a:txBody>
                  <a:tcPr marL="11782" marR="11782" marT="0" marB="0" anchor="ctr">
                    <a:lnL w="7620" cap="flat" cmpd="sng" algn="ctr">
                      <a:solidFill>
                        <a:srgbClr val="000000"/>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c>
                  <a:txBody>
                    <a:bodyPr/>
                    <a:lstStyle/>
                    <a:p>
                      <a:pPr algn="ctr" rtl="0" fontAlgn="b"/>
                      <a:r>
                        <a:rPr lang="en-US" sz="800" dirty="0">
                          <a:effectLst/>
                          <a:uFillTx/>
                        </a:rPr>
                        <a:t>iphone8</a:t>
                      </a:r>
                    </a:p>
                  </a:txBody>
                  <a:tcPr marL="11782" marR="11782" marT="0" marB="0" anchor="ctr">
                    <a:lnL w="7620" cap="flat" cmpd="sng" algn="ctr">
                      <a:solidFill>
                        <a:srgbClr val="CCCCCC"/>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r>
              <a:tr h="139629">
                <a:tc>
                  <a:txBody>
                    <a:bodyPr/>
                    <a:lstStyle/>
                    <a:p>
                      <a:pPr rtl="0" fontAlgn="b"/>
                      <a:r>
                        <a:rPr lang="en-US" sz="800" dirty="0">
                          <a:effectLst/>
                          <a:uFillTx/>
                        </a:rPr>
                        <a:t>Product category</a:t>
                      </a:r>
                    </a:p>
                  </a:txBody>
                  <a:tcPr marL="11782" marR="11782" marT="0" marB="0" anchor="ctr">
                    <a:lnL w="7620" cap="flat" cmpd="sng" algn="ctr">
                      <a:solidFill>
                        <a:srgbClr val="000000"/>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c>
                  <a:txBody>
                    <a:bodyPr/>
                    <a:lstStyle/>
                    <a:p>
                      <a:pPr algn="ctr" rtl="0" fontAlgn="b"/>
                      <a:r>
                        <a:rPr lang="en-US" sz="800" dirty="0">
                          <a:effectLst/>
                          <a:uFillTx/>
                        </a:rPr>
                        <a:t>4G Smartphone</a:t>
                      </a:r>
                    </a:p>
                  </a:txBody>
                  <a:tcPr marL="11782" marR="11782" marT="0" marB="0" anchor="ctr">
                    <a:lnL w="7620" cap="flat" cmpd="sng" algn="ctr">
                      <a:solidFill>
                        <a:srgbClr val="CCCCCC"/>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r>
              <a:tr h="139629">
                <a:tc>
                  <a:txBody>
                    <a:bodyPr/>
                    <a:lstStyle/>
                    <a:p>
                      <a:pPr rtl="0" fontAlgn="b"/>
                      <a:r>
                        <a:rPr lang="en-US" sz="800" dirty="0">
                          <a:effectLst/>
                          <a:uFillTx/>
                        </a:rPr>
                        <a:t>Cart price range</a:t>
                      </a:r>
                    </a:p>
                  </a:txBody>
                  <a:tcPr marL="11782" marR="11782" marT="0" marB="0" anchor="ctr">
                    <a:lnL w="7620" cap="flat" cmpd="sng" algn="ctr">
                      <a:solidFill>
                        <a:srgbClr val="000000"/>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c>
                  <a:txBody>
                    <a:bodyPr/>
                    <a:lstStyle/>
                    <a:p>
                      <a:pPr algn="ctr" rtl="0" fontAlgn="b"/>
                      <a:r>
                        <a:rPr lang="en-US" sz="800" dirty="0">
                          <a:effectLst/>
                          <a:uFillTx/>
                        </a:rPr>
                        <a:t>$120-$140</a:t>
                      </a:r>
                    </a:p>
                  </a:txBody>
                  <a:tcPr marL="11782" marR="11782" marT="0" marB="0" anchor="ctr">
                    <a:lnL w="7620" cap="flat" cmpd="sng" algn="ctr">
                      <a:solidFill>
                        <a:srgbClr val="CCCCCC"/>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r>
              <a:tr h="139629">
                <a:tc>
                  <a:txBody>
                    <a:bodyPr/>
                    <a:lstStyle/>
                    <a:p>
                      <a:pPr rtl="0" fontAlgn="b"/>
                      <a:r>
                        <a:rPr lang="en-US" sz="800" dirty="0">
                          <a:effectLst/>
                          <a:uFillTx/>
                        </a:rPr>
                        <a:t>Devices compared</a:t>
                      </a:r>
                    </a:p>
                  </a:txBody>
                  <a:tcPr marL="11782" marR="11782" marT="0" marB="0" anchor="ctr">
                    <a:lnL w="7620" cap="flat" cmpd="sng" algn="ctr">
                      <a:solidFill>
                        <a:srgbClr val="000000"/>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c>
                  <a:txBody>
                    <a:bodyPr/>
                    <a:lstStyle/>
                    <a:p>
                      <a:pPr algn="ctr" rtl="0" fontAlgn="b"/>
                      <a:r>
                        <a:rPr lang="en-US" sz="800" dirty="0">
                          <a:effectLst/>
                          <a:uFillTx/>
                        </a:rPr>
                        <a:t>iPhone8 | iPhone7 </a:t>
                      </a:r>
                    </a:p>
                  </a:txBody>
                  <a:tcPr marL="11782" marR="11782" marT="0" marB="0" anchor="ctr">
                    <a:lnL w="7620" cap="flat" cmpd="sng" algn="ctr">
                      <a:solidFill>
                        <a:srgbClr val="CCCCCC"/>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r>
              <a:tr h="139629">
                <a:tc>
                  <a:txBody>
                    <a:bodyPr/>
                    <a:lstStyle/>
                    <a:p>
                      <a:pPr rtl="0" fontAlgn="b"/>
                      <a:r>
                        <a:rPr lang="en-US" sz="800" dirty="0">
                          <a:effectLst/>
                          <a:uFillTx/>
                        </a:rPr>
                        <a:t>Cart action </a:t>
                      </a:r>
                    </a:p>
                  </a:txBody>
                  <a:tcPr marL="11782" marR="11782" marT="0" marB="0" anchor="ctr">
                    <a:lnL w="7620" cap="flat" cmpd="sng" algn="ctr">
                      <a:solidFill>
                        <a:srgbClr val="000000"/>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c>
                  <a:txBody>
                    <a:bodyPr/>
                    <a:lstStyle/>
                    <a:p>
                      <a:pPr algn="ctr" rtl="0" fontAlgn="b"/>
                      <a:r>
                        <a:rPr lang="en-US" sz="800" dirty="0">
                          <a:effectLst/>
                          <a:uFillTx/>
                        </a:rPr>
                        <a:t>3</a:t>
                      </a:r>
                    </a:p>
                  </a:txBody>
                  <a:tcPr marL="11782" marR="11782" marT="0" marB="0" anchor="ctr">
                    <a:lnL w="7620" cap="flat" cmpd="sng" algn="ctr">
                      <a:solidFill>
                        <a:srgbClr val="CCCCCC"/>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r>
              <a:tr h="139629">
                <a:tc>
                  <a:txBody>
                    <a:bodyPr/>
                    <a:lstStyle/>
                    <a:p>
                      <a:pPr rtl="0" fontAlgn="b"/>
                      <a:r>
                        <a:rPr lang="en-US" sz="800">
                          <a:effectLst/>
                          <a:uFillTx/>
                        </a:rPr>
                        <a:t>Cart view Index</a:t>
                      </a:r>
                    </a:p>
                  </a:txBody>
                  <a:tcPr marL="11782" marR="11782" marT="0" marB="0" anchor="ctr">
                    <a:lnL w="7620" cap="flat" cmpd="sng" algn="ctr">
                      <a:solidFill>
                        <a:srgbClr val="000000"/>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c>
                  <a:txBody>
                    <a:bodyPr/>
                    <a:lstStyle/>
                    <a:p>
                      <a:pPr algn="ctr" rtl="0" fontAlgn="b"/>
                      <a:r>
                        <a:rPr lang="en-US" sz="800" dirty="0">
                          <a:effectLst/>
                          <a:uFillTx/>
                        </a:rPr>
                        <a:t>8%</a:t>
                      </a:r>
                    </a:p>
                  </a:txBody>
                  <a:tcPr marL="11782" marR="11782" marT="0" marB="0" anchor="ctr">
                    <a:lnL w="7620" cap="flat" cmpd="sng" algn="ctr">
                      <a:solidFill>
                        <a:srgbClr val="CCCCCC"/>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r>
              <a:tr h="279258">
                <a:tc>
                  <a:txBody>
                    <a:bodyPr/>
                    <a:lstStyle/>
                    <a:p>
                      <a:pPr rtl="0" fontAlgn="b"/>
                      <a:r>
                        <a:rPr lang="en-US" sz="800" dirty="0">
                          <a:effectLst/>
                          <a:uFillTx/>
                        </a:rPr>
                        <a:t>Interested in </a:t>
                      </a:r>
                      <a:r>
                        <a:rPr lang="en-US" sz="800" dirty="0" smtClean="0">
                          <a:effectLst/>
                          <a:uFillTx/>
                        </a:rPr>
                        <a:t>accessories</a:t>
                      </a:r>
                      <a:endParaRPr lang="en-US" sz="800" dirty="0">
                        <a:effectLst/>
                        <a:uFillTx/>
                      </a:endParaRPr>
                    </a:p>
                  </a:txBody>
                  <a:tcPr marL="11782" marR="11782" marT="0" marB="0" anchor="ctr">
                    <a:lnL w="7620" cap="flat" cmpd="sng" algn="ctr">
                      <a:solidFill>
                        <a:srgbClr val="000000"/>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c>
                  <a:txBody>
                    <a:bodyPr/>
                    <a:lstStyle/>
                    <a:p>
                      <a:pPr algn="ctr" rtl="0" fontAlgn="b"/>
                      <a:r>
                        <a:rPr lang="en-US" sz="800" dirty="0">
                          <a:effectLst/>
                          <a:uFillTx/>
                        </a:rPr>
                        <a:t>Y</a:t>
                      </a:r>
                    </a:p>
                  </a:txBody>
                  <a:tcPr marL="11782" marR="11782" marT="0" marB="0" anchor="ctr">
                    <a:lnL w="7620" cap="flat" cmpd="sng" algn="ctr">
                      <a:solidFill>
                        <a:srgbClr val="CCCCCC"/>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r>
              <a:tr h="139629">
                <a:tc>
                  <a:txBody>
                    <a:bodyPr/>
                    <a:lstStyle/>
                    <a:p>
                      <a:pPr rtl="0" fontAlgn="b"/>
                      <a:r>
                        <a:rPr lang="en-US" sz="800">
                          <a:effectLst/>
                          <a:uFillTx/>
                        </a:rPr>
                        <a:t>Milestone reached </a:t>
                      </a:r>
                    </a:p>
                  </a:txBody>
                  <a:tcPr marL="11782" marR="11782" marT="0" marB="0" anchor="ctr">
                    <a:lnL w="7620" cap="flat" cmpd="sng" algn="ctr">
                      <a:solidFill>
                        <a:srgbClr val="000000"/>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c>
                  <a:txBody>
                    <a:bodyPr/>
                    <a:lstStyle/>
                    <a:p>
                      <a:pPr algn="ctr" rtl="0" fontAlgn="b"/>
                      <a:r>
                        <a:rPr lang="en-US" sz="800" dirty="0">
                          <a:effectLst/>
                          <a:uFillTx/>
                        </a:rPr>
                        <a:t>Lower funnel </a:t>
                      </a:r>
                    </a:p>
                  </a:txBody>
                  <a:tcPr marL="11782" marR="11782" marT="0" marB="0" anchor="ctr">
                    <a:lnL w="7620" cap="flat" cmpd="sng" algn="ctr">
                      <a:solidFill>
                        <a:srgbClr val="CCCCCC"/>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r>
              <a:tr h="279258">
                <a:tc>
                  <a:txBody>
                    <a:bodyPr/>
                    <a:lstStyle/>
                    <a:p>
                      <a:pPr rtl="0" fontAlgn="b"/>
                      <a:r>
                        <a:rPr lang="en-US" sz="800">
                          <a:effectLst/>
                          <a:uFillTx/>
                        </a:rPr>
                        <a:t>Reason for site drop off last visit</a:t>
                      </a:r>
                    </a:p>
                  </a:txBody>
                  <a:tcPr marL="11782" marR="11782" marT="0" marB="0" anchor="ctr">
                    <a:lnL w="7620" cap="flat" cmpd="sng" algn="ctr">
                      <a:solidFill>
                        <a:srgbClr val="000000"/>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c>
                  <a:txBody>
                    <a:bodyPr/>
                    <a:lstStyle/>
                    <a:p>
                      <a:pPr algn="ctr" rtl="0" fontAlgn="b"/>
                      <a:r>
                        <a:rPr lang="en-US" sz="800" dirty="0">
                          <a:effectLst/>
                          <a:uFillTx/>
                        </a:rPr>
                        <a:t>system error</a:t>
                      </a:r>
                    </a:p>
                  </a:txBody>
                  <a:tcPr marL="11782" marR="11782" marT="0" marB="0" anchor="ctr">
                    <a:lnL w="7620" cap="flat" cmpd="sng" algn="ctr">
                      <a:solidFill>
                        <a:srgbClr val="CCCCCC"/>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r>
              <a:tr h="139629">
                <a:tc>
                  <a:txBody>
                    <a:bodyPr/>
                    <a:lstStyle/>
                    <a:p>
                      <a:pPr rtl="0" fontAlgn="b"/>
                      <a:r>
                        <a:rPr lang="en-US" sz="800" dirty="0">
                          <a:effectLst/>
                          <a:uFillTx/>
                        </a:rPr>
                        <a:t>Chat </a:t>
                      </a:r>
                      <a:r>
                        <a:rPr lang="en-US" sz="800" dirty="0" smtClean="0">
                          <a:effectLst/>
                          <a:uFillTx/>
                        </a:rPr>
                        <a:t>sentiment </a:t>
                      </a:r>
                      <a:r>
                        <a:rPr lang="en-US" sz="800" dirty="0">
                          <a:effectLst/>
                          <a:uFillTx/>
                        </a:rPr>
                        <a:t>score</a:t>
                      </a:r>
                    </a:p>
                  </a:txBody>
                  <a:tcPr marL="11782" marR="11782" marT="0" marB="0" anchor="ctr">
                    <a:lnL w="7620" cap="flat" cmpd="sng" algn="ctr">
                      <a:solidFill>
                        <a:srgbClr val="000000"/>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c>
                  <a:txBody>
                    <a:bodyPr/>
                    <a:lstStyle/>
                    <a:p>
                      <a:pPr algn="ctr" rtl="0" fontAlgn="b"/>
                      <a:r>
                        <a:rPr lang="en-US" sz="800" dirty="0">
                          <a:effectLst/>
                          <a:uFillTx/>
                        </a:rPr>
                        <a:t>0.3</a:t>
                      </a:r>
                    </a:p>
                  </a:txBody>
                  <a:tcPr marL="11782" marR="11782" marT="0" marB="0" anchor="ctr">
                    <a:lnL w="7620" cap="flat" cmpd="sng" algn="ctr">
                      <a:solidFill>
                        <a:srgbClr val="CCCCCC"/>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r>
              <a:tr h="139629">
                <a:tc>
                  <a:txBody>
                    <a:bodyPr/>
                    <a:lstStyle/>
                    <a:p>
                      <a:pPr rtl="0" fontAlgn="b"/>
                      <a:r>
                        <a:rPr lang="en-US" sz="800" dirty="0">
                          <a:effectLst/>
                          <a:uFillTx/>
                        </a:rPr>
                        <a:t>Chat topic</a:t>
                      </a:r>
                    </a:p>
                  </a:txBody>
                  <a:tcPr marL="11782" marR="11782" marT="0" marB="0" anchor="ctr">
                    <a:lnL w="7620" cap="flat" cmpd="sng" algn="ctr">
                      <a:solidFill>
                        <a:srgbClr val="000000"/>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c>
                  <a:txBody>
                    <a:bodyPr/>
                    <a:lstStyle/>
                    <a:p>
                      <a:pPr algn="ctr" rtl="0" fontAlgn="b"/>
                      <a:r>
                        <a:rPr lang="en-US" sz="800" dirty="0">
                          <a:effectLst/>
                          <a:uFillTx/>
                        </a:rPr>
                        <a:t>device upgrade</a:t>
                      </a:r>
                    </a:p>
                  </a:txBody>
                  <a:tcPr marL="11782" marR="11782" marT="0" marB="0" anchor="ctr">
                    <a:lnL w="7620" cap="flat" cmpd="sng" algn="ctr">
                      <a:solidFill>
                        <a:srgbClr val="CCCCCC"/>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r>
              <a:tr h="139629">
                <a:tc>
                  <a:txBody>
                    <a:bodyPr/>
                    <a:lstStyle/>
                    <a:p>
                      <a:pPr rtl="0" fontAlgn="b"/>
                      <a:r>
                        <a:rPr lang="en-US" sz="800" dirty="0">
                          <a:effectLst/>
                          <a:uFillTx/>
                        </a:rPr>
                        <a:t>Total Chat duration</a:t>
                      </a:r>
                    </a:p>
                  </a:txBody>
                  <a:tcPr marL="11782" marR="11782" marT="0" marB="0" anchor="ctr">
                    <a:lnL w="7620" cap="flat" cmpd="sng" algn="ctr">
                      <a:solidFill>
                        <a:srgbClr val="000000"/>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000000"/>
                      </a:solidFill>
                      <a:prstDash val="solid"/>
                      <a:round/>
                      <a:headEnd type="none" w="med" len="med"/>
                      <a:tailEnd type="none" w="med" len="med"/>
                    </a:lnB>
                  </a:tcPr>
                </a:tc>
                <a:tc>
                  <a:txBody>
                    <a:bodyPr/>
                    <a:lstStyle/>
                    <a:p>
                      <a:pPr algn="ctr" rtl="0" fontAlgn="b"/>
                      <a:r>
                        <a:rPr lang="en-US" sz="800" dirty="0">
                          <a:effectLst/>
                          <a:uFillTx/>
                        </a:rPr>
                        <a:t>8 mins</a:t>
                      </a:r>
                    </a:p>
                  </a:txBody>
                  <a:tcPr marL="11782" marR="11782" marT="0" marB="0" anchor="ctr">
                    <a:lnL w="7620" cap="flat" cmpd="sng" algn="ctr">
                      <a:solidFill>
                        <a:srgbClr val="CCCCCC"/>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000000"/>
                      </a:solidFill>
                      <a:prstDash val="solid"/>
                      <a:round/>
                      <a:headEnd type="none" w="med" len="med"/>
                      <a:tailEnd type="none" w="med" len="med"/>
                    </a:lnB>
                  </a:tcPr>
                </a:tc>
              </a:tr>
            </a:tbl>
          </a:graphicData>
        </a:graphic>
      </p:graphicFrame>
      <p:graphicFrame>
        <p:nvGraphicFramePr>
          <p:cNvPr id="38" name="Table 37"/>
          <p:cNvGraphicFramePr>
            <a:graphicFrameLocks noGrp="1"/>
          </p:cNvGraphicFramePr>
          <p:nvPr>
            <p:extLst>
              <p:ext uri="{D42A27DB-BD31-4B8C-83A1-F6EECF244321}">
                <p14:modId xmlns:p14="http://schemas.microsoft.com/office/powerpoint/2010/main" val="1306802171"/>
              </p:ext>
            </p:extLst>
          </p:nvPr>
        </p:nvGraphicFramePr>
        <p:xfrm>
          <a:off x="2646925" y="1580869"/>
          <a:ext cx="1921669" cy="3071844"/>
        </p:xfrm>
        <a:graphic>
          <a:graphicData uri="http://schemas.openxmlformats.org/drawingml/2006/table">
            <a:tbl>
              <a:tblPr/>
              <a:tblGrid>
                <a:gridCol w="1443037"/>
                <a:gridCol w="478632"/>
              </a:tblGrid>
              <a:tr h="141114">
                <a:tc gridSpan="2">
                  <a:txBody>
                    <a:bodyPr/>
                    <a:lstStyle/>
                    <a:p>
                      <a:pPr algn="ctr" rtl="0" fontAlgn="b"/>
                      <a:r>
                        <a:rPr lang="en-US" sz="800" b="1" dirty="0">
                          <a:solidFill>
                            <a:schemeClr val="bg1"/>
                          </a:solidFill>
                          <a:effectLst/>
                          <a:uFillTx/>
                        </a:rPr>
                        <a:t>Historic</a:t>
                      </a:r>
                    </a:p>
                  </a:txBody>
                  <a:tcPr marL="15081" marR="15081" marT="0" marB="0" anchor="b">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chemeClr val="tx1">
                        <a:lumMod val="50000"/>
                        <a:lumOff val="50000"/>
                      </a:schemeClr>
                    </a:solidFill>
                  </a:tcPr>
                </a:tc>
                <a:tc hMerge="1">
                  <a:txBody>
                    <a:bodyPr/>
                    <a:lstStyle/>
                    <a:p>
                      <a:endParaRPr lang="en-US">
                        <a:uFillTx/>
                      </a:endParaRPr>
                    </a:p>
                  </a:txBody>
                  <a:tcPr/>
                </a:tc>
              </a:tr>
              <a:tr h="126953">
                <a:tc>
                  <a:txBody>
                    <a:bodyPr/>
                    <a:lstStyle/>
                    <a:p>
                      <a:pPr algn="ctr" rtl="0" fontAlgn="b"/>
                      <a:r>
                        <a:rPr lang="en-US" sz="800" b="1" dirty="0">
                          <a:effectLst/>
                          <a:uFillTx/>
                        </a:rPr>
                        <a:t>Feature</a:t>
                      </a:r>
                    </a:p>
                  </a:txBody>
                  <a:tcPr marL="15081" marR="15081" marT="0" marB="0" anchor="b">
                    <a:lnL w="7620" cap="flat" cmpd="sng" algn="ctr">
                      <a:solidFill>
                        <a:srgbClr val="000000"/>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c>
                  <a:txBody>
                    <a:bodyPr/>
                    <a:lstStyle/>
                    <a:p>
                      <a:pPr algn="ctr" rtl="0" fontAlgn="b"/>
                      <a:r>
                        <a:rPr lang="en-US" sz="800" b="1" dirty="0">
                          <a:effectLst/>
                          <a:uFillTx/>
                        </a:rPr>
                        <a:t>Value</a:t>
                      </a:r>
                    </a:p>
                  </a:txBody>
                  <a:tcPr marL="15081" marR="15081" marT="0" marB="0" anchor="b">
                    <a:lnL w="7620" cap="flat" cmpd="sng" algn="ctr">
                      <a:solidFill>
                        <a:srgbClr val="CCCCCC"/>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r>
              <a:tr h="157609">
                <a:tc>
                  <a:txBody>
                    <a:bodyPr/>
                    <a:lstStyle/>
                    <a:p>
                      <a:pPr rtl="0" fontAlgn="b"/>
                      <a:r>
                        <a:rPr lang="en-US" sz="800" dirty="0">
                          <a:effectLst/>
                          <a:uFillTx/>
                        </a:rPr>
                        <a:t>#Days since </a:t>
                      </a:r>
                      <a:r>
                        <a:rPr lang="en-US" sz="800" dirty="0" smtClean="0">
                          <a:effectLst/>
                          <a:uFillTx/>
                        </a:rPr>
                        <a:t>last visit</a:t>
                      </a:r>
                      <a:endParaRPr lang="en-US" sz="800" dirty="0">
                        <a:effectLst/>
                        <a:uFillTx/>
                      </a:endParaRPr>
                    </a:p>
                  </a:txBody>
                  <a:tcPr marL="15081" marR="15081" marT="0" marB="0">
                    <a:lnL w="7620" cap="flat" cmpd="sng" algn="ctr">
                      <a:solidFill>
                        <a:srgbClr val="000000"/>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c>
                  <a:txBody>
                    <a:bodyPr/>
                    <a:lstStyle/>
                    <a:p>
                      <a:pPr algn="ctr" rtl="0" fontAlgn="b"/>
                      <a:r>
                        <a:rPr lang="en-US" sz="800" dirty="0">
                          <a:effectLst/>
                          <a:uFillTx/>
                        </a:rPr>
                        <a:t>3</a:t>
                      </a:r>
                    </a:p>
                  </a:txBody>
                  <a:tcPr marL="15081" marR="15081" marT="0" marB="0">
                    <a:lnL w="7620" cap="flat" cmpd="sng" algn="ctr">
                      <a:solidFill>
                        <a:srgbClr val="CCCCCC"/>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r>
              <a:tr h="157609">
                <a:tc>
                  <a:txBody>
                    <a:bodyPr/>
                    <a:lstStyle/>
                    <a:p>
                      <a:pPr rtl="0" fontAlgn="b"/>
                      <a:r>
                        <a:rPr lang="en-US" sz="800" dirty="0">
                          <a:effectLst/>
                          <a:uFillTx/>
                        </a:rPr>
                        <a:t>#Visited online past 7 days</a:t>
                      </a:r>
                    </a:p>
                  </a:txBody>
                  <a:tcPr marL="15081" marR="15081" marT="0" marB="0">
                    <a:lnL w="7620" cap="flat" cmpd="sng" algn="ctr">
                      <a:solidFill>
                        <a:srgbClr val="000000"/>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c>
                  <a:txBody>
                    <a:bodyPr/>
                    <a:lstStyle/>
                    <a:p>
                      <a:pPr algn="ctr" rtl="0" fontAlgn="b"/>
                      <a:r>
                        <a:rPr lang="en-US" sz="800" dirty="0">
                          <a:effectLst/>
                          <a:uFillTx/>
                        </a:rPr>
                        <a:t>4</a:t>
                      </a:r>
                    </a:p>
                  </a:txBody>
                  <a:tcPr marL="15081" marR="15081" marT="0" marB="0">
                    <a:lnL w="7620" cap="flat" cmpd="sng" algn="ctr">
                      <a:solidFill>
                        <a:srgbClr val="CCCCCC"/>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r>
              <a:tr h="315219">
                <a:tc>
                  <a:txBody>
                    <a:bodyPr/>
                    <a:lstStyle/>
                    <a:p>
                      <a:pPr rtl="0" fontAlgn="b"/>
                      <a:r>
                        <a:rPr lang="en-US" sz="800" dirty="0" smtClean="0">
                          <a:effectLst/>
                          <a:uFillTx/>
                        </a:rPr>
                        <a:t>Total </a:t>
                      </a:r>
                      <a:r>
                        <a:rPr lang="en-US" sz="800" dirty="0">
                          <a:effectLst/>
                          <a:uFillTx/>
                        </a:rPr>
                        <a:t>time spent online past 7 days</a:t>
                      </a:r>
                    </a:p>
                  </a:txBody>
                  <a:tcPr marL="15081" marR="15081" marT="0" marB="0">
                    <a:lnL w="7620" cap="flat" cmpd="sng" algn="ctr">
                      <a:solidFill>
                        <a:srgbClr val="000000"/>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c>
                  <a:txBody>
                    <a:bodyPr/>
                    <a:lstStyle/>
                    <a:p>
                      <a:pPr algn="ctr" rtl="0" fontAlgn="b"/>
                      <a:r>
                        <a:rPr lang="en-US" sz="800" dirty="0">
                          <a:effectLst/>
                          <a:uFillTx/>
                        </a:rPr>
                        <a:t>42 mins</a:t>
                      </a:r>
                    </a:p>
                  </a:txBody>
                  <a:tcPr marL="15081" marR="15081" marT="0" marB="0">
                    <a:lnL w="7620" cap="flat" cmpd="sng" algn="ctr">
                      <a:solidFill>
                        <a:srgbClr val="CCCCCC"/>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r>
              <a:tr h="157609">
                <a:tc>
                  <a:txBody>
                    <a:bodyPr/>
                    <a:lstStyle/>
                    <a:p>
                      <a:pPr rtl="0" fontAlgn="b"/>
                      <a:r>
                        <a:rPr lang="en-US" sz="800" dirty="0" smtClean="0">
                          <a:effectLst/>
                          <a:uFillTx/>
                        </a:rPr>
                        <a:t>Order </a:t>
                      </a:r>
                      <a:r>
                        <a:rPr lang="en-US" sz="800" dirty="0">
                          <a:effectLst/>
                          <a:uFillTx/>
                        </a:rPr>
                        <a:t>placed in last 7 days</a:t>
                      </a:r>
                    </a:p>
                  </a:txBody>
                  <a:tcPr marL="15081" marR="15081" marT="0" marB="0">
                    <a:lnL w="7620" cap="flat" cmpd="sng" algn="ctr">
                      <a:solidFill>
                        <a:srgbClr val="000000"/>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c>
                  <a:txBody>
                    <a:bodyPr/>
                    <a:lstStyle/>
                    <a:p>
                      <a:pPr algn="ctr" rtl="0" fontAlgn="b"/>
                      <a:r>
                        <a:rPr lang="en-US" sz="800" dirty="0">
                          <a:effectLst/>
                          <a:uFillTx/>
                        </a:rPr>
                        <a:t>N</a:t>
                      </a:r>
                    </a:p>
                  </a:txBody>
                  <a:tcPr marL="15081" marR="15081" marT="0" marB="0">
                    <a:lnL w="7620" cap="flat" cmpd="sng" algn="ctr">
                      <a:solidFill>
                        <a:srgbClr val="CCCCCC"/>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r>
              <a:tr h="157609">
                <a:tc>
                  <a:txBody>
                    <a:bodyPr/>
                    <a:lstStyle/>
                    <a:p>
                      <a:pPr rtl="0" fontAlgn="b"/>
                      <a:r>
                        <a:rPr lang="en-US" sz="800" dirty="0">
                          <a:effectLst/>
                          <a:uFillTx/>
                        </a:rPr>
                        <a:t>Digital </a:t>
                      </a:r>
                      <a:r>
                        <a:rPr lang="en-US" sz="800" dirty="0" smtClean="0">
                          <a:effectLst/>
                          <a:uFillTx/>
                        </a:rPr>
                        <a:t>engagement rate</a:t>
                      </a:r>
                      <a:endParaRPr lang="en-US" sz="800" dirty="0">
                        <a:effectLst/>
                        <a:uFillTx/>
                      </a:endParaRPr>
                    </a:p>
                  </a:txBody>
                  <a:tcPr marL="15081" marR="15081" marT="0" marB="0">
                    <a:lnL w="7620" cap="flat" cmpd="sng" algn="ctr">
                      <a:solidFill>
                        <a:srgbClr val="000000"/>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c>
                  <a:txBody>
                    <a:bodyPr/>
                    <a:lstStyle/>
                    <a:p>
                      <a:pPr algn="ctr" rtl="0" fontAlgn="b"/>
                      <a:r>
                        <a:rPr lang="en-US" sz="800" dirty="0">
                          <a:effectLst/>
                          <a:uFillTx/>
                        </a:rPr>
                        <a:t>30%</a:t>
                      </a:r>
                    </a:p>
                  </a:txBody>
                  <a:tcPr marL="15081" marR="15081" marT="0" marB="0">
                    <a:lnL w="7620" cap="flat" cmpd="sng" algn="ctr">
                      <a:solidFill>
                        <a:srgbClr val="CCCCCC"/>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r>
              <a:tr h="282030">
                <a:tc>
                  <a:txBody>
                    <a:bodyPr/>
                    <a:lstStyle/>
                    <a:p>
                      <a:pPr rtl="0" fontAlgn="b"/>
                      <a:r>
                        <a:rPr lang="en-US" sz="800" dirty="0">
                          <a:effectLst/>
                          <a:uFillTx/>
                        </a:rPr>
                        <a:t>Past </a:t>
                      </a:r>
                      <a:r>
                        <a:rPr lang="en-US" sz="800" dirty="0" smtClean="0">
                          <a:effectLst/>
                          <a:uFillTx/>
                        </a:rPr>
                        <a:t>shipping </a:t>
                      </a:r>
                      <a:r>
                        <a:rPr lang="en-US" sz="800" dirty="0">
                          <a:effectLst/>
                          <a:uFillTx/>
                        </a:rPr>
                        <a:t>preference </a:t>
                      </a:r>
                      <a:r>
                        <a:rPr lang="en-US" sz="800" dirty="0" smtClean="0">
                          <a:effectLst/>
                          <a:uFillTx/>
                        </a:rPr>
                        <a:t>opted</a:t>
                      </a:r>
                      <a:endParaRPr lang="en-US" sz="800" dirty="0">
                        <a:effectLst/>
                        <a:uFillTx/>
                      </a:endParaRPr>
                    </a:p>
                  </a:txBody>
                  <a:tcPr marL="15081" marR="15081" marT="0" marB="0">
                    <a:lnL w="7620" cap="flat" cmpd="sng" algn="ctr">
                      <a:solidFill>
                        <a:srgbClr val="000000"/>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c>
                  <a:txBody>
                    <a:bodyPr/>
                    <a:lstStyle/>
                    <a:p>
                      <a:pPr algn="ctr" rtl="0" fontAlgn="b"/>
                      <a:r>
                        <a:rPr lang="en-US" sz="800" dirty="0">
                          <a:effectLst/>
                          <a:uFillTx/>
                        </a:rPr>
                        <a:t>store pickup</a:t>
                      </a:r>
                    </a:p>
                  </a:txBody>
                  <a:tcPr marL="15081" marR="15081" marT="0" marB="0">
                    <a:lnL w="7620" cap="flat" cmpd="sng" algn="ctr">
                      <a:solidFill>
                        <a:srgbClr val="CCCCCC"/>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r>
              <a:tr h="157609">
                <a:tc>
                  <a:txBody>
                    <a:bodyPr/>
                    <a:lstStyle/>
                    <a:p>
                      <a:pPr rtl="0" fontAlgn="b"/>
                      <a:r>
                        <a:rPr lang="en-US" sz="800" dirty="0">
                          <a:effectLst/>
                          <a:uFillTx/>
                        </a:rPr>
                        <a:t>Active MF app user</a:t>
                      </a:r>
                    </a:p>
                  </a:txBody>
                  <a:tcPr marL="15081" marR="15081" marT="0" marB="0">
                    <a:lnL w="7620" cap="flat" cmpd="sng" algn="ctr">
                      <a:solidFill>
                        <a:srgbClr val="000000"/>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c>
                  <a:txBody>
                    <a:bodyPr/>
                    <a:lstStyle/>
                    <a:p>
                      <a:pPr algn="ctr" rtl="0" fontAlgn="b"/>
                      <a:r>
                        <a:rPr lang="en-US" sz="800" dirty="0">
                          <a:effectLst/>
                          <a:uFillTx/>
                        </a:rPr>
                        <a:t>Y</a:t>
                      </a:r>
                    </a:p>
                  </a:txBody>
                  <a:tcPr marL="15081" marR="15081" marT="0" marB="0">
                    <a:lnL w="7620" cap="flat" cmpd="sng" algn="ctr">
                      <a:solidFill>
                        <a:srgbClr val="CCCCCC"/>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r>
              <a:tr h="157609">
                <a:tc>
                  <a:txBody>
                    <a:bodyPr/>
                    <a:lstStyle/>
                    <a:p>
                      <a:pPr rtl="0" fontAlgn="b"/>
                      <a:r>
                        <a:rPr lang="en-US" sz="800" dirty="0">
                          <a:effectLst/>
                          <a:uFillTx/>
                        </a:rPr>
                        <a:t>Early shopper</a:t>
                      </a:r>
                    </a:p>
                  </a:txBody>
                  <a:tcPr marL="15081" marR="15081" marT="0" marB="0">
                    <a:lnL w="7620" cap="flat" cmpd="sng" algn="ctr">
                      <a:solidFill>
                        <a:srgbClr val="000000"/>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c>
                  <a:txBody>
                    <a:bodyPr/>
                    <a:lstStyle/>
                    <a:p>
                      <a:pPr algn="ctr" rtl="0" fontAlgn="b"/>
                      <a:r>
                        <a:rPr lang="en-US" sz="800" dirty="0">
                          <a:effectLst/>
                          <a:uFillTx/>
                        </a:rPr>
                        <a:t>Y</a:t>
                      </a:r>
                    </a:p>
                  </a:txBody>
                  <a:tcPr marL="15081" marR="15081" marT="0" marB="0">
                    <a:lnL w="7620" cap="flat" cmpd="sng" algn="ctr">
                      <a:solidFill>
                        <a:srgbClr val="CCCCCC"/>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r>
              <a:tr h="315219">
                <a:tc>
                  <a:txBody>
                    <a:bodyPr/>
                    <a:lstStyle/>
                    <a:p>
                      <a:pPr rtl="0" fontAlgn="b"/>
                      <a:r>
                        <a:rPr lang="en-US" sz="800" dirty="0">
                          <a:effectLst/>
                          <a:uFillTx/>
                        </a:rPr>
                        <a:t>Preferred device type for login </a:t>
                      </a:r>
                    </a:p>
                  </a:txBody>
                  <a:tcPr marL="15081" marR="15081" marT="0" marB="0">
                    <a:lnL w="7620" cap="flat" cmpd="sng" algn="ctr">
                      <a:solidFill>
                        <a:srgbClr val="000000"/>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c>
                  <a:txBody>
                    <a:bodyPr/>
                    <a:lstStyle/>
                    <a:p>
                      <a:pPr algn="ctr" rtl="0" fontAlgn="b"/>
                      <a:r>
                        <a:rPr lang="en-US" sz="800" dirty="0">
                          <a:effectLst/>
                          <a:uFillTx/>
                        </a:rPr>
                        <a:t>Mobile</a:t>
                      </a:r>
                    </a:p>
                  </a:txBody>
                  <a:tcPr marL="15081" marR="15081" marT="0" marB="0">
                    <a:lnL w="7620" cap="flat" cmpd="sng" algn="ctr">
                      <a:solidFill>
                        <a:srgbClr val="CCCCCC"/>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r>
              <a:tr h="157609">
                <a:tc>
                  <a:txBody>
                    <a:bodyPr/>
                    <a:lstStyle/>
                    <a:p>
                      <a:pPr rtl="0" fontAlgn="b"/>
                      <a:r>
                        <a:rPr lang="en-US" sz="800" dirty="0">
                          <a:effectLst/>
                          <a:uFillTx/>
                        </a:rPr>
                        <a:t>Happy path score</a:t>
                      </a:r>
                    </a:p>
                  </a:txBody>
                  <a:tcPr marL="15081" marR="15081" marT="0" marB="0">
                    <a:lnL w="7620" cap="flat" cmpd="sng" algn="ctr">
                      <a:solidFill>
                        <a:srgbClr val="000000"/>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c>
                  <a:txBody>
                    <a:bodyPr/>
                    <a:lstStyle/>
                    <a:p>
                      <a:pPr algn="ctr" rtl="0" fontAlgn="b"/>
                      <a:r>
                        <a:rPr lang="en-US" sz="800" dirty="0">
                          <a:effectLst/>
                          <a:uFillTx/>
                        </a:rPr>
                        <a:t>0.7</a:t>
                      </a:r>
                    </a:p>
                  </a:txBody>
                  <a:tcPr marL="15081" marR="15081" marT="0" marB="0">
                    <a:lnL w="7620" cap="flat" cmpd="sng" algn="ctr">
                      <a:solidFill>
                        <a:srgbClr val="CCCCCC"/>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r>
              <a:tr h="157609">
                <a:tc>
                  <a:txBody>
                    <a:bodyPr/>
                    <a:lstStyle/>
                    <a:p>
                      <a:pPr rtl="0" fontAlgn="b"/>
                      <a:r>
                        <a:rPr lang="en-US" sz="800" dirty="0">
                          <a:effectLst/>
                          <a:uFillTx/>
                        </a:rPr>
                        <a:t>Chat </a:t>
                      </a:r>
                      <a:r>
                        <a:rPr lang="en-US" sz="800" dirty="0" smtClean="0">
                          <a:effectLst/>
                          <a:uFillTx/>
                        </a:rPr>
                        <a:t>conversion rate</a:t>
                      </a:r>
                      <a:endParaRPr lang="en-US" sz="800" dirty="0">
                        <a:effectLst/>
                        <a:uFillTx/>
                      </a:endParaRPr>
                    </a:p>
                  </a:txBody>
                  <a:tcPr marL="15081" marR="15081" marT="0" marB="0">
                    <a:lnL w="7620" cap="flat" cmpd="sng" algn="ctr">
                      <a:solidFill>
                        <a:srgbClr val="000000"/>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c>
                  <a:txBody>
                    <a:bodyPr/>
                    <a:lstStyle/>
                    <a:p>
                      <a:pPr algn="ctr" rtl="0" fontAlgn="b"/>
                      <a:r>
                        <a:rPr lang="en-US" sz="800" dirty="0">
                          <a:effectLst/>
                          <a:uFillTx/>
                        </a:rPr>
                        <a:t>4%</a:t>
                      </a:r>
                    </a:p>
                  </a:txBody>
                  <a:tcPr marL="15081" marR="15081" marT="0" marB="0">
                    <a:lnL w="7620" cap="flat" cmpd="sng" algn="ctr">
                      <a:solidFill>
                        <a:srgbClr val="CCCCCC"/>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r>
              <a:tr h="157609">
                <a:tc>
                  <a:txBody>
                    <a:bodyPr/>
                    <a:lstStyle/>
                    <a:p>
                      <a:pPr rtl="0" fontAlgn="b"/>
                      <a:r>
                        <a:rPr lang="en-US" sz="800" dirty="0">
                          <a:effectLst/>
                          <a:uFillTx/>
                        </a:rPr>
                        <a:t>Chat digital </a:t>
                      </a:r>
                      <a:r>
                        <a:rPr lang="en-US" sz="800" dirty="0" smtClean="0">
                          <a:effectLst/>
                          <a:uFillTx/>
                        </a:rPr>
                        <a:t>engagement rate</a:t>
                      </a:r>
                      <a:endParaRPr lang="en-US" sz="800" dirty="0">
                        <a:effectLst/>
                        <a:uFillTx/>
                      </a:endParaRPr>
                    </a:p>
                  </a:txBody>
                  <a:tcPr marL="15081" marR="15081" marT="0" marB="0">
                    <a:lnL w="7620" cap="flat" cmpd="sng" algn="ctr">
                      <a:solidFill>
                        <a:srgbClr val="000000"/>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c>
                  <a:txBody>
                    <a:bodyPr/>
                    <a:lstStyle/>
                    <a:p>
                      <a:pPr algn="ctr" rtl="0" fontAlgn="b"/>
                      <a:r>
                        <a:rPr lang="en-US" sz="800" dirty="0">
                          <a:effectLst/>
                          <a:uFillTx/>
                        </a:rPr>
                        <a:t>5%</a:t>
                      </a:r>
                    </a:p>
                  </a:txBody>
                  <a:tcPr marL="15081" marR="15081" marT="0" marB="0">
                    <a:lnL w="7620" cap="flat" cmpd="sng" algn="ctr">
                      <a:solidFill>
                        <a:srgbClr val="CCCCCC"/>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r>
              <a:tr h="157609">
                <a:tc>
                  <a:txBody>
                    <a:bodyPr/>
                    <a:lstStyle/>
                    <a:p>
                      <a:pPr rtl="0" fontAlgn="b"/>
                      <a:r>
                        <a:rPr lang="en-US" sz="800">
                          <a:effectLst/>
                          <a:uFillTx/>
                        </a:rPr>
                        <a:t>Chat counts in past 7 days</a:t>
                      </a:r>
                    </a:p>
                  </a:txBody>
                  <a:tcPr marL="15081" marR="15081" marT="0" marB="0">
                    <a:lnL w="7620" cap="flat" cmpd="sng" algn="ctr">
                      <a:solidFill>
                        <a:srgbClr val="000000"/>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c>
                  <a:txBody>
                    <a:bodyPr/>
                    <a:lstStyle/>
                    <a:p>
                      <a:pPr algn="ctr" rtl="0" fontAlgn="b"/>
                      <a:r>
                        <a:rPr lang="en-US" sz="800" dirty="0">
                          <a:effectLst/>
                          <a:uFillTx/>
                        </a:rPr>
                        <a:t>2</a:t>
                      </a:r>
                    </a:p>
                  </a:txBody>
                  <a:tcPr marL="15081" marR="15081" marT="0" marB="0">
                    <a:lnL w="7620" cap="flat" cmpd="sng" algn="ctr">
                      <a:solidFill>
                        <a:srgbClr val="CCCCCC"/>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r>
              <a:tr h="315219">
                <a:tc>
                  <a:txBody>
                    <a:bodyPr/>
                    <a:lstStyle/>
                    <a:p>
                      <a:pPr rtl="0" fontAlgn="b"/>
                      <a:r>
                        <a:rPr lang="en-US" sz="800" dirty="0">
                          <a:effectLst/>
                          <a:uFillTx/>
                        </a:rPr>
                        <a:t>Avg chat sentiment in past 7 days </a:t>
                      </a:r>
                    </a:p>
                  </a:txBody>
                  <a:tcPr marL="15081" marR="15081" marT="0" marB="0">
                    <a:lnL w="7620" cap="flat" cmpd="sng" algn="ctr">
                      <a:solidFill>
                        <a:srgbClr val="000000"/>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000000"/>
                      </a:solidFill>
                      <a:prstDash val="solid"/>
                      <a:round/>
                      <a:headEnd type="none" w="med" len="med"/>
                      <a:tailEnd type="none" w="med" len="med"/>
                    </a:lnB>
                  </a:tcPr>
                </a:tc>
                <a:tc>
                  <a:txBody>
                    <a:bodyPr/>
                    <a:lstStyle/>
                    <a:p>
                      <a:pPr algn="ctr" rtl="0" fontAlgn="b"/>
                      <a:r>
                        <a:rPr lang="en-US" sz="800" dirty="0">
                          <a:effectLst/>
                          <a:uFillTx/>
                        </a:rPr>
                        <a:t>0.25</a:t>
                      </a:r>
                    </a:p>
                  </a:txBody>
                  <a:tcPr marL="15081" marR="15081" marT="0" marB="0">
                    <a:lnL w="7620" cap="flat" cmpd="sng" algn="ctr">
                      <a:solidFill>
                        <a:srgbClr val="CCCCCC"/>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000000"/>
                      </a:solidFill>
                      <a:prstDash val="solid"/>
                      <a:round/>
                      <a:headEnd type="none" w="med" len="med"/>
                      <a:tailEnd type="none" w="med" len="med"/>
                    </a:lnB>
                  </a:tcPr>
                </a:tc>
              </a:tr>
            </a:tbl>
          </a:graphicData>
        </a:graphic>
      </p:graphicFrame>
      <p:grpSp>
        <p:nvGrpSpPr>
          <p:cNvPr id="7" name="Group 6"/>
          <p:cNvGrpSpPr/>
          <p:nvPr/>
        </p:nvGrpSpPr>
        <p:grpSpPr>
          <a:xfrm>
            <a:off x="582021" y="824309"/>
            <a:ext cx="8158021" cy="488492"/>
            <a:chOff x="582021" y="824309"/>
            <a:chExt cx="8158021" cy="488492"/>
          </a:xfrm>
        </p:grpSpPr>
        <p:sp>
          <p:nvSpPr>
            <p:cNvPr id="64" name="Rectangle 63"/>
            <p:cNvSpPr>
              <a:spLocks/>
            </p:cNvSpPr>
            <p:nvPr/>
          </p:nvSpPr>
          <p:spPr>
            <a:xfrm>
              <a:off x="4211891" y="884097"/>
              <a:ext cx="1329470" cy="365760"/>
            </a:xfrm>
            <a:prstGeom prst="rect">
              <a:avLst/>
            </a:prstGeom>
            <a:solidFill>
              <a:schemeClr val="tx1">
                <a:lumMod val="50000"/>
                <a:lumOff val="50000"/>
              </a:schemeClr>
            </a:solidFill>
            <a:ln w="9525">
              <a:solidFill>
                <a:schemeClr val="tx1">
                  <a:lumMod val="85000"/>
                  <a:lumOff val="15000"/>
                </a:schemeClr>
              </a:solidFill>
            </a:ln>
          </p:spPr>
          <p:style>
            <a:lnRef idx="1">
              <a:schemeClr val="accent1"/>
            </a:lnRef>
            <a:fillRef idx="1">
              <a:schemeClr val="accent1"/>
            </a:fillRef>
            <a:effectRef idx="0">
              <a:schemeClr val="accent1"/>
            </a:effectRef>
            <a:fontRef idx="minor">
              <a:schemeClr val="lt1"/>
            </a:fontRef>
          </p:style>
          <p:txBody>
            <a:bodyPr rtlCol="0" anchor="ctr"/>
            <a:lstStyle/>
            <a:p>
              <a:pPr algn="ctr"/>
              <a:r>
                <a:rPr lang="en-US" sz="800" b="1" dirty="0">
                  <a:solidFill>
                    <a:srgbClr val="FFFFFF"/>
                  </a:solidFill>
                  <a:uFillTx/>
                </a:rPr>
                <a:t>Insights of historic significance</a:t>
              </a:r>
            </a:p>
          </p:txBody>
        </p:sp>
        <p:sp>
          <p:nvSpPr>
            <p:cNvPr id="65" name="Rectangle 64"/>
            <p:cNvSpPr>
              <a:spLocks/>
            </p:cNvSpPr>
            <p:nvPr/>
          </p:nvSpPr>
          <p:spPr>
            <a:xfrm>
              <a:off x="5723017" y="884097"/>
              <a:ext cx="1329470" cy="365760"/>
            </a:xfrm>
            <a:prstGeom prst="rect">
              <a:avLst/>
            </a:prstGeom>
            <a:solidFill>
              <a:schemeClr val="accent6">
                <a:lumMod val="75000"/>
              </a:schemeClr>
            </a:solidFill>
            <a:ln w="9525">
              <a:solidFill>
                <a:schemeClr val="tx1">
                  <a:lumMod val="85000"/>
                  <a:lumOff val="15000"/>
                </a:schemeClr>
              </a:solidFill>
            </a:ln>
          </p:spPr>
          <p:style>
            <a:lnRef idx="1">
              <a:schemeClr val="accent1"/>
            </a:lnRef>
            <a:fillRef idx="1">
              <a:schemeClr val="accent1"/>
            </a:fillRef>
            <a:effectRef idx="0">
              <a:schemeClr val="accent1"/>
            </a:effectRef>
            <a:fontRef idx="minor">
              <a:schemeClr val="lt1"/>
            </a:fontRef>
          </p:style>
          <p:txBody>
            <a:bodyPr rtlCol="0" anchor="ctr"/>
            <a:lstStyle/>
            <a:p>
              <a:pPr algn="ctr"/>
              <a:r>
                <a:rPr lang="en-US" sz="800" b="1" dirty="0">
                  <a:solidFill>
                    <a:srgbClr val="FFFFFF"/>
                  </a:solidFill>
                  <a:uFillTx/>
                </a:rPr>
                <a:t>Aggregated </a:t>
              </a:r>
              <a:br>
                <a:rPr lang="en-US" sz="800" b="1" dirty="0">
                  <a:solidFill>
                    <a:srgbClr val="FFFFFF"/>
                  </a:solidFill>
                  <a:uFillTx/>
                </a:rPr>
              </a:br>
              <a:r>
                <a:rPr lang="en-US" sz="800" b="1" dirty="0">
                  <a:solidFill>
                    <a:srgbClr val="FFFFFF"/>
                  </a:solidFill>
                  <a:uFillTx/>
                </a:rPr>
                <a:t>Insights</a:t>
              </a:r>
            </a:p>
          </p:txBody>
        </p:sp>
        <p:sp>
          <p:nvSpPr>
            <p:cNvPr id="63" name="Rectangle 62"/>
            <p:cNvSpPr>
              <a:spLocks/>
            </p:cNvSpPr>
            <p:nvPr/>
          </p:nvSpPr>
          <p:spPr>
            <a:xfrm>
              <a:off x="2727661" y="884097"/>
              <a:ext cx="1329470" cy="365760"/>
            </a:xfrm>
            <a:prstGeom prst="rect">
              <a:avLst/>
            </a:prstGeom>
            <a:solidFill>
              <a:schemeClr val="accent1"/>
            </a:solidFill>
            <a:ln w="9525">
              <a:solidFill>
                <a:schemeClr val="tx1">
                  <a:lumMod val="85000"/>
                  <a:lumOff val="15000"/>
                </a:schemeClr>
              </a:solidFill>
            </a:ln>
          </p:spPr>
          <p:style>
            <a:lnRef idx="1">
              <a:schemeClr val="accent1"/>
            </a:lnRef>
            <a:fillRef idx="1">
              <a:schemeClr val="accent1"/>
            </a:fillRef>
            <a:effectRef idx="0">
              <a:schemeClr val="accent1"/>
            </a:effectRef>
            <a:fontRef idx="minor">
              <a:schemeClr val="lt1"/>
            </a:fontRef>
          </p:style>
          <p:txBody>
            <a:bodyPr rtlCol="0" anchor="ctr"/>
            <a:lstStyle/>
            <a:p>
              <a:pPr algn="ctr"/>
              <a:r>
                <a:rPr lang="en-US" sz="800" b="1" dirty="0">
                  <a:solidFill>
                    <a:srgbClr val="FFFFFF"/>
                  </a:solidFill>
                  <a:uFillTx/>
                </a:rPr>
                <a:t>Events of </a:t>
              </a:r>
              <a:br>
                <a:rPr lang="en-US" sz="800" b="1" dirty="0">
                  <a:solidFill>
                    <a:srgbClr val="FFFFFF"/>
                  </a:solidFill>
                  <a:uFillTx/>
                </a:rPr>
              </a:br>
              <a:r>
                <a:rPr lang="en-US" sz="800" b="1" dirty="0">
                  <a:solidFill>
                    <a:srgbClr val="FFFFFF"/>
                  </a:solidFill>
                  <a:uFillTx/>
                </a:rPr>
                <a:t>momentary value</a:t>
              </a:r>
            </a:p>
          </p:txBody>
        </p:sp>
        <p:sp>
          <p:nvSpPr>
            <p:cNvPr id="66" name="Rectangle 65"/>
            <p:cNvSpPr>
              <a:spLocks/>
            </p:cNvSpPr>
            <p:nvPr/>
          </p:nvSpPr>
          <p:spPr>
            <a:xfrm>
              <a:off x="7240867" y="884097"/>
              <a:ext cx="1329470" cy="365760"/>
            </a:xfrm>
            <a:prstGeom prst="rect">
              <a:avLst/>
            </a:prstGeom>
            <a:solidFill>
              <a:srgbClr val="00B050"/>
            </a:solidFill>
            <a:ln w="9525">
              <a:solidFill>
                <a:schemeClr val="tx1">
                  <a:lumMod val="85000"/>
                  <a:lumOff val="15000"/>
                </a:schemeClr>
              </a:solidFill>
            </a:ln>
          </p:spPr>
          <p:style>
            <a:lnRef idx="1">
              <a:schemeClr val="accent1"/>
            </a:lnRef>
            <a:fillRef idx="1">
              <a:schemeClr val="accent1"/>
            </a:fillRef>
            <a:effectRef idx="0">
              <a:schemeClr val="accent1"/>
            </a:effectRef>
            <a:fontRef idx="minor">
              <a:schemeClr val="lt1"/>
            </a:fontRef>
          </p:style>
          <p:txBody>
            <a:bodyPr rtlCol="0" anchor="ctr"/>
            <a:lstStyle/>
            <a:p>
              <a:pPr algn="ctr"/>
              <a:r>
                <a:rPr lang="en-US" sz="800" b="1" dirty="0">
                  <a:solidFill>
                    <a:srgbClr val="FFFFFF"/>
                  </a:solidFill>
                  <a:uFillTx/>
                </a:rPr>
                <a:t>Predictions about </a:t>
              </a:r>
              <a:br>
                <a:rPr lang="en-US" sz="800" b="1" dirty="0">
                  <a:solidFill>
                    <a:srgbClr val="FFFFFF"/>
                  </a:solidFill>
                  <a:uFillTx/>
                </a:rPr>
              </a:br>
              <a:r>
                <a:rPr lang="en-US" sz="800" b="1" dirty="0">
                  <a:solidFill>
                    <a:srgbClr val="FFFFFF"/>
                  </a:solidFill>
                  <a:uFillTx/>
                </a:rPr>
                <a:t>future events</a:t>
              </a:r>
            </a:p>
          </p:txBody>
        </p:sp>
        <p:sp>
          <p:nvSpPr>
            <p:cNvPr id="67" name="Equal 66"/>
            <p:cNvSpPr>
              <a:spLocks/>
            </p:cNvSpPr>
            <p:nvPr/>
          </p:nvSpPr>
          <p:spPr>
            <a:xfrm>
              <a:off x="1819405" y="932824"/>
              <a:ext cx="354055" cy="271462"/>
            </a:xfrm>
            <a:prstGeom prst="mathEqual">
              <a:avLst/>
            </a:prstGeom>
            <a:ln>
              <a:noFill/>
            </a:ln>
          </p:spPr>
          <p:style>
            <a:lnRef idx="1">
              <a:schemeClr val="accent1"/>
            </a:lnRef>
            <a:fillRef idx="1">
              <a:schemeClr val="accent1"/>
            </a:fillRef>
            <a:effectRef idx="0">
              <a:schemeClr val="accent1"/>
            </a:effectRef>
            <a:fontRef idx="minor">
              <a:schemeClr val="lt1"/>
            </a:fontRef>
          </p:style>
          <p:txBody>
            <a:bodyPr rtlCol="0" anchor="ctr"/>
            <a:lstStyle/>
            <a:p>
              <a:pPr algn="ctr"/>
              <a:endParaRPr lang="en-US" b="1" dirty="0">
                <a:ln w="10160">
                  <a:solidFill>
                    <a:srgbClr val="00AC3E"/>
                  </a:solidFill>
                  <a:prstDash val="solid"/>
                </a:ln>
                <a:solidFill>
                  <a:srgbClr val="FFFFFF"/>
                </a:solidFill>
                <a:effectLst>
                  <a:outerShdw blurRad="38100" dist="22860" dir="5400000" algn="tl" rotWithShape="0">
                    <a:srgbClr val="000000">
                      <a:alpha val="30000"/>
                    </a:srgbClr>
                  </a:outerShdw>
                </a:effectLst>
                <a:uFillTx/>
              </a:endParaRPr>
            </a:p>
          </p:txBody>
        </p:sp>
        <p:sp>
          <p:nvSpPr>
            <p:cNvPr id="68" name="Left Brace 67"/>
            <p:cNvSpPr>
              <a:spLocks/>
            </p:cNvSpPr>
            <p:nvPr/>
          </p:nvSpPr>
          <p:spPr>
            <a:xfrm>
              <a:off x="2532147" y="824309"/>
              <a:ext cx="141389" cy="488492"/>
            </a:xfrm>
            <a:prstGeom prst="leftBrace">
              <a:avLst>
                <a:gd name="adj1" fmla="val 27752"/>
                <a:gd name="adj2" fmla="val 50000"/>
              </a:avLst>
            </a:prstGeom>
            <a:noFill/>
            <a:ln w="28575" cap="sq"/>
          </p:spPr>
          <p:style>
            <a:lnRef idx="1">
              <a:schemeClr val="accent1"/>
            </a:lnRef>
            <a:fillRef idx="1">
              <a:schemeClr val="accent1"/>
            </a:fillRef>
            <a:effectRef idx="0">
              <a:schemeClr val="accent1"/>
            </a:effectRef>
            <a:fontRef idx="minor">
              <a:schemeClr val="lt1"/>
            </a:fontRef>
          </p:style>
          <p:txBody>
            <a:bodyPr rtlCol="0" anchor="ctr"/>
            <a:lstStyle/>
            <a:p>
              <a:pPr algn="ctr"/>
              <a:endParaRPr lang="en-US" sz="1050">
                <a:solidFill>
                  <a:srgbClr val="FFFFFF"/>
                </a:solidFill>
                <a:uFillTx/>
              </a:endParaRPr>
            </a:p>
          </p:txBody>
        </p:sp>
        <p:sp>
          <p:nvSpPr>
            <p:cNvPr id="69" name="Left Brace 68"/>
            <p:cNvSpPr>
              <a:spLocks/>
            </p:cNvSpPr>
            <p:nvPr/>
          </p:nvSpPr>
          <p:spPr>
            <a:xfrm flipH="1">
              <a:off x="8598653" y="824309"/>
              <a:ext cx="141389" cy="488492"/>
            </a:xfrm>
            <a:prstGeom prst="leftBrace">
              <a:avLst>
                <a:gd name="adj1" fmla="val 27752"/>
                <a:gd name="adj2" fmla="val 50000"/>
              </a:avLst>
            </a:prstGeom>
            <a:noFill/>
            <a:ln w="28575" cap="sq"/>
          </p:spPr>
          <p:style>
            <a:lnRef idx="1">
              <a:schemeClr val="accent1"/>
            </a:lnRef>
            <a:fillRef idx="1">
              <a:schemeClr val="accent1"/>
            </a:fillRef>
            <a:effectRef idx="0">
              <a:schemeClr val="accent1"/>
            </a:effectRef>
            <a:fontRef idx="minor">
              <a:schemeClr val="lt1"/>
            </a:fontRef>
          </p:style>
          <p:txBody>
            <a:bodyPr rtlCol="0" anchor="ctr"/>
            <a:lstStyle/>
            <a:p>
              <a:pPr algn="ctr"/>
              <a:endParaRPr lang="en-US" sz="1050">
                <a:solidFill>
                  <a:srgbClr val="FFFFFF"/>
                </a:solidFill>
                <a:uFillTx/>
              </a:endParaRPr>
            </a:p>
          </p:txBody>
        </p:sp>
        <p:sp>
          <p:nvSpPr>
            <p:cNvPr id="70" name="Shape 125"/>
            <p:cNvSpPr>
              <a:spLocks/>
            </p:cNvSpPr>
            <p:nvPr/>
          </p:nvSpPr>
          <p:spPr>
            <a:xfrm>
              <a:off x="582021" y="884097"/>
              <a:ext cx="999289" cy="365760"/>
            </a:xfrm>
            <a:prstGeom prst="rect">
              <a:avLst/>
            </a:prstGeom>
            <a:solidFill>
              <a:srgbClr val="0070C0"/>
            </a:solidFill>
            <a:ln>
              <a:solidFill>
                <a:schemeClr val="tx1"/>
              </a:solidFill>
            </a:ln>
          </p:spPr>
          <p:txBody>
            <a:bodyPr spcFirstLastPara="1" wrap="square" lIns="68569" tIns="68569" rIns="68569" bIns="68569" anchor="ctr" anchorCtr="0">
              <a:noAutofit/>
            </a:bodyPr>
            <a:lstStyle/>
            <a:p>
              <a:pPr algn="ctr">
                <a:buClr>
                  <a:srgbClr val="000000"/>
                </a:buClr>
                <a:buSzPts val="1100"/>
              </a:pPr>
              <a:r>
                <a:rPr lang="en-US" sz="800" b="1" dirty="0">
                  <a:solidFill>
                    <a:srgbClr val="FFFFFF"/>
                  </a:solidFill>
                  <a:uFillTx/>
                </a:rPr>
                <a:t>Contextual Intelligence</a:t>
              </a:r>
            </a:p>
          </p:txBody>
        </p:sp>
      </p:grpSp>
      <p:graphicFrame>
        <p:nvGraphicFramePr>
          <p:cNvPr id="72" name="Table 71"/>
          <p:cNvGraphicFramePr>
            <a:graphicFrameLocks noGrp="1"/>
          </p:cNvGraphicFramePr>
          <p:nvPr>
            <p:extLst>
              <p:ext uri="{D42A27DB-BD31-4B8C-83A1-F6EECF244321}">
                <p14:modId xmlns:p14="http://schemas.microsoft.com/office/powerpoint/2010/main" val="2138418146"/>
              </p:ext>
            </p:extLst>
          </p:nvPr>
        </p:nvGraphicFramePr>
        <p:xfrm>
          <a:off x="6779419" y="1580869"/>
          <a:ext cx="2200420" cy="1963650"/>
        </p:xfrm>
        <a:graphic>
          <a:graphicData uri="http://schemas.openxmlformats.org/drawingml/2006/table">
            <a:tbl>
              <a:tblPr/>
              <a:tblGrid>
                <a:gridCol w="2200420"/>
              </a:tblGrid>
              <a:tr h="137160">
                <a:tc>
                  <a:txBody>
                    <a:bodyPr/>
                    <a:lstStyle/>
                    <a:p>
                      <a:pPr algn="ctr" rtl="0" fontAlgn="b"/>
                      <a:r>
                        <a:rPr lang="en-US" sz="800" b="1" dirty="0" smtClean="0">
                          <a:solidFill>
                            <a:schemeClr val="bg1"/>
                          </a:solidFill>
                          <a:effectLst/>
                          <a:uFillTx/>
                        </a:rPr>
                        <a:t>Predictive</a:t>
                      </a:r>
                      <a:r>
                        <a:rPr lang="en-US" sz="800" b="1" baseline="0" dirty="0" smtClean="0">
                          <a:solidFill>
                            <a:schemeClr val="bg1"/>
                          </a:solidFill>
                          <a:effectLst/>
                          <a:uFillTx/>
                        </a:rPr>
                        <a:t> Models</a:t>
                      </a:r>
                      <a:endParaRPr lang="en-US" sz="800" b="1" dirty="0">
                        <a:solidFill>
                          <a:schemeClr val="bg1"/>
                        </a:solidFill>
                        <a:effectLst/>
                        <a:uFillTx/>
                      </a:endParaRPr>
                    </a:p>
                  </a:txBody>
                  <a:tcPr marL="11782" marR="11782" marT="0" marB="0" anchor="b">
                    <a:lnL w="7620" cap="flat" cmpd="sng" algn="ctr">
                      <a:solidFill>
                        <a:srgbClr val="000000"/>
                      </a:solidFill>
                      <a:prstDash val="solid"/>
                      <a:round/>
                      <a:headEnd type="none" w="med" len="med"/>
                      <a:tailEnd type="none" w="med" len="med"/>
                    </a:lnL>
                    <a:lnR w="6350" cap="flat" cmpd="sng" algn="ctr">
                      <a:solidFill>
                        <a:schemeClr val="tx1"/>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00B050"/>
                    </a:solidFill>
                  </a:tcPr>
                </a:tc>
              </a:tr>
              <a:tr h="150230">
                <a:tc>
                  <a:txBody>
                    <a:bodyPr/>
                    <a:lstStyle/>
                    <a:p>
                      <a:pPr algn="ctr" rtl="0" fontAlgn="b"/>
                      <a:r>
                        <a:rPr lang="en-US" sz="800" b="1" dirty="0" smtClean="0">
                          <a:effectLst/>
                          <a:uFillTx/>
                        </a:rPr>
                        <a:t>Real-time Predictions</a:t>
                      </a:r>
                      <a:endParaRPr lang="en-US" sz="800" b="1" dirty="0">
                        <a:effectLst/>
                        <a:uFillTx/>
                      </a:endParaRPr>
                    </a:p>
                  </a:txBody>
                  <a:tcPr marL="11782" marR="11782" marT="0" marB="0" anchor="b">
                    <a:lnL w="7620" cap="flat" cmpd="sng" algn="ctr">
                      <a:solidFill>
                        <a:srgbClr val="000000"/>
                      </a:solidFill>
                      <a:prstDash val="solid"/>
                      <a:round/>
                      <a:headEnd type="none" w="med" len="med"/>
                      <a:tailEnd type="none" w="med" len="med"/>
                    </a:lnL>
                    <a:lnR w="6350" cap="flat" cmpd="sng" algn="ctr">
                      <a:solidFill>
                        <a:schemeClr val="tx1"/>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r>
              <a:tr h="150230">
                <a:tc>
                  <a:txBody>
                    <a:bodyPr/>
                    <a:lstStyle/>
                    <a:p>
                      <a:pPr marL="0" algn="l" defTabSz="457200" rtl="0" eaLnBrk="1" fontAlgn="b" latinLnBrk="0" hangingPunct="1"/>
                      <a:r>
                        <a:rPr lang="en-US" sz="800" kern="1200" dirty="0">
                          <a:solidFill>
                            <a:schemeClr val="tx1"/>
                          </a:solidFill>
                          <a:effectLst/>
                          <a:uFillTx/>
                          <a:latin typeface="+mn-lt"/>
                          <a:ea typeface="+mn-ea"/>
                          <a:cs typeface="+mn-cs"/>
                        </a:rPr>
                        <a:t>Customer device upgrade propensity</a:t>
                      </a:r>
                    </a:p>
                  </a:txBody>
                  <a:tcPr marL="28575" marR="28575" marT="0" marB="0" anchor="b">
                    <a:lnL w="7620" cap="flat" cmpd="sng" algn="ctr">
                      <a:solidFill>
                        <a:srgbClr val="000000"/>
                      </a:solidFill>
                      <a:prstDash val="solid"/>
                      <a:round/>
                      <a:headEnd type="none" w="med" len="med"/>
                      <a:tailEnd type="none" w="med" len="med"/>
                    </a:lnL>
                    <a:lnR w="6350" cap="flat" cmpd="sng" algn="ctr">
                      <a:solidFill>
                        <a:schemeClr val="tx1"/>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r>
              <a:tr h="150230">
                <a:tc>
                  <a:txBody>
                    <a:bodyPr/>
                    <a:lstStyle/>
                    <a:p>
                      <a:pPr marL="0" algn="l" defTabSz="457200" rtl="0" eaLnBrk="1" fontAlgn="b" latinLnBrk="0" hangingPunct="1"/>
                      <a:r>
                        <a:rPr lang="en-US" sz="800" kern="1200" dirty="0">
                          <a:solidFill>
                            <a:schemeClr val="tx1"/>
                          </a:solidFill>
                          <a:effectLst/>
                          <a:uFillTx/>
                          <a:latin typeface="+mn-lt"/>
                          <a:ea typeface="+mn-ea"/>
                          <a:cs typeface="+mn-cs"/>
                        </a:rPr>
                        <a:t>Customer propensity to add a Line</a:t>
                      </a:r>
                    </a:p>
                  </a:txBody>
                  <a:tcPr marL="28575" marR="28575" marT="0" marB="0" anchor="b">
                    <a:lnL w="7620" cap="flat" cmpd="sng" algn="ctr">
                      <a:solidFill>
                        <a:srgbClr val="000000"/>
                      </a:solidFill>
                      <a:prstDash val="solid"/>
                      <a:round/>
                      <a:headEnd type="none" w="med" len="med"/>
                      <a:tailEnd type="none" w="med" len="med"/>
                    </a:lnL>
                    <a:lnR w="6350" cap="flat" cmpd="sng" algn="ctr">
                      <a:solidFill>
                        <a:schemeClr val="tx1"/>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r>
              <a:tr h="150230">
                <a:tc>
                  <a:txBody>
                    <a:bodyPr/>
                    <a:lstStyle/>
                    <a:p>
                      <a:pPr marL="0" algn="l" defTabSz="457200" rtl="0" eaLnBrk="1" fontAlgn="b" latinLnBrk="0" hangingPunct="1"/>
                      <a:r>
                        <a:rPr lang="en-US" sz="800" kern="1200" dirty="0">
                          <a:solidFill>
                            <a:schemeClr val="tx1"/>
                          </a:solidFill>
                          <a:effectLst/>
                          <a:uFillTx/>
                          <a:latin typeface="+mn-lt"/>
                          <a:ea typeface="+mn-ea"/>
                          <a:cs typeface="+mn-cs"/>
                        </a:rPr>
                        <a:t>Customer digital Engagement rate</a:t>
                      </a:r>
                    </a:p>
                  </a:txBody>
                  <a:tcPr marL="28575" marR="28575" marT="0" marB="0" anchor="b">
                    <a:lnL w="7620" cap="flat" cmpd="sng" algn="ctr">
                      <a:solidFill>
                        <a:srgbClr val="000000"/>
                      </a:solidFill>
                      <a:prstDash val="solid"/>
                      <a:round/>
                      <a:headEnd type="none" w="med" len="med"/>
                      <a:tailEnd type="none" w="med" len="med"/>
                    </a:lnL>
                    <a:lnR w="6350" cap="flat" cmpd="sng" algn="ctr">
                      <a:solidFill>
                        <a:schemeClr val="tx1"/>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r>
              <a:tr h="150230">
                <a:tc>
                  <a:txBody>
                    <a:bodyPr/>
                    <a:lstStyle/>
                    <a:p>
                      <a:pPr marL="0" algn="l" defTabSz="457200" rtl="0" eaLnBrk="1" fontAlgn="b" latinLnBrk="0" hangingPunct="1"/>
                      <a:r>
                        <a:rPr lang="en-US" sz="800" kern="1200" dirty="0">
                          <a:solidFill>
                            <a:schemeClr val="tx1"/>
                          </a:solidFill>
                          <a:effectLst/>
                          <a:uFillTx/>
                          <a:latin typeface="+mn-lt"/>
                          <a:ea typeface="+mn-ea"/>
                          <a:cs typeface="+mn-cs"/>
                        </a:rPr>
                        <a:t>Propensity to call</a:t>
                      </a:r>
                    </a:p>
                  </a:txBody>
                  <a:tcPr marL="28575" marR="28575" marT="0" marB="0" anchor="b">
                    <a:lnL w="7620" cap="flat" cmpd="sng" algn="ctr">
                      <a:solidFill>
                        <a:srgbClr val="000000"/>
                      </a:solidFill>
                      <a:prstDash val="solid"/>
                      <a:round/>
                      <a:headEnd type="none" w="med" len="med"/>
                      <a:tailEnd type="none" w="med" len="med"/>
                    </a:lnL>
                    <a:lnR w="6350" cap="flat" cmpd="sng" algn="ctr">
                      <a:solidFill>
                        <a:schemeClr val="tx1"/>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r>
              <a:tr h="150230">
                <a:tc>
                  <a:txBody>
                    <a:bodyPr/>
                    <a:lstStyle/>
                    <a:p>
                      <a:pPr marL="0" algn="l" defTabSz="457200" rtl="0" eaLnBrk="1" fontAlgn="b" latinLnBrk="0" hangingPunct="1"/>
                      <a:r>
                        <a:rPr lang="en-US" sz="800" kern="1200" dirty="0" smtClean="0">
                          <a:solidFill>
                            <a:schemeClr val="tx1"/>
                          </a:solidFill>
                          <a:effectLst/>
                          <a:uFillTx/>
                          <a:latin typeface="+mn-lt"/>
                          <a:ea typeface="+mn-ea"/>
                          <a:cs typeface="+mn-cs"/>
                        </a:rPr>
                        <a:t>Retargeting </a:t>
                      </a:r>
                      <a:r>
                        <a:rPr lang="en-US" sz="800" kern="1200" dirty="0">
                          <a:solidFill>
                            <a:schemeClr val="tx1"/>
                          </a:solidFill>
                          <a:effectLst/>
                          <a:uFillTx/>
                          <a:latin typeface="+mn-lt"/>
                          <a:ea typeface="+mn-ea"/>
                          <a:cs typeface="+mn-cs"/>
                        </a:rPr>
                        <a:t>based on purchase propensity</a:t>
                      </a:r>
                    </a:p>
                  </a:txBody>
                  <a:tcPr marL="28575" marR="28575" marT="0" marB="0" anchor="b">
                    <a:lnL w="7620" cap="flat" cmpd="sng" algn="ctr">
                      <a:solidFill>
                        <a:srgbClr val="000000"/>
                      </a:solidFill>
                      <a:prstDash val="solid"/>
                      <a:round/>
                      <a:headEnd type="none" w="med" len="med"/>
                      <a:tailEnd type="none" w="med" len="med"/>
                    </a:lnL>
                    <a:lnR w="6350" cap="flat" cmpd="sng" algn="ctr">
                      <a:solidFill>
                        <a:schemeClr val="tx1"/>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r>
              <a:tr h="150230">
                <a:tc>
                  <a:txBody>
                    <a:bodyPr/>
                    <a:lstStyle/>
                    <a:p>
                      <a:pPr marL="0" algn="l" defTabSz="457200" rtl="0" eaLnBrk="1" fontAlgn="b" latinLnBrk="0" hangingPunct="1"/>
                      <a:r>
                        <a:rPr lang="en-US" sz="800" kern="1200" dirty="0">
                          <a:solidFill>
                            <a:schemeClr val="tx1"/>
                          </a:solidFill>
                          <a:effectLst/>
                          <a:uFillTx/>
                          <a:latin typeface="+mn-lt"/>
                          <a:ea typeface="+mn-ea"/>
                          <a:cs typeface="+mn-cs"/>
                        </a:rPr>
                        <a:t>Propensity to buy accessories</a:t>
                      </a:r>
                    </a:p>
                  </a:txBody>
                  <a:tcPr marL="28575" marR="28575" marT="0" marB="0" anchor="b">
                    <a:lnL w="7620" cap="flat" cmpd="sng" algn="ctr">
                      <a:solidFill>
                        <a:srgbClr val="000000"/>
                      </a:solidFill>
                      <a:prstDash val="solid"/>
                      <a:round/>
                      <a:headEnd type="none" w="med" len="med"/>
                      <a:tailEnd type="none" w="med" len="med"/>
                    </a:lnL>
                    <a:lnR w="6350" cap="flat" cmpd="sng" algn="ctr">
                      <a:solidFill>
                        <a:schemeClr val="tx1"/>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r>
              <a:tr h="324190">
                <a:tc>
                  <a:txBody>
                    <a:bodyPr/>
                    <a:lstStyle/>
                    <a:p>
                      <a:pPr marL="0" algn="l" defTabSz="457200" rtl="0" eaLnBrk="1" fontAlgn="b" latinLnBrk="0" hangingPunct="1"/>
                      <a:r>
                        <a:rPr lang="en-US" sz="800" kern="1200" dirty="0">
                          <a:solidFill>
                            <a:schemeClr val="tx1"/>
                          </a:solidFill>
                          <a:effectLst/>
                          <a:uFillTx/>
                          <a:latin typeface="+mn-lt"/>
                          <a:ea typeface="+mn-ea"/>
                          <a:cs typeface="+mn-cs"/>
                        </a:rPr>
                        <a:t>Product </a:t>
                      </a:r>
                      <a:r>
                        <a:rPr lang="en-US" sz="800" kern="1200" dirty="0" smtClean="0">
                          <a:solidFill>
                            <a:schemeClr val="tx1"/>
                          </a:solidFill>
                          <a:effectLst/>
                          <a:uFillTx/>
                          <a:latin typeface="+mn-lt"/>
                          <a:ea typeface="+mn-ea"/>
                          <a:cs typeface="+mn-cs"/>
                        </a:rPr>
                        <a:t>Recommendation </a:t>
                      </a:r>
                      <a:r>
                        <a:rPr lang="en-US" sz="800" kern="1200" dirty="0">
                          <a:solidFill>
                            <a:schemeClr val="tx1"/>
                          </a:solidFill>
                          <a:effectLst/>
                          <a:uFillTx/>
                          <a:latin typeface="+mn-lt"/>
                          <a:ea typeface="+mn-ea"/>
                          <a:cs typeface="+mn-cs"/>
                        </a:rPr>
                        <a:t>based on similar customers groups </a:t>
                      </a:r>
                    </a:p>
                  </a:txBody>
                  <a:tcPr marL="28575" marR="28575" marT="0" marB="0" anchor="b">
                    <a:lnL w="7620" cap="flat" cmpd="sng" algn="ctr">
                      <a:solidFill>
                        <a:srgbClr val="000000"/>
                      </a:solidFill>
                      <a:prstDash val="solid"/>
                      <a:round/>
                      <a:headEnd type="none" w="med" len="med"/>
                      <a:tailEnd type="none" w="med" len="med"/>
                    </a:lnL>
                    <a:lnR w="6350" cap="flat" cmpd="sng" algn="ctr">
                      <a:solidFill>
                        <a:schemeClr val="tx1"/>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r>
              <a:tr h="150230">
                <a:tc>
                  <a:txBody>
                    <a:bodyPr/>
                    <a:lstStyle/>
                    <a:p>
                      <a:pPr marL="0" algn="ctr" defTabSz="457200" rtl="0" eaLnBrk="1" fontAlgn="b" latinLnBrk="0" hangingPunct="1"/>
                      <a:r>
                        <a:rPr lang="en-US" sz="800" b="1" kern="1200" dirty="0" smtClean="0">
                          <a:solidFill>
                            <a:schemeClr val="tx1"/>
                          </a:solidFill>
                          <a:effectLst/>
                          <a:uFillTx/>
                          <a:latin typeface="+mn-lt"/>
                          <a:ea typeface="+mn-ea"/>
                          <a:cs typeface="+mn-cs"/>
                        </a:rPr>
                        <a:t>Batch-mode Predictions</a:t>
                      </a:r>
                      <a:endParaRPr lang="en-US" sz="800" kern="1200" dirty="0">
                        <a:solidFill>
                          <a:schemeClr val="tx1"/>
                        </a:solidFill>
                        <a:effectLst/>
                        <a:uFillTx/>
                        <a:latin typeface="+mn-lt"/>
                        <a:ea typeface="+mn-ea"/>
                        <a:cs typeface="+mn-cs"/>
                      </a:endParaRPr>
                    </a:p>
                  </a:txBody>
                  <a:tcPr marL="28575" marR="28575" marT="0" marB="0" anchor="b">
                    <a:lnL w="7620" cap="flat" cmpd="sng" algn="ctr">
                      <a:solidFill>
                        <a:srgbClr val="000000"/>
                      </a:solidFill>
                      <a:prstDash val="solid"/>
                      <a:round/>
                      <a:headEnd type="none" w="med" len="med"/>
                      <a:tailEnd type="none" w="med" len="med"/>
                    </a:lnL>
                    <a:lnR w="6350" cap="flat" cmpd="sng" algn="ctr">
                      <a:solidFill>
                        <a:schemeClr val="tx1"/>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r>
              <a:tr h="150230">
                <a:tc>
                  <a:txBody>
                    <a:bodyPr/>
                    <a:lstStyle/>
                    <a:p>
                      <a:pPr marL="0" algn="l" defTabSz="457200" rtl="0" eaLnBrk="1" fontAlgn="b" latinLnBrk="0" hangingPunct="1"/>
                      <a:r>
                        <a:rPr lang="en-US" sz="800" kern="1200" dirty="0">
                          <a:solidFill>
                            <a:schemeClr val="tx1"/>
                          </a:solidFill>
                          <a:effectLst/>
                          <a:uFillTx/>
                          <a:latin typeface="+mn-lt"/>
                          <a:ea typeface="+mn-ea"/>
                          <a:cs typeface="+mn-cs"/>
                        </a:rPr>
                        <a:t>Customer life time value</a:t>
                      </a:r>
                    </a:p>
                  </a:txBody>
                  <a:tcPr marL="28575" marR="28575" marT="0" marB="0" anchor="b">
                    <a:lnL w="7620" cap="flat" cmpd="sng" algn="ctr">
                      <a:solidFill>
                        <a:srgbClr val="000000"/>
                      </a:solidFill>
                      <a:prstDash val="solid"/>
                      <a:round/>
                      <a:headEnd type="none" w="med" len="med"/>
                      <a:tailEnd type="none" w="med" len="med"/>
                    </a:lnL>
                    <a:lnR w="6350" cap="flat" cmpd="sng" algn="ctr">
                      <a:solidFill>
                        <a:schemeClr val="tx1"/>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r>
              <a:tr h="150230">
                <a:tc>
                  <a:txBody>
                    <a:bodyPr/>
                    <a:lstStyle/>
                    <a:p>
                      <a:pPr marL="0" algn="l" defTabSz="457200" rtl="0" eaLnBrk="1" fontAlgn="b" latinLnBrk="0" hangingPunct="1"/>
                      <a:r>
                        <a:rPr lang="en-US" sz="800" kern="1200" dirty="0">
                          <a:solidFill>
                            <a:schemeClr val="tx1"/>
                          </a:solidFill>
                          <a:effectLst/>
                          <a:uFillTx/>
                          <a:latin typeface="+mn-lt"/>
                          <a:ea typeface="+mn-ea"/>
                          <a:cs typeface="+mn-cs"/>
                        </a:rPr>
                        <a:t>Customer churn prediciton </a:t>
                      </a:r>
                    </a:p>
                  </a:txBody>
                  <a:tcPr marL="28575" marR="28575" marT="0" marB="0" anchor="b">
                    <a:lnL w="7620" cap="flat" cmpd="sng" algn="ctr">
                      <a:solidFill>
                        <a:srgbClr val="000000"/>
                      </a:solidFill>
                      <a:prstDash val="solid"/>
                      <a:round/>
                      <a:headEnd type="none" w="med" len="med"/>
                      <a:tailEnd type="none" w="med" len="med"/>
                    </a:lnL>
                    <a:lnR w="6350" cap="flat" cmpd="sng" algn="ctr">
                      <a:solidFill>
                        <a:schemeClr val="tx1"/>
                      </a:solidFill>
                      <a:prstDash val="solid"/>
                      <a:round/>
                      <a:headEnd type="none" w="med" len="med"/>
                      <a:tailEnd type="none" w="med" len="med"/>
                    </a:lnR>
                    <a:lnT w="7620" cap="flat" cmpd="sng" algn="ctr">
                      <a:solidFill>
                        <a:srgbClr val="CCCCCC"/>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r>
            </a:tbl>
          </a:graphicData>
        </a:graphic>
      </p:graphicFrame>
      <p:sp>
        <p:nvSpPr>
          <p:cNvPr id="73" name="TextBox 72"/>
          <p:cNvSpPr txBox="1">
            <a:spLocks/>
          </p:cNvSpPr>
          <p:nvPr/>
        </p:nvSpPr>
        <p:spPr>
          <a:xfrm>
            <a:off x="193530" y="1382995"/>
            <a:ext cx="3568222" cy="230832"/>
          </a:xfrm>
          <a:prstGeom prst="rect">
            <a:avLst/>
          </a:prstGeom>
        </p:spPr>
        <p:txBody>
          <a:bodyPr wrap="square" rtlCol="0">
            <a:spAutoFit/>
          </a:bodyPr>
          <a:lstStyle/>
          <a:p>
            <a:r>
              <a:rPr lang="en-US" sz="900" b="1" dirty="0" smtClean="0">
                <a:solidFill>
                  <a:srgbClr val="000000"/>
                </a:solidFill>
                <a:uFillTx/>
              </a:rPr>
              <a:t>Dotcom clickstream feature engineered variables:</a:t>
            </a:r>
            <a:endParaRPr lang="en-US" sz="900" b="1" dirty="0">
              <a:solidFill>
                <a:srgbClr val="000000"/>
              </a:solidFill>
              <a:uFillTx/>
            </a:endParaRPr>
          </a:p>
        </p:txBody>
      </p:sp>
    </p:spTree>
    <p:extLst>
      <p:ext uri="{BB962C8B-B14F-4D97-AF65-F5344CB8AC3E}">
        <p14:creationId xmlns:p14="http://schemas.microsoft.com/office/powerpoint/2010/main" val="391644360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06388"/>
            <a:ext cx="7529804" cy="252803"/>
          </a:xfrm>
        </p:spPr>
        <p:txBody>
          <a:bodyPr>
            <a:noAutofit/>
          </a:bodyPr>
          <a:lstStyle/>
          <a:p>
            <a:r>
              <a:rPr lang="en-US" sz="2200" dirty="0"/>
              <a:t>Feature Engineering Process Example</a:t>
            </a:r>
          </a:p>
        </p:txBody>
      </p:sp>
      <p:sp>
        <p:nvSpPr>
          <p:cNvPr id="4" name="Slide Number Placeholder 3"/>
          <p:cNvSpPr>
            <a:spLocks noGrp="1"/>
          </p:cNvSpPr>
          <p:nvPr>
            <p:ph type="sldNum" sz="quarter" idx="12"/>
          </p:nvPr>
        </p:nvSpPr>
        <p:spPr/>
        <p:txBody>
          <a:bodyPr/>
          <a:lstStyle/>
          <a:p>
            <a:fld id="{E12D0507-9F86-7A45-BE8E-43760B9F92AA}" type="slidenum">
              <a:rPr lang="en-US" smtClean="0">
                <a:uFillTx/>
              </a:rPr>
              <a:pPr/>
              <a:t>9</a:t>
            </a:fld>
            <a:endParaRPr lang="en-US">
              <a:uFillTx/>
            </a:endParaRPr>
          </a:p>
        </p:txBody>
      </p:sp>
      <p:graphicFrame>
        <p:nvGraphicFramePr>
          <p:cNvPr id="9" name="Table 8"/>
          <p:cNvGraphicFramePr>
            <a:graphicFrameLocks noGrp="1"/>
          </p:cNvGraphicFramePr>
          <p:nvPr/>
        </p:nvGraphicFramePr>
        <p:xfrm>
          <a:off x="524005" y="3326036"/>
          <a:ext cx="3013775" cy="934151"/>
        </p:xfrm>
        <a:graphic>
          <a:graphicData uri="http://schemas.openxmlformats.org/drawingml/2006/table">
            <a:tbl>
              <a:tblPr>
                <a:tableStyleId>{616DA210-FB5B-4158-B5E0-FEB733F419BA}</a:tableStyleId>
              </a:tblPr>
              <a:tblGrid>
                <a:gridCol w="476526"/>
                <a:gridCol w="273414"/>
                <a:gridCol w="565043"/>
                <a:gridCol w="612786"/>
                <a:gridCol w="1086006"/>
              </a:tblGrid>
              <a:tr h="202232">
                <a:tc>
                  <a:txBody>
                    <a:bodyPr/>
                    <a:lstStyle/>
                    <a:p>
                      <a:pPr algn="l" fontAlgn="b"/>
                      <a:r>
                        <a:rPr lang="en-US" sz="400" u="none" strike="noStrike" dirty="0" smtClean="0">
                          <a:effectLst/>
                          <a:uFillTx/>
                        </a:rPr>
                        <a:t> </a:t>
                      </a:r>
                      <a:r>
                        <a:rPr lang="en-US" sz="400" b="1" u="none" strike="noStrike" dirty="0" smtClean="0">
                          <a:effectLst/>
                          <a:uFillTx/>
                        </a:rPr>
                        <a:t>Customer ID</a:t>
                      </a:r>
                      <a:endParaRPr lang="en-US" sz="400" b="1" i="0" u="none" strike="noStrike" dirty="0">
                        <a:solidFill>
                          <a:srgbClr val="000000"/>
                        </a:solidFill>
                        <a:effectLst/>
                        <a:uFillTx/>
                        <a:latin typeface="Calibri" panose="020F0502020204030204" pitchFamily="34" charset="0"/>
                      </a:endParaRPr>
                    </a:p>
                  </a:txBody>
                  <a:tcPr marL="2533" marR="2533" marT="2533" marB="0" anchor="ctr">
                    <a:solidFill>
                      <a:srgbClr val="D0ECDF"/>
                    </a:solidFill>
                  </a:tcPr>
                </a:tc>
                <a:tc>
                  <a:txBody>
                    <a:bodyPr/>
                    <a:lstStyle/>
                    <a:p>
                      <a:pPr algn="ctr" fontAlgn="b"/>
                      <a:r>
                        <a:rPr lang="en-US" sz="400" b="1" i="0" u="none" strike="noStrike" dirty="0" smtClean="0">
                          <a:solidFill>
                            <a:schemeClr val="tx1"/>
                          </a:solidFill>
                          <a:effectLst/>
                          <a:uFillTx/>
                          <a:latin typeface="+mn-lt"/>
                        </a:rPr>
                        <a:t>Chat</a:t>
                      </a:r>
                      <a:r>
                        <a:rPr lang="en-US" sz="400" b="1" i="0" u="none" strike="noStrike" baseline="0" dirty="0" smtClean="0">
                          <a:solidFill>
                            <a:schemeClr val="tx1"/>
                          </a:solidFill>
                          <a:effectLst/>
                          <a:uFillTx/>
                          <a:latin typeface="+mn-lt"/>
                        </a:rPr>
                        <a:t> </a:t>
                      </a:r>
                      <a:br>
                        <a:rPr lang="en-US" sz="400" b="1" i="0" u="none" strike="noStrike" baseline="0" dirty="0" smtClean="0">
                          <a:solidFill>
                            <a:schemeClr val="tx1"/>
                          </a:solidFill>
                          <a:effectLst/>
                          <a:uFillTx/>
                          <a:latin typeface="+mn-lt"/>
                        </a:rPr>
                      </a:br>
                      <a:r>
                        <a:rPr lang="en-US" sz="400" b="1" i="0" u="none" strike="noStrike" baseline="0" dirty="0" smtClean="0">
                          <a:solidFill>
                            <a:schemeClr val="tx1"/>
                          </a:solidFill>
                          <a:effectLst/>
                          <a:uFillTx/>
                          <a:latin typeface="+mn-lt"/>
                        </a:rPr>
                        <a:t>ID</a:t>
                      </a:r>
                      <a:endParaRPr lang="en-US" sz="400" b="1" i="0" u="none" strike="noStrike" dirty="0">
                        <a:solidFill>
                          <a:srgbClr val="000000"/>
                        </a:solidFill>
                        <a:effectLst/>
                        <a:uFillTx/>
                        <a:latin typeface="Calibri" panose="020F0502020204030204" pitchFamily="34" charset="0"/>
                      </a:endParaRPr>
                    </a:p>
                  </a:txBody>
                  <a:tcPr marL="2533" marR="2533" marT="2533" marB="0" anchor="ctr">
                    <a:solidFill>
                      <a:srgbClr val="D0ECDF"/>
                    </a:solidFill>
                  </a:tcPr>
                </a:tc>
                <a:tc>
                  <a:txBody>
                    <a:bodyPr/>
                    <a:lstStyle/>
                    <a:p>
                      <a:pPr marL="0" marR="0" lvl="0" indent="0" algn="ctr" defTabSz="457200" rtl="0" eaLnBrk="1" fontAlgn="b" latinLnBrk="0" hangingPunct="1">
                        <a:lnSpc>
                          <a:spcPct val="100000"/>
                        </a:lnSpc>
                        <a:spcBef>
                          <a:spcPts val="0"/>
                        </a:spcBef>
                        <a:spcAft>
                          <a:spcPts val="0"/>
                        </a:spcAft>
                        <a:buFontTx/>
                        <a:buNone/>
                        <a:defRPr>
                          <a:uFillTx/>
                        </a:defRPr>
                      </a:pPr>
                      <a:r>
                        <a:rPr lang="en-US" sz="400" b="1" i="0" u="none" strike="noStrike" baseline="0" dirty="0" smtClean="0">
                          <a:solidFill>
                            <a:schemeClr val="tx1"/>
                          </a:solidFill>
                          <a:effectLst/>
                          <a:uFillTx/>
                          <a:latin typeface="+mn-lt"/>
                        </a:rPr>
                        <a:t>Chat </a:t>
                      </a:r>
                      <a:br>
                        <a:rPr lang="en-US" sz="400" b="1" i="0" u="none" strike="noStrike" baseline="0" dirty="0" smtClean="0">
                          <a:solidFill>
                            <a:schemeClr val="tx1"/>
                          </a:solidFill>
                          <a:effectLst/>
                          <a:uFillTx/>
                          <a:latin typeface="+mn-lt"/>
                        </a:rPr>
                      </a:br>
                      <a:r>
                        <a:rPr lang="en-US" sz="400" b="1" i="0" u="none" strike="noStrike" baseline="0" dirty="0" smtClean="0">
                          <a:solidFill>
                            <a:schemeClr val="tx1"/>
                          </a:solidFill>
                          <a:effectLst/>
                          <a:uFillTx/>
                          <a:latin typeface="+mn-lt"/>
                        </a:rPr>
                        <a:t>timestamp</a:t>
                      </a:r>
                      <a:endParaRPr lang="en-US" sz="400" b="1" i="0" u="none" strike="noStrike" dirty="0">
                        <a:solidFill>
                          <a:srgbClr val="000000"/>
                        </a:solidFill>
                        <a:effectLst/>
                        <a:uFillTx/>
                        <a:latin typeface="Calibri" panose="020F0502020204030204" pitchFamily="34" charset="0"/>
                      </a:endParaRPr>
                    </a:p>
                  </a:txBody>
                  <a:tcPr marL="2533" marR="2533" marT="2533" marB="0" anchor="ctr">
                    <a:solidFill>
                      <a:srgbClr val="D0ECDF"/>
                    </a:solidFill>
                  </a:tcPr>
                </a:tc>
                <a:tc>
                  <a:txBody>
                    <a:bodyPr/>
                    <a:lstStyle/>
                    <a:p>
                      <a:pPr algn="ctr" fontAlgn="b"/>
                      <a:r>
                        <a:rPr lang="en-US" sz="400" b="1" i="0" u="none" strike="noStrike" kern="1200" baseline="0" dirty="0" smtClean="0">
                          <a:solidFill>
                            <a:schemeClr val="tx1"/>
                          </a:solidFill>
                          <a:effectLst/>
                          <a:uFillTx/>
                          <a:latin typeface="+mn-lt"/>
                          <a:ea typeface="+mn-ea"/>
                          <a:cs typeface="+mn-cs"/>
                        </a:rPr>
                        <a:t>Agent/</a:t>
                      </a:r>
                      <a:br>
                        <a:rPr lang="en-US" sz="400" b="1" i="0" u="none" strike="noStrike" kern="1200" baseline="0" dirty="0" smtClean="0">
                          <a:solidFill>
                            <a:schemeClr val="tx1"/>
                          </a:solidFill>
                          <a:effectLst/>
                          <a:uFillTx/>
                          <a:latin typeface="+mn-lt"/>
                          <a:ea typeface="+mn-ea"/>
                          <a:cs typeface="+mn-cs"/>
                        </a:rPr>
                      </a:br>
                      <a:r>
                        <a:rPr lang="en-US" sz="400" b="1" i="0" u="none" strike="noStrike" kern="1200" baseline="0" dirty="0" smtClean="0">
                          <a:solidFill>
                            <a:schemeClr val="tx1"/>
                          </a:solidFill>
                          <a:effectLst/>
                          <a:uFillTx/>
                          <a:latin typeface="+mn-lt"/>
                          <a:ea typeface="+mn-ea"/>
                          <a:cs typeface="+mn-cs"/>
                        </a:rPr>
                        <a:t>Customer</a:t>
                      </a:r>
                      <a:endParaRPr lang="en-US" sz="400" b="1" i="0" u="none" strike="noStrike" kern="1200" baseline="0" dirty="0">
                        <a:solidFill>
                          <a:schemeClr val="tx1"/>
                        </a:solidFill>
                        <a:effectLst/>
                        <a:uFillTx/>
                        <a:latin typeface="+mn-lt"/>
                        <a:ea typeface="+mn-ea"/>
                        <a:cs typeface="+mn-cs"/>
                      </a:endParaRPr>
                    </a:p>
                  </a:txBody>
                  <a:tcPr marL="2533" marR="2533" marT="2533" marB="0" anchor="ctr">
                    <a:solidFill>
                      <a:srgbClr val="D0ECDF"/>
                    </a:solidFill>
                  </a:tcPr>
                </a:tc>
                <a:tc>
                  <a:txBody>
                    <a:bodyPr/>
                    <a:lstStyle/>
                    <a:p>
                      <a:pPr algn="ctr" fontAlgn="b"/>
                      <a:r>
                        <a:rPr lang="en-US" sz="400" b="1" u="none" strike="noStrike" dirty="0" smtClean="0">
                          <a:effectLst/>
                          <a:uFillTx/>
                        </a:rPr>
                        <a:t>Chat </a:t>
                      </a:r>
                      <a:br>
                        <a:rPr lang="en-US" sz="400" b="1" u="none" strike="noStrike" dirty="0" smtClean="0">
                          <a:effectLst/>
                          <a:uFillTx/>
                        </a:rPr>
                      </a:br>
                      <a:r>
                        <a:rPr lang="en-US" sz="400" b="1" u="none" strike="noStrike" dirty="0" smtClean="0">
                          <a:effectLst/>
                          <a:uFillTx/>
                        </a:rPr>
                        <a:t>Transcripts</a:t>
                      </a:r>
                      <a:endParaRPr lang="en-US" sz="400" b="1" i="0" u="none" strike="noStrike" dirty="0">
                        <a:solidFill>
                          <a:srgbClr val="000000"/>
                        </a:solidFill>
                        <a:effectLst/>
                        <a:uFillTx/>
                        <a:latin typeface="Calibri" panose="020F0502020204030204" pitchFamily="34" charset="0"/>
                      </a:endParaRPr>
                    </a:p>
                  </a:txBody>
                  <a:tcPr marL="2533" marR="2533" marT="2533" marB="0" anchor="ctr">
                    <a:solidFill>
                      <a:srgbClr val="D0ECDF"/>
                    </a:solidFill>
                  </a:tcPr>
                </a:tc>
              </a:tr>
              <a:tr h="243973">
                <a:tc>
                  <a:txBody>
                    <a:bodyPr/>
                    <a:lstStyle/>
                    <a:p>
                      <a:pPr algn="ctr" fontAlgn="b"/>
                      <a:r>
                        <a:rPr lang="en-US" sz="400" u="none" strike="noStrike" kern="1200" dirty="0" smtClean="0">
                          <a:solidFill>
                            <a:schemeClr val="tx1"/>
                          </a:solidFill>
                          <a:effectLst/>
                          <a:uFillTx/>
                          <a:latin typeface="+mn-lt"/>
                          <a:ea typeface="+mn-ea"/>
                          <a:cs typeface="+mn-cs"/>
                        </a:rPr>
                        <a:t>273455265</a:t>
                      </a:r>
                      <a:endParaRPr lang="en-US" sz="400" u="none" strike="noStrike" kern="1200" dirty="0">
                        <a:solidFill>
                          <a:schemeClr val="tx1"/>
                        </a:solidFill>
                        <a:effectLst/>
                        <a:uFillTx/>
                        <a:latin typeface="+mn-lt"/>
                        <a:ea typeface="+mn-ea"/>
                        <a:cs typeface="+mn-cs"/>
                      </a:endParaRPr>
                    </a:p>
                  </a:txBody>
                  <a:tcPr marL="2533" marR="2533" marT="2533" marB="0" anchor="ctr">
                    <a:solidFill>
                      <a:srgbClr val="D0ECDF"/>
                    </a:solidFill>
                  </a:tcPr>
                </a:tc>
                <a:tc>
                  <a:txBody>
                    <a:bodyPr/>
                    <a:lstStyle/>
                    <a:p>
                      <a:pPr algn="ctr" fontAlgn="b"/>
                      <a:r>
                        <a:rPr lang="en-US" sz="400" u="none" strike="noStrike" kern="1200" dirty="0" smtClean="0">
                          <a:effectLst/>
                          <a:uFillTx/>
                        </a:rPr>
                        <a:t>54567</a:t>
                      </a:r>
                      <a:endParaRPr lang="en-US" sz="400" u="none" strike="noStrike" kern="1200" dirty="0">
                        <a:solidFill>
                          <a:schemeClr val="tx1"/>
                        </a:solidFill>
                        <a:effectLst/>
                        <a:uFillTx/>
                        <a:latin typeface="+mn-lt"/>
                        <a:ea typeface="+mn-ea"/>
                        <a:cs typeface="+mn-cs"/>
                      </a:endParaRPr>
                    </a:p>
                  </a:txBody>
                  <a:tcPr marL="2533" marR="2533" marT="2533" marB="0" anchor="ctr">
                    <a:solidFill>
                      <a:srgbClr val="D0ECDF"/>
                    </a:solidFill>
                  </a:tcPr>
                </a:tc>
                <a:tc>
                  <a:txBody>
                    <a:bodyPr/>
                    <a:lstStyle/>
                    <a:p>
                      <a:pPr algn="ctr" fontAlgn="b"/>
                      <a:r>
                        <a:rPr lang="en-US" sz="400" u="none" strike="noStrike" kern="1200" dirty="0" smtClean="0">
                          <a:solidFill>
                            <a:schemeClr val="tx1"/>
                          </a:solidFill>
                          <a:effectLst/>
                          <a:uFillTx/>
                          <a:latin typeface="+mn-lt"/>
                          <a:ea typeface="+mn-ea"/>
                          <a:cs typeface="+mn-cs"/>
                        </a:rPr>
                        <a:t>4/12/2018 13:23:10</a:t>
                      </a:r>
                      <a:endParaRPr lang="en-US" sz="400" u="none" strike="noStrike" kern="1200" dirty="0">
                        <a:solidFill>
                          <a:schemeClr val="tx1"/>
                        </a:solidFill>
                        <a:effectLst/>
                        <a:uFillTx/>
                        <a:latin typeface="+mn-lt"/>
                        <a:ea typeface="+mn-ea"/>
                        <a:cs typeface="+mn-cs"/>
                      </a:endParaRPr>
                    </a:p>
                  </a:txBody>
                  <a:tcPr marL="2533" marR="2533" marT="2533" marB="0" anchor="ctr">
                    <a:solidFill>
                      <a:srgbClr val="D0ECDF"/>
                    </a:solidFill>
                  </a:tcPr>
                </a:tc>
                <a:tc>
                  <a:txBody>
                    <a:bodyPr/>
                    <a:lstStyle/>
                    <a:p>
                      <a:pPr algn="ctr" fontAlgn="b"/>
                      <a:r>
                        <a:rPr lang="en-US" sz="400" u="none" strike="noStrike" kern="1200" dirty="0" smtClean="0">
                          <a:solidFill>
                            <a:schemeClr val="tx1"/>
                          </a:solidFill>
                          <a:effectLst/>
                          <a:uFillTx/>
                          <a:latin typeface="+mn-lt"/>
                          <a:ea typeface="+mn-ea"/>
                          <a:cs typeface="+mn-cs"/>
                        </a:rPr>
                        <a:t>Agent</a:t>
                      </a:r>
                      <a:endParaRPr lang="en-US" sz="400" u="none" strike="noStrike" kern="1200" dirty="0">
                        <a:solidFill>
                          <a:schemeClr val="tx1"/>
                        </a:solidFill>
                        <a:effectLst/>
                        <a:uFillTx/>
                        <a:latin typeface="+mn-lt"/>
                        <a:ea typeface="+mn-ea"/>
                        <a:cs typeface="+mn-cs"/>
                      </a:endParaRPr>
                    </a:p>
                  </a:txBody>
                  <a:tcPr marL="2533" marR="2533" marT="2533" marB="0" anchor="ctr">
                    <a:solidFill>
                      <a:srgbClr val="D0ECDF"/>
                    </a:solidFill>
                  </a:tcPr>
                </a:tc>
                <a:tc>
                  <a:txBody>
                    <a:bodyPr/>
                    <a:lstStyle/>
                    <a:p>
                      <a:pPr algn="ctr" fontAlgn="b"/>
                      <a:r>
                        <a:rPr lang="en-US" sz="400" dirty="0" smtClean="0">
                          <a:effectLst/>
                          <a:uFillTx/>
                        </a:rPr>
                        <a:t>Could you please tell me which services you are looking for ?</a:t>
                      </a:r>
                      <a:endParaRPr lang="en-US" sz="400" u="none" strike="noStrike" kern="1200" dirty="0">
                        <a:solidFill>
                          <a:schemeClr val="tx1"/>
                        </a:solidFill>
                        <a:effectLst/>
                        <a:uFillTx/>
                        <a:latin typeface="+mn-lt"/>
                        <a:ea typeface="+mn-ea"/>
                        <a:cs typeface="+mn-cs"/>
                      </a:endParaRPr>
                    </a:p>
                  </a:txBody>
                  <a:tcPr marL="2533" marR="2533" marT="2533" marB="0" anchor="ctr">
                    <a:solidFill>
                      <a:srgbClr val="D0ECDF"/>
                    </a:solidFill>
                  </a:tcPr>
                </a:tc>
              </a:tr>
              <a:tr h="243973">
                <a:tc>
                  <a:txBody>
                    <a:bodyPr/>
                    <a:lstStyle/>
                    <a:p>
                      <a:pPr algn="ctr" fontAlgn="b"/>
                      <a:r>
                        <a:rPr lang="en-US" sz="400" u="none" strike="noStrike" kern="1200" dirty="0" smtClean="0">
                          <a:solidFill>
                            <a:schemeClr val="tx1"/>
                          </a:solidFill>
                          <a:effectLst/>
                          <a:uFillTx/>
                          <a:latin typeface="+mn-lt"/>
                          <a:ea typeface="+mn-ea"/>
                          <a:cs typeface="+mn-cs"/>
                        </a:rPr>
                        <a:t>273455265</a:t>
                      </a:r>
                      <a:endParaRPr lang="en-US" sz="400" u="none" strike="noStrike" kern="1200" dirty="0">
                        <a:solidFill>
                          <a:schemeClr val="tx1"/>
                        </a:solidFill>
                        <a:effectLst/>
                        <a:uFillTx/>
                        <a:latin typeface="+mn-lt"/>
                        <a:ea typeface="+mn-ea"/>
                        <a:cs typeface="+mn-cs"/>
                      </a:endParaRPr>
                    </a:p>
                  </a:txBody>
                  <a:tcPr marL="2533" marR="2533" marT="2533" marB="0" anchor="ctr">
                    <a:solidFill>
                      <a:srgbClr val="D0ECDF"/>
                    </a:solidFill>
                  </a:tcPr>
                </a:tc>
                <a:tc>
                  <a:txBody>
                    <a:bodyPr/>
                    <a:lstStyle/>
                    <a:p>
                      <a:pPr algn="ctr" fontAlgn="b"/>
                      <a:r>
                        <a:rPr lang="en-US" sz="400" u="none" strike="noStrike" kern="1200" dirty="0" smtClean="0">
                          <a:effectLst/>
                          <a:uFillTx/>
                        </a:rPr>
                        <a:t>54567</a:t>
                      </a:r>
                      <a:endParaRPr lang="en-US" sz="400" u="none" strike="noStrike" kern="1200" dirty="0">
                        <a:solidFill>
                          <a:schemeClr val="tx1"/>
                        </a:solidFill>
                        <a:effectLst/>
                        <a:uFillTx/>
                        <a:latin typeface="+mn-lt"/>
                        <a:ea typeface="+mn-ea"/>
                        <a:cs typeface="+mn-cs"/>
                      </a:endParaRPr>
                    </a:p>
                  </a:txBody>
                  <a:tcPr marL="2533" marR="2533" marT="2533" marB="0" anchor="ctr">
                    <a:solidFill>
                      <a:srgbClr val="D0ECDF"/>
                    </a:solidFill>
                  </a:tcPr>
                </a:tc>
                <a:tc>
                  <a:txBody>
                    <a:bodyPr/>
                    <a:lstStyle/>
                    <a:p>
                      <a:pPr marL="0" marR="0" lvl="0" indent="0" algn="ctr" defTabSz="457200" rtl="0" eaLnBrk="1" fontAlgn="b" latinLnBrk="0" hangingPunct="1">
                        <a:lnSpc>
                          <a:spcPct val="100000"/>
                        </a:lnSpc>
                        <a:spcBef>
                          <a:spcPts val="0"/>
                        </a:spcBef>
                        <a:spcAft>
                          <a:spcPts val="0"/>
                        </a:spcAft>
                        <a:buFontTx/>
                        <a:buNone/>
                        <a:defRPr>
                          <a:uFillTx/>
                        </a:defRPr>
                      </a:pPr>
                      <a:r>
                        <a:rPr lang="en-US" sz="400" u="none" strike="noStrike" kern="1200" dirty="0" smtClean="0">
                          <a:solidFill>
                            <a:schemeClr val="tx1"/>
                          </a:solidFill>
                          <a:effectLst/>
                          <a:uFillTx/>
                          <a:latin typeface="+mn-lt"/>
                          <a:ea typeface="+mn-ea"/>
                          <a:cs typeface="+mn-cs"/>
                        </a:rPr>
                        <a:t>4/12/2018 13:23:15</a:t>
                      </a:r>
                    </a:p>
                    <a:p>
                      <a:pPr algn="ctr" fontAlgn="b"/>
                      <a:endParaRPr lang="en-US" sz="400" u="none" strike="noStrike" kern="1200" dirty="0">
                        <a:solidFill>
                          <a:schemeClr val="tx1"/>
                        </a:solidFill>
                        <a:effectLst/>
                        <a:uFillTx/>
                        <a:latin typeface="+mn-lt"/>
                        <a:ea typeface="+mn-ea"/>
                        <a:cs typeface="+mn-cs"/>
                      </a:endParaRPr>
                    </a:p>
                  </a:txBody>
                  <a:tcPr marL="2533" marR="2533" marT="2533" marB="0" anchor="ctr">
                    <a:solidFill>
                      <a:srgbClr val="D0ECDF"/>
                    </a:solidFill>
                  </a:tcPr>
                </a:tc>
                <a:tc>
                  <a:txBody>
                    <a:bodyPr/>
                    <a:lstStyle/>
                    <a:p>
                      <a:pPr algn="ctr" fontAlgn="b"/>
                      <a:r>
                        <a:rPr lang="en-US" sz="400" u="none" strike="noStrike" kern="1200" dirty="0" smtClean="0">
                          <a:solidFill>
                            <a:schemeClr val="tx1"/>
                          </a:solidFill>
                          <a:effectLst/>
                          <a:uFillTx/>
                          <a:latin typeface="+mn-lt"/>
                          <a:ea typeface="+mn-ea"/>
                          <a:cs typeface="+mn-cs"/>
                        </a:rPr>
                        <a:t>Customer</a:t>
                      </a:r>
                      <a:endParaRPr lang="en-US" sz="400" u="none" strike="noStrike" kern="1200" dirty="0">
                        <a:solidFill>
                          <a:schemeClr val="tx1"/>
                        </a:solidFill>
                        <a:effectLst/>
                        <a:uFillTx/>
                        <a:latin typeface="+mn-lt"/>
                        <a:ea typeface="+mn-ea"/>
                        <a:cs typeface="+mn-cs"/>
                      </a:endParaRPr>
                    </a:p>
                  </a:txBody>
                  <a:tcPr marL="2533" marR="2533" marT="2533" marB="0" anchor="ctr">
                    <a:solidFill>
                      <a:srgbClr val="D0ECDF"/>
                    </a:solidFill>
                  </a:tcPr>
                </a:tc>
                <a:tc>
                  <a:txBody>
                    <a:bodyPr/>
                    <a:lstStyle/>
                    <a:p>
                      <a:pPr algn="ctr" fontAlgn="b"/>
                      <a:r>
                        <a:rPr lang="en-US" sz="400" kern="1200" dirty="0" smtClean="0">
                          <a:solidFill>
                            <a:schemeClr val="tx1"/>
                          </a:solidFill>
                          <a:effectLst/>
                          <a:uFillTx/>
                          <a:latin typeface="+mn-lt"/>
                          <a:ea typeface="+mn-ea"/>
                          <a:cs typeface="+mn-cs"/>
                        </a:rPr>
                        <a:t>I would like to add additional line to my account,</a:t>
                      </a:r>
                      <a:r>
                        <a:rPr lang="en-US" sz="400" kern="1200" baseline="0" dirty="0" smtClean="0">
                          <a:solidFill>
                            <a:schemeClr val="tx1"/>
                          </a:solidFill>
                          <a:effectLst/>
                          <a:uFillTx/>
                          <a:latin typeface="+mn-lt"/>
                          <a:ea typeface="+mn-ea"/>
                          <a:cs typeface="+mn-cs"/>
                        </a:rPr>
                        <a:t> looking for iphone 8 </a:t>
                      </a:r>
                      <a:br>
                        <a:rPr lang="en-US" sz="400" kern="1200" baseline="0" dirty="0" smtClean="0">
                          <a:solidFill>
                            <a:schemeClr val="tx1"/>
                          </a:solidFill>
                          <a:effectLst/>
                          <a:uFillTx/>
                          <a:latin typeface="+mn-lt"/>
                          <a:ea typeface="+mn-ea"/>
                          <a:cs typeface="+mn-cs"/>
                        </a:rPr>
                      </a:br>
                      <a:r>
                        <a:rPr lang="en-US" sz="400" kern="1200" baseline="0" dirty="0" smtClean="0">
                          <a:solidFill>
                            <a:schemeClr val="tx1"/>
                          </a:solidFill>
                          <a:effectLst/>
                          <a:uFillTx/>
                          <a:latin typeface="+mn-lt"/>
                          <a:ea typeface="+mn-ea"/>
                          <a:cs typeface="+mn-cs"/>
                        </a:rPr>
                        <a:t>Red color</a:t>
                      </a:r>
                      <a:endParaRPr lang="en-US" sz="400" kern="1200" dirty="0">
                        <a:solidFill>
                          <a:schemeClr val="tx1"/>
                        </a:solidFill>
                        <a:effectLst/>
                        <a:uFillTx/>
                        <a:latin typeface="+mn-lt"/>
                        <a:ea typeface="+mn-ea"/>
                        <a:cs typeface="+mn-cs"/>
                      </a:endParaRPr>
                    </a:p>
                  </a:txBody>
                  <a:tcPr marL="2533" marR="2533" marT="2533" marB="0" anchor="ctr">
                    <a:solidFill>
                      <a:srgbClr val="D0ECDF"/>
                    </a:solidFill>
                  </a:tcPr>
                </a:tc>
              </a:tr>
              <a:tr h="243973">
                <a:tc>
                  <a:txBody>
                    <a:bodyPr/>
                    <a:lstStyle/>
                    <a:p>
                      <a:pPr algn="ctr" fontAlgn="b"/>
                      <a:r>
                        <a:rPr lang="en-US" sz="400" u="none" strike="noStrike" kern="1200" dirty="0" smtClean="0">
                          <a:solidFill>
                            <a:schemeClr val="tx1"/>
                          </a:solidFill>
                          <a:effectLst/>
                          <a:uFillTx/>
                          <a:latin typeface="+mn-lt"/>
                          <a:ea typeface="+mn-ea"/>
                          <a:cs typeface="+mn-cs"/>
                        </a:rPr>
                        <a:t>273455265</a:t>
                      </a:r>
                      <a:endParaRPr lang="en-US" sz="400" u="none" strike="noStrike" kern="1200" dirty="0">
                        <a:solidFill>
                          <a:schemeClr val="tx1"/>
                        </a:solidFill>
                        <a:effectLst/>
                        <a:uFillTx/>
                        <a:latin typeface="+mn-lt"/>
                        <a:ea typeface="+mn-ea"/>
                        <a:cs typeface="+mn-cs"/>
                      </a:endParaRPr>
                    </a:p>
                  </a:txBody>
                  <a:tcPr marL="2533" marR="2533" marT="2533" marB="0" anchor="ctr">
                    <a:solidFill>
                      <a:srgbClr val="D0ECDF"/>
                    </a:solidFill>
                  </a:tcPr>
                </a:tc>
                <a:tc>
                  <a:txBody>
                    <a:bodyPr/>
                    <a:lstStyle/>
                    <a:p>
                      <a:pPr algn="ctr" fontAlgn="b"/>
                      <a:r>
                        <a:rPr lang="en-US" sz="400" u="none" strike="noStrike" kern="1200" dirty="0" smtClean="0">
                          <a:effectLst/>
                          <a:uFillTx/>
                        </a:rPr>
                        <a:t>54567</a:t>
                      </a:r>
                      <a:endParaRPr lang="en-US" sz="400" u="none" strike="noStrike" kern="1200" dirty="0">
                        <a:solidFill>
                          <a:schemeClr val="tx1"/>
                        </a:solidFill>
                        <a:effectLst/>
                        <a:uFillTx/>
                        <a:latin typeface="+mn-lt"/>
                        <a:ea typeface="+mn-ea"/>
                        <a:cs typeface="+mn-cs"/>
                      </a:endParaRPr>
                    </a:p>
                  </a:txBody>
                  <a:tcPr marL="2533" marR="2533" marT="2533" marB="0" anchor="ctr">
                    <a:solidFill>
                      <a:srgbClr val="D0ECDF"/>
                    </a:solidFill>
                  </a:tcPr>
                </a:tc>
                <a:tc>
                  <a:txBody>
                    <a:bodyPr/>
                    <a:lstStyle/>
                    <a:p>
                      <a:pPr marL="0" marR="0" lvl="0" indent="0" algn="ctr" defTabSz="457200" rtl="0" eaLnBrk="1" fontAlgn="b" latinLnBrk="0" hangingPunct="1">
                        <a:lnSpc>
                          <a:spcPct val="100000"/>
                        </a:lnSpc>
                        <a:spcBef>
                          <a:spcPts val="0"/>
                        </a:spcBef>
                        <a:spcAft>
                          <a:spcPts val="0"/>
                        </a:spcAft>
                        <a:buFontTx/>
                        <a:buNone/>
                        <a:defRPr>
                          <a:uFillTx/>
                        </a:defRPr>
                      </a:pPr>
                      <a:r>
                        <a:rPr lang="en-US" sz="400" u="none" strike="noStrike" kern="1200" dirty="0" smtClean="0">
                          <a:solidFill>
                            <a:schemeClr val="tx1"/>
                          </a:solidFill>
                          <a:effectLst/>
                          <a:uFillTx/>
                          <a:latin typeface="+mn-lt"/>
                          <a:ea typeface="+mn-ea"/>
                          <a:cs typeface="+mn-cs"/>
                        </a:rPr>
                        <a:t>4/12/2018 13:24:16</a:t>
                      </a:r>
                    </a:p>
                    <a:p>
                      <a:pPr algn="ctr" fontAlgn="b"/>
                      <a:endParaRPr lang="en-US" sz="400" u="none" strike="noStrike" kern="1200" dirty="0">
                        <a:solidFill>
                          <a:schemeClr val="tx1"/>
                        </a:solidFill>
                        <a:effectLst/>
                        <a:uFillTx/>
                        <a:latin typeface="+mn-lt"/>
                        <a:ea typeface="+mn-ea"/>
                        <a:cs typeface="+mn-cs"/>
                      </a:endParaRPr>
                    </a:p>
                  </a:txBody>
                  <a:tcPr marL="2533" marR="2533" marT="2533" marB="0" anchor="ctr">
                    <a:solidFill>
                      <a:srgbClr val="D0ECDF"/>
                    </a:solidFill>
                  </a:tcPr>
                </a:tc>
                <a:tc>
                  <a:txBody>
                    <a:bodyPr/>
                    <a:lstStyle/>
                    <a:p>
                      <a:pPr algn="ctr" fontAlgn="b"/>
                      <a:r>
                        <a:rPr lang="en-US" sz="400" kern="1200" dirty="0" smtClean="0">
                          <a:solidFill>
                            <a:schemeClr val="tx1"/>
                          </a:solidFill>
                          <a:effectLst/>
                          <a:uFillTx/>
                          <a:latin typeface="+mn-lt"/>
                          <a:ea typeface="+mn-ea"/>
                          <a:cs typeface="+mn-cs"/>
                        </a:rPr>
                        <a:t>Agent</a:t>
                      </a:r>
                      <a:endParaRPr lang="en-US" sz="400" kern="1200" dirty="0">
                        <a:solidFill>
                          <a:schemeClr val="tx1"/>
                        </a:solidFill>
                        <a:effectLst/>
                        <a:uFillTx/>
                        <a:latin typeface="+mn-lt"/>
                        <a:ea typeface="+mn-ea"/>
                        <a:cs typeface="+mn-cs"/>
                      </a:endParaRPr>
                    </a:p>
                  </a:txBody>
                  <a:tcPr marL="2533" marR="2533" marT="2533" marB="0" anchor="ctr">
                    <a:solidFill>
                      <a:srgbClr val="D0ECDF"/>
                    </a:solidFill>
                  </a:tcPr>
                </a:tc>
                <a:tc>
                  <a:txBody>
                    <a:bodyPr/>
                    <a:lstStyle/>
                    <a:p>
                      <a:pPr algn="ctr" fontAlgn="b"/>
                      <a:r>
                        <a:rPr lang="en-US" sz="400" kern="1200" dirty="0" smtClean="0">
                          <a:solidFill>
                            <a:schemeClr val="tx1"/>
                          </a:solidFill>
                          <a:effectLst/>
                          <a:uFillTx/>
                          <a:latin typeface="+mn-lt"/>
                          <a:ea typeface="+mn-ea"/>
                          <a:cs typeface="+mn-cs"/>
                        </a:rPr>
                        <a:t>I'll be happy to help you with adding a line to your account and device</a:t>
                      </a:r>
                      <a:r>
                        <a:rPr lang="en-US" sz="400" kern="1200" baseline="0" dirty="0" smtClean="0">
                          <a:solidFill>
                            <a:schemeClr val="tx1"/>
                          </a:solidFill>
                          <a:effectLst/>
                          <a:uFillTx/>
                          <a:latin typeface="+mn-lt"/>
                          <a:ea typeface="+mn-ea"/>
                          <a:cs typeface="+mn-cs"/>
                        </a:rPr>
                        <a:t> comparison</a:t>
                      </a:r>
                      <a:r>
                        <a:rPr lang="en-US" sz="400" kern="1200" dirty="0" smtClean="0">
                          <a:solidFill>
                            <a:schemeClr val="tx1"/>
                          </a:solidFill>
                          <a:effectLst/>
                          <a:uFillTx/>
                          <a:latin typeface="+mn-lt"/>
                          <a:ea typeface="+mn-ea"/>
                          <a:cs typeface="+mn-cs"/>
                        </a:rPr>
                        <a:t>!</a:t>
                      </a:r>
                      <a:endParaRPr lang="en-US" sz="400" kern="1200" dirty="0">
                        <a:solidFill>
                          <a:schemeClr val="tx1"/>
                        </a:solidFill>
                        <a:effectLst/>
                        <a:uFillTx/>
                        <a:latin typeface="+mn-lt"/>
                        <a:ea typeface="+mn-ea"/>
                        <a:cs typeface="+mn-cs"/>
                      </a:endParaRPr>
                    </a:p>
                  </a:txBody>
                  <a:tcPr marL="2533" marR="2533" marT="2533" marB="0" anchor="ctr">
                    <a:solidFill>
                      <a:srgbClr val="D0ECDF"/>
                    </a:solidFill>
                  </a:tcPr>
                </a:tc>
              </a:tr>
            </a:tbl>
          </a:graphicData>
        </a:graphic>
      </p:graphicFrame>
      <p:pic>
        <p:nvPicPr>
          <p:cNvPr id="10" name="Picture 9"/>
          <p:cNvPicPr>
            <a:picLocks noChangeAspect="1"/>
          </p:cNvPicPr>
          <p:nvPr/>
        </p:nvPicPr>
        <p:blipFill rotWithShape="1">
          <a:blip r:embed="rId2">
            <a:clrChange>
              <a:clrFrom>
                <a:srgbClr val="FFFFFF"/>
              </a:clrFrom>
              <a:clrTo>
                <a:srgbClr val="FFFFFF">
                  <a:alpha val="0"/>
                </a:srgbClr>
              </a:clrTo>
            </a:clrChange>
          </a:blip>
          <a:srcRect l="17589" t="37515" r="19091" b="36953"/>
          <a:stretch/>
        </p:blipFill>
        <p:spPr>
          <a:xfrm>
            <a:off x="524005" y="3127856"/>
            <a:ext cx="450300" cy="152508"/>
          </a:xfrm>
          <a:prstGeom prst="rect">
            <a:avLst/>
          </a:prstGeom>
          <a:effectLst>
            <a:outerShdw blurRad="50800" dist="38100" dir="2700000" algn="tl" rotWithShape="0">
              <a:srgbClr val="000000">
                <a:alpha val="40000"/>
              </a:srgbClr>
            </a:outerShdw>
          </a:effectLst>
        </p:spPr>
      </p:pic>
      <p:sp>
        <p:nvSpPr>
          <p:cNvPr id="8" name="Down Arrow 7"/>
          <p:cNvSpPr>
            <a:spLocks/>
          </p:cNvSpPr>
          <p:nvPr/>
        </p:nvSpPr>
        <p:spPr>
          <a:xfrm rot="16200000">
            <a:off x="2533686" y="2267963"/>
            <a:ext cx="2983496" cy="936825"/>
          </a:xfrm>
          <a:prstGeom prst="downArrow">
            <a:avLst>
              <a:gd name="adj1" fmla="val 16439"/>
              <a:gd name="adj2" fmla="val 100000"/>
            </a:avLst>
          </a:prstGeom>
          <a:gradFill flip="none" rotWithShape="1">
            <a:gsLst>
              <a:gs pos="0">
                <a:schemeClr val="bg1">
                  <a:lumMod val="75000"/>
                  <a:tint val="66000"/>
                  <a:satMod val="160000"/>
                </a:schemeClr>
              </a:gs>
              <a:gs pos="50000">
                <a:schemeClr val="bg1">
                  <a:lumMod val="75000"/>
                  <a:tint val="44500"/>
                  <a:satMod val="160000"/>
                </a:schemeClr>
              </a:gs>
              <a:gs pos="100000">
                <a:schemeClr val="bg1">
                  <a:lumMod val="75000"/>
                  <a:tint val="23500"/>
                  <a:satMod val="160000"/>
                </a:schemeClr>
              </a:gs>
            </a:gsLst>
            <a:lin ang="8100000" scaled="1"/>
            <a:tileRect/>
          </a:gradFill>
          <a:ln>
            <a:solidFill>
              <a:schemeClr val="bg1">
                <a:lumMod val="85000"/>
              </a:schemeClr>
            </a:solidFill>
          </a:ln>
          <a:effectLst/>
        </p:spPr>
        <p:style>
          <a:lnRef idx="1">
            <a:schemeClr val="accent1"/>
          </a:lnRef>
          <a:fillRef idx="1">
            <a:schemeClr val="accent1"/>
          </a:fillRef>
          <a:effectRef idx="0">
            <a:schemeClr val="accent1"/>
          </a:effectRef>
          <a:fontRef idx="minor">
            <a:schemeClr val="lt1"/>
          </a:fontRef>
        </p:style>
        <p:txBody>
          <a:bodyPr rtlCol="0" anchor="ctr"/>
          <a:lstStyle/>
          <a:p>
            <a:pPr algn="ctr" defTabSz="685800"/>
            <a:endParaRPr lang="en-US" sz="1350">
              <a:solidFill>
                <a:srgbClr val="FFFFFF"/>
              </a:solidFill>
              <a:uFillTx/>
            </a:endParaRPr>
          </a:p>
        </p:txBody>
      </p:sp>
      <p:sp>
        <p:nvSpPr>
          <p:cNvPr id="11" name="TextBox 30"/>
          <p:cNvSpPr txBox="1">
            <a:spLocks noChangeArrowheads="1"/>
          </p:cNvSpPr>
          <p:nvPr/>
        </p:nvSpPr>
        <p:spPr bwMode="auto">
          <a:xfrm>
            <a:off x="3102476" y="2212682"/>
            <a:ext cx="1501160" cy="369332"/>
          </a:xfrm>
          <a:prstGeom prst="rect">
            <a:avLst/>
          </a:prstGeom>
          <a:noFill/>
          <a:ln>
            <a:noFill/>
          </a:ln>
        </p:spPr>
        <p:txBody>
          <a:bodyPr wrap="square">
            <a:spAutoFit/>
          </a:bodyPr>
          <a:lstStyle>
            <a:lvl1pPr>
              <a:defRPr>
                <a:solidFill>
                  <a:schemeClr val="tx1"/>
                </a:solidFill>
                <a:uFillTx/>
                <a:latin typeface="NeueHaasGroteskText Std" panose="020B0504020202020204" pitchFamily="34" charset="0"/>
                <a:ea typeface="MS PGothic" panose="020B0600070205080204" pitchFamily="34" charset="-128"/>
              </a:defRPr>
            </a:lvl1pPr>
            <a:lvl2pPr marL="742950" indent="-285750">
              <a:defRPr>
                <a:solidFill>
                  <a:schemeClr val="tx1"/>
                </a:solidFill>
                <a:uFillTx/>
                <a:latin typeface="NeueHaasGroteskText Std" panose="020B0504020202020204" pitchFamily="34" charset="0"/>
                <a:ea typeface="MS PGothic" panose="020B0600070205080204" pitchFamily="34" charset="-128"/>
              </a:defRPr>
            </a:lvl2pPr>
            <a:lvl3pPr marL="1143000" indent="-228600">
              <a:defRPr>
                <a:solidFill>
                  <a:schemeClr val="tx1"/>
                </a:solidFill>
                <a:uFillTx/>
                <a:latin typeface="NeueHaasGroteskText Std" panose="020B0504020202020204" pitchFamily="34" charset="0"/>
                <a:ea typeface="MS PGothic" panose="020B0600070205080204" pitchFamily="34" charset="-128"/>
              </a:defRPr>
            </a:lvl3pPr>
            <a:lvl4pPr marL="1600200" indent="-228600">
              <a:defRPr>
                <a:solidFill>
                  <a:schemeClr val="tx1"/>
                </a:solidFill>
                <a:uFillTx/>
                <a:latin typeface="NeueHaasGroteskText Std" panose="020B0504020202020204" pitchFamily="34" charset="0"/>
                <a:ea typeface="MS PGothic" panose="020B0600070205080204" pitchFamily="34" charset="-128"/>
              </a:defRPr>
            </a:lvl4pPr>
            <a:lvl5pPr marL="2057400" indent="-228600">
              <a:defRPr>
                <a:solidFill>
                  <a:schemeClr val="tx1"/>
                </a:solidFill>
                <a:uFillTx/>
                <a:latin typeface="NeueHaasGroteskText Std" panose="020B0504020202020204" pitchFamily="34" charset="0"/>
                <a:ea typeface="MS PGothic" panose="020B0600070205080204" pitchFamily="34" charset="-128"/>
              </a:defRPr>
            </a:lvl5pPr>
            <a:lvl6pPr marL="2514600" indent="-228600" fontAlgn="base">
              <a:spcBef>
                <a:spcPct val="0"/>
              </a:spcBef>
              <a:spcAft>
                <a:spcPct val="0"/>
              </a:spcAft>
              <a:defRPr>
                <a:solidFill>
                  <a:schemeClr val="tx1"/>
                </a:solidFill>
                <a:uFillTx/>
                <a:latin typeface="NeueHaasGroteskText Std" panose="020B0504020202020204" pitchFamily="34" charset="0"/>
                <a:ea typeface="MS PGothic" panose="020B0600070205080204" pitchFamily="34" charset="-128"/>
              </a:defRPr>
            </a:lvl6pPr>
            <a:lvl7pPr marL="2971800" indent="-228600" fontAlgn="base">
              <a:spcBef>
                <a:spcPct val="0"/>
              </a:spcBef>
              <a:spcAft>
                <a:spcPct val="0"/>
              </a:spcAft>
              <a:defRPr>
                <a:solidFill>
                  <a:schemeClr val="tx1"/>
                </a:solidFill>
                <a:uFillTx/>
                <a:latin typeface="NeueHaasGroteskText Std" panose="020B0504020202020204" pitchFamily="34" charset="0"/>
                <a:ea typeface="MS PGothic" panose="020B0600070205080204" pitchFamily="34" charset="-128"/>
              </a:defRPr>
            </a:lvl7pPr>
            <a:lvl8pPr marL="3429000" indent="-228600" fontAlgn="base">
              <a:spcBef>
                <a:spcPct val="0"/>
              </a:spcBef>
              <a:spcAft>
                <a:spcPct val="0"/>
              </a:spcAft>
              <a:defRPr>
                <a:solidFill>
                  <a:schemeClr val="tx1"/>
                </a:solidFill>
                <a:uFillTx/>
                <a:latin typeface="NeueHaasGroteskText Std" panose="020B0504020202020204" pitchFamily="34" charset="0"/>
                <a:ea typeface="MS PGothic" panose="020B0600070205080204" pitchFamily="34" charset="-128"/>
              </a:defRPr>
            </a:lvl8pPr>
            <a:lvl9pPr marL="3886200" indent="-228600" fontAlgn="base">
              <a:spcBef>
                <a:spcPct val="0"/>
              </a:spcBef>
              <a:spcAft>
                <a:spcPct val="0"/>
              </a:spcAft>
              <a:defRPr>
                <a:solidFill>
                  <a:schemeClr val="tx1"/>
                </a:solidFill>
                <a:uFillTx/>
                <a:latin typeface="NeueHaasGroteskText Std" panose="020B0504020202020204" pitchFamily="34" charset="0"/>
                <a:ea typeface="MS PGothic" panose="020B0600070205080204" pitchFamily="34" charset="-128"/>
              </a:defRPr>
            </a:lvl9pPr>
          </a:lstStyle>
          <a:p>
            <a:pPr algn="ctr" defTabSz="685800" fontAlgn="base">
              <a:spcBef>
                <a:spcPct val="0"/>
              </a:spcBef>
              <a:spcAft>
                <a:spcPct val="0"/>
              </a:spcAft>
            </a:pPr>
            <a:r>
              <a:rPr lang="en-US" altLang="en-US" sz="900" b="1" dirty="0" smtClean="0">
                <a:solidFill>
                  <a:srgbClr val="C00000"/>
                </a:solidFill>
                <a:uFillTx/>
              </a:rPr>
              <a:t>     Feature </a:t>
            </a:r>
            <a:endParaRPr lang="en-US" altLang="en-US" sz="900" b="1" dirty="0">
              <a:solidFill>
                <a:srgbClr val="C00000"/>
              </a:solidFill>
              <a:uFillTx/>
            </a:endParaRPr>
          </a:p>
          <a:p>
            <a:pPr algn="ctr" defTabSz="685800" fontAlgn="base">
              <a:spcBef>
                <a:spcPct val="0"/>
              </a:spcBef>
              <a:spcAft>
                <a:spcPct val="0"/>
              </a:spcAft>
            </a:pPr>
            <a:r>
              <a:rPr lang="en-US" altLang="en-US" sz="900" b="1" dirty="0" smtClean="0">
                <a:solidFill>
                  <a:srgbClr val="C00000"/>
                </a:solidFill>
                <a:uFillTx/>
              </a:rPr>
              <a:t>     Engineering</a:t>
            </a:r>
            <a:endParaRPr lang="en-US" altLang="en-US" sz="900" b="1" dirty="0">
              <a:solidFill>
                <a:srgbClr val="C00000"/>
              </a:solidFill>
              <a:uFillTx/>
            </a:endParaRPr>
          </a:p>
        </p:txBody>
      </p:sp>
      <p:pic>
        <p:nvPicPr>
          <p:cNvPr id="12" name="Picture 2" descr="Image result for cog images"/>
          <p:cNvPicPr>
            <a:picLocks noChangeAspect="1" noChangeArrowheads="1"/>
          </p:cNvPicPr>
          <p:nvPr/>
        </p:nvPicPr>
        <p:blipFill>
          <a:blip r:embed="rId3" cstate="print"/>
          <a:srcRect/>
          <a:stretch>
            <a:fillRect/>
          </a:stretch>
        </p:blipFill>
        <p:spPr bwMode="auto">
          <a:xfrm>
            <a:off x="3553468" y="2591253"/>
            <a:ext cx="578094" cy="313136"/>
          </a:xfrm>
          <a:prstGeom prst="rect">
            <a:avLst/>
          </a:prstGeom>
          <a:noFill/>
        </p:spPr>
      </p:pic>
      <p:graphicFrame>
        <p:nvGraphicFramePr>
          <p:cNvPr id="13" name="Table 12"/>
          <p:cNvGraphicFramePr>
            <a:graphicFrameLocks noGrp="1"/>
          </p:cNvGraphicFramePr>
          <p:nvPr/>
        </p:nvGraphicFramePr>
        <p:xfrm>
          <a:off x="4493847" y="1132462"/>
          <a:ext cx="1893801" cy="2917581"/>
        </p:xfrm>
        <a:graphic>
          <a:graphicData uri="http://schemas.openxmlformats.org/drawingml/2006/table">
            <a:tbl>
              <a:tblPr firstRow="1" bandRow="1"/>
              <a:tblGrid>
                <a:gridCol w="916658"/>
                <a:gridCol w="977143"/>
              </a:tblGrid>
              <a:tr h="91583">
                <a:tc>
                  <a:txBody>
                    <a:bodyPr/>
                    <a:lstStyle/>
                    <a:p>
                      <a:pPr algn="ctr" rtl="0" fontAlgn="ctr"/>
                      <a:r>
                        <a:rPr lang="en-US" sz="500" b="1" i="0" u="none" strike="noStrike" dirty="0">
                          <a:solidFill>
                            <a:srgbClr val="000000"/>
                          </a:solidFill>
                          <a:effectLst/>
                          <a:uFillTx/>
                          <a:latin typeface="Calibri" panose="020F0502020204030204" pitchFamily="34" charset="0"/>
                        </a:rPr>
                        <a:t>Variables</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500" b="1" i="0" u="none" strike="noStrike" dirty="0">
                          <a:solidFill>
                            <a:srgbClr val="000000"/>
                          </a:solidFill>
                          <a:effectLst/>
                          <a:uFillTx/>
                          <a:latin typeface="Calibri" panose="020F0502020204030204" pitchFamily="34" charset="0"/>
                        </a:rPr>
                        <a:t>Value</a:t>
                      </a: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14958">
                <a:tc>
                  <a:txBody>
                    <a:bodyPr/>
                    <a:lstStyle/>
                    <a:p>
                      <a:pPr algn="l" rtl="0" fontAlgn="ctr"/>
                      <a:r>
                        <a:rPr lang="en-US" sz="500" b="0" i="0" u="none" strike="noStrike" dirty="0" smtClean="0">
                          <a:solidFill>
                            <a:srgbClr val="000000"/>
                          </a:solidFill>
                          <a:effectLst/>
                          <a:uFillTx/>
                          <a:latin typeface="Calibri" panose="020F0502020204030204" pitchFamily="34" charset="0"/>
                        </a:rPr>
                        <a:t>Total time spent online</a:t>
                      </a:r>
                      <a:endParaRPr lang="en-US" sz="500" b="0" i="0" u="none" strike="noStrike" dirty="0">
                        <a:solidFill>
                          <a:srgbClr val="000000"/>
                        </a:solidFill>
                        <a:effectLst/>
                        <a:uFillTx/>
                        <a:latin typeface="Calibri" panose="020F0502020204030204" pitchFamily="34" charset="0"/>
                      </a:endParaRPr>
                    </a:p>
                  </a:txBody>
                  <a:tcPr marL="11036"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5F6FF"/>
                    </a:solidFill>
                  </a:tcPr>
                </a:tc>
                <a:tc>
                  <a:txBody>
                    <a:bodyPr/>
                    <a:lstStyle/>
                    <a:p>
                      <a:pPr algn="ctr" rtl="0" fontAlgn="ctr"/>
                      <a:r>
                        <a:rPr lang="en-US" sz="500" b="0" i="0" u="none" strike="noStrike" dirty="0" smtClean="0">
                          <a:solidFill>
                            <a:srgbClr val="000000"/>
                          </a:solidFill>
                          <a:effectLst/>
                          <a:uFillTx/>
                          <a:latin typeface="Calibri" panose="020F0502020204030204" pitchFamily="34" charset="0"/>
                        </a:rPr>
                        <a:t>20 minutes</a:t>
                      </a:r>
                      <a:endParaRPr lang="en-US" sz="500" b="0" i="0" u="none" strike="noStrike" dirty="0">
                        <a:solidFill>
                          <a:srgbClr val="000000"/>
                        </a:solidFill>
                        <a:effectLst/>
                        <a:uFillTx/>
                        <a:latin typeface="Calibri" panose="020F0502020204030204" pitchFamily="34" charset="0"/>
                      </a:endParaRP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5F6FF"/>
                    </a:solidFill>
                  </a:tcPr>
                </a:tc>
              </a:tr>
              <a:tr h="177419">
                <a:tc>
                  <a:txBody>
                    <a:bodyPr/>
                    <a:lstStyle/>
                    <a:p>
                      <a:pPr algn="l" rtl="0" fontAlgn="ctr"/>
                      <a:r>
                        <a:rPr lang="en-US" sz="500" b="0" i="0" u="none" strike="noStrike" dirty="0" smtClean="0">
                          <a:solidFill>
                            <a:srgbClr val="000000"/>
                          </a:solidFill>
                          <a:effectLst/>
                          <a:uFillTx/>
                          <a:latin typeface="Calibri" panose="020F0502020204030204" pitchFamily="34" charset="0"/>
                        </a:rPr>
                        <a:t>Pages visited</a:t>
                      </a:r>
                      <a:endParaRPr lang="en-US" sz="500" b="0" i="0" u="none" strike="noStrike" dirty="0">
                        <a:solidFill>
                          <a:srgbClr val="000000"/>
                        </a:solidFill>
                        <a:effectLst/>
                        <a:uFillTx/>
                        <a:latin typeface="Calibri" panose="020F0502020204030204" pitchFamily="34" charset="0"/>
                      </a:endParaRPr>
                    </a:p>
                  </a:txBody>
                  <a:tcPr marL="11036"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5F6FF"/>
                    </a:solidFill>
                  </a:tcPr>
                </a:tc>
                <a:tc>
                  <a:txBody>
                    <a:bodyPr/>
                    <a:lstStyle/>
                    <a:p>
                      <a:pPr algn="ctr" rtl="0" fontAlgn="ctr"/>
                      <a:r>
                        <a:rPr lang="en-US" sz="500" b="0" i="0" u="none" strike="noStrike" dirty="0" err="1" smtClean="0">
                          <a:solidFill>
                            <a:srgbClr val="000000"/>
                          </a:solidFill>
                          <a:effectLst/>
                          <a:uFillTx/>
                          <a:latin typeface="Calibri" panose="020F0502020204030204" pitchFamily="34" charset="0"/>
                        </a:rPr>
                        <a:t>Shop|smartphones</a:t>
                      </a:r>
                      <a:r>
                        <a:rPr lang="en-US" sz="500" b="0" i="0" u="none" strike="noStrike" dirty="0" smtClean="0">
                          <a:solidFill>
                            <a:srgbClr val="000000"/>
                          </a:solidFill>
                          <a:effectLst/>
                          <a:uFillTx/>
                          <a:latin typeface="Calibri" panose="020F0502020204030204" pitchFamily="34" charset="0"/>
                        </a:rPr>
                        <a:t>|</a:t>
                      </a:r>
                      <a:br>
                        <a:rPr lang="en-US" sz="500" b="0" i="0" u="none" strike="noStrike" dirty="0" smtClean="0">
                          <a:solidFill>
                            <a:srgbClr val="000000"/>
                          </a:solidFill>
                          <a:effectLst/>
                          <a:uFillTx/>
                          <a:latin typeface="Calibri" panose="020F0502020204030204" pitchFamily="34" charset="0"/>
                        </a:rPr>
                      </a:br>
                      <a:r>
                        <a:rPr lang="en-US" sz="500" b="0" i="0" u="none" strike="noStrike" dirty="0" err="1" smtClean="0">
                          <a:solidFill>
                            <a:srgbClr val="000000"/>
                          </a:solidFill>
                          <a:effectLst/>
                          <a:uFillTx/>
                          <a:latin typeface="Calibri" panose="020F0502020204030204" pitchFamily="34" charset="0"/>
                        </a:rPr>
                        <a:t>devices|grid</a:t>
                      </a:r>
                      <a:r>
                        <a:rPr lang="en-US" sz="500" b="0" i="0" u="none" strike="noStrike" dirty="0" smtClean="0">
                          <a:solidFill>
                            <a:srgbClr val="000000"/>
                          </a:solidFill>
                          <a:effectLst/>
                          <a:uFillTx/>
                          <a:latin typeface="Calibri" panose="020F0502020204030204" pitchFamily="34" charset="0"/>
                        </a:rPr>
                        <a:t> view|Cust</a:t>
                      </a:r>
                      <a:endParaRPr lang="en-US" sz="500" b="0" i="0" u="none" strike="noStrike" dirty="0">
                        <a:solidFill>
                          <a:srgbClr val="000000"/>
                        </a:solidFill>
                        <a:effectLst/>
                        <a:uFillTx/>
                        <a:latin typeface="Calibri" panose="020F0502020204030204" pitchFamily="34" charset="0"/>
                      </a:endParaRP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5F6FF"/>
                    </a:solidFill>
                  </a:tcPr>
                </a:tc>
              </a:tr>
              <a:tr h="114958">
                <a:tc>
                  <a:txBody>
                    <a:bodyPr/>
                    <a:lstStyle/>
                    <a:p>
                      <a:pPr algn="l" rtl="0" fontAlgn="ctr"/>
                      <a:r>
                        <a:rPr lang="en-US" sz="500" b="0" i="0" u="none" strike="noStrike" kern="1200" dirty="0" smtClean="0">
                          <a:solidFill>
                            <a:srgbClr val="000000"/>
                          </a:solidFill>
                          <a:effectLst/>
                          <a:uFillTx/>
                          <a:latin typeface="Calibri" panose="020F0502020204030204" pitchFamily="34" charset="0"/>
                          <a:ea typeface="+mn-ea"/>
                          <a:cs typeface="+mn-cs"/>
                        </a:rPr>
                        <a:t>Last page visited</a:t>
                      </a:r>
                      <a:endParaRPr lang="en-US" sz="500" b="0" i="0" u="none" strike="noStrike" kern="1200" dirty="0">
                        <a:solidFill>
                          <a:srgbClr val="000000"/>
                        </a:solidFill>
                        <a:effectLst/>
                        <a:uFillTx/>
                        <a:latin typeface="Calibri" panose="020F0502020204030204" pitchFamily="34" charset="0"/>
                        <a:ea typeface="+mn-ea"/>
                        <a:cs typeface="+mn-cs"/>
                      </a:endParaRPr>
                    </a:p>
                  </a:txBody>
                  <a:tcPr marL="11036"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5F6FF"/>
                    </a:solidFill>
                  </a:tcPr>
                </a:tc>
                <a:tc>
                  <a:txBody>
                    <a:bodyPr/>
                    <a:lstStyle/>
                    <a:p>
                      <a:pPr algn="ctr" rtl="0" fontAlgn="ctr"/>
                      <a:r>
                        <a:rPr lang="en-US" sz="500" b="0" i="0" u="none" strike="noStrike" dirty="0" smtClean="0">
                          <a:solidFill>
                            <a:srgbClr val="000000"/>
                          </a:solidFill>
                          <a:effectLst/>
                          <a:uFillTx/>
                          <a:latin typeface="Calibri" panose="020F0502020204030204" pitchFamily="34" charset="0"/>
                        </a:rPr>
                        <a:t>Cust</a:t>
                      </a:r>
                      <a:endParaRPr lang="en-US" sz="500" b="0" i="0" u="none" strike="noStrike" dirty="0">
                        <a:solidFill>
                          <a:srgbClr val="000000"/>
                        </a:solidFill>
                        <a:effectLst/>
                        <a:uFillTx/>
                        <a:latin typeface="Calibri" panose="020F0502020204030204" pitchFamily="34" charset="0"/>
                      </a:endParaRP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5F6FF"/>
                    </a:solidFill>
                  </a:tcPr>
                </a:tc>
              </a:tr>
              <a:tr h="114958">
                <a:tc>
                  <a:txBody>
                    <a:bodyPr/>
                    <a:lstStyle/>
                    <a:p>
                      <a:pPr algn="l" rtl="0" fontAlgn="ctr"/>
                      <a:r>
                        <a:rPr lang="en-US" sz="500" b="0" i="0" u="none" strike="noStrike" kern="1200" dirty="0" smtClean="0">
                          <a:solidFill>
                            <a:srgbClr val="000000"/>
                          </a:solidFill>
                          <a:effectLst/>
                          <a:uFillTx/>
                          <a:latin typeface="Calibri" panose="020F0502020204030204" pitchFamily="34" charset="0"/>
                          <a:ea typeface="+mn-ea"/>
                          <a:cs typeface="+mn-cs"/>
                        </a:rPr>
                        <a:t>Time spent on last page</a:t>
                      </a:r>
                      <a:endParaRPr lang="en-US" sz="500" b="0" i="0" u="none" strike="noStrike" kern="1200" dirty="0">
                        <a:solidFill>
                          <a:srgbClr val="000000"/>
                        </a:solidFill>
                        <a:effectLst/>
                        <a:uFillTx/>
                        <a:latin typeface="Calibri" panose="020F0502020204030204" pitchFamily="34" charset="0"/>
                        <a:ea typeface="+mn-ea"/>
                        <a:cs typeface="+mn-cs"/>
                      </a:endParaRPr>
                    </a:p>
                  </a:txBody>
                  <a:tcPr marL="11036"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5F6FF"/>
                    </a:solidFill>
                  </a:tcPr>
                </a:tc>
                <a:tc>
                  <a:txBody>
                    <a:bodyPr/>
                    <a:lstStyle/>
                    <a:p>
                      <a:pPr algn="ctr" rtl="0" fontAlgn="ctr"/>
                      <a:r>
                        <a:rPr lang="en-US" sz="500" b="0" i="0" u="none" strike="noStrike" baseline="0" dirty="0" smtClean="0">
                          <a:solidFill>
                            <a:srgbClr val="000000"/>
                          </a:solidFill>
                          <a:effectLst/>
                          <a:uFillTx/>
                          <a:latin typeface="Calibri" panose="020F0502020204030204" pitchFamily="34" charset="0"/>
                        </a:rPr>
                        <a:t>5 minutes</a:t>
                      </a:r>
                      <a:endParaRPr lang="en-US" sz="500" b="0" i="0" u="none" strike="noStrike" dirty="0">
                        <a:solidFill>
                          <a:srgbClr val="000000"/>
                        </a:solidFill>
                        <a:effectLst/>
                        <a:uFillTx/>
                        <a:latin typeface="Calibri" panose="020F0502020204030204" pitchFamily="34" charset="0"/>
                      </a:endParaRP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5F6FF"/>
                    </a:solidFill>
                  </a:tcPr>
                </a:tc>
              </a:tr>
              <a:tr h="143479">
                <a:tc>
                  <a:txBody>
                    <a:bodyPr/>
                    <a:lstStyle/>
                    <a:p>
                      <a:pPr algn="l" rtl="0" fontAlgn="ctr"/>
                      <a:r>
                        <a:rPr lang="en-US" sz="500" b="0" i="0" u="none" strike="noStrike" dirty="0" smtClean="0">
                          <a:solidFill>
                            <a:srgbClr val="000000"/>
                          </a:solidFill>
                          <a:effectLst/>
                          <a:uFillTx/>
                          <a:latin typeface="Calibri" panose="020F0502020204030204" pitchFamily="34" charset="0"/>
                        </a:rPr>
                        <a:t>Sections </a:t>
                      </a:r>
                      <a:r>
                        <a:rPr lang="en-US" sz="500" b="0" i="0" u="none" strike="noStrike" kern="1200" dirty="0" smtClean="0">
                          <a:solidFill>
                            <a:srgbClr val="000000"/>
                          </a:solidFill>
                          <a:effectLst/>
                          <a:uFillTx/>
                          <a:latin typeface="Calibri" panose="020F0502020204030204" pitchFamily="34" charset="0"/>
                          <a:ea typeface="+mn-ea"/>
                          <a:cs typeface="+mn-cs"/>
                        </a:rPr>
                        <a:t>viewed</a:t>
                      </a:r>
                      <a:r>
                        <a:rPr lang="en-US" sz="500" b="0" i="0" u="none" strike="noStrike" dirty="0" smtClean="0">
                          <a:solidFill>
                            <a:srgbClr val="000000"/>
                          </a:solidFill>
                          <a:effectLst/>
                          <a:uFillTx/>
                          <a:latin typeface="Calibri" panose="020F0502020204030204" pitchFamily="34" charset="0"/>
                        </a:rPr>
                        <a:t> in </a:t>
                      </a:r>
                      <a:r>
                        <a:rPr lang="en-US" sz="500" b="0" i="0" u="none" strike="noStrike" kern="1200" dirty="0" smtClean="0">
                          <a:solidFill>
                            <a:srgbClr val="000000"/>
                          </a:solidFill>
                          <a:effectLst/>
                          <a:uFillTx/>
                          <a:latin typeface="Calibri" panose="020F0502020204030204" pitchFamily="34" charset="0"/>
                          <a:ea typeface="+mn-ea"/>
                          <a:cs typeface="+mn-cs"/>
                        </a:rPr>
                        <a:t>last</a:t>
                      </a:r>
                      <a:r>
                        <a:rPr lang="en-US" sz="500" b="0" i="0" u="none" strike="noStrike" dirty="0" smtClean="0">
                          <a:solidFill>
                            <a:srgbClr val="000000"/>
                          </a:solidFill>
                          <a:effectLst/>
                          <a:uFillTx/>
                          <a:latin typeface="Calibri" panose="020F0502020204030204" pitchFamily="34" charset="0"/>
                        </a:rPr>
                        <a:t> page</a:t>
                      </a:r>
                      <a:endParaRPr lang="en-US" sz="500" b="0" i="0" u="none" strike="noStrike" dirty="0">
                        <a:solidFill>
                          <a:srgbClr val="000000"/>
                        </a:solidFill>
                        <a:effectLst/>
                        <a:uFillTx/>
                        <a:latin typeface="Calibri" panose="020F0502020204030204" pitchFamily="34" charset="0"/>
                      </a:endParaRPr>
                    </a:p>
                  </a:txBody>
                  <a:tcPr marL="11036"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5F6FF"/>
                    </a:solidFill>
                  </a:tcPr>
                </a:tc>
                <a:tc>
                  <a:txBody>
                    <a:bodyPr/>
                    <a:lstStyle/>
                    <a:p>
                      <a:pPr algn="ctr" rtl="0" fontAlgn="ctr"/>
                      <a:r>
                        <a:rPr lang="en-US" sz="500" b="0" i="0" u="none" strike="noStrike" kern="1200" dirty="0" smtClean="0">
                          <a:solidFill>
                            <a:srgbClr val="000000"/>
                          </a:solidFill>
                          <a:effectLst/>
                          <a:uFillTx/>
                          <a:latin typeface="Calibri" panose="020F0502020204030204" pitchFamily="34" charset="0"/>
                          <a:ea typeface="+mn-ea"/>
                          <a:cs typeface="+mn-cs"/>
                        </a:rPr>
                        <a:t>Cart|Phone</a:t>
                      </a:r>
                      <a:endParaRPr lang="en-US" sz="500" b="0" i="0" u="none" strike="noStrike" kern="1200" dirty="0">
                        <a:solidFill>
                          <a:srgbClr val="000000"/>
                        </a:solidFill>
                        <a:effectLst/>
                        <a:uFillTx/>
                        <a:latin typeface="Calibri" panose="020F0502020204030204" pitchFamily="34" charset="0"/>
                        <a:ea typeface="+mn-ea"/>
                        <a:cs typeface="+mn-cs"/>
                      </a:endParaRP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5F6FF"/>
                    </a:solidFill>
                  </a:tcPr>
                </a:tc>
              </a:tr>
              <a:tr h="143479">
                <a:tc>
                  <a:txBody>
                    <a:bodyPr/>
                    <a:lstStyle/>
                    <a:p>
                      <a:pPr algn="l" rtl="0" fontAlgn="ctr"/>
                      <a:r>
                        <a:rPr lang="en-US" sz="500" b="0" i="0" u="none" strike="noStrike" kern="1200" dirty="0" smtClean="0">
                          <a:solidFill>
                            <a:srgbClr val="000000"/>
                          </a:solidFill>
                          <a:effectLst/>
                          <a:uFillTx/>
                          <a:latin typeface="Calibri" panose="020F0502020204030204" pitchFamily="34" charset="0"/>
                          <a:ea typeface="+mn-ea"/>
                          <a:cs typeface="+mn-cs"/>
                        </a:rPr>
                        <a:t>Flows visited</a:t>
                      </a:r>
                      <a:endParaRPr lang="en-US" sz="500" b="0" i="0" u="none" strike="noStrike" kern="1200" dirty="0">
                        <a:solidFill>
                          <a:srgbClr val="000000"/>
                        </a:solidFill>
                        <a:effectLst/>
                        <a:uFillTx/>
                        <a:latin typeface="Calibri" panose="020F0502020204030204" pitchFamily="34" charset="0"/>
                        <a:ea typeface="+mn-ea"/>
                        <a:cs typeface="+mn-cs"/>
                      </a:endParaRPr>
                    </a:p>
                  </a:txBody>
                  <a:tcPr marL="11036"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5F6FF"/>
                    </a:solidFill>
                  </a:tcPr>
                </a:tc>
                <a:tc>
                  <a:txBody>
                    <a:bodyPr/>
                    <a:lstStyle/>
                    <a:p>
                      <a:pPr algn="ctr" rtl="0" fontAlgn="ctr"/>
                      <a:r>
                        <a:rPr lang="en-US" sz="500" b="0" i="0" u="none" strike="noStrike" kern="1200" dirty="0" smtClean="0">
                          <a:solidFill>
                            <a:srgbClr val="000000"/>
                          </a:solidFill>
                          <a:effectLst/>
                          <a:uFillTx/>
                          <a:latin typeface="Calibri" panose="020F0502020204030204" pitchFamily="34" charset="0"/>
                          <a:ea typeface="+mn-ea"/>
                          <a:cs typeface="+mn-cs"/>
                        </a:rPr>
                        <a:t>AAL</a:t>
                      </a:r>
                      <a:endParaRPr lang="en-US" sz="500" b="0" i="0" u="none" strike="noStrike" kern="1200" dirty="0">
                        <a:solidFill>
                          <a:srgbClr val="000000"/>
                        </a:solidFill>
                        <a:effectLst/>
                        <a:uFillTx/>
                        <a:latin typeface="Calibri" panose="020F0502020204030204" pitchFamily="34" charset="0"/>
                        <a:ea typeface="+mn-ea"/>
                        <a:cs typeface="+mn-cs"/>
                      </a:endParaRP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5F6FF"/>
                    </a:solidFill>
                  </a:tcPr>
                </a:tc>
              </a:tr>
              <a:tr h="114958">
                <a:tc>
                  <a:txBody>
                    <a:bodyPr/>
                    <a:lstStyle/>
                    <a:p>
                      <a:pPr algn="l" rtl="0" fontAlgn="ctr"/>
                      <a:r>
                        <a:rPr lang="en-US" sz="500" b="0" i="0" u="none" strike="noStrike" kern="1200" dirty="0" smtClean="0">
                          <a:solidFill>
                            <a:srgbClr val="000000"/>
                          </a:solidFill>
                          <a:effectLst/>
                          <a:uFillTx/>
                          <a:latin typeface="Calibri" panose="020F0502020204030204" pitchFamily="34" charset="0"/>
                          <a:ea typeface="+mn-ea"/>
                          <a:cs typeface="+mn-cs"/>
                        </a:rPr>
                        <a:t>Campaign</a:t>
                      </a:r>
                      <a:endParaRPr lang="en-US" sz="500" b="0" i="0" u="none" strike="noStrike" kern="1200" dirty="0">
                        <a:solidFill>
                          <a:srgbClr val="000000"/>
                        </a:solidFill>
                        <a:effectLst/>
                        <a:uFillTx/>
                        <a:latin typeface="Calibri" panose="020F0502020204030204" pitchFamily="34" charset="0"/>
                        <a:ea typeface="+mn-ea"/>
                        <a:cs typeface="+mn-cs"/>
                      </a:endParaRPr>
                    </a:p>
                  </a:txBody>
                  <a:tcPr marL="11036"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5F6FF"/>
                    </a:solidFill>
                  </a:tcPr>
                </a:tc>
                <a:tc>
                  <a:txBody>
                    <a:bodyPr/>
                    <a:lstStyle/>
                    <a:p>
                      <a:pPr marL="0" marR="0" lvl="0" indent="0" algn="ctr" defTabSz="457200" rtl="0" eaLnBrk="1" fontAlgn="b" latinLnBrk="0" hangingPunct="1">
                        <a:lnSpc>
                          <a:spcPct val="100000"/>
                        </a:lnSpc>
                        <a:spcBef>
                          <a:spcPts val="0"/>
                        </a:spcBef>
                        <a:spcAft>
                          <a:spcPts val="0"/>
                        </a:spcAft>
                        <a:buFontTx/>
                        <a:buNone/>
                        <a:defRPr>
                          <a:uFillTx/>
                        </a:defRPr>
                      </a:pPr>
                      <a:r>
                        <a:rPr lang="en-US" sz="500" b="0" i="0" u="none" strike="noStrike" kern="1200" dirty="0" smtClean="0">
                          <a:solidFill>
                            <a:srgbClr val="000000"/>
                          </a:solidFill>
                          <a:effectLst/>
                          <a:uFillTx/>
                          <a:latin typeface="Calibri" panose="020F0502020204030204" pitchFamily="34" charset="0"/>
                          <a:ea typeface="+mn-ea"/>
                          <a:cs typeface="+mn-cs"/>
                        </a:rPr>
                        <a:t>Paid Search</a:t>
                      </a:r>
                      <a:endParaRPr lang="en-US" sz="500" b="0" i="0" u="none" strike="noStrike" kern="1200" dirty="0">
                        <a:solidFill>
                          <a:srgbClr val="000000"/>
                        </a:solidFill>
                        <a:effectLst/>
                        <a:uFillTx/>
                        <a:latin typeface="Calibri" panose="020F0502020204030204" pitchFamily="34" charset="0"/>
                        <a:ea typeface="+mn-ea"/>
                        <a:cs typeface="+mn-cs"/>
                      </a:endParaRP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5F6FF"/>
                    </a:solidFill>
                  </a:tcPr>
                </a:tc>
              </a:tr>
              <a:tr h="114958">
                <a:tc>
                  <a:txBody>
                    <a:bodyPr/>
                    <a:lstStyle/>
                    <a:p>
                      <a:pPr algn="l" rtl="0" fontAlgn="ctr"/>
                      <a:r>
                        <a:rPr lang="en-US" sz="500" b="0" i="0" u="none" strike="noStrike" kern="1200" dirty="0" smtClean="0">
                          <a:solidFill>
                            <a:srgbClr val="000000"/>
                          </a:solidFill>
                          <a:effectLst/>
                          <a:uFillTx/>
                          <a:latin typeface="Calibri" panose="020F0502020204030204" pitchFamily="34" charset="0"/>
                          <a:ea typeface="+mn-ea"/>
                          <a:cs typeface="+mn-cs"/>
                        </a:rPr>
                        <a:t>Referring</a:t>
                      </a:r>
                      <a:r>
                        <a:rPr lang="en-US" sz="500" b="0" i="0" u="none" strike="noStrike" kern="1200" baseline="0" dirty="0" smtClean="0">
                          <a:solidFill>
                            <a:srgbClr val="000000"/>
                          </a:solidFill>
                          <a:effectLst/>
                          <a:uFillTx/>
                          <a:latin typeface="Calibri" panose="020F0502020204030204" pitchFamily="34" charset="0"/>
                          <a:ea typeface="+mn-ea"/>
                          <a:cs typeface="+mn-cs"/>
                        </a:rPr>
                        <a:t> Domain</a:t>
                      </a:r>
                      <a:endParaRPr lang="en-US" sz="500" b="0" i="0" u="none" strike="noStrike" kern="1200" dirty="0">
                        <a:solidFill>
                          <a:srgbClr val="000000"/>
                        </a:solidFill>
                        <a:effectLst/>
                        <a:uFillTx/>
                        <a:latin typeface="Calibri" panose="020F0502020204030204" pitchFamily="34" charset="0"/>
                        <a:ea typeface="+mn-ea"/>
                        <a:cs typeface="+mn-cs"/>
                      </a:endParaRPr>
                    </a:p>
                  </a:txBody>
                  <a:tcPr marL="11036"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5F6FF"/>
                    </a:solidFill>
                  </a:tcPr>
                </a:tc>
                <a:tc>
                  <a:txBody>
                    <a:bodyPr/>
                    <a:lstStyle/>
                    <a:p>
                      <a:pPr marL="0" marR="0" lvl="0" indent="0" algn="ctr" defTabSz="457200" rtl="0" eaLnBrk="1" fontAlgn="b" latinLnBrk="0" hangingPunct="1">
                        <a:lnSpc>
                          <a:spcPct val="100000"/>
                        </a:lnSpc>
                        <a:spcBef>
                          <a:spcPts val="0"/>
                        </a:spcBef>
                        <a:spcAft>
                          <a:spcPts val="0"/>
                        </a:spcAft>
                        <a:buFontTx/>
                        <a:buNone/>
                        <a:defRPr>
                          <a:uFillTx/>
                        </a:defRPr>
                      </a:pPr>
                      <a:r>
                        <a:rPr lang="en-US" sz="500" b="0" i="0" u="none" strike="noStrike" kern="1200" dirty="0" smtClean="0">
                          <a:solidFill>
                            <a:srgbClr val="000000"/>
                          </a:solidFill>
                          <a:effectLst/>
                          <a:uFillTx/>
                          <a:latin typeface="Calibri" panose="020F0502020204030204" pitchFamily="34" charset="0"/>
                          <a:ea typeface="+mn-ea"/>
                          <a:cs typeface="+mn-cs"/>
                        </a:rPr>
                        <a:t>verizonwirelessdeals</a:t>
                      </a:r>
                      <a:endParaRPr lang="en-US" sz="500" b="0" i="0" u="none" strike="noStrike" kern="1200" dirty="0">
                        <a:solidFill>
                          <a:srgbClr val="000000"/>
                        </a:solidFill>
                        <a:effectLst/>
                        <a:uFillTx/>
                        <a:latin typeface="Calibri" panose="020F0502020204030204" pitchFamily="34" charset="0"/>
                        <a:ea typeface="+mn-ea"/>
                        <a:cs typeface="+mn-cs"/>
                      </a:endParaRP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5F6FF"/>
                    </a:solidFill>
                  </a:tcPr>
                </a:tc>
              </a:tr>
              <a:tr h="114958">
                <a:tc>
                  <a:txBody>
                    <a:bodyPr/>
                    <a:lstStyle/>
                    <a:p>
                      <a:pPr algn="l" rtl="0" fontAlgn="ctr"/>
                      <a:r>
                        <a:rPr lang="en-US" sz="500" b="0" i="0" u="none" strike="noStrike" kern="1200" dirty="0" smtClean="0">
                          <a:solidFill>
                            <a:srgbClr val="000000"/>
                          </a:solidFill>
                          <a:effectLst/>
                          <a:uFillTx/>
                          <a:latin typeface="Calibri" panose="020F0502020204030204" pitchFamily="34" charset="0"/>
                          <a:ea typeface="+mn-ea"/>
                          <a:cs typeface="+mn-cs"/>
                        </a:rPr>
                        <a:t>Visit context </a:t>
                      </a:r>
                      <a:endParaRPr lang="en-US" sz="500" b="0" i="0" u="none" strike="noStrike" kern="1200" dirty="0">
                        <a:solidFill>
                          <a:srgbClr val="C2EAFF"/>
                        </a:solidFill>
                        <a:effectLst/>
                        <a:uFillTx/>
                        <a:latin typeface="Calibri" panose="020F0502020204030204" pitchFamily="34" charset="0"/>
                        <a:ea typeface="+mn-ea"/>
                        <a:cs typeface="+mn-cs"/>
                      </a:endParaRPr>
                    </a:p>
                  </a:txBody>
                  <a:tcPr marL="11036"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5F6FF"/>
                    </a:solidFill>
                  </a:tcPr>
                </a:tc>
                <a:tc>
                  <a:txBody>
                    <a:bodyPr/>
                    <a:lstStyle/>
                    <a:p>
                      <a:pPr algn="ctr" rtl="0" fontAlgn="ctr"/>
                      <a:r>
                        <a:rPr lang="en-US" sz="500" b="0" i="0" u="none" strike="noStrike" dirty="0" smtClean="0">
                          <a:solidFill>
                            <a:srgbClr val="000000"/>
                          </a:solidFill>
                          <a:effectLst/>
                          <a:uFillTx/>
                          <a:latin typeface="Calibri" panose="020F0502020204030204" pitchFamily="34" charset="0"/>
                        </a:rPr>
                        <a:t>Sales</a:t>
                      </a:r>
                      <a:endParaRPr lang="en-US" sz="500" b="0" i="0" u="none" strike="noStrike" dirty="0">
                        <a:solidFill>
                          <a:srgbClr val="000000"/>
                        </a:solidFill>
                        <a:effectLst/>
                        <a:uFillTx/>
                        <a:latin typeface="Calibri" panose="020F0502020204030204" pitchFamily="34" charset="0"/>
                      </a:endParaRP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5F6FF"/>
                    </a:solidFill>
                  </a:tcPr>
                </a:tc>
              </a:tr>
              <a:tr h="114958">
                <a:tc>
                  <a:txBody>
                    <a:bodyPr/>
                    <a:lstStyle/>
                    <a:p>
                      <a:pPr algn="l" rtl="0" fontAlgn="ctr"/>
                      <a:r>
                        <a:rPr lang="en-US" sz="500" b="0" i="0" u="none" strike="noStrike" kern="1200" dirty="0" smtClean="0">
                          <a:solidFill>
                            <a:srgbClr val="000000"/>
                          </a:solidFill>
                          <a:effectLst/>
                          <a:uFillTx/>
                          <a:latin typeface="Calibri" panose="020F0502020204030204" pitchFamily="34" charset="0"/>
                          <a:ea typeface="+mn-ea"/>
                          <a:cs typeface="+mn-cs"/>
                        </a:rPr>
                        <a:t>Page Depth </a:t>
                      </a:r>
                      <a:r>
                        <a:rPr lang="en-US" sz="500" b="0" i="0" u="none" strike="noStrike" kern="1200" dirty="0">
                          <a:solidFill>
                            <a:srgbClr val="000000"/>
                          </a:solidFill>
                          <a:effectLst/>
                          <a:uFillTx/>
                          <a:latin typeface="Calibri" panose="020F0502020204030204" pitchFamily="34" charset="0"/>
                          <a:ea typeface="+mn-ea"/>
                          <a:cs typeface="+mn-cs"/>
                        </a:rPr>
                        <a:t>Index</a:t>
                      </a:r>
                    </a:p>
                  </a:txBody>
                  <a:tcPr marL="11036"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5F6FF"/>
                    </a:solidFill>
                  </a:tcPr>
                </a:tc>
                <a:tc>
                  <a:txBody>
                    <a:bodyPr/>
                    <a:lstStyle/>
                    <a:p>
                      <a:pPr algn="ctr" rtl="0" fontAlgn="ctr"/>
                      <a:r>
                        <a:rPr lang="en-US" sz="500" b="0" i="0" u="none" strike="noStrike" kern="1200" dirty="0" smtClean="0">
                          <a:solidFill>
                            <a:srgbClr val="000000"/>
                          </a:solidFill>
                          <a:effectLst/>
                          <a:uFillTx/>
                          <a:latin typeface="Calibri" panose="020F0502020204030204" pitchFamily="34" charset="0"/>
                          <a:ea typeface="+mn-ea"/>
                          <a:cs typeface="+mn-cs"/>
                        </a:rPr>
                        <a:t>8</a:t>
                      </a:r>
                      <a:endParaRPr lang="en-US" sz="500" b="0" i="0" u="none" strike="noStrike" kern="1200" dirty="0">
                        <a:solidFill>
                          <a:srgbClr val="000000"/>
                        </a:solidFill>
                        <a:effectLst/>
                        <a:uFillTx/>
                        <a:latin typeface="Calibri" panose="020F0502020204030204" pitchFamily="34" charset="0"/>
                        <a:ea typeface="+mn-ea"/>
                        <a:cs typeface="+mn-cs"/>
                      </a:endParaRP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5F6FF"/>
                    </a:solidFill>
                  </a:tcPr>
                </a:tc>
              </a:tr>
              <a:tr h="114958">
                <a:tc>
                  <a:txBody>
                    <a:bodyPr/>
                    <a:lstStyle/>
                    <a:p>
                      <a:pPr algn="l" rtl="0" fontAlgn="ctr"/>
                      <a:r>
                        <a:rPr lang="en-US" sz="500" b="0" i="0" u="none" strike="noStrike" kern="1200" dirty="0" smtClean="0">
                          <a:solidFill>
                            <a:srgbClr val="000000"/>
                          </a:solidFill>
                          <a:effectLst/>
                          <a:uFillTx/>
                          <a:latin typeface="Calibri" panose="020F0502020204030204" pitchFamily="34" charset="0"/>
                          <a:ea typeface="+mn-ea"/>
                          <a:cs typeface="+mn-cs"/>
                        </a:rPr>
                        <a:t>Type of recent visit</a:t>
                      </a:r>
                      <a:endParaRPr lang="en-US" sz="500" b="0" i="0" u="none" strike="noStrike" kern="1200" dirty="0">
                        <a:solidFill>
                          <a:srgbClr val="000000"/>
                        </a:solidFill>
                        <a:effectLst/>
                        <a:uFillTx/>
                        <a:latin typeface="Calibri" panose="020F0502020204030204" pitchFamily="34" charset="0"/>
                        <a:ea typeface="+mn-ea"/>
                        <a:cs typeface="+mn-cs"/>
                      </a:endParaRPr>
                    </a:p>
                  </a:txBody>
                  <a:tcPr marL="11036"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5F6FF"/>
                    </a:solidFill>
                  </a:tcPr>
                </a:tc>
                <a:tc>
                  <a:txBody>
                    <a:bodyPr/>
                    <a:lstStyle/>
                    <a:p>
                      <a:pPr algn="ctr" rtl="0" fontAlgn="ctr"/>
                      <a:r>
                        <a:rPr lang="en-US" sz="500" b="0" i="0" u="none" strike="noStrike" kern="1200" dirty="0" smtClean="0">
                          <a:solidFill>
                            <a:srgbClr val="000000"/>
                          </a:solidFill>
                          <a:effectLst/>
                          <a:uFillTx/>
                          <a:latin typeface="Calibri" panose="020F0502020204030204" pitchFamily="34" charset="0"/>
                          <a:ea typeface="+mn-ea"/>
                          <a:cs typeface="+mn-cs"/>
                        </a:rPr>
                        <a:t>Transactional</a:t>
                      </a:r>
                      <a:endParaRPr lang="en-US" sz="500" b="0" i="0" u="none" strike="noStrike" kern="1200" dirty="0">
                        <a:solidFill>
                          <a:srgbClr val="000000"/>
                        </a:solidFill>
                        <a:effectLst/>
                        <a:uFillTx/>
                        <a:latin typeface="Calibri" panose="020F0502020204030204" pitchFamily="34" charset="0"/>
                        <a:ea typeface="+mn-ea"/>
                        <a:cs typeface="+mn-cs"/>
                      </a:endParaRP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5F6FF"/>
                    </a:solidFill>
                  </a:tcPr>
                </a:tc>
              </a:tr>
              <a:tr h="114958">
                <a:tc>
                  <a:txBody>
                    <a:bodyPr/>
                    <a:lstStyle/>
                    <a:p>
                      <a:pPr algn="l" rtl="0" fontAlgn="ctr"/>
                      <a:r>
                        <a:rPr lang="en-US" sz="500" b="0" i="0" u="none" strike="noStrike" kern="1200" dirty="0" smtClean="0">
                          <a:solidFill>
                            <a:srgbClr val="000000"/>
                          </a:solidFill>
                          <a:effectLst/>
                          <a:uFillTx/>
                          <a:latin typeface="Calibri" panose="020F0502020204030204" pitchFamily="34" charset="0"/>
                          <a:ea typeface="+mn-ea"/>
                          <a:cs typeface="+mn-cs"/>
                        </a:rPr>
                        <a:t>Preferred time of visit </a:t>
                      </a:r>
                      <a:endParaRPr lang="en-US" sz="500" b="0" i="0" u="none" strike="noStrike" kern="1200" dirty="0">
                        <a:solidFill>
                          <a:srgbClr val="000000"/>
                        </a:solidFill>
                        <a:effectLst/>
                        <a:uFillTx/>
                        <a:latin typeface="Calibri" panose="020F0502020204030204" pitchFamily="34" charset="0"/>
                        <a:ea typeface="+mn-ea"/>
                        <a:cs typeface="+mn-cs"/>
                      </a:endParaRPr>
                    </a:p>
                  </a:txBody>
                  <a:tcPr marL="11036"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5F6FF"/>
                    </a:solidFill>
                  </a:tcPr>
                </a:tc>
                <a:tc>
                  <a:txBody>
                    <a:bodyPr/>
                    <a:lstStyle/>
                    <a:p>
                      <a:pPr algn="ctr" rtl="0" fontAlgn="ctr"/>
                      <a:r>
                        <a:rPr lang="en-US" sz="500" b="0" i="0" u="none" strike="noStrike" kern="1200" dirty="0" smtClean="0">
                          <a:solidFill>
                            <a:srgbClr val="000000"/>
                          </a:solidFill>
                          <a:effectLst/>
                          <a:uFillTx/>
                          <a:latin typeface="Calibri" panose="020F0502020204030204" pitchFamily="34" charset="0"/>
                          <a:ea typeface="+mn-ea"/>
                          <a:cs typeface="+mn-cs"/>
                        </a:rPr>
                        <a:t>12-2 PM</a:t>
                      </a:r>
                      <a:endParaRPr lang="en-US" sz="500" b="0" i="0" u="none" strike="noStrike" kern="1200" dirty="0">
                        <a:solidFill>
                          <a:srgbClr val="000000"/>
                        </a:solidFill>
                        <a:effectLst/>
                        <a:uFillTx/>
                        <a:latin typeface="Calibri" panose="020F0502020204030204" pitchFamily="34" charset="0"/>
                        <a:ea typeface="+mn-ea"/>
                        <a:cs typeface="+mn-cs"/>
                      </a:endParaRP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5F6FF"/>
                    </a:solidFill>
                  </a:tcPr>
                </a:tc>
              </a:tr>
              <a:tr h="114958">
                <a:tc>
                  <a:txBody>
                    <a:bodyPr/>
                    <a:lstStyle/>
                    <a:p>
                      <a:pPr algn="l" rtl="0" fontAlgn="ctr"/>
                      <a:r>
                        <a:rPr lang="en-US" sz="500" b="0" i="0" u="none" strike="noStrike" kern="1200" dirty="0" smtClean="0">
                          <a:solidFill>
                            <a:srgbClr val="000000"/>
                          </a:solidFill>
                          <a:effectLst/>
                          <a:uFillTx/>
                          <a:latin typeface="Calibri" panose="020F0502020204030204" pitchFamily="34" charset="0"/>
                          <a:ea typeface="+mn-ea"/>
                          <a:cs typeface="+mn-cs"/>
                        </a:rPr>
                        <a:t>Type of devices compared</a:t>
                      </a:r>
                      <a:endParaRPr lang="en-US" sz="500" b="0" i="0" u="none" strike="noStrike" kern="1200" dirty="0">
                        <a:solidFill>
                          <a:srgbClr val="000000"/>
                        </a:solidFill>
                        <a:effectLst/>
                        <a:uFillTx/>
                        <a:latin typeface="Calibri" panose="020F0502020204030204" pitchFamily="34" charset="0"/>
                        <a:ea typeface="+mn-ea"/>
                        <a:cs typeface="+mn-cs"/>
                      </a:endParaRPr>
                    </a:p>
                  </a:txBody>
                  <a:tcPr marL="11036"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5F6FF"/>
                    </a:solidFill>
                  </a:tcPr>
                </a:tc>
                <a:tc>
                  <a:txBody>
                    <a:bodyPr/>
                    <a:lstStyle/>
                    <a:p>
                      <a:pPr algn="ctr" rtl="0" fontAlgn="ctr"/>
                      <a:r>
                        <a:rPr lang="en-US" sz="500" b="0" i="0" u="none" strike="noStrike" kern="1200" dirty="0" smtClean="0">
                          <a:solidFill>
                            <a:srgbClr val="000000"/>
                          </a:solidFill>
                          <a:effectLst/>
                          <a:uFillTx/>
                          <a:latin typeface="Calibri" panose="020F0502020204030204" pitchFamily="34" charset="0"/>
                          <a:ea typeface="+mn-ea"/>
                          <a:cs typeface="+mn-cs"/>
                        </a:rPr>
                        <a:t>iPhone7s | iPhone 8</a:t>
                      </a:r>
                      <a:endParaRPr lang="en-US" sz="500" b="0" i="0" u="none" strike="noStrike" kern="1200" dirty="0">
                        <a:solidFill>
                          <a:srgbClr val="000000"/>
                        </a:solidFill>
                        <a:effectLst/>
                        <a:uFillTx/>
                        <a:latin typeface="Calibri" panose="020F0502020204030204" pitchFamily="34" charset="0"/>
                        <a:ea typeface="+mn-ea"/>
                        <a:cs typeface="+mn-cs"/>
                      </a:endParaRP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5F6FF"/>
                    </a:solidFill>
                  </a:tcPr>
                </a:tc>
              </a:tr>
              <a:tr h="177419">
                <a:tc>
                  <a:txBody>
                    <a:bodyPr/>
                    <a:lstStyle/>
                    <a:p>
                      <a:pPr algn="l" rtl="0" fontAlgn="ctr"/>
                      <a:r>
                        <a:rPr lang="en-US" sz="500" b="0" i="0" u="none" strike="noStrike" kern="1200" dirty="0" smtClean="0">
                          <a:solidFill>
                            <a:srgbClr val="000000"/>
                          </a:solidFill>
                          <a:effectLst/>
                          <a:uFillTx/>
                          <a:latin typeface="Calibri" panose="020F0502020204030204" pitchFamily="34" charset="0"/>
                          <a:ea typeface="+mn-ea"/>
                          <a:cs typeface="+mn-cs"/>
                        </a:rPr>
                        <a:t>Customization types on products</a:t>
                      </a:r>
                      <a:endParaRPr lang="en-US" sz="500" b="0" i="0" u="none" strike="noStrike" kern="1200" dirty="0">
                        <a:solidFill>
                          <a:srgbClr val="000000"/>
                        </a:solidFill>
                        <a:effectLst/>
                        <a:uFillTx/>
                        <a:latin typeface="Calibri" panose="020F0502020204030204" pitchFamily="34" charset="0"/>
                        <a:ea typeface="+mn-ea"/>
                        <a:cs typeface="+mn-cs"/>
                      </a:endParaRPr>
                    </a:p>
                  </a:txBody>
                  <a:tcPr marL="11036"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5F6FF"/>
                    </a:solidFill>
                  </a:tcPr>
                </a:tc>
                <a:tc>
                  <a:txBody>
                    <a:bodyPr/>
                    <a:lstStyle/>
                    <a:p>
                      <a:pPr algn="ctr" rtl="0" fontAlgn="ctr"/>
                      <a:r>
                        <a:rPr lang="en-US" sz="500" b="0" i="0" u="none" strike="noStrike" kern="1200" dirty="0" smtClean="0">
                          <a:solidFill>
                            <a:srgbClr val="000000"/>
                          </a:solidFill>
                          <a:effectLst/>
                          <a:uFillTx/>
                          <a:latin typeface="Calibri" panose="020F0502020204030204" pitchFamily="34" charset="0"/>
                          <a:ea typeface="+mn-ea"/>
                          <a:cs typeface="+mn-cs"/>
                        </a:rPr>
                        <a:t>iPhone 8|64GB|Red|TMP</a:t>
                      </a:r>
                      <a:endParaRPr lang="en-US" sz="500" b="0" i="0" u="none" strike="noStrike" kern="1200" dirty="0">
                        <a:solidFill>
                          <a:srgbClr val="000000"/>
                        </a:solidFill>
                        <a:effectLst/>
                        <a:uFillTx/>
                        <a:latin typeface="Calibri" panose="020F0502020204030204" pitchFamily="34" charset="0"/>
                        <a:ea typeface="+mn-ea"/>
                        <a:cs typeface="+mn-cs"/>
                      </a:endParaRP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5F6FF"/>
                    </a:solidFill>
                  </a:tcPr>
                </a:tc>
              </a:tr>
              <a:tr h="114958">
                <a:tc>
                  <a:txBody>
                    <a:bodyPr/>
                    <a:lstStyle/>
                    <a:p>
                      <a:pPr algn="l" rtl="0" fontAlgn="ctr"/>
                      <a:r>
                        <a:rPr lang="en-US" sz="500" b="0" i="0" u="none" strike="noStrike" kern="1200" dirty="0" smtClean="0">
                          <a:solidFill>
                            <a:srgbClr val="000000"/>
                          </a:solidFill>
                          <a:effectLst/>
                          <a:uFillTx/>
                          <a:latin typeface="Calibri" panose="020F0502020204030204" pitchFamily="34" charset="0"/>
                          <a:ea typeface="+mn-ea"/>
                          <a:cs typeface="+mn-cs"/>
                        </a:rPr>
                        <a:t>Device type logged in </a:t>
                      </a:r>
                      <a:endParaRPr lang="en-US" sz="500" b="0" i="0" u="none" strike="noStrike" kern="1200" dirty="0">
                        <a:solidFill>
                          <a:srgbClr val="000000"/>
                        </a:solidFill>
                        <a:effectLst/>
                        <a:uFillTx/>
                        <a:latin typeface="Calibri" panose="020F0502020204030204" pitchFamily="34" charset="0"/>
                        <a:ea typeface="+mn-ea"/>
                        <a:cs typeface="+mn-cs"/>
                      </a:endParaRPr>
                    </a:p>
                  </a:txBody>
                  <a:tcPr marL="11036"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5F6FF"/>
                    </a:solidFill>
                  </a:tcPr>
                </a:tc>
                <a:tc>
                  <a:txBody>
                    <a:bodyPr/>
                    <a:lstStyle/>
                    <a:p>
                      <a:pPr algn="ctr" rtl="0" fontAlgn="ctr"/>
                      <a:r>
                        <a:rPr lang="en-US" sz="500" b="0" i="0" u="none" strike="noStrike" kern="1200" dirty="0" smtClean="0">
                          <a:solidFill>
                            <a:srgbClr val="000000"/>
                          </a:solidFill>
                          <a:effectLst/>
                          <a:uFillTx/>
                          <a:latin typeface="Calibri" panose="020F0502020204030204" pitchFamily="34" charset="0"/>
                          <a:ea typeface="+mn-ea"/>
                          <a:cs typeface="+mn-cs"/>
                        </a:rPr>
                        <a:t>desktop</a:t>
                      </a:r>
                      <a:endParaRPr lang="en-US" sz="500" b="0" i="0" u="none" strike="noStrike" kern="1200" dirty="0">
                        <a:solidFill>
                          <a:srgbClr val="000000"/>
                        </a:solidFill>
                        <a:effectLst/>
                        <a:uFillTx/>
                        <a:latin typeface="Calibri" panose="020F0502020204030204" pitchFamily="34" charset="0"/>
                        <a:ea typeface="+mn-ea"/>
                        <a:cs typeface="+mn-cs"/>
                      </a:endParaRP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5F6FF"/>
                    </a:solidFill>
                  </a:tcPr>
                </a:tc>
              </a:tr>
              <a:tr h="114958">
                <a:tc>
                  <a:txBody>
                    <a:bodyPr/>
                    <a:lstStyle/>
                    <a:p>
                      <a:pPr algn="l" rtl="0" fontAlgn="ctr"/>
                      <a:r>
                        <a:rPr lang="en-US" sz="500" b="0" i="0" u="none" strike="noStrike" kern="1200" dirty="0" smtClean="0">
                          <a:solidFill>
                            <a:srgbClr val="000000"/>
                          </a:solidFill>
                          <a:effectLst/>
                          <a:uFillTx/>
                          <a:latin typeface="Calibri" panose="020F0502020204030204" pitchFamily="34" charset="0"/>
                          <a:ea typeface="+mn-ea"/>
                          <a:cs typeface="+mn-cs"/>
                        </a:rPr>
                        <a:t>Repeat visitor </a:t>
                      </a:r>
                      <a:endParaRPr lang="en-US" sz="500" b="0" i="0" u="none" strike="noStrike" kern="1200" dirty="0">
                        <a:solidFill>
                          <a:srgbClr val="000000"/>
                        </a:solidFill>
                        <a:effectLst/>
                        <a:uFillTx/>
                        <a:latin typeface="Calibri" panose="020F0502020204030204" pitchFamily="34" charset="0"/>
                        <a:ea typeface="+mn-ea"/>
                        <a:cs typeface="+mn-cs"/>
                      </a:endParaRPr>
                    </a:p>
                  </a:txBody>
                  <a:tcPr marL="11036"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5F6FF"/>
                    </a:solidFill>
                  </a:tcPr>
                </a:tc>
                <a:tc>
                  <a:txBody>
                    <a:bodyPr/>
                    <a:lstStyle/>
                    <a:p>
                      <a:pPr algn="ctr" rtl="0" fontAlgn="ctr"/>
                      <a:r>
                        <a:rPr lang="en-US" sz="500" b="0" i="0" u="none" strike="noStrike" kern="1200" dirty="0" smtClean="0">
                          <a:solidFill>
                            <a:srgbClr val="000000"/>
                          </a:solidFill>
                          <a:effectLst/>
                          <a:uFillTx/>
                          <a:latin typeface="Calibri" panose="020F0502020204030204" pitchFamily="34" charset="0"/>
                          <a:ea typeface="+mn-ea"/>
                          <a:cs typeface="+mn-cs"/>
                        </a:rPr>
                        <a:t>Y</a:t>
                      </a:r>
                      <a:endParaRPr lang="en-US" sz="500" b="0" i="0" u="none" strike="noStrike" kern="1200" dirty="0">
                        <a:solidFill>
                          <a:srgbClr val="000000"/>
                        </a:solidFill>
                        <a:effectLst/>
                        <a:uFillTx/>
                        <a:latin typeface="Calibri" panose="020F0502020204030204" pitchFamily="34" charset="0"/>
                        <a:ea typeface="+mn-ea"/>
                        <a:cs typeface="+mn-cs"/>
                      </a:endParaRP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5F6FF"/>
                    </a:solidFill>
                  </a:tcPr>
                </a:tc>
              </a:tr>
              <a:tr h="114958">
                <a:tc>
                  <a:txBody>
                    <a:bodyPr/>
                    <a:lstStyle/>
                    <a:p>
                      <a:pPr algn="l" rtl="0" fontAlgn="ctr"/>
                      <a:r>
                        <a:rPr lang="en-US" sz="500" b="0" i="0" u="none" strike="noStrike" kern="1200" dirty="0" smtClean="0">
                          <a:solidFill>
                            <a:srgbClr val="000000"/>
                          </a:solidFill>
                          <a:effectLst/>
                          <a:uFillTx/>
                          <a:latin typeface="Calibri" panose="020F0502020204030204" pitchFamily="34" charset="0"/>
                          <a:ea typeface="+mn-ea"/>
                          <a:cs typeface="+mn-cs"/>
                        </a:rPr>
                        <a:t>Cart product types</a:t>
                      </a:r>
                      <a:endParaRPr lang="en-US" sz="500" b="0" i="0" u="none" strike="noStrike" kern="1200" dirty="0">
                        <a:solidFill>
                          <a:srgbClr val="000000"/>
                        </a:solidFill>
                        <a:effectLst/>
                        <a:uFillTx/>
                        <a:latin typeface="Calibri" panose="020F0502020204030204" pitchFamily="34" charset="0"/>
                        <a:ea typeface="+mn-ea"/>
                        <a:cs typeface="+mn-cs"/>
                      </a:endParaRPr>
                    </a:p>
                  </a:txBody>
                  <a:tcPr marL="11036"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5F6FF"/>
                    </a:solidFill>
                  </a:tcPr>
                </a:tc>
                <a:tc>
                  <a:txBody>
                    <a:bodyPr/>
                    <a:lstStyle/>
                    <a:p>
                      <a:pPr algn="ctr" rtl="0" fontAlgn="ctr"/>
                      <a:r>
                        <a:rPr lang="en-US" sz="500" b="0" i="0" u="none" strike="noStrike" kern="1200" dirty="0" smtClean="0">
                          <a:solidFill>
                            <a:srgbClr val="000000"/>
                          </a:solidFill>
                          <a:effectLst/>
                          <a:uFillTx/>
                          <a:latin typeface="Calibri" panose="020F0502020204030204" pitchFamily="34" charset="0"/>
                          <a:ea typeface="+mn-ea"/>
                          <a:cs typeface="+mn-cs"/>
                        </a:rPr>
                        <a:t>iPhone 8</a:t>
                      </a:r>
                      <a:endParaRPr lang="en-US" sz="500" b="0" i="0" u="none" strike="noStrike" kern="1200" dirty="0">
                        <a:solidFill>
                          <a:srgbClr val="000000"/>
                        </a:solidFill>
                        <a:effectLst/>
                        <a:uFillTx/>
                        <a:latin typeface="Calibri" panose="020F0502020204030204" pitchFamily="34" charset="0"/>
                        <a:ea typeface="+mn-ea"/>
                        <a:cs typeface="+mn-cs"/>
                      </a:endParaRP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5F6FF"/>
                    </a:solidFill>
                  </a:tcPr>
                </a:tc>
              </a:tr>
              <a:tr h="114958">
                <a:tc>
                  <a:txBody>
                    <a:bodyPr/>
                    <a:lstStyle/>
                    <a:p>
                      <a:pPr algn="l" rtl="0" fontAlgn="ctr"/>
                      <a:r>
                        <a:rPr lang="en-US" sz="500" b="0" i="0" u="none" strike="noStrike" kern="1200" dirty="0" smtClean="0">
                          <a:solidFill>
                            <a:srgbClr val="000000"/>
                          </a:solidFill>
                          <a:effectLst/>
                          <a:uFillTx/>
                          <a:latin typeface="Calibri" panose="020F0502020204030204" pitchFamily="34" charset="0"/>
                          <a:ea typeface="+mn-ea"/>
                          <a:cs typeface="+mn-cs"/>
                        </a:rPr>
                        <a:t>Cart</a:t>
                      </a:r>
                      <a:r>
                        <a:rPr lang="en-US" sz="500" b="0" i="0" u="none" strike="noStrike" kern="1200" baseline="0" dirty="0" smtClean="0">
                          <a:solidFill>
                            <a:srgbClr val="000000"/>
                          </a:solidFill>
                          <a:effectLst/>
                          <a:uFillTx/>
                          <a:latin typeface="Calibri" panose="020F0502020204030204" pitchFamily="34" charset="0"/>
                          <a:ea typeface="+mn-ea"/>
                          <a:cs typeface="+mn-cs"/>
                        </a:rPr>
                        <a:t> plan</a:t>
                      </a:r>
                      <a:endParaRPr lang="en-US" sz="500" b="0" i="0" u="none" strike="noStrike" kern="1200" dirty="0">
                        <a:solidFill>
                          <a:srgbClr val="000000"/>
                        </a:solidFill>
                        <a:effectLst/>
                        <a:uFillTx/>
                        <a:latin typeface="Calibri" panose="020F0502020204030204" pitchFamily="34" charset="0"/>
                        <a:ea typeface="+mn-ea"/>
                        <a:cs typeface="+mn-cs"/>
                      </a:endParaRPr>
                    </a:p>
                  </a:txBody>
                  <a:tcPr marL="11036"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5F6FF"/>
                    </a:solidFill>
                  </a:tcPr>
                </a:tc>
                <a:tc>
                  <a:txBody>
                    <a:bodyPr/>
                    <a:lstStyle/>
                    <a:p>
                      <a:pPr algn="ctr" rtl="0" fontAlgn="ctr"/>
                      <a:r>
                        <a:rPr lang="en-US" sz="500" b="0" i="0" u="none" strike="noStrike" kern="1200" dirty="0" smtClean="0">
                          <a:solidFill>
                            <a:srgbClr val="000000"/>
                          </a:solidFill>
                          <a:effectLst/>
                          <a:uFillTx/>
                          <a:latin typeface="Calibri" panose="020F0502020204030204" pitchFamily="34" charset="0"/>
                          <a:ea typeface="+mn-ea"/>
                          <a:cs typeface="+mn-cs"/>
                        </a:rPr>
                        <a:t>Unlimited</a:t>
                      </a:r>
                      <a:endParaRPr lang="en-US" sz="500" b="0" i="0" u="none" strike="noStrike" kern="1200" dirty="0">
                        <a:solidFill>
                          <a:srgbClr val="000000"/>
                        </a:solidFill>
                        <a:effectLst/>
                        <a:uFillTx/>
                        <a:latin typeface="Calibri" panose="020F0502020204030204" pitchFamily="34" charset="0"/>
                        <a:ea typeface="+mn-ea"/>
                        <a:cs typeface="+mn-cs"/>
                      </a:endParaRP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5F6FF"/>
                    </a:solidFill>
                  </a:tcPr>
                </a:tc>
              </a:tr>
              <a:tr h="114958">
                <a:tc>
                  <a:txBody>
                    <a:bodyPr/>
                    <a:lstStyle/>
                    <a:p>
                      <a:pPr algn="l" rtl="0" fontAlgn="ctr"/>
                      <a:r>
                        <a:rPr lang="en-US" sz="500" b="0" i="0" u="none" strike="noStrike" kern="1200" dirty="0">
                          <a:solidFill>
                            <a:srgbClr val="000000"/>
                          </a:solidFill>
                          <a:effectLst/>
                          <a:uFillTx/>
                          <a:latin typeface="Calibri" panose="020F0502020204030204" pitchFamily="34" charset="0"/>
                          <a:ea typeface="+mn-ea"/>
                          <a:cs typeface="+mn-cs"/>
                        </a:rPr>
                        <a:t>Price Range in Cart</a:t>
                      </a:r>
                    </a:p>
                  </a:txBody>
                  <a:tcPr marL="11036"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5F6FF"/>
                    </a:solidFill>
                  </a:tcPr>
                </a:tc>
                <a:tc>
                  <a:txBody>
                    <a:bodyPr/>
                    <a:lstStyle/>
                    <a:p>
                      <a:pPr algn="ctr" rtl="0" fontAlgn="ctr"/>
                      <a:r>
                        <a:rPr lang="en-US" sz="500" b="0" i="0" u="none" strike="noStrike" kern="1200" dirty="0" smtClean="0">
                          <a:solidFill>
                            <a:srgbClr val="000000"/>
                          </a:solidFill>
                          <a:effectLst/>
                          <a:uFillTx/>
                          <a:latin typeface="Calibri" panose="020F0502020204030204" pitchFamily="34" charset="0"/>
                          <a:ea typeface="+mn-ea"/>
                          <a:cs typeface="+mn-cs"/>
                        </a:rPr>
                        <a:t>$60 - $80</a:t>
                      </a:r>
                      <a:endParaRPr lang="en-US" sz="500" b="0" i="0" u="none" strike="noStrike" kern="1200" dirty="0">
                        <a:solidFill>
                          <a:srgbClr val="000000"/>
                        </a:solidFill>
                        <a:effectLst/>
                        <a:uFillTx/>
                        <a:latin typeface="Calibri" panose="020F0502020204030204" pitchFamily="34" charset="0"/>
                        <a:ea typeface="+mn-ea"/>
                        <a:cs typeface="+mn-cs"/>
                      </a:endParaRP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5F6FF"/>
                    </a:solidFill>
                  </a:tcPr>
                </a:tc>
              </a:tr>
              <a:tr h="114958">
                <a:tc>
                  <a:txBody>
                    <a:bodyPr/>
                    <a:lstStyle/>
                    <a:p>
                      <a:pPr algn="l" rtl="0" fontAlgn="ctr"/>
                      <a:r>
                        <a:rPr lang="en-US" sz="500" b="0" i="0" u="none" strike="noStrike" kern="1200" dirty="0" smtClean="0">
                          <a:solidFill>
                            <a:srgbClr val="000000"/>
                          </a:solidFill>
                          <a:effectLst/>
                          <a:uFillTx/>
                          <a:latin typeface="Calibri" panose="020F0502020204030204" pitchFamily="34" charset="0"/>
                          <a:ea typeface="+mn-ea"/>
                          <a:cs typeface="+mn-cs"/>
                        </a:rPr>
                        <a:t>Chat interacted</a:t>
                      </a:r>
                      <a:endParaRPr lang="en-US" sz="500" b="0" i="0" u="none" strike="noStrike" kern="1200" dirty="0">
                        <a:solidFill>
                          <a:srgbClr val="000000"/>
                        </a:solidFill>
                        <a:effectLst/>
                        <a:uFillTx/>
                        <a:latin typeface="Calibri" panose="020F0502020204030204" pitchFamily="34" charset="0"/>
                        <a:ea typeface="+mn-ea"/>
                        <a:cs typeface="+mn-cs"/>
                      </a:endParaRPr>
                    </a:p>
                  </a:txBody>
                  <a:tcPr marL="11036"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ECDF"/>
                    </a:solidFill>
                  </a:tcPr>
                </a:tc>
                <a:tc>
                  <a:txBody>
                    <a:bodyPr/>
                    <a:lstStyle/>
                    <a:p>
                      <a:pPr algn="ctr" rtl="0" fontAlgn="ctr"/>
                      <a:r>
                        <a:rPr lang="en-US" sz="500" b="0" i="0" u="none" strike="noStrike" kern="1200" dirty="0" smtClean="0">
                          <a:solidFill>
                            <a:srgbClr val="000000"/>
                          </a:solidFill>
                          <a:effectLst/>
                          <a:uFillTx/>
                          <a:latin typeface="Calibri" panose="020F0502020204030204" pitchFamily="34" charset="0"/>
                          <a:ea typeface="+mn-ea"/>
                          <a:cs typeface="+mn-cs"/>
                        </a:rPr>
                        <a:t>Y</a:t>
                      </a:r>
                      <a:endParaRPr lang="en-US" sz="500" b="0" i="0" u="none" strike="noStrike" kern="1200" dirty="0">
                        <a:solidFill>
                          <a:srgbClr val="000000"/>
                        </a:solidFill>
                        <a:effectLst/>
                        <a:uFillTx/>
                        <a:latin typeface="Calibri" panose="020F0502020204030204" pitchFamily="34" charset="0"/>
                        <a:ea typeface="+mn-ea"/>
                        <a:cs typeface="+mn-cs"/>
                      </a:endParaRP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ECDF"/>
                    </a:solidFill>
                  </a:tcPr>
                </a:tc>
              </a:tr>
              <a:tr h="114958">
                <a:tc>
                  <a:txBody>
                    <a:bodyPr/>
                    <a:lstStyle/>
                    <a:p>
                      <a:pPr algn="l" rtl="0" fontAlgn="ctr"/>
                      <a:r>
                        <a:rPr lang="en-US" sz="500" b="0" i="0" u="none" strike="noStrike" dirty="0">
                          <a:solidFill>
                            <a:srgbClr val="000000"/>
                          </a:solidFill>
                          <a:effectLst/>
                          <a:uFillTx/>
                          <a:latin typeface="Calibri" panose="020F0502020204030204" pitchFamily="34" charset="0"/>
                        </a:rPr>
                        <a:t>Total Chat Duration</a:t>
                      </a:r>
                    </a:p>
                  </a:txBody>
                  <a:tcPr marL="11036"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ECDF"/>
                    </a:solidFill>
                  </a:tcPr>
                </a:tc>
                <a:tc>
                  <a:txBody>
                    <a:bodyPr/>
                    <a:lstStyle/>
                    <a:p>
                      <a:pPr algn="ctr" rtl="0" fontAlgn="ctr"/>
                      <a:r>
                        <a:rPr lang="en-US" sz="500" b="0" i="0" u="none" strike="noStrike" dirty="0" smtClean="0">
                          <a:solidFill>
                            <a:srgbClr val="000000"/>
                          </a:solidFill>
                          <a:effectLst/>
                          <a:uFillTx/>
                          <a:latin typeface="Calibri" panose="020F0502020204030204" pitchFamily="34" charset="0"/>
                        </a:rPr>
                        <a:t>3 minutes</a:t>
                      </a:r>
                      <a:endParaRPr lang="en-US" sz="500" b="0" i="0" u="none" strike="noStrike" dirty="0">
                        <a:solidFill>
                          <a:srgbClr val="000000"/>
                        </a:solidFill>
                        <a:effectLst/>
                        <a:uFillTx/>
                        <a:latin typeface="Calibri" panose="020F0502020204030204" pitchFamily="34" charset="0"/>
                      </a:endParaRP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ECDF"/>
                    </a:solidFill>
                  </a:tcPr>
                </a:tc>
              </a:tr>
              <a:tr h="114958">
                <a:tc>
                  <a:txBody>
                    <a:bodyPr/>
                    <a:lstStyle/>
                    <a:p>
                      <a:pPr algn="l" rtl="0" fontAlgn="ctr"/>
                      <a:r>
                        <a:rPr lang="en-US" sz="500" b="0" i="0" u="none" strike="noStrike" dirty="0">
                          <a:solidFill>
                            <a:srgbClr val="000000"/>
                          </a:solidFill>
                          <a:effectLst/>
                          <a:uFillTx/>
                          <a:latin typeface="Calibri" panose="020F0502020204030204" pitchFamily="34" charset="0"/>
                        </a:rPr>
                        <a:t>Chat Sentiment</a:t>
                      </a:r>
                    </a:p>
                  </a:txBody>
                  <a:tcPr marL="11036"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ECDF"/>
                    </a:solidFill>
                  </a:tcPr>
                </a:tc>
                <a:tc>
                  <a:txBody>
                    <a:bodyPr/>
                    <a:lstStyle/>
                    <a:p>
                      <a:pPr algn="ctr" rtl="0" fontAlgn="ctr"/>
                      <a:r>
                        <a:rPr lang="en-US" sz="500" b="0" i="0" u="none" strike="noStrike" dirty="0" smtClean="0">
                          <a:solidFill>
                            <a:srgbClr val="000000"/>
                          </a:solidFill>
                          <a:effectLst/>
                          <a:uFillTx/>
                          <a:latin typeface="Calibri" panose="020F0502020204030204" pitchFamily="34" charset="0"/>
                        </a:rPr>
                        <a:t>0.1783</a:t>
                      </a:r>
                      <a:endParaRPr lang="en-US" sz="500" b="0" i="0" u="none" strike="noStrike" dirty="0">
                        <a:solidFill>
                          <a:srgbClr val="000000"/>
                        </a:solidFill>
                        <a:effectLst/>
                        <a:uFillTx/>
                        <a:latin typeface="Calibri" panose="020F0502020204030204" pitchFamily="34" charset="0"/>
                      </a:endParaRP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ECDF"/>
                    </a:solidFill>
                  </a:tcPr>
                </a:tc>
              </a:tr>
              <a:tr h="114958">
                <a:tc>
                  <a:txBody>
                    <a:bodyPr/>
                    <a:lstStyle/>
                    <a:p>
                      <a:pPr algn="l" rtl="0" fontAlgn="ctr"/>
                      <a:r>
                        <a:rPr lang="en-US" sz="500" b="0" i="0" u="none" strike="noStrike" dirty="0">
                          <a:solidFill>
                            <a:srgbClr val="000000"/>
                          </a:solidFill>
                          <a:effectLst/>
                          <a:uFillTx/>
                          <a:latin typeface="Calibri" panose="020F0502020204030204" pitchFamily="34" charset="0"/>
                        </a:rPr>
                        <a:t>Chat Topic</a:t>
                      </a:r>
                    </a:p>
                  </a:txBody>
                  <a:tcPr marL="11036"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ECDF"/>
                    </a:solidFill>
                  </a:tcPr>
                </a:tc>
                <a:tc>
                  <a:txBody>
                    <a:bodyPr/>
                    <a:lstStyle/>
                    <a:p>
                      <a:pPr algn="ctr" rtl="0" fontAlgn="ctr"/>
                      <a:r>
                        <a:rPr lang="en-US" sz="500" b="0" i="0" u="none" strike="noStrike" baseline="0" dirty="0" smtClean="0">
                          <a:solidFill>
                            <a:srgbClr val="000000"/>
                          </a:solidFill>
                          <a:effectLst/>
                          <a:uFillTx/>
                          <a:latin typeface="Calibri" panose="020F0502020204030204" pitchFamily="34" charset="0"/>
                        </a:rPr>
                        <a:t>Add a Line</a:t>
                      </a:r>
                      <a:endParaRPr lang="en-US" sz="500" b="0" i="0" u="none" strike="noStrike" dirty="0">
                        <a:solidFill>
                          <a:srgbClr val="000000"/>
                        </a:solidFill>
                        <a:effectLst/>
                        <a:uFillTx/>
                        <a:latin typeface="Calibri" panose="020F0502020204030204" pitchFamily="34" charset="0"/>
                      </a:endParaRPr>
                    </a:p>
                  </a:txBody>
                  <a:tcPr marL="5748" marR="5748" marT="574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ECDF"/>
                    </a:solidFill>
                  </a:tcPr>
                </a:tc>
              </a:tr>
            </a:tbl>
          </a:graphicData>
        </a:graphic>
      </p:graphicFrame>
      <p:graphicFrame>
        <p:nvGraphicFramePr>
          <p:cNvPr id="14" name="Table 13"/>
          <p:cNvGraphicFramePr>
            <a:graphicFrameLocks noGrp="1"/>
          </p:cNvGraphicFramePr>
          <p:nvPr/>
        </p:nvGraphicFramePr>
        <p:xfrm>
          <a:off x="518810" y="1124075"/>
          <a:ext cx="3008073" cy="1837077"/>
        </p:xfrm>
        <a:graphic>
          <a:graphicData uri="http://schemas.openxmlformats.org/drawingml/2006/table">
            <a:tbl>
              <a:tblPr>
                <a:tableStyleId>{616DA210-FB5B-4158-B5E0-FEB733F419BA}</a:tableStyleId>
              </a:tblPr>
              <a:tblGrid>
                <a:gridCol w="426007"/>
                <a:gridCol w="510489"/>
                <a:gridCol w="379683"/>
                <a:gridCol w="460734"/>
                <a:gridCol w="544457"/>
                <a:gridCol w="367877"/>
                <a:gridCol w="318826"/>
              </a:tblGrid>
              <a:tr h="296727">
                <a:tc>
                  <a:txBody>
                    <a:bodyPr/>
                    <a:lstStyle/>
                    <a:p>
                      <a:pPr algn="ctr" fontAlgn="b"/>
                      <a:r>
                        <a:rPr lang="en-US" sz="400" b="1" u="none" strike="noStrike" dirty="0" smtClean="0">
                          <a:effectLst/>
                          <a:uFillTx/>
                        </a:rPr>
                        <a:t>Customer</a:t>
                      </a:r>
                      <a:r>
                        <a:rPr lang="en-US" sz="400" b="1" u="none" strike="noStrike" baseline="0" dirty="0" smtClean="0">
                          <a:effectLst/>
                          <a:uFillTx/>
                        </a:rPr>
                        <a:t> ID</a:t>
                      </a:r>
                      <a:endParaRPr lang="en-US" sz="400" b="1" i="0" u="none" strike="noStrike" dirty="0">
                        <a:solidFill>
                          <a:srgbClr val="000000"/>
                        </a:solidFill>
                        <a:effectLst/>
                        <a:uFillTx/>
                        <a:latin typeface="Calibri" panose="020F0502020204030204" pitchFamily="34" charset="0"/>
                      </a:endParaRPr>
                    </a:p>
                  </a:txBody>
                  <a:tcPr marL="2434" marR="2434" marT="2434" marB="0" anchor="ctr">
                    <a:solidFill>
                      <a:srgbClr val="E5F6FF">
                        <a:alpha val="50000"/>
                      </a:srgbClr>
                    </a:solidFill>
                  </a:tcPr>
                </a:tc>
                <a:tc>
                  <a:txBody>
                    <a:bodyPr/>
                    <a:lstStyle/>
                    <a:p>
                      <a:pPr marL="0" algn="ctr" defTabSz="457200" rtl="0" eaLnBrk="1" fontAlgn="b" latinLnBrk="0" hangingPunct="1"/>
                      <a:r>
                        <a:rPr lang="en-US" sz="400" b="1" u="none" strike="noStrike" kern="1200" dirty="0" smtClean="0">
                          <a:solidFill>
                            <a:schemeClr val="tx1"/>
                          </a:solidFill>
                          <a:effectLst/>
                          <a:uFillTx/>
                          <a:latin typeface="+mn-lt"/>
                          <a:ea typeface="+mn-ea"/>
                          <a:cs typeface="+mn-cs"/>
                        </a:rPr>
                        <a:t>Referral </a:t>
                      </a:r>
                      <a:br>
                        <a:rPr lang="en-US" sz="400" b="1" u="none" strike="noStrike" kern="1200" dirty="0" smtClean="0">
                          <a:solidFill>
                            <a:schemeClr val="tx1"/>
                          </a:solidFill>
                          <a:effectLst/>
                          <a:uFillTx/>
                          <a:latin typeface="+mn-lt"/>
                          <a:ea typeface="+mn-ea"/>
                          <a:cs typeface="+mn-cs"/>
                        </a:rPr>
                      </a:br>
                      <a:r>
                        <a:rPr lang="en-US" sz="400" b="1" u="none" strike="noStrike" kern="1200" dirty="0" smtClean="0">
                          <a:solidFill>
                            <a:schemeClr val="tx1"/>
                          </a:solidFill>
                          <a:effectLst/>
                          <a:uFillTx/>
                          <a:latin typeface="+mn-lt"/>
                          <a:ea typeface="+mn-ea"/>
                          <a:cs typeface="+mn-cs"/>
                        </a:rPr>
                        <a:t>Domain</a:t>
                      </a:r>
                      <a:endParaRPr lang="en-US" sz="400" b="1" u="none" strike="noStrike" kern="1200" dirty="0">
                        <a:solidFill>
                          <a:schemeClr val="tx1"/>
                        </a:solidFill>
                        <a:effectLst/>
                        <a:uFillTx/>
                        <a:latin typeface="+mn-lt"/>
                        <a:ea typeface="+mn-ea"/>
                        <a:cs typeface="+mn-cs"/>
                      </a:endParaRPr>
                    </a:p>
                  </a:txBody>
                  <a:tcPr marL="3716" marR="3716" marT="3716" marB="0" anchor="ctr">
                    <a:solidFill>
                      <a:srgbClr val="E5F6FF">
                        <a:alpha val="50000"/>
                      </a:srgbClr>
                    </a:solidFill>
                  </a:tcPr>
                </a:tc>
                <a:tc>
                  <a:txBody>
                    <a:bodyPr/>
                    <a:lstStyle/>
                    <a:p>
                      <a:pPr marL="0" algn="ctr" defTabSz="457200" rtl="0" eaLnBrk="1" fontAlgn="b" latinLnBrk="0" hangingPunct="1"/>
                      <a:r>
                        <a:rPr lang="en-US" sz="400" b="1" u="none" strike="noStrike" kern="1200" dirty="0" smtClean="0">
                          <a:solidFill>
                            <a:schemeClr val="tx1"/>
                          </a:solidFill>
                          <a:effectLst/>
                          <a:uFillTx/>
                          <a:latin typeface="+mn-lt"/>
                          <a:ea typeface="+mn-ea"/>
                          <a:cs typeface="+mn-cs"/>
                        </a:rPr>
                        <a:t>Channel</a:t>
                      </a:r>
                    </a:p>
                  </a:txBody>
                  <a:tcPr marL="3716" marR="3716" marT="3716" marB="0" anchor="ctr">
                    <a:solidFill>
                      <a:srgbClr val="E5F6FF">
                        <a:alpha val="50000"/>
                      </a:srgbClr>
                    </a:solidFill>
                  </a:tcPr>
                </a:tc>
                <a:tc>
                  <a:txBody>
                    <a:bodyPr/>
                    <a:lstStyle/>
                    <a:p>
                      <a:pPr marL="0" algn="ctr" defTabSz="457200" rtl="0" eaLnBrk="1" fontAlgn="b" latinLnBrk="0" hangingPunct="1"/>
                      <a:r>
                        <a:rPr lang="en-US" sz="400" b="1" u="none" strike="noStrike" kern="1200" dirty="0" smtClean="0">
                          <a:solidFill>
                            <a:schemeClr val="tx1"/>
                          </a:solidFill>
                          <a:effectLst/>
                          <a:uFillTx/>
                          <a:latin typeface="+mn-lt"/>
                          <a:ea typeface="+mn-ea"/>
                          <a:cs typeface="+mn-cs"/>
                        </a:rPr>
                        <a:t>Products</a:t>
                      </a:r>
                    </a:p>
                  </a:txBody>
                  <a:tcPr marL="3716" marR="3716" marT="3716" marB="0" anchor="ctr">
                    <a:solidFill>
                      <a:srgbClr val="E5F6FF">
                        <a:alpha val="50000"/>
                      </a:srgbClr>
                    </a:solidFill>
                  </a:tcPr>
                </a:tc>
                <a:tc>
                  <a:txBody>
                    <a:bodyPr/>
                    <a:lstStyle/>
                    <a:p>
                      <a:pPr algn="ctr" fontAlgn="b"/>
                      <a:endParaRPr lang="en-US" sz="400" b="1" u="none" strike="noStrike" dirty="0" smtClean="0">
                        <a:effectLst/>
                        <a:uFillTx/>
                      </a:endParaRPr>
                    </a:p>
                    <a:p>
                      <a:pPr algn="ctr" fontAlgn="b"/>
                      <a:r>
                        <a:rPr lang="en-US" sz="400" b="1" u="none" strike="noStrike" dirty="0" smtClean="0">
                          <a:effectLst/>
                          <a:uFillTx/>
                        </a:rPr>
                        <a:t>Page</a:t>
                      </a:r>
                    </a:p>
                    <a:p>
                      <a:pPr algn="ctr" fontAlgn="b"/>
                      <a:r>
                        <a:rPr lang="en-US" sz="400" b="1" u="none" strike="noStrike" dirty="0" smtClean="0">
                          <a:effectLst/>
                          <a:uFillTx/>
                        </a:rPr>
                        <a:t> Name</a:t>
                      </a:r>
                      <a:br>
                        <a:rPr lang="en-US" sz="400" b="1" u="none" strike="noStrike" dirty="0" smtClean="0">
                          <a:effectLst/>
                          <a:uFillTx/>
                        </a:rPr>
                      </a:br>
                      <a:endParaRPr lang="en-US" sz="400" b="1" i="0" u="none" strike="noStrike" dirty="0">
                        <a:solidFill>
                          <a:srgbClr val="000000"/>
                        </a:solidFill>
                        <a:effectLst/>
                        <a:uFillTx/>
                        <a:latin typeface="Calibri" panose="020F0502020204030204" pitchFamily="34" charset="0"/>
                      </a:endParaRPr>
                    </a:p>
                  </a:txBody>
                  <a:tcPr marL="2434" marR="2434" marT="2434" marB="0" anchor="ctr">
                    <a:solidFill>
                      <a:srgbClr val="E5F6FF">
                        <a:alpha val="50000"/>
                      </a:srgbClr>
                    </a:solidFill>
                  </a:tcPr>
                </a:tc>
                <a:tc>
                  <a:txBody>
                    <a:bodyPr/>
                    <a:lstStyle/>
                    <a:p>
                      <a:pPr algn="ctr" fontAlgn="b"/>
                      <a:r>
                        <a:rPr lang="en-US" sz="400" b="1" u="none" strike="noStrike" dirty="0" smtClean="0">
                          <a:effectLst/>
                          <a:uFillTx/>
                        </a:rPr>
                        <a:t>Click </a:t>
                      </a:r>
                    </a:p>
                    <a:p>
                      <a:pPr algn="ctr" fontAlgn="b"/>
                      <a:r>
                        <a:rPr lang="en-US" sz="400" b="1" u="none" strike="noStrike" dirty="0" smtClean="0">
                          <a:effectLst/>
                          <a:uFillTx/>
                        </a:rPr>
                        <a:t>Events</a:t>
                      </a:r>
                      <a:endParaRPr lang="en-US" sz="400" b="1" i="0" u="none" strike="noStrike" dirty="0">
                        <a:solidFill>
                          <a:srgbClr val="000000"/>
                        </a:solidFill>
                        <a:effectLst/>
                        <a:uFillTx/>
                        <a:latin typeface="Calibri" panose="020F0502020204030204" pitchFamily="34" charset="0"/>
                      </a:endParaRPr>
                    </a:p>
                  </a:txBody>
                  <a:tcPr marL="2434" marR="2434" marT="2434" marB="0" anchor="ctr">
                    <a:solidFill>
                      <a:srgbClr val="E5F6FF">
                        <a:alpha val="50000"/>
                      </a:srgbClr>
                    </a:solidFill>
                  </a:tcPr>
                </a:tc>
                <a:tc>
                  <a:txBody>
                    <a:bodyPr/>
                    <a:lstStyle/>
                    <a:p>
                      <a:pPr algn="ctr" fontAlgn="b"/>
                      <a:r>
                        <a:rPr lang="en-US" sz="400" b="1" u="none" strike="noStrike" kern="1200" dirty="0" smtClean="0">
                          <a:solidFill>
                            <a:schemeClr val="tx1"/>
                          </a:solidFill>
                          <a:effectLst/>
                          <a:uFillTx/>
                          <a:latin typeface="+mn-lt"/>
                          <a:ea typeface="+mn-ea"/>
                          <a:cs typeface="+mn-cs"/>
                        </a:rPr>
                        <a:t>Visit </a:t>
                      </a:r>
                    </a:p>
                    <a:p>
                      <a:pPr algn="ctr" fontAlgn="b"/>
                      <a:r>
                        <a:rPr lang="en-US" sz="400" b="1" u="none" strike="noStrike" kern="1200" dirty="0" smtClean="0">
                          <a:solidFill>
                            <a:schemeClr val="tx1"/>
                          </a:solidFill>
                          <a:effectLst/>
                          <a:uFillTx/>
                          <a:latin typeface="+mn-lt"/>
                          <a:ea typeface="+mn-ea"/>
                          <a:cs typeface="+mn-cs"/>
                        </a:rPr>
                        <a:t>Time</a:t>
                      </a:r>
                    </a:p>
                    <a:p>
                      <a:pPr algn="ctr" fontAlgn="b"/>
                      <a:r>
                        <a:rPr lang="en-US" sz="400" b="1" u="none" strike="noStrike" kern="1200" dirty="0" smtClean="0">
                          <a:solidFill>
                            <a:schemeClr val="tx1"/>
                          </a:solidFill>
                          <a:effectLst/>
                          <a:uFillTx/>
                          <a:latin typeface="+mn-lt"/>
                          <a:ea typeface="+mn-ea"/>
                          <a:cs typeface="+mn-cs"/>
                        </a:rPr>
                        <a:t>stamp</a:t>
                      </a:r>
                      <a:endParaRPr lang="en-US" sz="400" b="1" u="none" strike="noStrike" kern="1200" dirty="0">
                        <a:solidFill>
                          <a:schemeClr val="tx1"/>
                        </a:solidFill>
                        <a:effectLst/>
                        <a:uFillTx/>
                        <a:latin typeface="+mn-lt"/>
                        <a:ea typeface="+mn-ea"/>
                        <a:cs typeface="+mn-cs"/>
                      </a:endParaRPr>
                    </a:p>
                  </a:txBody>
                  <a:tcPr marL="2434" marR="2434" marT="2434" marB="0" anchor="ctr">
                    <a:solidFill>
                      <a:srgbClr val="E5F6FF">
                        <a:alpha val="50000"/>
                      </a:srgbClr>
                    </a:solidFill>
                  </a:tcPr>
                </a:tc>
              </a:tr>
              <a:tr h="300041">
                <a:tc>
                  <a:txBody>
                    <a:bodyPr/>
                    <a:lstStyle/>
                    <a:p>
                      <a:pPr algn="ctr" fontAlgn="b"/>
                      <a:r>
                        <a:rPr lang="en-US" sz="400" u="none" strike="noStrike" kern="1200" dirty="0" smtClean="0">
                          <a:solidFill>
                            <a:schemeClr val="tx1"/>
                          </a:solidFill>
                          <a:effectLst/>
                          <a:uFillTx/>
                          <a:latin typeface="+mj-lt"/>
                          <a:ea typeface="+mn-ea"/>
                          <a:cs typeface="+mn-cs"/>
                        </a:rPr>
                        <a:t>273455265</a:t>
                      </a:r>
                      <a:endParaRPr lang="en-US" sz="400" u="none" strike="noStrike" kern="1200" dirty="0">
                        <a:solidFill>
                          <a:schemeClr val="tx1"/>
                        </a:solidFill>
                        <a:effectLst/>
                        <a:uFillTx/>
                        <a:latin typeface="+mj-lt"/>
                        <a:ea typeface="+mn-ea"/>
                        <a:cs typeface="+mn-cs"/>
                      </a:endParaRPr>
                    </a:p>
                  </a:txBody>
                  <a:tcPr marL="2434" marR="2434" marT="2434" marB="0" anchor="ctr">
                    <a:solidFill>
                      <a:srgbClr val="E5F6FF">
                        <a:alpha val="50000"/>
                      </a:srgbClr>
                    </a:solidFill>
                  </a:tcPr>
                </a:tc>
                <a:tc>
                  <a:txBody>
                    <a:bodyPr/>
                    <a:lstStyle/>
                    <a:p>
                      <a:pPr algn="l" fontAlgn="b"/>
                      <a:r>
                        <a:rPr lang="en-US" sz="400" b="0" i="0" u="none" strike="noStrike" kern="1200" dirty="0" smtClean="0">
                          <a:solidFill>
                            <a:srgbClr val="000000"/>
                          </a:solidFill>
                          <a:effectLst/>
                          <a:uFillTx/>
                          <a:latin typeface="+mj-lt"/>
                          <a:ea typeface="+mn-ea"/>
                          <a:cs typeface="+mn-cs"/>
                        </a:rPr>
                        <a:t>http://verizonwirelessdeals.com/?kwid=1AACDB6</a:t>
                      </a:r>
                      <a:endParaRPr lang="en-US" sz="400" b="0" i="0" u="none" strike="noStrike" kern="1200" dirty="0">
                        <a:solidFill>
                          <a:srgbClr val="000000"/>
                        </a:solidFill>
                        <a:effectLst/>
                        <a:uFillTx/>
                        <a:latin typeface="+mj-lt"/>
                        <a:ea typeface="+mn-ea"/>
                        <a:cs typeface="+mn-cs"/>
                      </a:endParaRPr>
                    </a:p>
                  </a:txBody>
                  <a:tcPr marL="11036" marR="5748" marT="5748" marB="0" anchor="ctr">
                    <a:solidFill>
                      <a:srgbClr val="E5F6FF">
                        <a:alpha val="50000"/>
                      </a:srgbClr>
                    </a:solidFill>
                  </a:tcPr>
                </a:tc>
                <a:tc>
                  <a:txBody>
                    <a:bodyPr/>
                    <a:lstStyle/>
                    <a:p>
                      <a:pPr algn="ctr" fontAlgn="b"/>
                      <a:r>
                        <a:rPr lang="en-US" sz="400" b="0" i="0" u="none" strike="noStrike" kern="1200" dirty="0" smtClean="0">
                          <a:solidFill>
                            <a:srgbClr val="000000"/>
                          </a:solidFill>
                          <a:effectLst/>
                          <a:uFillTx/>
                          <a:latin typeface="+mj-lt"/>
                          <a:ea typeface="+mn-ea"/>
                          <a:cs typeface="+mn-cs"/>
                        </a:rPr>
                        <a:t>desktop </a:t>
                      </a:r>
                    </a:p>
                    <a:p>
                      <a:pPr algn="ctr" fontAlgn="b"/>
                      <a:endParaRPr lang="en-US" sz="400" b="0" i="0" u="none" strike="noStrike" kern="1200" dirty="0">
                        <a:solidFill>
                          <a:srgbClr val="000000"/>
                        </a:solidFill>
                        <a:effectLst/>
                        <a:uFillTx/>
                        <a:latin typeface="+mj-lt"/>
                        <a:ea typeface="+mn-ea"/>
                        <a:cs typeface="+mn-cs"/>
                      </a:endParaRPr>
                    </a:p>
                  </a:txBody>
                  <a:tcPr marL="5748" marR="5748" marT="5748" marB="0" anchor="ctr">
                    <a:solidFill>
                      <a:srgbClr val="E5F6FF">
                        <a:alpha val="50000"/>
                      </a:srgbClr>
                    </a:solidFill>
                  </a:tcPr>
                </a:tc>
                <a:tc>
                  <a:txBody>
                    <a:bodyPr/>
                    <a:lstStyle/>
                    <a:p>
                      <a:pPr marL="0" marR="0" lvl="0" indent="0" algn="ctr" defTabSz="457200" rtl="0" eaLnBrk="1" fontAlgn="b" latinLnBrk="0" hangingPunct="1">
                        <a:lnSpc>
                          <a:spcPct val="100000"/>
                        </a:lnSpc>
                        <a:spcBef>
                          <a:spcPts val="0"/>
                        </a:spcBef>
                        <a:spcAft>
                          <a:spcPts val="0"/>
                        </a:spcAft>
                        <a:buFontTx/>
                        <a:buNone/>
                        <a:defRPr>
                          <a:uFillTx/>
                        </a:defRPr>
                      </a:pPr>
                      <a:r>
                        <a:rPr lang="en-US" sz="400" b="0" i="0" u="none" strike="noStrike" kern="1200" dirty="0" smtClean="0">
                          <a:solidFill>
                            <a:srgbClr val="000000"/>
                          </a:solidFill>
                          <a:effectLst/>
                          <a:uFillTx/>
                          <a:latin typeface="+mn-lt"/>
                          <a:ea typeface="+mn-ea"/>
                          <a:cs typeface="+mn-cs"/>
                        </a:rPr>
                        <a:t>device selected:apple iphone® 7</a:t>
                      </a:r>
                    </a:p>
                    <a:p>
                      <a:pPr algn="ctr" fontAlgn="b"/>
                      <a:endParaRPr lang="en-US" sz="400" b="0" i="0" u="none" strike="noStrike" kern="1200" dirty="0">
                        <a:solidFill>
                          <a:srgbClr val="000000"/>
                        </a:solidFill>
                        <a:effectLst/>
                        <a:uFillTx/>
                        <a:latin typeface="+mj-lt"/>
                        <a:ea typeface="+mn-ea"/>
                        <a:cs typeface="+mn-cs"/>
                      </a:endParaRPr>
                    </a:p>
                  </a:txBody>
                  <a:tcPr marL="5748" marR="5748" marT="5748" marB="0" anchor="ctr">
                    <a:solidFill>
                      <a:srgbClr val="E5F6FF">
                        <a:alpha val="50000"/>
                      </a:srgbClr>
                    </a:solidFill>
                  </a:tcPr>
                </a:tc>
                <a:tc>
                  <a:txBody>
                    <a:bodyPr/>
                    <a:lstStyle/>
                    <a:p>
                      <a:pPr algn="ctr" fontAlgn="b"/>
                      <a:r>
                        <a:rPr lang="en-US" sz="400" b="0" i="0" u="none" strike="noStrike" kern="1200" dirty="0" smtClean="0">
                          <a:solidFill>
                            <a:srgbClr val="000000"/>
                          </a:solidFill>
                          <a:effectLst/>
                          <a:uFillTx/>
                          <a:latin typeface="+mj-lt"/>
                          <a:ea typeface="+mn-ea"/>
                          <a:cs typeface="+mn-cs"/>
                        </a:rPr>
                        <a:t>desktop store/shop phones and devices</a:t>
                      </a:r>
                      <a:endParaRPr lang="en-US" sz="400" b="0" i="0" u="none" strike="noStrike" kern="1200" dirty="0">
                        <a:solidFill>
                          <a:srgbClr val="000000"/>
                        </a:solidFill>
                        <a:effectLst/>
                        <a:uFillTx/>
                        <a:latin typeface="+mj-lt"/>
                        <a:ea typeface="+mn-ea"/>
                        <a:cs typeface="+mn-cs"/>
                      </a:endParaRPr>
                    </a:p>
                  </a:txBody>
                  <a:tcPr marL="2434" marR="2434" marT="2434" marB="0" anchor="ctr">
                    <a:solidFill>
                      <a:srgbClr val="E5F6FF">
                        <a:alpha val="50000"/>
                      </a:srgbClr>
                    </a:solidFill>
                  </a:tcPr>
                </a:tc>
                <a:tc>
                  <a:txBody>
                    <a:bodyPr/>
                    <a:lstStyle/>
                    <a:p>
                      <a:pPr algn="ctr" fontAlgn="b"/>
                      <a:r>
                        <a:rPr lang="en-US" sz="400" b="0" i="0" u="none" strike="noStrike" kern="1200" dirty="0" smtClean="0">
                          <a:solidFill>
                            <a:srgbClr val="000000"/>
                          </a:solidFill>
                          <a:effectLst/>
                          <a:uFillTx/>
                          <a:latin typeface="+mj-lt"/>
                          <a:ea typeface="+mn-ea"/>
                          <a:cs typeface="+mn-cs"/>
                        </a:rPr>
                        <a:t>aal|</a:t>
                      </a:r>
                    </a:p>
                    <a:p>
                      <a:pPr algn="ctr" fontAlgn="b"/>
                      <a:r>
                        <a:rPr lang="en-US" sz="400" b="0" i="0" u="none" strike="noStrike" kern="1200" dirty="0" smtClean="0">
                          <a:solidFill>
                            <a:srgbClr val="000000"/>
                          </a:solidFill>
                          <a:effectLst/>
                          <a:uFillTx/>
                          <a:latin typeface="+mj-lt"/>
                          <a:ea typeface="+mn-ea"/>
                          <a:cs typeface="+mn-cs"/>
                        </a:rPr>
                        <a:t>prodcutview</a:t>
                      </a:r>
                      <a:endParaRPr lang="en-US" sz="400" b="0" i="0" u="none" strike="noStrike" kern="1200" dirty="0">
                        <a:solidFill>
                          <a:srgbClr val="000000"/>
                        </a:solidFill>
                        <a:effectLst/>
                        <a:uFillTx/>
                        <a:latin typeface="+mj-lt"/>
                        <a:ea typeface="+mn-ea"/>
                        <a:cs typeface="+mn-cs"/>
                      </a:endParaRPr>
                    </a:p>
                  </a:txBody>
                  <a:tcPr marL="2434" marR="2434" marT="2434" marB="0" anchor="ctr">
                    <a:solidFill>
                      <a:srgbClr val="E5F6FF">
                        <a:alpha val="50000"/>
                      </a:srgbClr>
                    </a:solidFill>
                  </a:tcPr>
                </a:tc>
                <a:tc>
                  <a:txBody>
                    <a:bodyPr/>
                    <a:lstStyle/>
                    <a:p>
                      <a:pPr marL="0" marR="0" lvl="0" indent="0" algn="ctr" defTabSz="457200" rtl="0" eaLnBrk="1" fontAlgn="b" latinLnBrk="0" hangingPunct="1">
                        <a:lnSpc>
                          <a:spcPct val="100000"/>
                        </a:lnSpc>
                        <a:spcBef>
                          <a:spcPts val="0"/>
                        </a:spcBef>
                        <a:spcAft>
                          <a:spcPts val="0"/>
                        </a:spcAft>
                        <a:buFontTx/>
                        <a:buNone/>
                        <a:defRPr>
                          <a:uFillTx/>
                        </a:defRPr>
                      </a:pPr>
                      <a:r>
                        <a:rPr lang="en-US" sz="400" u="none" strike="noStrike" kern="1200" dirty="0" smtClean="0">
                          <a:solidFill>
                            <a:schemeClr val="tx1"/>
                          </a:solidFill>
                          <a:effectLst/>
                          <a:uFillTx/>
                          <a:latin typeface="+mn-lt"/>
                          <a:ea typeface="+mn-ea"/>
                          <a:cs typeface="+mn-cs"/>
                        </a:rPr>
                        <a:t>4/12/2018 13:11:9</a:t>
                      </a:r>
                    </a:p>
                    <a:p>
                      <a:pPr algn="ctr" fontAlgn="b"/>
                      <a:endParaRPr lang="en-US" sz="400" u="none" strike="noStrike" kern="1200" dirty="0">
                        <a:solidFill>
                          <a:schemeClr val="tx1"/>
                        </a:solidFill>
                        <a:effectLst/>
                        <a:uFillTx/>
                        <a:latin typeface="+mj-lt"/>
                        <a:ea typeface="+mn-ea"/>
                        <a:cs typeface="+mn-cs"/>
                      </a:endParaRPr>
                    </a:p>
                  </a:txBody>
                  <a:tcPr marL="2434" marR="2434" marT="2434" marB="0" anchor="ctr">
                    <a:solidFill>
                      <a:srgbClr val="E5F6FF">
                        <a:alpha val="50000"/>
                      </a:srgbClr>
                    </a:solidFill>
                  </a:tcPr>
                </a:tc>
              </a:tr>
              <a:tr h="300041">
                <a:tc>
                  <a:txBody>
                    <a:bodyPr/>
                    <a:lstStyle/>
                    <a:p>
                      <a:pPr algn="ctr" fontAlgn="b"/>
                      <a:r>
                        <a:rPr lang="en-US" sz="400" u="none" strike="noStrike" kern="1200" dirty="0" smtClean="0">
                          <a:solidFill>
                            <a:schemeClr val="tx1"/>
                          </a:solidFill>
                          <a:effectLst/>
                          <a:uFillTx/>
                          <a:latin typeface="+mn-lt"/>
                          <a:ea typeface="+mn-ea"/>
                          <a:cs typeface="+mn-cs"/>
                        </a:rPr>
                        <a:t>273455265</a:t>
                      </a:r>
                      <a:endParaRPr lang="en-US" sz="400" u="none" strike="noStrike" kern="1200" dirty="0">
                        <a:solidFill>
                          <a:schemeClr val="tx1"/>
                        </a:solidFill>
                        <a:effectLst/>
                        <a:uFillTx/>
                        <a:latin typeface="+mj-lt"/>
                        <a:ea typeface="+mn-ea"/>
                        <a:cs typeface="+mn-cs"/>
                      </a:endParaRPr>
                    </a:p>
                  </a:txBody>
                  <a:tcPr marL="2434" marR="2434" marT="2434" marB="0" anchor="ctr">
                    <a:solidFill>
                      <a:srgbClr val="E5F6FF">
                        <a:alpha val="50000"/>
                      </a:srgbClr>
                    </a:solidFill>
                  </a:tcPr>
                </a:tc>
                <a:tc>
                  <a:txBody>
                    <a:bodyPr/>
                    <a:lstStyle/>
                    <a:p>
                      <a:pPr algn="l" fontAlgn="b"/>
                      <a:r>
                        <a:rPr lang="en-US" sz="400" b="0" i="0" u="none" strike="noStrike" kern="1200" dirty="0" smtClean="0">
                          <a:solidFill>
                            <a:srgbClr val="000000"/>
                          </a:solidFill>
                          <a:effectLst/>
                          <a:uFillTx/>
                          <a:latin typeface="+mn-lt"/>
                          <a:ea typeface="+mn-ea"/>
                          <a:cs typeface="+mn-cs"/>
                        </a:rPr>
                        <a:t>http://verizonwirelessdeals.com/?kwid=1AACDB6</a:t>
                      </a:r>
                      <a:endParaRPr lang="en-US" sz="400" b="0" i="0" u="none" strike="noStrike" kern="1200" dirty="0">
                        <a:solidFill>
                          <a:srgbClr val="000000"/>
                        </a:solidFill>
                        <a:effectLst/>
                        <a:uFillTx/>
                        <a:latin typeface="+mn-lt"/>
                        <a:ea typeface="+mn-ea"/>
                        <a:cs typeface="+mn-cs"/>
                      </a:endParaRPr>
                    </a:p>
                  </a:txBody>
                  <a:tcPr marL="11036" marR="5748" marT="5748" marB="0" anchor="ctr">
                    <a:solidFill>
                      <a:srgbClr val="E5F6FF">
                        <a:alpha val="50000"/>
                      </a:srgbClr>
                    </a:solidFill>
                  </a:tcPr>
                </a:tc>
                <a:tc>
                  <a:txBody>
                    <a:bodyPr/>
                    <a:lstStyle/>
                    <a:p>
                      <a:pPr marL="0" marR="0" lvl="0" indent="0" algn="ctr" defTabSz="457200" rtl="0" eaLnBrk="1" fontAlgn="b" latinLnBrk="0" hangingPunct="1">
                        <a:lnSpc>
                          <a:spcPct val="100000"/>
                        </a:lnSpc>
                        <a:spcBef>
                          <a:spcPts val="0"/>
                        </a:spcBef>
                        <a:spcAft>
                          <a:spcPts val="0"/>
                        </a:spcAft>
                        <a:buFontTx/>
                        <a:buNone/>
                        <a:defRPr>
                          <a:uFillTx/>
                        </a:defRPr>
                      </a:pPr>
                      <a:r>
                        <a:rPr lang="en-US" sz="400" b="0" i="0" u="none" strike="noStrike" kern="1200" dirty="0" smtClean="0">
                          <a:solidFill>
                            <a:srgbClr val="000000"/>
                          </a:solidFill>
                          <a:effectLst/>
                          <a:uFillTx/>
                          <a:latin typeface="+mn-lt"/>
                          <a:ea typeface="+mn-ea"/>
                          <a:cs typeface="+mn-cs"/>
                        </a:rPr>
                        <a:t>desktop</a:t>
                      </a:r>
                    </a:p>
                    <a:p>
                      <a:pPr algn="ctr" fontAlgn="b"/>
                      <a:endParaRPr lang="en-US" sz="400" b="0" i="0" u="none" strike="noStrike" kern="1200" dirty="0">
                        <a:solidFill>
                          <a:srgbClr val="000000"/>
                        </a:solidFill>
                        <a:effectLst/>
                        <a:uFillTx/>
                        <a:latin typeface="+mj-lt"/>
                        <a:ea typeface="+mn-ea"/>
                        <a:cs typeface="+mn-cs"/>
                      </a:endParaRPr>
                    </a:p>
                  </a:txBody>
                  <a:tcPr marL="5748" marR="5748" marT="5748" marB="0" anchor="ctr">
                    <a:solidFill>
                      <a:srgbClr val="E5F6FF">
                        <a:alpha val="50000"/>
                      </a:srgbClr>
                    </a:solidFill>
                  </a:tcPr>
                </a:tc>
                <a:tc>
                  <a:txBody>
                    <a:bodyPr/>
                    <a:lstStyle/>
                    <a:p>
                      <a:pPr marL="0" marR="0" lvl="0" indent="0" algn="ctr" defTabSz="457200" rtl="0" eaLnBrk="1" fontAlgn="b" latinLnBrk="0" hangingPunct="1">
                        <a:lnSpc>
                          <a:spcPct val="100000"/>
                        </a:lnSpc>
                        <a:spcBef>
                          <a:spcPts val="0"/>
                        </a:spcBef>
                        <a:spcAft>
                          <a:spcPts val="0"/>
                        </a:spcAft>
                        <a:buFontTx/>
                        <a:buNone/>
                        <a:defRPr>
                          <a:uFillTx/>
                        </a:defRPr>
                      </a:pPr>
                      <a:r>
                        <a:rPr lang="en-US" sz="400" b="0" i="0" u="none" strike="noStrike" dirty="0" smtClean="0">
                          <a:solidFill>
                            <a:srgbClr val="000000"/>
                          </a:solidFill>
                          <a:effectLst/>
                          <a:uFillTx/>
                          <a:latin typeface="+mj-lt"/>
                        </a:rPr>
                        <a:t>device selected:apple iphone® 8</a:t>
                      </a:r>
                    </a:p>
                    <a:p>
                      <a:pPr algn="ctr" fontAlgn="b"/>
                      <a:endParaRPr lang="en-US" sz="400" b="0" i="0" u="none" strike="noStrike" kern="1200" dirty="0">
                        <a:solidFill>
                          <a:srgbClr val="000000"/>
                        </a:solidFill>
                        <a:effectLst/>
                        <a:uFillTx/>
                        <a:latin typeface="+mj-lt"/>
                        <a:ea typeface="+mn-ea"/>
                        <a:cs typeface="+mn-cs"/>
                      </a:endParaRPr>
                    </a:p>
                  </a:txBody>
                  <a:tcPr marL="5748" marR="5748" marT="5748" marB="0" anchor="ctr">
                    <a:solidFill>
                      <a:srgbClr val="E5F6FF">
                        <a:alpha val="50000"/>
                      </a:srgbClr>
                    </a:solidFill>
                  </a:tcPr>
                </a:tc>
                <a:tc>
                  <a:txBody>
                    <a:bodyPr/>
                    <a:lstStyle/>
                    <a:p>
                      <a:pPr algn="ctr" fontAlgn="b"/>
                      <a:r>
                        <a:rPr lang="en-US" sz="400" b="0" i="0" u="none" strike="noStrike" kern="1200" dirty="0" smtClean="0">
                          <a:solidFill>
                            <a:srgbClr val="000000"/>
                          </a:solidFill>
                          <a:effectLst/>
                          <a:uFillTx/>
                          <a:latin typeface="+mj-lt"/>
                          <a:ea typeface="+mn-ea"/>
                          <a:cs typeface="+mn-cs"/>
                        </a:rPr>
                        <a:t>desktop store/devices/grid view/smartphones</a:t>
                      </a:r>
                      <a:endParaRPr lang="en-US" sz="400" b="0" i="0" u="none" strike="noStrike" kern="1200" dirty="0">
                        <a:solidFill>
                          <a:srgbClr val="000000"/>
                        </a:solidFill>
                        <a:effectLst/>
                        <a:uFillTx/>
                        <a:latin typeface="+mj-lt"/>
                        <a:ea typeface="+mn-ea"/>
                        <a:cs typeface="+mn-cs"/>
                      </a:endParaRPr>
                    </a:p>
                  </a:txBody>
                  <a:tcPr marL="2434" marR="2434" marT="2434" marB="0" anchor="ctr">
                    <a:solidFill>
                      <a:srgbClr val="E5F6FF">
                        <a:alpha val="50000"/>
                      </a:srgbClr>
                    </a:solidFill>
                  </a:tcPr>
                </a:tc>
                <a:tc>
                  <a:txBody>
                    <a:bodyPr/>
                    <a:lstStyle/>
                    <a:p>
                      <a:pPr algn="ctr" fontAlgn="b"/>
                      <a:r>
                        <a:rPr lang="en-US" sz="400" b="0" i="0" u="none" strike="noStrike" kern="1200" dirty="0" smtClean="0">
                          <a:solidFill>
                            <a:srgbClr val="000000"/>
                          </a:solidFill>
                          <a:effectLst/>
                          <a:uFillTx/>
                          <a:latin typeface="+mj-lt"/>
                          <a:ea typeface="+mn-ea"/>
                          <a:cs typeface="+mn-cs"/>
                        </a:rPr>
                        <a:t>new device|filter:brand:apple:checked</a:t>
                      </a:r>
                      <a:endParaRPr lang="en-US" sz="400" b="0" i="0" u="none" strike="noStrike" kern="1200" dirty="0">
                        <a:solidFill>
                          <a:srgbClr val="000000"/>
                        </a:solidFill>
                        <a:effectLst/>
                        <a:uFillTx/>
                        <a:latin typeface="+mj-lt"/>
                        <a:ea typeface="+mn-ea"/>
                        <a:cs typeface="+mn-cs"/>
                      </a:endParaRPr>
                    </a:p>
                  </a:txBody>
                  <a:tcPr marL="2434" marR="2434" marT="2434" marB="0" anchor="ctr">
                    <a:solidFill>
                      <a:srgbClr val="E5F6FF">
                        <a:alpha val="50000"/>
                      </a:srgbClr>
                    </a:solidFill>
                  </a:tcPr>
                </a:tc>
                <a:tc>
                  <a:txBody>
                    <a:bodyPr/>
                    <a:lstStyle/>
                    <a:p>
                      <a:pPr algn="ctr" fontAlgn="b"/>
                      <a:r>
                        <a:rPr lang="en-US" sz="400" u="none" strike="noStrike" kern="1200" dirty="0" smtClean="0">
                          <a:solidFill>
                            <a:schemeClr val="tx1"/>
                          </a:solidFill>
                          <a:effectLst/>
                          <a:uFillTx/>
                          <a:latin typeface="+mn-lt"/>
                          <a:ea typeface="+mn-ea"/>
                          <a:cs typeface="+mn-cs"/>
                        </a:rPr>
                        <a:t>4/12/2018 13:15:8</a:t>
                      </a:r>
                      <a:endParaRPr lang="en-US" sz="400" u="none" strike="noStrike" kern="1200" dirty="0">
                        <a:solidFill>
                          <a:schemeClr val="tx1"/>
                        </a:solidFill>
                        <a:effectLst/>
                        <a:uFillTx/>
                        <a:latin typeface="+mj-lt"/>
                        <a:ea typeface="+mn-ea"/>
                        <a:cs typeface="+mn-cs"/>
                      </a:endParaRPr>
                    </a:p>
                  </a:txBody>
                  <a:tcPr marL="2434" marR="2434" marT="2434" marB="0" anchor="ctr">
                    <a:solidFill>
                      <a:srgbClr val="E5F6FF">
                        <a:alpha val="50000"/>
                      </a:srgbClr>
                    </a:solidFill>
                  </a:tcPr>
                </a:tc>
              </a:tr>
              <a:tr h="226468">
                <a:tc>
                  <a:txBody>
                    <a:bodyPr/>
                    <a:lstStyle/>
                    <a:p>
                      <a:pPr algn="ctr" fontAlgn="b"/>
                      <a:r>
                        <a:rPr lang="en-US" sz="400" u="none" strike="noStrike" kern="1200" dirty="0" smtClean="0">
                          <a:solidFill>
                            <a:schemeClr val="tx1"/>
                          </a:solidFill>
                          <a:effectLst/>
                          <a:uFillTx/>
                          <a:latin typeface="+mn-lt"/>
                          <a:ea typeface="+mn-ea"/>
                          <a:cs typeface="+mn-cs"/>
                        </a:rPr>
                        <a:t>273455265</a:t>
                      </a:r>
                      <a:endParaRPr lang="en-US" sz="400" u="none" strike="noStrike" kern="1200" dirty="0">
                        <a:solidFill>
                          <a:schemeClr val="tx1"/>
                        </a:solidFill>
                        <a:effectLst/>
                        <a:uFillTx/>
                        <a:latin typeface="+mj-lt"/>
                        <a:ea typeface="+mn-ea"/>
                        <a:cs typeface="+mn-cs"/>
                      </a:endParaRPr>
                    </a:p>
                  </a:txBody>
                  <a:tcPr marL="2434" marR="2434" marT="2434" marB="0" anchor="ctr">
                    <a:solidFill>
                      <a:srgbClr val="E5F6FF">
                        <a:alpha val="50000"/>
                      </a:srgbClr>
                    </a:solidFill>
                  </a:tcPr>
                </a:tc>
                <a:tc>
                  <a:txBody>
                    <a:bodyPr/>
                    <a:lstStyle/>
                    <a:p>
                      <a:pPr algn="l" fontAlgn="b"/>
                      <a:r>
                        <a:rPr lang="en-US" sz="400" b="0" i="0" u="none" strike="noStrike" kern="1200" dirty="0" smtClean="0">
                          <a:solidFill>
                            <a:srgbClr val="000000"/>
                          </a:solidFill>
                          <a:effectLst/>
                          <a:uFillTx/>
                          <a:latin typeface="+mn-lt"/>
                          <a:ea typeface="+mn-ea"/>
                          <a:cs typeface="+mn-cs"/>
                        </a:rPr>
                        <a:t>http://verizonwirelessdeals.com/?kwid=1AACDB6</a:t>
                      </a:r>
                      <a:endParaRPr lang="en-US" sz="400" b="0" i="0" u="none" strike="noStrike" kern="1200" dirty="0">
                        <a:solidFill>
                          <a:srgbClr val="000000"/>
                        </a:solidFill>
                        <a:effectLst/>
                        <a:uFillTx/>
                        <a:latin typeface="+mn-lt"/>
                        <a:ea typeface="+mn-ea"/>
                        <a:cs typeface="+mn-cs"/>
                      </a:endParaRPr>
                    </a:p>
                  </a:txBody>
                  <a:tcPr marL="11036" marR="5748" marT="5748" marB="0" anchor="ctr">
                    <a:solidFill>
                      <a:srgbClr val="E5F6FF">
                        <a:alpha val="50000"/>
                      </a:srgbClr>
                    </a:solidFill>
                  </a:tcPr>
                </a:tc>
                <a:tc>
                  <a:txBody>
                    <a:bodyPr/>
                    <a:lstStyle/>
                    <a:p>
                      <a:pPr marL="0" marR="0" lvl="0" indent="0" algn="ctr" defTabSz="457200" rtl="0" eaLnBrk="1" fontAlgn="b" latinLnBrk="0" hangingPunct="1">
                        <a:lnSpc>
                          <a:spcPct val="100000"/>
                        </a:lnSpc>
                        <a:spcBef>
                          <a:spcPts val="0"/>
                        </a:spcBef>
                        <a:spcAft>
                          <a:spcPts val="0"/>
                        </a:spcAft>
                        <a:buFontTx/>
                        <a:buNone/>
                        <a:defRPr>
                          <a:uFillTx/>
                        </a:defRPr>
                      </a:pPr>
                      <a:r>
                        <a:rPr lang="en-US" sz="400" b="0" i="0" u="none" strike="noStrike" kern="1200" dirty="0" smtClean="0">
                          <a:solidFill>
                            <a:srgbClr val="000000"/>
                          </a:solidFill>
                          <a:effectLst/>
                          <a:uFillTx/>
                          <a:latin typeface="+mn-lt"/>
                          <a:ea typeface="+mn-ea"/>
                          <a:cs typeface="+mn-cs"/>
                        </a:rPr>
                        <a:t>desktop</a:t>
                      </a:r>
                    </a:p>
                    <a:p>
                      <a:pPr algn="ctr" fontAlgn="b"/>
                      <a:endParaRPr lang="en-US" sz="400" b="0" i="0" u="none" strike="noStrike" dirty="0">
                        <a:solidFill>
                          <a:srgbClr val="000000"/>
                        </a:solidFill>
                        <a:effectLst/>
                        <a:uFillTx/>
                        <a:latin typeface="+mj-lt"/>
                      </a:endParaRPr>
                    </a:p>
                  </a:txBody>
                  <a:tcPr marL="5748" marR="5748" marT="5748" marB="0" anchor="ctr">
                    <a:solidFill>
                      <a:srgbClr val="E5F6FF">
                        <a:alpha val="50000"/>
                      </a:srgbClr>
                    </a:solidFill>
                  </a:tcPr>
                </a:tc>
                <a:tc>
                  <a:txBody>
                    <a:bodyPr/>
                    <a:lstStyle/>
                    <a:p>
                      <a:pPr marL="0" marR="0" lvl="0" indent="0" algn="ctr" defTabSz="457200" rtl="0" eaLnBrk="1" fontAlgn="b" latinLnBrk="0" hangingPunct="1">
                        <a:lnSpc>
                          <a:spcPct val="100000"/>
                        </a:lnSpc>
                        <a:spcBef>
                          <a:spcPts val="0"/>
                        </a:spcBef>
                        <a:spcAft>
                          <a:spcPts val="0"/>
                        </a:spcAft>
                        <a:buFontTx/>
                        <a:buNone/>
                        <a:defRPr>
                          <a:uFillTx/>
                        </a:defRPr>
                      </a:pPr>
                      <a:r>
                        <a:rPr lang="en-US" sz="400" b="0" i="0" u="none" strike="noStrike" kern="1200" dirty="0" smtClean="0">
                          <a:solidFill>
                            <a:srgbClr val="000000"/>
                          </a:solidFill>
                          <a:effectLst/>
                          <a:uFillTx/>
                          <a:latin typeface="+mn-lt"/>
                          <a:ea typeface="+mn-ea"/>
                          <a:cs typeface="+mn-cs"/>
                        </a:rPr>
                        <a:t>device selected:apple iphone® 8</a:t>
                      </a:r>
                    </a:p>
                  </a:txBody>
                  <a:tcPr marL="5748" marR="5748" marT="5748" marB="0" anchor="ctr">
                    <a:solidFill>
                      <a:srgbClr val="E5F6FF">
                        <a:alpha val="50000"/>
                      </a:srgbClr>
                    </a:solidFill>
                  </a:tcPr>
                </a:tc>
                <a:tc>
                  <a:txBody>
                    <a:bodyPr/>
                    <a:lstStyle/>
                    <a:p>
                      <a:pPr algn="ctr" fontAlgn="b"/>
                      <a:r>
                        <a:rPr lang="en-US" sz="400" b="0" i="0" u="none" strike="noStrike" kern="1200" dirty="0" smtClean="0">
                          <a:solidFill>
                            <a:srgbClr val="000000"/>
                          </a:solidFill>
                          <a:effectLst/>
                          <a:uFillTx/>
                          <a:latin typeface="+mj-lt"/>
                          <a:ea typeface="+mn-ea"/>
                          <a:cs typeface="+mn-cs"/>
                        </a:rPr>
                        <a:t>desktop store/devices/grid view/devices</a:t>
                      </a:r>
                      <a:endParaRPr lang="en-US" sz="400" b="0" i="0" u="none" strike="noStrike" kern="1200" dirty="0">
                        <a:solidFill>
                          <a:srgbClr val="000000"/>
                        </a:solidFill>
                        <a:effectLst/>
                        <a:uFillTx/>
                        <a:latin typeface="+mj-lt"/>
                        <a:ea typeface="+mn-ea"/>
                        <a:cs typeface="+mn-cs"/>
                      </a:endParaRPr>
                    </a:p>
                  </a:txBody>
                  <a:tcPr marL="2434" marR="2434" marT="2434" marB="0" anchor="ctr">
                    <a:solidFill>
                      <a:srgbClr val="E5F6FF">
                        <a:alpha val="50000"/>
                      </a:srgbClr>
                    </a:solidFill>
                  </a:tcPr>
                </a:tc>
                <a:tc>
                  <a:txBody>
                    <a:bodyPr/>
                    <a:lstStyle/>
                    <a:p>
                      <a:pPr marL="0" marR="0" lvl="0" indent="0" algn="ctr" defTabSz="457200" rtl="0" eaLnBrk="1" fontAlgn="b" latinLnBrk="0" hangingPunct="1">
                        <a:lnSpc>
                          <a:spcPct val="100000"/>
                        </a:lnSpc>
                        <a:spcBef>
                          <a:spcPts val="0"/>
                        </a:spcBef>
                        <a:spcAft>
                          <a:spcPts val="0"/>
                        </a:spcAft>
                        <a:buFontTx/>
                        <a:buNone/>
                        <a:defRPr>
                          <a:uFillTx/>
                        </a:defRPr>
                      </a:pPr>
                      <a:r>
                        <a:rPr lang="fr-FR" sz="400" b="0" i="0" u="none" strike="noStrike" kern="1200" dirty="0" smtClean="0">
                          <a:solidFill>
                            <a:srgbClr val="000000"/>
                          </a:solidFill>
                          <a:effectLst/>
                          <a:uFillTx/>
                          <a:latin typeface="+mj-lt"/>
                          <a:ea typeface="+mn-ea"/>
                          <a:cs typeface="+mn-cs"/>
                        </a:rPr>
                        <a:t>Apple iPhone® 8 Colour Red</a:t>
                      </a:r>
                      <a:endParaRPr lang="en-US" sz="400" b="0" i="0" u="none" strike="noStrike" kern="1200" dirty="0" smtClean="0">
                        <a:solidFill>
                          <a:srgbClr val="000000"/>
                        </a:solidFill>
                        <a:effectLst/>
                        <a:uFillTx/>
                        <a:latin typeface="+mj-lt"/>
                        <a:ea typeface="+mn-ea"/>
                        <a:cs typeface="+mn-cs"/>
                      </a:endParaRPr>
                    </a:p>
                  </a:txBody>
                  <a:tcPr marL="2434" marR="2434" marT="2434" marB="0" anchor="ctr">
                    <a:solidFill>
                      <a:srgbClr val="E5F6FF">
                        <a:alpha val="50000"/>
                      </a:srgbClr>
                    </a:solidFill>
                  </a:tcPr>
                </a:tc>
                <a:tc>
                  <a:txBody>
                    <a:bodyPr/>
                    <a:lstStyle/>
                    <a:p>
                      <a:pPr algn="ctr" fontAlgn="b"/>
                      <a:r>
                        <a:rPr lang="en-US" sz="400" u="none" strike="noStrike" kern="1200" dirty="0" smtClean="0">
                          <a:solidFill>
                            <a:schemeClr val="tx1"/>
                          </a:solidFill>
                          <a:effectLst/>
                          <a:uFillTx/>
                          <a:latin typeface="+mn-lt"/>
                          <a:ea typeface="+mn-ea"/>
                          <a:cs typeface="+mn-cs"/>
                        </a:rPr>
                        <a:t>4/12/2018 13:18:3</a:t>
                      </a:r>
                      <a:endParaRPr lang="en-US" sz="400" u="none" strike="noStrike" kern="1200" dirty="0">
                        <a:solidFill>
                          <a:schemeClr val="tx1"/>
                        </a:solidFill>
                        <a:effectLst/>
                        <a:uFillTx/>
                        <a:latin typeface="+mj-lt"/>
                        <a:ea typeface="+mn-ea"/>
                        <a:cs typeface="+mn-cs"/>
                      </a:endParaRPr>
                    </a:p>
                  </a:txBody>
                  <a:tcPr marL="2434" marR="2434" marT="2434" marB="0" anchor="ctr">
                    <a:solidFill>
                      <a:srgbClr val="E5F6FF">
                        <a:alpha val="50000"/>
                      </a:srgbClr>
                    </a:solidFill>
                  </a:tcPr>
                </a:tc>
              </a:tr>
              <a:tr h="296727">
                <a:tc>
                  <a:txBody>
                    <a:bodyPr/>
                    <a:lstStyle/>
                    <a:p>
                      <a:pPr algn="ctr" fontAlgn="b"/>
                      <a:r>
                        <a:rPr lang="en-US" sz="400" u="none" strike="noStrike" kern="1200" dirty="0" smtClean="0">
                          <a:solidFill>
                            <a:schemeClr val="tx1"/>
                          </a:solidFill>
                          <a:effectLst/>
                          <a:uFillTx/>
                          <a:latin typeface="+mn-lt"/>
                          <a:ea typeface="+mn-ea"/>
                          <a:cs typeface="+mn-cs"/>
                        </a:rPr>
                        <a:t>273455265</a:t>
                      </a:r>
                      <a:endParaRPr lang="en-US" sz="400" u="none" strike="noStrike" kern="1200" dirty="0">
                        <a:solidFill>
                          <a:schemeClr val="tx1"/>
                        </a:solidFill>
                        <a:effectLst/>
                        <a:uFillTx/>
                        <a:latin typeface="+mj-lt"/>
                        <a:ea typeface="+mn-ea"/>
                        <a:cs typeface="+mn-cs"/>
                      </a:endParaRPr>
                    </a:p>
                  </a:txBody>
                  <a:tcPr marL="2434" marR="2434" marT="2434" marB="0" anchor="ctr">
                    <a:solidFill>
                      <a:srgbClr val="E5F6FF">
                        <a:alpha val="50000"/>
                      </a:srgbClr>
                    </a:solidFill>
                  </a:tcPr>
                </a:tc>
                <a:tc>
                  <a:txBody>
                    <a:bodyPr/>
                    <a:lstStyle/>
                    <a:p>
                      <a:pPr algn="l" fontAlgn="b"/>
                      <a:r>
                        <a:rPr lang="en-US" sz="400" b="0" i="0" u="none" strike="noStrike" kern="1200" dirty="0" smtClean="0">
                          <a:solidFill>
                            <a:srgbClr val="000000"/>
                          </a:solidFill>
                          <a:effectLst/>
                          <a:uFillTx/>
                          <a:latin typeface="+mn-lt"/>
                          <a:ea typeface="+mn-ea"/>
                          <a:cs typeface="+mn-cs"/>
                        </a:rPr>
                        <a:t>http://verizonwirelessdeals.com/?kwid=1AACDB6</a:t>
                      </a:r>
                      <a:endParaRPr lang="en-US" sz="400" b="0" i="0" u="none" strike="noStrike" kern="1200" dirty="0">
                        <a:solidFill>
                          <a:srgbClr val="000000"/>
                        </a:solidFill>
                        <a:effectLst/>
                        <a:uFillTx/>
                        <a:latin typeface="+mn-lt"/>
                        <a:ea typeface="+mn-ea"/>
                        <a:cs typeface="+mn-cs"/>
                      </a:endParaRPr>
                    </a:p>
                  </a:txBody>
                  <a:tcPr marL="11036" marR="2434" marT="2434" marB="0" anchor="ctr">
                    <a:solidFill>
                      <a:srgbClr val="E5F6FF">
                        <a:alpha val="50000"/>
                      </a:srgbClr>
                    </a:solidFill>
                  </a:tcPr>
                </a:tc>
                <a:tc>
                  <a:txBody>
                    <a:bodyPr/>
                    <a:lstStyle/>
                    <a:p>
                      <a:pPr marL="0" marR="0" lvl="0" indent="0" algn="ctr" defTabSz="457200" rtl="0" eaLnBrk="1" fontAlgn="b" latinLnBrk="0" hangingPunct="1">
                        <a:lnSpc>
                          <a:spcPct val="100000"/>
                        </a:lnSpc>
                        <a:spcBef>
                          <a:spcPts val="0"/>
                        </a:spcBef>
                        <a:spcAft>
                          <a:spcPts val="0"/>
                        </a:spcAft>
                        <a:buFontTx/>
                        <a:buNone/>
                        <a:defRPr>
                          <a:uFillTx/>
                        </a:defRPr>
                      </a:pPr>
                      <a:r>
                        <a:rPr lang="en-US" sz="400" b="0" i="0" u="none" strike="noStrike" kern="1200" dirty="0" smtClean="0">
                          <a:solidFill>
                            <a:srgbClr val="000000"/>
                          </a:solidFill>
                          <a:effectLst/>
                          <a:uFillTx/>
                          <a:latin typeface="+mn-lt"/>
                          <a:ea typeface="+mn-ea"/>
                          <a:cs typeface="+mn-cs"/>
                        </a:rPr>
                        <a:t>desktop</a:t>
                      </a:r>
                    </a:p>
                    <a:p>
                      <a:pPr marL="0" marR="0" lvl="0" indent="0" algn="ctr" defTabSz="457200" rtl="0" eaLnBrk="1" fontAlgn="b" latinLnBrk="0" hangingPunct="1">
                        <a:lnSpc>
                          <a:spcPct val="100000"/>
                        </a:lnSpc>
                        <a:spcBef>
                          <a:spcPts val="0"/>
                        </a:spcBef>
                        <a:spcAft>
                          <a:spcPts val="0"/>
                        </a:spcAft>
                        <a:buFontTx/>
                        <a:buNone/>
                        <a:defRPr>
                          <a:uFillTx/>
                        </a:defRPr>
                      </a:pPr>
                      <a:endParaRPr lang="en-US" sz="400" u="none" strike="noStrike" kern="1200" dirty="0">
                        <a:solidFill>
                          <a:schemeClr val="tx1"/>
                        </a:solidFill>
                        <a:effectLst/>
                        <a:uFillTx/>
                        <a:latin typeface="+mj-lt"/>
                        <a:ea typeface="+mn-ea"/>
                        <a:cs typeface="+mn-cs"/>
                      </a:endParaRPr>
                    </a:p>
                  </a:txBody>
                  <a:tcPr marL="2434" marR="2434" marT="2434" marB="0" anchor="ctr">
                    <a:solidFill>
                      <a:srgbClr val="E5F6FF">
                        <a:alpha val="50000"/>
                      </a:srgbClr>
                    </a:solidFill>
                  </a:tcPr>
                </a:tc>
                <a:tc>
                  <a:txBody>
                    <a:bodyPr/>
                    <a:lstStyle/>
                    <a:p>
                      <a:pPr marL="0" marR="0" lvl="0" indent="0" algn="ctr" defTabSz="457200" rtl="0" eaLnBrk="1" fontAlgn="b" latinLnBrk="0" hangingPunct="1">
                        <a:lnSpc>
                          <a:spcPct val="100000"/>
                        </a:lnSpc>
                        <a:spcBef>
                          <a:spcPts val="0"/>
                        </a:spcBef>
                        <a:spcAft>
                          <a:spcPts val="0"/>
                        </a:spcAft>
                        <a:buFontTx/>
                        <a:buNone/>
                        <a:defRPr>
                          <a:uFillTx/>
                        </a:defRPr>
                      </a:pPr>
                      <a:r>
                        <a:rPr lang="en-US" sz="400" b="0" i="0" u="none" strike="noStrike" kern="1200" dirty="0" smtClean="0">
                          <a:solidFill>
                            <a:srgbClr val="000000"/>
                          </a:solidFill>
                          <a:effectLst/>
                          <a:uFillTx/>
                          <a:latin typeface="+mn-lt"/>
                          <a:ea typeface="+mn-ea"/>
                          <a:cs typeface="+mn-cs"/>
                        </a:rPr>
                        <a:t>device selected:apple iphone® 8</a:t>
                      </a:r>
                    </a:p>
                    <a:p>
                      <a:pPr marL="0" marR="0" lvl="0" indent="0" algn="ctr" defTabSz="457200" rtl="0" eaLnBrk="1" fontAlgn="b" latinLnBrk="0" hangingPunct="1">
                        <a:lnSpc>
                          <a:spcPct val="100000"/>
                        </a:lnSpc>
                        <a:spcBef>
                          <a:spcPts val="0"/>
                        </a:spcBef>
                        <a:spcAft>
                          <a:spcPts val="0"/>
                        </a:spcAft>
                        <a:buFontTx/>
                        <a:buNone/>
                        <a:defRPr>
                          <a:uFillTx/>
                        </a:defRPr>
                      </a:pPr>
                      <a:endParaRPr lang="en-US" sz="400" u="none" strike="noStrike" kern="1200" dirty="0">
                        <a:solidFill>
                          <a:schemeClr val="tx1"/>
                        </a:solidFill>
                        <a:effectLst/>
                        <a:uFillTx/>
                        <a:latin typeface="+mj-lt"/>
                        <a:ea typeface="+mn-ea"/>
                        <a:cs typeface="+mn-cs"/>
                      </a:endParaRPr>
                    </a:p>
                  </a:txBody>
                  <a:tcPr marL="2434" marR="2434" marT="2434" marB="0" anchor="ctr">
                    <a:solidFill>
                      <a:srgbClr val="E5F6FF">
                        <a:alpha val="50000"/>
                      </a:srgbClr>
                    </a:solidFill>
                  </a:tcPr>
                </a:tc>
                <a:tc>
                  <a:txBody>
                    <a:bodyPr/>
                    <a:lstStyle/>
                    <a:p>
                      <a:pPr marL="0" marR="0" lvl="0" indent="0" algn="ctr" defTabSz="457200" rtl="0" eaLnBrk="1" fontAlgn="b" latinLnBrk="0" hangingPunct="1">
                        <a:lnSpc>
                          <a:spcPct val="100000"/>
                        </a:lnSpc>
                        <a:spcBef>
                          <a:spcPts val="0"/>
                        </a:spcBef>
                        <a:spcAft>
                          <a:spcPts val="0"/>
                        </a:spcAft>
                        <a:buFontTx/>
                        <a:buNone/>
                        <a:defRPr>
                          <a:uFillTx/>
                        </a:defRPr>
                      </a:pPr>
                      <a:r>
                        <a:rPr lang="en-US" sz="400" b="0" i="0" u="none" strike="noStrike" kern="1200" dirty="0" smtClean="0">
                          <a:solidFill>
                            <a:srgbClr val="000000"/>
                          </a:solidFill>
                          <a:effectLst/>
                          <a:uFillTx/>
                          <a:latin typeface="+mj-lt"/>
                          <a:ea typeface="+mn-ea"/>
                          <a:cs typeface="+mn-cs"/>
                        </a:rPr>
                        <a:t>desktop store/device details</a:t>
                      </a:r>
                      <a:endParaRPr lang="en-US" sz="400" b="0" i="0" u="none" strike="noStrike" kern="1200" dirty="0">
                        <a:solidFill>
                          <a:srgbClr val="000000"/>
                        </a:solidFill>
                        <a:effectLst/>
                        <a:uFillTx/>
                        <a:latin typeface="+mj-lt"/>
                        <a:ea typeface="+mn-ea"/>
                        <a:cs typeface="+mn-cs"/>
                      </a:endParaRPr>
                    </a:p>
                  </a:txBody>
                  <a:tcPr marL="2434" marR="2434" marT="2434" marB="0" anchor="ctr">
                    <a:solidFill>
                      <a:srgbClr val="E5F6FF">
                        <a:alpha val="50000"/>
                      </a:srgbClr>
                    </a:solidFill>
                  </a:tcPr>
                </a:tc>
                <a:tc>
                  <a:txBody>
                    <a:bodyPr/>
                    <a:lstStyle/>
                    <a:p>
                      <a:pPr marL="0" marR="0" lvl="0" indent="0" algn="ctr" defTabSz="457200" rtl="0" eaLnBrk="1" fontAlgn="b" latinLnBrk="0" hangingPunct="1">
                        <a:lnSpc>
                          <a:spcPct val="100000"/>
                        </a:lnSpc>
                        <a:spcBef>
                          <a:spcPts val="0"/>
                        </a:spcBef>
                        <a:spcAft>
                          <a:spcPts val="0"/>
                        </a:spcAft>
                        <a:buFontTx/>
                        <a:buNone/>
                        <a:defRPr>
                          <a:uFillTx/>
                        </a:defRPr>
                      </a:pPr>
                      <a:r>
                        <a:rPr lang="en-US" sz="400" b="0" i="0" kern="1200" dirty="0" smtClean="0">
                          <a:solidFill>
                            <a:schemeClr val="tx1"/>
                          </a:solidFill>
                          <a:effectLst/>
                          <a:uFillTx/>
                          <a:latin typeface="+mn-lt"/>
                          <a:ea typeface="+mn-ea"/>
                          <a:cs typeface="+mn-cs"/>
                        </a:rPr>
                        <a:t>add to cart|unlimited|device protection</a:t>
                      </a:r>
                      <a:endParaRPr lang="en-US" sz="400" b="0" i="0" kern="1200" dirty="0">
                        <a:solidFill>
                          <a:schemeClr val="tx1"/>
                        </a:solidFill>
                        <a:effectLst/>
                        <a:uFillTx/>
                        <a:latin typeface="+mn-lt"/>
                        <a:ea typeface="+mn-ea"/>
                        <a:cs typeface="+mn-cs"/>
                      </a:endParaRPr>
                    </a:p>
                  </a:txBody>
                  <a:tcPr marL="2434" marR="2434" marT="2434" marB="0" anchor="ctr">
                    <a:solidFill>
                      <a:srgbClr val="E5F6FF">
                        <a:alpha val="50000"/>
                      </a:srgbClr>
                    </a:solidFill>
                  </a:tcPr>
                </a:tc>
                <a:tc>
                  <a:txBody>
                    <a:bodyPr/>
                    <a:lstStyle/>
                    <a:p>
                      <a:pPr algn="ctr" fontAlgn="b"/>
                      <a:r>
                        <a:rPr lang="en-US" sz="400" u="none" strike="noStrike" kern="1200" dirty="0" smtClean="0">
                          <a:solidFill>
                            <a:schemeClr val="tx1"/>
                          </a:solidFill>
                          <a:effectLst/>
                          <a:uFillTx/>
                          <a:latin typeface="+mn-lt"/>
                          <a:ea typeface="+mn-ea"/>
                          <a:cs typeface="+mn-cs"/>
                        </a:rPr>
                        <a:t>4/12/2018 13:24:3</a:t>
                      </a:r>
                      <a:endParaRPr lang="en-US" sz="400" u="none" strike="noStrike" kern="1200" dirty="0">
                        <a:solidFill>
                          <a:schemeClr val="tx1"/>
                        </a:solidFill>
                        <a:effectLst/>
                        <a:uFillTx/>
                        <a:latin typeface="+mj-lt"/>
                        <a:ea typeface="+mn-ea"/>
                        <a:cs typeface="+mn-cs"/>
                      </a:endParaRPr>
                    </a:p>
                  </a:txBody>
                  <a:tcPr marL="2434" marR="2434" marT="2434" marB="0" anchor="ctr">
                    <a:solidFill>
                      <a:srgbClr val="E5F6FF">
                        <a:alpha val="50000"/>
                      </a:srgbClr>
                    </a:solidFill>
                  </a:tcPr>
                </a:tc>
              </a:tr>
              <a:tr h="417073">
                <a:tc>
                  <a:txBody>
                    <a:bodyPr/>
                    <a:lstStyle/>
                    <a:p>
                      <a:pPr algn="ctr" fontAlgn="b"/>
                      <a:r>
                        <a:rPr lang="en-US" sz="400" u="none" strike="noStrike" kern="1200" dirty="0" smtClean="0">
                          <a:solidFill>
                            <a:schemeClr val="tx1"/>
                          </a:solidFill>
                          <a:effectLst/>
                          <a:uFillTx/>
                          <a:latin typeface="+mn-lt"/>
                          <a:ea typeface="+mn-ea"/>
                          <a:cs typeface="+mn-cs"/>
                        </a:rPr>
                        <a:t>273455265</a:t>
                      </a:r>
                      <a:endParaRPr lang="en-US" sz="400" u="none" strike="noStrike" kern="1200" dirty="0">
                        <a:solidFill>
                          <a:schemeClr val="tx1"/>
                        </a:solidFill>
                        <a:effectLst/>
                        <a:uFillTx/>
                        <a:latin typeface="+mj-lt"/>
                        <a:ea typeface="+mn-ea"/>
                        <a:cs typeface="+mn-cs"/>
                      </a:endParaRPr>
                    </a:p>
                  </a:txBody>
                  <a:tcPr marL="2434" marR="2434" marT="2434" marB="0" anchor="ctr">
                    <a:solidFill>
                      <a:srgbClr val="E5F6FF">
                        <a:alpha val="50000"/>
                      </a:srgbClr>
                    </a:solidFill>
                  </a:tcPr>
                </a:tc>
                <a:tc>
                  <a:txBody>
                    <a:bodyPr/>
                    <a:lstStyle/>
                    <a:p>
                      <a:pPr algn="l" fontAlgn="b"/>
                      <a:r>
                        <a:rPr lang="en-US" sz="400" b="0" i="0" u="none" strike="noStrike" kern="1200" dirty="0" smtClean="0">
                          <a:solidFill>
                            <a:srgbClr val="000000"/>
                          </a:solidFill>
                          <a:effectLst/>
                          <a:uFillTx/>
                          <a:latin typeface="+mn-lt"/>
                          <a:ea typeface="+mn-ea"/>
                          <a:cs typeface="+mn-cs"/>
                        </a:rPr>
                        <a:t>http://verizonwirelessdeals.com/?kwid=1AACDB6</a:t>
                      </a:r>
                      <a:endParaRPr lang="en-US" sz="400" b="0" i="0" u="none" strike="noStrike" kern="1200" dirty="0">
                        <a:solidFill>
                          <a:srgbClr val="000000"/>
                        </a:solidFill>
                        <a:effectLst/>
                        <a:uFillTx/>
                        <a:latin typeface="+mn-lt"/>
                        <a:ea typeface="+mn-ea"/>
                        <a:cs typeface="+mn-cs"/>
                      </a:endParaRPr>
                    </a:p>
                  </a:txBody>
                  <a:tcPr marL="11036" marR="2434" marT="2434" marB="0" anchor="ctr">
                    <a:solidFill>
                      <a:srgbClr val="E5F6FF">
                        <a:alpha val="50000"/>
                      </a:srgbClr>
                    </a:solidFill>
                  </a:tcPr>
                </a:tc>
                <a:tc>
                  <a:txBody>
                    <a:bodyPr/>
                    <a:lstStyle/>
                    <a:p>
                      <a:pPr marL="0" marR="0" lvl="0" indent="0" algn="ctr" defTabSz="457200" rtl="0" eaLnBrk="1" fontAlgn="b" latinLnBrk="0" hangingPunct="1">
                        <a:lnSpc>
                          <a:spcPct val="100000"/>
                        </a:lnSpc>
                        <a:spcBef>
                          <a:spcPts val="0"/>
                        </a:spcBef>
                        <a:spcAft>
                          <a:spcPts val="0"/>
                        </a:spcAft>
                        <a:buFontTx/>
                        <a:buNone/>
                        <a:defRPr>
                          <a:uFillTx/>
                        </a:defRPr>
                      </a:pPr>
                      <a:r>
                        <a:rPr lang="en-US" sz="400" b="0" i="0" u="none" strike="noStrike" kern="1200" dirty="0" smtClean="0">
                          <a:solidFill>
                            <a:srgbClr val="000000"/>
                          </a:solidFill>
                          <a:effectLst/>
                          <a:uFillTx/>
                          <a:latin typeface="+mn-lt"/>
                          <a:ea typeface="+mn-ea"/>
                          <a:cs typeface="+mn-cs"/>
                        </a:rPr>
                        <a:t>desktop</a:t>
                      </a:r>
                    </a:p>
                    <a:p>
                      <a:pPr marL="0" marR="0" lvl="0" indent="0" algn="ctr" defTabSz="457200" rtl="0" eaLnBrk="1" fontAlgn="b" latinLnBrk="0" hangingPunct="1">
                        <a:lnSpc>
                          <a:spcPct val="100000"/>
                        </a:lnSpc>
                        <a:spcBef>
                          <a:spcPts val="0"/>
                        </a:spcBef>
                        <a:spcAft>
                          <a:spcPts val="0"/>
                        </a:spcAft>
                        <a:buFontTx/>
                        <a:buNone/>
                        <a:defRPr>
                          <a:uFillTx/>
                        </a:defRPr>
                      </a:pPr>
                      <a:endParaRPr lang="en-US" sz="400" u="none" strike="noStrike" kern="1200" dirty="0">
                        <a:solidFill>
                          <a:schemeClr val="tx1"/>
                        </a:solidFill>
                        <a:effectLst/>
                        <a:uFillTx/>
                        <a:latin typeface="+mj-lt"/>
                        <a:ea typeface="+mn-ea"/>
                        <a:cs typeface="+mn-cs"/>
                      </a:endParaRPr>
                    </a:p>
                  </a:txBody>
                  <a:tcPr marL="2434" marR="2434" marT="2434" marB="0" anchor="ctr">
                    <a:solidFill>
                      <a:srgbClr val="E5F6FF">
                        <a:alpha val="50000"/>
                      </a:srgbClr>
                    </a:solidFill>
                  </a:tcPr>
                </a:tc>
                <a:tc>
                  <a:txBody>
                    <a:bodyPr/>
                    <a:lstStyle/>
                    <a:p>
                      <a:pPr marL="0" marR="0" lvl="0" indent="0" algn="ctr" defTabSz="457200" rtl="0" eaLnBrk="1" fontAlgn="b" latinLnBrk="0" hangingPunct="1">
                        <a:lnSpc>
                          <a:spcPct val="100000"/>
                        </a:lnSpc>
                        <a:spcBef>
                          <a:spcPts val="0"/>
                        </a:spcBef>
                        <a:spcAft>
                          <a:spcPts val="0"/>
                        </a:spcAft>
                        <a:buFontTx/>
                        <a:buNone/>
                        <a:defRPr>
                          <a:uFillTx/>
                        </a:defRPr>
                      </a:pPr>
                      <a:r>
                        <a:rPr lang="en-US" sz="400" b="0" i="0" u="none" strike="noStrike" kern="1200" dirty="0" smtClean="0">
                          <a:solidFill>
                            <a:srgbClr val="000000"/>
                          </a:solidFill>
                          <a:effectLst/>
                          <a:uFillTx/>
                          <a:latin typeface="+mn-lt"/>
                          <a:ea typeface="+mn-ea"/>
                          <a:cs typeface="+mn-cs"/>
                        </a:rPr>
                        <a:t>device selected:apple iphone® 8</a:t>
                      </a:r>
                    </a:p>
                  </a:txBody>
                  <a:tcPr marL="2434" marR="2434" marT="2434" marB="0" anchor="ctr">
                    <a:solidFill>
                      <a:srgbClr val="E5F6FF">
                        <a:alpha val="50000"/>
                      </a:srgbClr>
                    </a:solidFill>
                  </a:tcPr>
                </a:tc>
                <a:tc>
                  <a:txBody>
                    <a:bodyPr/>
                    <a:lstStyle/>
                    <a:p>
                      <a:pPr marL="0" marR="0" lvl="0" indent="0" algn="ctr" defTabSz="457200" rtl="0" eaLnBrk="1" fontAlgn="b" latinLnBrk="0" hangingPunct="1">
                        <a:lnSpc>
                          <a:spcPct val="100000"/>
                        </a:lnSpc>
                        <a:spcBef>
                          <a:spcPts val="0"/>
                        </a:spcBef>
                        <a:spcAft>
                          <a:spcPts val="0"/>
                        </a:spcAft>
                        <a:buFontTx/>
                        <a:buNone/>
                        <a:defRPr>
                          <a:uFillTx/>
                        </a:defRPr>
                      </a:pPr>
                      <a:r>
                        <a:rPr lang="en-US" sz="400" b="0" i="0" u="none" strike="noStrike" kern="1200" dirty="0" smtClean="0">
                          <a:solidFill>
                            <a:srgbClr val="000000"/>
                          </a:solidFill>
                          <a:effectLst/>
                          <a:uFillTx/>
                          <a:latin typeface="+mn-lt"/>
                          <a:ea typeface="+mn-ea"/>
                          <a:cs typeface="+mn-cs"/>
                        </a:rPr>
                        <a:t>desktop store/configure service/device protection</a:t>
                      </a:r>
                    </a:p>
                    <a:p>
                      <a:pPr marL="0" marR="0" lvl="0" indent="0" algn="ctr" defTabSz="457200" rtl="0" eaLnBrk="1" fontAlgn="b" latinLnBrk="0" hangingPunct="1">
                        <a:lnSpc>
                          <a:spcPct val="100000"/>
                        </a:lnSpc>
                        <a:spcBef>
                          <a:spcPts val="0"/>
                        </a:spcBef>
                        <a:spcAft>
                          <a:spcPts val="0"/>
                        </a:spcAft>
                        <a:buFontTx/>
                        <a:buNone/>
                        <a:defRPr>
                          <a:uFillTx/>
                        </a:defRPr>
                      </a:pPr>
                      <a:endParaRPr lang="en-US" sz="400" u="none" strike="noStrike" kern="1200" dirty="0">
                        <a:solidFill>
                          <a:schemeClr val="tx1"/>
                        </a:solidFill>
                        <a:effectLst/>
                        <a:uFillTx/>
                        <a:latin typeface="+mj-lt"/>
                        <a:ea typeface="+mn-ea"/>
                        <a:cs typeface="+mn-cs"/>
                      </a:endParaRPr>
                    </a:p>
                  </a:txBody>
                  <a:tcPr marL="2434" marR="2434" marT="2434" marB="0" anchor="ctr">
                    <a:solidFill>
                      <a:srgbClr val="E5F6FF">
                        <a:alpha val="50000"/>
                      </a:srgbClr>
                    </a:solidFill>
                  </a:tcPr>
                </a:tc>
                <a:tc>
                  <a:txBody>
                    <a:bodyPr/>
                    <a:lstStyle/>
                    <a:p>
                      <a:pPr marL="0" marR="0" lvl="0" indent="0" algn="ctr" defTabSz="457200" rtl="0" eaLnBrk="1" fontAlgn="b" latinLnBrk="0" hangingPunct="1">
                        <a:lnSpc>
                          <a:spcPct val="100000"/>
                        </a:lnSpc>
                        <a:spcBef>
                          <a:spcPts val="0"/>
                        </a:spcBef>
                        <a:spcAft>
                          <a:spcPts val="0"/>
                        </a:spcAft>
                        <a:buFontTx/>
                        <a:buNone/>
                        <a:defRPr>
                          <a:uFillTx/>
                        </a:defRPr>
                      </a:pPr>
                      <a:r>
                        <a:rPr lang="en-US" sz="400" b="0" i="0" u="none" strike="noStrike" kern="1200" dirty="0" smtClean="0">
                          <a:solidFill>
                            <a:srgbClr val="000000"/>
                          </a:solidFill>
                          <a:effectLst/>
                          <a:uFillTx/>
                          <a:latin typeface="+mn-lt"/>
                          <a:ea typeface="+mn-ea"/>
                          <a:cs typeface="+mn-cs"/>
                        </a:rPr>
                        <a:t>$35.41/</a:t>
                      </a:r>
                      <a:r>
                        <a:rPr lang="en-US" sz="400" b="0" i="0" u="none" strike="noStrike" kern="1200" dirty="0" err="1" smtClean="0">
                          <a:solidFill>
                            <a:srgbClr val="000000"/>
                          </a:solidFill>
                          <a:effectLst/>
                          <a:uFillTx/>
                          <a:latin typeface="+mn-lt"/>
                          <a:ea typeface="+mn-ea"/>
                          <a:cs typeface="+mn-cs"/>
                        </a:rPr>
                        <a:t>mo</a:t>
                      </a:r>
                      <a:endParaRPr lang="en-US" sz="400" b="0" i="0" u="none" strike="noStrike" kern="1200" dirty="0" smtClean="0">
                        <a:solidFill>
                          <a:srgbClr val="000000"/>
                        </a:solidFill>
                        <a:effectLst/>
                        <a:uFillTx/>
                        <a:latin typeface="+mn-lt"/>
                        <a:ea typeface="+mn-ea"/>
                        <a:cs typeface="+mn-cs"/>
                      </a:endParaRPr>
                    </a:p>
                    <a:p>
                      <a:pPr marL="0" marR="0" lvl="0" indent="0" algn="ctr" defTabSz="457200" rtl="0" eaLnBrk="1" fontAlgn="b" latinLnBrk="0" hangingPunct="1">
                        <a:lnSpc>
                          <a:spcPct val="100000"/>
                        </a:lnSpc>
                        <a:spcBef>
                          <a:spcPts val="0"/>
                        </a:spcBef>
                        <a:spcAft>
                          <a:spcPts val="0"/>
                        </a:spcAft>
                        <a:buFontTx/>
                        <a:buNone/>
                        <a:defRPr>
                          <a:uFillTx/>
                        </a:defRPr>
                      </a:pPr>
                      <a:r>
                        <a:rPr lang="en-US" sz="400" b="0" i="0" u="none" strike="noStrike" kern="1200" dirty="0" smtClean="0">
                          <a:solidFill>
                            <a:srgbClr val="000000"/>
                          </a:solidFill>
                          <a:effectLst/>
                          <a:uFillTx/>
                          <a:latin typeface="+mn-lt"/>
                          <a:ea typeface="+mn-ea"/>
                          <a:cs typeface="+mn-cs"/>
                        </a:rPr>
                        <a:t>24 Monthly Payments| </a:t>
                      </a:r>
                    </a:p>
                    <a:p>
                      <a:pPr marL="0" marR="0" lvl="0" indent="0" algn="ctr" defTabSz="457200" rtl="0" eaLnBrk="1" fontAlgn="b" latinLnBrk="0" hangingPunct="1">
                        <a:lnSpc>
                          <a:spcPct val="100000"/>
                        </a:lnSpc>
                        <a:spcBef>
                          <a:spcPts val="0"/>
                        </a:spcBef>
                        <a:spcAft>
                          <a:spcPts val="0"/>
                        </a:spcAft>
                        <a:buFontTx/>
                        <a:buNone/>
                        <a:defRPr>
                          <a:uFillTx/>
                        </a:defRPr>
                      </a:pPr>
                      <a:endParaRPr lang="en-US" sz="400" b="0" i="0" u="none" strike="noStrike" kern="1200" dirty="0">
                        <a:solidFill>
                          <a:srgbClr val="000000"/>
                        </a:solidFill>
                        <a:effectLst/>
                        <a:uFillTx/>
                        <a:latin typeface="+mj-lt"/>
                        <a:ea typeface="+mn-ea"/>
                        <a:cs typeface="+mn-cs"/>
                      </a:endParaRPr>
                    </a:p>
                  </a:txBody>
                  <a:tcPr marL="2434" marR="2434" marT="2434" marB="0" anchor="ctr">
                    <a:solidFill>
                      <a:srgbClr val="E5F6FF">
                        <a:alpha val="50000"/>
                      </a:srgbClr>
                    </a:solidFill>
                  </a:tcPr>
                </a:tc>
                <a:tc>
                  <a:txBody>
                    <a:bodyPr/>
                    <a:lstStyle/>
                    <a:p>
                      <a:pPr algn="ctr" fontAlgn="b"/>
                      <a:r>
                        <a:rPr lang="en-US" sz="400" u="none" strike="noStrike" kern="1200" dirty="0" smtClean="0">
                          <a:solidFill>
                            <a:schemeClr val="tx1"/>
                          </a:solidFill>
                          <a:effectLst/>
                          <a:uFillTx/>
                          <a:latin typeface="+mn-lt"/>
                          <a:ea typeface="+mn-ea"/>
                          <a:cs typeface="+mn-cs"/>
                        </a:rPr>
                        <a:t>4/12/2018 13:31:4</a:t>
                      </a:r>
                      <a:endParaRPr lang="en-US" sz="400" u="none" strike="noStrike" kern="1200" dirty="0">
                        <a:solidFill>
                          <a:schemeClr val="tx1"/>
                        </a:solidFill>
                        <a:effectLst/>
                        <a:uFillTx/>
                        <a:latin typeface="+mj-lt"/>
                        <a:ea typeface="+mn-ea"/>
                        <a:cs typeface="+mn-cs"/>
                      </a:endParaRPr>
                    </a:p>
                  </a:txBody>
                  <a:tcPr marL="2434" marR="2434" marT="2434" marB="0" anchor="ctr">
                    <a:solidFill>
                      <a:srgbClr val="E5F6FF">
                        <a:alpha val="50000"/>
                      </a:srgbClr>
                    </a:solidFill>
                  </a:tcPr>
                </a:tc>
              </a:tr>
            </a:tbl>
          </a:graphicData>
        </a:graphic>
      </p:graphicFrame>
      <p:pic>
        <p:nvPicPr>
          <p:cNvPr id="15" name="Picture 14"/>
          <p:cNvPicPr>
            <a:picLocks noChangeAspect="1"/>
          </p:cNvPicPr>
          <p:nvPr/>
        </p:nvPicPr>
        <p:blipFill rotWithShape="1">
          <a:blip r:embed="rId4" cstate="print">
            <a:clrChange>
              <a:clrFrom>
                <a:srgbClr val="FFFFFF"/>
              </a:clrFrom>
              <a:clrTo>
                <a:srgbClr val="FFFFFF">
                  <a:alpha val="0"/>
                </a:srgbClr>
              </a:clrTo>
            </a:clrChange>
          </a:blip>
          <a:srcRect l="3514" t="818" r="60643" b="33540"/>
          <a:stretch/>
        </p:blipFill>
        <p:spPr>
          <a:xfrm>
            <a:off x="524005" y="888407"/>
            <a:ext cx="163418" cy="161904"/>
          </a:xfrm>
          <a:prstGeom prst="rect">
            <a:avLst/>
          </a:prstGeom>
          <a:effectLst>
            <a:outerShdw blurRad="50800" dist="38100" dir="2700000" algn="tl" rotWithShape="0">
              <a:srgbClr val="000000">
                <a:alpha val="40000"/>
              </a:srgbClr>
            </a:outerShdw>
          </a:effectLst>
        </p:spPr>
      </p:pic>
      <p:sp>
        <p:nvSpPr>
          <p:cNvPr id="16" name="TextBox 15"/>
          <p:cNvSpPr txBox="1">
            <a:spLocks/>
          </p:cNvSpPr>
          <p:nvPr/>
        </p:nvSpPr>
        <p:spPr>
          <a:xfrm>
            <a:off x="687422" y="853943"/>
            <a:ext cx="1211715" cy="230832"/>
          </a:xfrm>
          <a:prstGeom prst="rect">
            <a:avLst/>
          </a:prstGeom>
          <a:noFill/>
        </p:spPr>
        <p:txBody>
          <a:bodyPr wrap="square" rtlCol="0">
            <a:spAutoFit/>
          </a:bodyPr>
          <a:lstStyle>
            <a:defPPr>
              <a:defRPr lang="en-US">
                <a:uFillTx/>
              </a:defRPr>
            </a:defPPr>
            <a:lvl1pPr>
              <a:defRPr sz="1200">
                <a:solidFill>
                  <a:srgbClr val="C00000"/>
                </a:solidFill>
                <a:uFillTx/>
              </a:defRPr>
            </a:lvl1pPr>
          </a:lstStyle>
          <a:p>
            <a:pPr defTabSz="685800"/>
            <a:r>
              <a:rPr lang="en-US" sz="900" b="1" dirty="0">
                <a:solidFill>
                  <a:srgbClr val="0070C0"/>
                </a:solidFill>
                <a:uFillTx/>
              </a:rPr>
              <a:t>Site Catalyst</a:t>
            </a:r>
          </a:p>
        </p:txBody>
      </p:sp>
      <p:grpSp>
        <p:nvGrpSpPr>
          <p:cNvPr id="7" name="Group 6"/>
          <p:cNvGrpSpPr/>
          <p:nvPr/>
        </p:nvGrpSpPr>
        <p:grpSpPr>
          <a:xfrm>
            <a:off x="6534334" y="1023295"/>
            <a:ext cx="2609666" cy="3047708"/>
            <a:chOff x="6479626" y="784693"/>
            <a:chExt cx="2609666" cy="3047708"/>
          </a:xfrm>
        </p:grpSpPr>
        <p:sp>
          <p:nvSpPr>
            <p:cNvPr id="17" name="TextBox 16"/>
            <p:cNvSpPr txBox="1">
              <a:spLocks/>
            </p:cNvSpPr>
            <p:nvPr/>
          </p:nvSpPr>
          <p:spPr>
            <a:xfrm>
              <a:off x="6558452" y="1454827"/>
              <a:ext cx="2468317" cy="2377574"/>
            </a:xfrm>
            <a:prstGeom prst="rect">
              <a:avLst/>
            </a:prstGeom>
            <a:noFill/>
            <a:ln w="9525">
              <a:noFill/>
            </a:ln>
          </p:spPr>
          <p:txBody>
            <a:bodyPr wrap="square" rtlCol="0">
              <a:spAutoFit/>
            </a:bodyPr>
            <a:lstStyle/>
            <a:p>
              <a:pPr>
                <a:lnSpc>
                  <a:spcPct val="150000"/>
                </a:lnSpc>
              </a:pPr>
              <a:r>
                <a:rPr lang="en-US" sz="900" dirty="0" smtClean="0">
                  <a:solidFill>
                    <a:srgbClr val="000000"/>
                  </a:solidFill>
                  <a:uFillTx/>
                </a:rPr>
                <a:t>Step </a:t>
              </a:r>
              <a:r>
                <a:rPr lang="en-US" sz="900" dirty="0">
                  <a:solidFill>
                    <a:srgbClr val="000000"/>
                  </a:solidFill>
                  <a:uFillTx/>
                </a:rPr>
                <a:t>1:  </a:t>
              </a:r>
              <a:r>
                <a:rPr lang="en-US" sz="900" dirty="0" smtClean="0">
                  <a:solidFill>
                    <a:srgbClr val="000000"/>
                  </a:solidFill>
                  <a:uFillTx/>
                </a:rPr>
                <a:t>Identify what  </a:t>
              </a:r>
              <a:r>
                <a:rPr lang="en-US" sz="900" dirty="0">
                  <a:solidFill>
                    <a:srgbClr val="000000"/>
                  </a:solidFill>
                  <a:uFillTx/>
                </a:rPr>
                <a:t>data sources in place, in which format and their </a:t>
              </a:r>
              <a:r>
                <a:rPr lang="en-US" sz="900" dirty="0" smtClean="0">
                  <a:solidFill>
                    <a:srgbClr val="000000"/>
                  </a:solidFill>
                  <a:uFillTx/>
                </a:rPr>
                <a:t>purpose</a:t>
              </a:r>
            </a:p>
            <a:p>
              <a:pPr>
                <a:lnSpc>
                  <a:spcPct val="150000"/>
                </a:lnSpc>
              </a:pPr>
              <a:r>
                <a:rPr lang="en-US" sz="900" dirty="0">
                  <a:solidFill>
                    <a:srgbClr val="000000"/>
                  </a:solidFill>
                  <a:uFillTx/>
                </a:rPr>
                <a:t>Step 2 : Physical Data observation(eye ball the data</a:t>
              </a:r>
              <a:r>
                <a:rPr lang="en-US" sz="900" dirty="0" smtClean="0">
                  <a:solidFill>
                    <a:srgbClr val="000000"/>
                  </a:solidFill>
                  <a:uFillTx/>
                </a:rPr>
                <a:t>)</a:t>
              </a:r>
            </a:p>
            <a:p>
              <a:pPr>
                <a:lnSpc>
                  <a:spcPct val="150000"/>
                </a:lnSpc>
              </a:pPr>
              <a:r>
                <a:rPr lang="en-US" sz="900" dirty="0" smtClean="0">
                  <a:solidFill>
                    <a:srgbClr val="000000"/>
                  </a:solidFill>
                  <a:uFillTx/>
                </a:rPr>
                <a:t>Step </a:t>
              </a:r>
              <a:r>
                <a:rPr lang="en-US" sz="900" dirty="0">
                  <a:solidFill>
                    <a:srgbClr val="000000"/>
                  </a:solidFill>
                  <a:uFillTx/>
                </a:rPr>
                <a:t>3</a:t>
              </a:r>
              <a:r>
                <a:rPr lang="en-US" sz="900" dirty="0" smtClean="0">
                  <a:solidFill>
                    <a:srgbClr val="000000"/>
                  </a:solidFill>
                  <a:uFillTx/>
                </a:rPr>
                <a:t> : Identify </a:t>
              </a:r>
              <a:r>
                <a:rPr lang="en-US" sz="900" dirty="0">
                  <a:solidFill>
                    <a:srgbClr val="000000"/>
                  </a:solidFill>
                  <a:uFillTx/>
                </a:rPr>
                <a:t>the list of variable which are </a:t>
              </a:r>
              <a:r>
                <a:rPr lang="en-US" sz="900" dirty="0" smtClean="0">
                  <a:solidFill>
                    <a:srgbClr val="000000"/>
                  </a:solidFill>
                  <a:uFillTx/>
                </a:rPr>
                <a:t>promising</a:t>
              </a:r>
            </a:p>
            <a:p>
              <a:pPr>
                <a:lnSpc>
                  <a:spcPct val="150000"/>
                </a:lnSpc>
              </a:pPr>
              <a:r>
                <a:rPr lang="en-US" sz="900" dirty="0" smtClean="0">
                  <a:solidFill>
                    <a:srgbClr val="000000"/>
                  </a:solidFill>
                  <a:uFillTx/>
                </a:rPr>
                <a:t>Step 4: Segregate </a:t>
              </a:r>
              <a:r>
                <a:rPr lang="en-US" sz="900" dirty="0">
                  <a:solidFill>
                    <a:srgbClr val="000000"/>
                  </a:solidFill>
                  <a:uFillTx/>
                </a:rPr>
                <a:t>variable which need to be real-time  or Aggregate </a:t>
              </a:r>
            </a:p>
            <a:p>
              <a:pPr>
                <a:lnSpc>
                  <a:spcPct val="150000"/>
                </a:lnSpc>
              </a:pPr>
              <a:r>
                <a:rPr lang="en-US" sz="900" dirty="0" smtClean="0">
                  <a:solidFill>
                    <a:srgbClr val="000000"/>
                  </a:solidFill>
                  <a:uFillTx/>
                </a:rPr>
                <a:t>Step 5 : Write </a:t>
              </a:r>
              <a:r>
                <a:rPr lang="en-US" sz="900" dirty="0">
                  <a:solidFill>
                    <a:srgbClr val="000000"/>
                  </a:solidFill>
                  <a:uFillTx/>
                </a:rPr>
                <a:t>Data pipes from source to produce derived data</a:t>
              </a:r>
            </a:p>
            <a:p>
              <a:pPr>
                <a:lnSpc>
                  <a:spcPct val="150000"/>
                </a:lnSpc>
              </a:pPr>
              <a:r>
                <a:rPr lang="en-US" sz="900" dirty="0" smtClean="0">
                  <a:solidFill>
                    <a:srgbClr val="000000"/>
                  </a:solidFill>
                  <a:uFillTx/>
                </a:rPr>
                <a:t>Step 6: </a:t>
              </a:r>
              <a:r>
                <a:rPr lang="en-US" sz="900" dirty="0">
                  <a:solidFill>
                    <a:srgbClr val="000000"/>
                  </a:solidFill>
                  <a:uFillTx/>
                </a:rPr>
                <a:t>Deployment into streaming process</a:t>
              </a:r>
              <a:endParaRPr lang="en-US" sz="900" dirty="0" smtClean="0">
                <a:solidFill>
                  <a:srgbClr val="000000"/>
                </a:solidFill>
                <a:uFillTx/>
              </a:endParaRPr>
            </a:p>
          </p:txBody>
        </p:sp>
        <p:sp>
          <p:nvSpPr>
            <p:cNvPr id="6" name="TextBox 5"/>
            <p:cNvSpPr txBox="1">
              <a:spLocks/>
            </p:cNvSpPr>
            <p:nvPr/>
          </p:nvSpPr>
          <p:spPr>
            <a:xfrm>
              <a:off x="6479626" y="784693"/>
              <a:ext cx="2609666" cy="615553"/>
            </a:xfrm>
            <a:prstGeom prst="rect">
              <a:avLst/>
            </a:prstGeom>
            <a:noFill/>
          </p:spPr>
          <p:txBody>
            <a:bodyPr wrap="square" rtlCol="0">
              <a:spAutoFit/>
            </a:bodyPr>
            <a:lstStyle/>
            <a:p>
              <a:r>
                <a:rPr lang="en-US" sz="1600" dirty="0" smtClean="0">
                  <a:solidFill>
                    <a:srgbClr val="000000"/>
                  </a:solidFill>
                  <a:uFillTx/>
                </a:rPr>
                <a:t>Steps to derive feature engineering Variables  </a:t>
              </a:r>
              <a:r>
                <a:rPr lang="en-US" dirty="0" smtClean="0">
                  <a:solidFill>
                    <a:srgbClr val="000000"/>
                  </a:solidFill>
                  <a:uFillTx/>
                </a:rPr>
                <a:t> </a:t>
              </a:r>
              <a:endParaRPr lang="en-US" dirty="0">
                <a:solidFill>
                  <a:srgbClr val="000000"/>
                </a:solidFill>
                <a:uFillTx/>
              </a:endParaRPr>
            </a:p>
          </p:txBody>
        </p:sp>
      </p:grpSp>
    </p:spTree>
    <p:extLst>
      <p:ext uri="{BB962C8B-B14F-4D97-AF65-F5344CB8AC3E}">
        <p14:creationId xmlns:p14="http://schemas.microsoft.com/office/powerpoint/2010/main" val="124007641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Slide Number Placeholder 15"/>
          <p:cNvSpPr>
            <a:spLocks noGrp="1"/>
          </p:cNvSpPr>
          <p:nvPr>
            <p:ph type="sldNum" sz="quarter" idx="12"/>
          </p:nvPr>
        </p:nvSpPr>
        <p:spPr/>
        <p:txBody>
          <a:bodyPr/>
          <a:lstStyle/>
          <a:p>
            <a:fld id="{E12D0507-9F86-7A45-BE8E-43760B9F92AA}" type="slidenum">
              <a:rPr lang="en-US" smtClean="0">
                <a:solidFill>
                  <a:srgbClr val="000000"/>
                </a:solidFill>
              </a:rPr>
              <a:pPr/>
              <a:t>10</a:t>
            </a:fld>
            <a:endParaRPr lang="en-US" dirty="0">
              <a:solidFill>
                <a:srgbClr val="000000"/>
              </a:solidFill>
            </a:endParaRPr>
          </a:p>
        </p:txBody>
      </p:sp>
      <p:sp>
        <p:nvSpPr>
          <p:cNvPr id="6" name="Title 5"/>
          <p:cNvSpPr>
            <a:spLocks noGrp="1"/>
          </p:cNvSpPr>
          <p:nvPr>
            <p:ph type="title"/>
          </p:nvPr>
        </p:nvSpPr>
        <p:spPr>
          <a:xfrm>
            <a:off x="457200" y="425259"/>
            <a:ext cx="8229600" cy="514350"/>
          </a:xfrm>
          <a:noFill/>
          <a:ln>
            <a:noFill/>
          </a:ln>
        </p:spPr>
        <p:txBody>
          <a:bodyPr spcFirstLastPara="1" vert="horz" wrap="square" lIns="0" tIns="0" rIns="0" bIns="0" rtlCol="0" anchor="t" anchorCtr="0">
            <a:normAutofit/>
          </a:bodyPr>
          <a:lstStyle/>
          <a:p>
            <a:pPr defTabSz="342900">
              <a:spcBef>
                <a:spcPct val="0"/>
              </a:spcBef>
            </a:pPr>
            <a:r>
              <a:rPr lang="en-US" sz="2400" dirty="0">
                <a:solidFill>
                  <a:schemeClr val="tx1"/>
                </a:solidFill>
              </a:rPr>
              <a:t>Verizon.ai </a:t>
            </a:r>
            <a:r>
              <a:rPr lang="en-US" sz="2400" kern="1200" dirty="0" smtClean="0">
                <a:solidFill>
                  <a:schemeClr val="tx1"/>
                </a:solidFill>
                <a:latin typeface="NeueHaasGroteskDisp Std" panose="020B0504020202020204" pitchFamily="34" charset="0"/>
                <a:ea typeface="+mj-ea"/>
                <a:cs typeface="+mj-cs"/>
              </a:rPr>
              <a:t>High </a:t>
            </a:r>
            <a:r>
              <a:rPr lang="en-US" sz="2400" kern="1200" dirty="0">
                <a:solidFill>
                  <a:schemeClr val="tx1"/>
                </a:solidFill>
                <a:latin typeface="NeueHaasGroteskDisp Std" panose="020B0504020202020204" pitchFamily="34" charset="0"/>
                <a:ea typeface="+mj-ea"/>
                <a:cs typeface="+mj-cs"/>
              </a:rPr>
              <a:t>Level Action Plan</a:t>
            </a:r>
          </a:p>
        </p:txBody>
      </p:sp>
      <p:sp>
        <p:nvSpPr>
          <p:cNvPr id="7" name="Oval 6"/>
          <p:cNvSpPr/>
          <p:nvPr/>
        </p:nvSpPr>
        <p:spPr>
          <a:xfrm>
            <a:off x="662779" y="1536221"/>
            <a:ext cx="1828800" cy="1828800"/>
          </a:xfrm>
          <a:prstGeom prst="ellipse">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b="1" dirty="0">
                <a:solidFill>
                  <a:schemeClr val="tx1"/>
                </a:solidFill>
              </a:rPr>
              <a:t>Verizon.ai </a:t>
            </a:r>
            <a:r>
              <a:rPr lang="en-US" b="1" dirty="0" smtClean="0">
                <a:solidFill>
                  <a:srgbClr val="000000"/>
                </a:solidFill>
              </a:rPr>
              <a:t>Platform</a:t>
            </a:r>
            <a:endParaRPr lang="en-US" b="1" dirty="0">
              <a:solidFill>
                <a:srgbClr val="000000"/>
              </a:solidFill>
            </a:endParaRPr>
          </a:p>
        </p:txBody>
      </p:sp>
      <p:sp>
        <p:nvSpPr>
          <p:cNvPr id="8" name="Oval 7"/>
          <p:cNvSpPr/>
          <p:nvPr/>
        </p:nvSpPr>
        <p:spPr>
          <a:xfrm>
            <a:off x="2250863" y="1536221"/>
            <a:ext cx="1828800" cy="1828800"/>
          </a:xfrm>
          <a:prstGeom prst="ellipse">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b="1" dirty="0" smtClean="0">
                <a:solidFill>
                  <a:srgbClr val="000000"/>
                </a:solidFill>
              </a:rPr>
              <a:t>Data to Insights</a:t>
            </a:r>
            <a:endParaRPr lang="en-US" b="1" dirty="0">
              <a:solidFill>
                <a:srgbClr val="000000"/>
              </a:solidFill>
            </a:endParaRPr>
          </a:p>
        </p:txBody>
      </p:sp>
      <p:sp>
        <p:nvSpPr>
          <p:cNvPr id="9" name="Chevron 8"/>
          <p:cNvSpPr/>
          <p:nvPr/>
        </p:nvSpPr>
        <p:spPr>
          <a:xfrm>
            <a:off x="4335011" y="2222021"/>
            <a:ext cx="473978" cy="457200"/>
          </a:xfrm>
          <a:prstGeom prst="chevron">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00000"/>
              </a:solidFill>
            </a:endParaRPr>
          </a:p>
        </p:txBody>
      </p:sp>
      <p:sp>
        <p:nvSpPr>
          <p:cNvPr id="11" name="Oval 10"/>
          <p:cNvSpPr/>
          <p:nvPr/>
        </p:nvSpPr>
        <p:spPr>
          <a:xfrm>
            <a:off x="5054447" y="1536221"/>
            <a:ext cx="1902164" cy="1828800"/>
          </a:xfrm>
          <a:prstGeom prst="ellipse">
            <a:avLst/>
          </a:prstGeom>
          <a:ln/>
        </p:spPr>
        <p:style>
          <a:lnRef idx="1">
            <a:schemeClr val="accent6"/>
          </a:lnRef>
          <a:fillRef idx="2">
            <a:schemeClr val="accent6"/>
          </a:fillRef>
          <a:effectRef idx="1">
            <a:schemeClr val="accent6"/>
          </a:effectRef>
          <a:fontRef idx="minor">
            <a:schemeClr val="dk1"/>
          </a:fontRef>
        </p:style>
        <p:txBody>
          <a:bodyPr lIns="0" rIns="0" rtlCol="0" anchor="ctr"/>
          <a:lstStyle/>
          <a:p>
            <a:pPr algn="ctr"/>
            <a:r>
              <a:rPr lang="en-US" sz="1200" b="1" dirty="0" smtClean="0">
                <a:solidFill>
                  <a:srgbClr val="000000"/>
                </a:solidFill>
              </a:rPr>
              <a:t>AI </a:t>
            </a:r>
          </a:p>
          <a:p>
            <a:pPr algn="ctr"/>
            <a:r>
              <a:rPr lang="en-US" sz="1200" b="1" dirty="0" smtClean="0">
                <a:solidFill>
                  <a:srgbClr val="000000"/>
                </a:solidFill>
              </a:rPr>
              <a:t>Transformation PODs</a:t>
            </a:r>
            <a:endParaRPr lang="en-US" sz="1200" b="1" dirty="0">
              <a:solidFill>
                <a:srgbClr val="000000"/>
              </a:solidFill>
            </a:endParaRPr>
          </a:p>
        </p:txBody>
      </p:sp>
      <p:sp>
        <p:nvSpPr>
          <p:cNvPr id="10" name="Oval 9"/>
          <p:cNvSpPr/>
          <p:nvPr/>
        </p:nvSpPr>
        <p:spPr>
          <a:xfrm>
            <a:off x="6642531" y="1536221"/>
            <a:ext cx="1902164" cy="1828800"/>
          </a:xfrm>
          <a:prstGeom prst="ellipse">
            <a:avLst/>
          </a:prstGeom>
          <a:solidFill>
            <a:schemeClr val="tx1">
              <a:lumMod val="65000"/>
              <a:lumOff val="35000"/>
            </a:schemeClr>
          </a:solidFill>
          <a:ln/>
        </p:spPr>
        <p:style>
          <a:lnRef idx="2">
            <a:schemeClr val="dk1">
              <a:shade val="50000"/>
            </a:schemeClr>
          </a:lnRef>
          <a:fillRef idx="1">
            <a:schemeClr val="dk1"/>
          </a:fillRef>
          <a:effectRef idx="0">
            <a:schemeClr val="dk1"/>
          </a:effectRef>
          <a:fontRef idx="minor">
            <a:schemeClr val="lt1"/>
          </a:fontRef>
        </p:style>
        <p:txBody>
          <a:bodyPr lIns="0" rIns="0" rtlCol="0" anchor="ctr"/>
          <a:lstStyle/>
          <a:p>
            <a:pPr algn="ctr"/>
            <a:r>
              <a:rPr lang="en-US" sz="1200" b="1" dirty="0" smtClean="0">
                <a:solidFill>
                  <a:srgbClr val="FFFFFF"/>
                </a:solidFill>
              </a:rPr>
              <a:t>1:1 Personalization Use cases</a:t>
            </a:r>
            <a:endParaRPr lang="en-US" sz="1200" b="1" dirty="0">
              <a:solidFill>
                <a:srgbClr val="FFFFFF"/>
              </a:solidFill>
            </a:endParaRPr>
          </a:p>
        </p:txBody>
      </p:sp>
      <p:sp>
        <p:nvSpPr>
          <p:cNvPr id="12" name="TextBox 11"/>
          <p:cNvSpPr txBox="1"/>
          <p:nvPr/>
        </p:nvSpPr>
        <p:spPr>
          <a:xfrm>
            <a:off x="787678" y="3544645"/>
            <a:ext cx="1579004" cy="461665"/>
          </a:xfrm>
          <a:prstGeom prst="rect">
            <a:avLst/>
          </a:prstGeom>
        </p:spPr>
        <p:txBody>
          <a:bodyPr wrap="square" rtlCol="0">
            <a:spAutoFit/>
          </a:bodyPr>
          <a:lstStyle/>
          <a:p>
            <a:pPr algn="ctr"/>
            <a:r>
              <a:rPr lang="en-US" sz="1200" dirty="0" smtClean="0"/>
              <a:t>Stand up the platform</a:t>
            </a:r>
            <a:endParaRPr lang="en-US" sz="1200" dirty="0"/>
          </a:p>
        </p:txBody>
      </p:sp>
      <p:sp>
        <p:nvSpPr>
          <p:cNvPr id="13" name="TextBox 12"/>
          <p:cNvSpPr txBox="1"/>
          <p:nvPr/>
        </p:nvSpPr>
        <p:spPr>
          <a:xfrm>
            <a:off x="2250863" y="3544645"/>
            <a:ext cx="1828800" cy="461665"/>
          </a:xfrm>
          <a:prstGeom prst="rect">
            <a:avLst/>
          </a:prstGeom>
        </p:spPr>
        <p:txBody>
          <a:bodyPr wrap="square" rtlCol="0">
            <a:spAutoFit/>
          </a:bodyPr>
          <a:lstStyle/>
          <a:p>
            <a:pPr algn="ctr"/>
            <a:r>
              <a:rPr lang="en-US" sz="1200" dirty="0" smtClean="0"/>
              <a:t>Produce Actionable Insights</a:t>
            </a:r>
            <a:endParaRPr lang="en-US" sz="1200" dirty="0"/>
          </a:p>
        </p:txBody>
      </p:sp>
      <p:sp>
        <p:nvSpPr>
          <p:cNvPr id="14" name="TextBox 13"/>
          <p:cNvSpPr txBox="1"/>
          <p:nvPr/>
        </p:nvSpPr>
        <p:spPr>
          <a:xfrm>
            <a:off x="5091129" y="3544645"/>
            <a:ext cx="1828800" cy="461665"/>
          </a:xfrm>
          <a:prstGeom prst="rect">
            <a:avLst/>
          </a:prstGeom>
        </p:spPr>
        <p:txBody>
          <a:bodyPr wrap="square" rtlCol="0">
            <a:spAutoFit/>
          </a:bodyPr>
          <a:lstStyle/>
          <a:p>
            <a:pPr algn="ctr"/>
            <a:r>
              <a:rPr lang="en-US" sz="1200" dirty="0" smtClean="0"/>
              <a:t>Form Cross-functional Teams</a:t>
            </a:r>
            <a:endParaRPr lang="en-US" sz="1200" dirty="0"/>
          </a:p>
        </p:txBody>
      </p:sp>
      <p:sp>
        <p:nvSpPr>
          <p:cNvPr id="15" name="TextBox 14"/>
          <p:cNvSpPr txBox="1"/>
          <p:nvPr/>
        </p:nvSpPr>
        <p:spPr>
          <a:xfrm>
            <a:off x="6679213" y="3544645"/>
            <a:ext cx="1828800" cy="461665"/>
          </a:xfrm>
          <a:prstGeom prst="rect">
            <a:avLst/>
          </a:prstGeom>
        </p:spPr>
        <p:txBody>
          <a:bodyPr wrap="square" rtlCol="0">
            <a:spAutoFit/>
          </a:bodyPr>
          <a:lstStyle/>
          <a:p>
            <a:pPr algn="ctr"/>
            <a:r>
              <a:rPr lang="en-US" sz="1200" dirty="0" smtClean="0"/>
              <a:t>Implement </a:t>
            </a:r>
          </a:p>
          <a:p>
            <a:pPr algn="ctr"/>
            <a:r>
              <a:rPr lang="en-US" sz="1200" dirty="0" smtClean="0"/>
              <a:t>Use cases</a:t>
            </a:r>
            <a:endParaRPr lang="en-US" sz="1200" dirty="0"/>
          </a:p>
        </p:txBody>
      </p:sp>
    </p:spTree>
    <p:extLst>
      <p:ext uri="{BB962C8B-B14F-4D97-AF65-F5344CB8AC3E}">
        <p14:creationId xmlns:p14="http://schemas.microsoft.com/office/powerpoint/2010/main" val="41939216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96"/>
        <p:cNvGrpSpPr/>
        <p:nvPr/>
      </p:nvGrpSpPr>
      <p:grpSpPr>
        <a:xfrm>
          <a:off x="0" y="0"/>
          <a:ext cx="0" cy="0"/>
          <a:chOff x="0" y="0"/>
          <a:chExt cx="0" cy="0"/>
        </a:xfrm>
      </p:grpSpPr>
      <p:sp>
        <p:nvSpPr>
          <p:cNvPr id="597" name="Google Shape;597;p78"/>
          <p:cNvSpPr/>
          <p:nvPr/>
        </p:nvSpPr>
        <p:spPr>
          <a:xfrm>
            <a:off x="1856093" y="2555352"/>
            <a:ext cx="1920900" cy="745200"/>
          </a:xfrm>
          <a:prstGeom prst="rect">
            <a:avLst/>
          </a:prstGeom>
          <a:solidFill>
            <a:srgbClr val="D8D8D8"/>
          </a:solidFill>
          <a:ln>
            <a:noFill/>
          </a:ln>
        </p:spPr>
        <p:txBody>
          <a:bodyPr spcFirstLastPara="1" wrap="square" lIns="91425" tIns="45700" rIns="91425" bIns="45700" anchor="ctr" anchorCtr="0">
            <a:noAutofit/>
          </a:bodyPr>
          <a:lstStyle/>
          <a:p>
            <a:pPr marL="171450" marR="0" lvl="0" indent="-171450" algn="l" rtl="0">
              <a:spcBef>
                <a:spcPts val="0"/>
              </a:spcBef>
              <a:spcAft>
                <a:spcPts val="0"/>
              </a:spcAft>
              <a:buClr>
                <a:schemeClr val="dk1"/>
              </a:buClr>
              <a:buSzPts val="1000"/>
              <a:buFont typeface="Arial"/>
              <a:buChar char="•"/>
            </a:pPr>
            <a:r>
              <a:rPr lang="en-US" sz="1000">
                <a:solidFill>
                  <a:schemeClr val="dk1"/>
                </a:solidFill>
                <a:latin typeface="Arial"/>
                <a:ea typeface="Arial"/>
                <a:cs typeface="Arial"/>
                <a:sym typeface="Arial"/>
              </a:rPr>
              <a:t>Data Preparation</a:t>
            </a:r>
            <a:endParaRPr/>
          </a:p>
          <a:p>
            <a:pPr marL="171450" marR="0" lvl="0" indent="-171450" algn="l" rtl="0">
              <a:spcBef>
                <a:spcPts val="0"/>
              </a:spcBef>
              <a:spcAft>
                <a:spcPts val="0"/>
              </a:spcAft>
              <a:buClr>
                <a:schemeClr val="dk1"/>
              </a:buClr>
              <a:buSzPts val="1000"/>
              <a:buFont typeface="Arial"/>
              <a:buChar char="•"/>
            </a:pPr>
            <a:r>
              <a:rPr lang="en-US" sz="1000">
                <a:solidFill>
                  <a:schemeClr val="dk1"/>
                </a:solidFill>
                <a:latin typeface="Arial"/>
                <a:ea typeface="Arial"/>
                <a:cs typeface="Arial"/>
                <a:sym typeface="Arial"/>
              </a:rPr>
              <a:t>Feature Engineering</a:t>
            </a:r>
            <a:endParaRPr/>
          </a:p>
          <a:p>
            <a:pPr marL="171450" marR="0" lvl="0" indent="-171450" algn="l" rtl="0">
              <a:spcBef>
                <a:spcPts val="0"/>
              </a:spcBef>
              <a:spcAft>
                <a:spcPts val="0"/>
              </a:spcAft>
              <a:buClr>
                <a:schemeClr val="dk1"/>
              </a:buClr>
              <a:buSzPts val="1000"/>
              <a:buFont typeface="Arial"/>
              <a:buChar char="•"/>
            </a:pPr>
            <a:r>
              <a:rPr lang="en-US" sz="1000">
                <a:solidFill>
                  <a:schemeClr val="dk1"/>
                </a:solidFill>
                <a:latin typeface="Arial"/>
                <a:ea typeface="Arial"/>
                <a:cs typeface="Arial"/>
                <a:sym typeface="Arial"/>
              </a:rPr>
              <a:t>Curated Insights</a:t>
            </a:r>
            <a:endParaRPr/>
          </a:p>
          <a:p>
            <a:pPr marL="171450" marR="0" lvl="0" indent="-171450" algn="l" rtl="0">
              <a:spcBef>
                <a:spcPts val="0"/>
              </a:spcBef>
              <a:spcAft>
                <a:spcPts val="0"/>
              </a:spcAft>
              <a:buClr>
                <a:schemeClr val="dk1"/>
              </a:buClr>
              <a:buSzPts val="1000"/>
              <a:buFont typeface="Arial"/>
              <a:buChar char="•"/>
            </a:pPr>
            <a:r>
              <a:rPr lang="en-US" sz="1000">
                <a:solidFill>
                  <a:schemeClr val="dk1"/>
                </a:solidFill>
                <a:latin typeface="Arial"/>
                <a:ea typeface="Arial"/>
                <a:cs typeface="Arial"/>
                <a:sym typeface="Arial"/>
              </a:rPr>
              <a:t>Model Development</a:t>
            </a:r>
            <a:endParaRPr sz="1000">
              <a:solidFill>
                <a:schemeClr val="dk1"/>
              </a:solidFill>
              <a:latin typeface="Arial"/>
              <a:ea typeface="Arial"/>
              <a:cs typeface="Arial"/>
              <a:sym typeface="Arial"/>
            </a:endParaRPr>
          </a:p>
        </p:txBody>
      </p:sp>
      <p:sp>
        <p:nvSpPr>
          <p:cNvPr id="2" name="Slide Number Placeholder 1"/>
          <p:cNvSpPr>
            <a:spLocks noGrp="1"/>
          </p:cNvSpPr>
          <p:nvPr>
            <p:ph type="sldNum" sz="quarter" idx="12"/>
          </p:nvPr>
        </p:nvSpPr>
        <p:spPr/>
        <p:txBody>
          <a:bodyPr/>
          <a:lstStyle/>
          <a:p>
            <a:fld id="{E12D0507-9F86-7A45-BE8E-43760B9F92AA}" type="slidenum">
              <a:rPr lang="en-US" smtClean="0">
                <a:solidFill>
                  <a:srgbClr val="000000"/>
                </a:solidFill>
              </a:rPr>
              <a:pPr/>
              <a:t>11</a:t>
            </a:fld>
            <a:endParaRPr lang="en-US" dirty="0">
              <a:solidFill>
                <a:srgbClr val="000000"/>
              </a:solidFill>
            </a:endParaRPr>
          </a:p>
        </p:txBody>
      </p:sp>
      <p:sp>
        <p:nvSpPr>
          <p:cNvPr id="598" name="Google Shape;598;p78"/>
          <p:cNvSpPr txBox="1">
            <a:spLocks noGrp="1"/>
          </p:cNvSpPr>
          <p:nvPr>
            <p:ph type="title"/>
          </p:nvPr>
        </p:nvSpPr>
        <p:spPr>
          <a:prstGeom prst="rect">
            <a:avLst/>
          </a:prstGeom>
          <a:noFill/>
          <a:ln>
            <a:noFill/>
          </a:ln>
        </p:spPr>
        <p:txBody>
          <a:bodyPr spcFirstLastPara="1" vert="horz" wrap="square" lIns="0" tIns="0" rIns="0" bIns="0" rtlCol="0" anchor="t" anchorCtr="0">
            <a:normAutofit/>
          </a:bodyPr>
          <a:lstStyle/>
          <a:p>
            <a:pPr>
              <a:lnSpc>
                <a:spcPct val="80000"/>
              </a:lnSpc>
              <a:buClr>
                <a:schemeClr val="dk1"/>
              </a:buClr>
              <a:buSzPts val="2400"/>
              <a:buFont typeface="Arial"/>
            </a:pPr>
            <a:r>
              <a:rPr lang="en-US" sz="2400" dirty="0">
                <a:solidFill>
                  <a:schemeClr val="tx1"/>
                </a:solidFill>
                <a:sym typeface="Arial"/>
              </a:rPr>
              <a:t>Verizon.ai </a:t>
            </a:r>
            <a:r>
              <a:rPr lang="en-US" sz="2400" dirty="0" smtClean="0">
                <a:solidFill>
                  <a:schemeClr val="tx1"/>
                </a:solidFill>
                <a:sym typeface="Arial"/>
              </a:rPr>
              <a:t>Platform – 3 Layer Cake</a:t>
            </a:r>
            <a:endParaRPr sz="2400" dirty="0">
              <a:solidFill>
                <a:schemeClr val="tx1"/>
              </a:solidFill>
              <a:sym typeface="Arial"/>
            </a:endParaRPr>
          </a:p>
        </p:txBody>
      </p:sp>
      <p:sp>
        <p:nvSpPr>
          <p:cNvPr id="599" name="Google Shape;599;p78"/>
          <p:cNvSpPr txBox="1"/>
          <p:nvPr/>
        </p:nvSpPr>
        <p:spPr>
          <a:xfrm>
            <a:off x="490804" y="897358"/>
            <a:ext cx="897600" cy="285900"/>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spcBef>
                <a:spcPts val="0"/>
              </a:spcBef>
              <a:spcAft>
                <a:spcPts val="0"/>
              </a:spcAft>
              <a:buNone/>
            </a:pPr>
            <a:r>
              <a:rPr lang="en-US" sz="825" b="1">
                <a:solidFill>
                  <a:schemeClr val="lt1"/>
                </a:solidFill>
                <a:latin typeface="Arial"/>
                <a:ea typeface="Arial"/>
                <a:cs typeface="Arial"/>
                <a:sym typeface="Arial"/>
              </a:rPr>
              <a:t>System of Engagement</a:t>
            </a:r>
            <a:endParaRPr sz="825" b="1">
              <a:solidFill>
                <a:schemeClr val="lt1"/>
              </a:solidFill>
              <a:latin typeface="Arial"/>
              <a:ea typeface="Arial"/>
              <a:cs typeface="Arial"/>
              <a:sym typeface="Arial"/>
            </a:endParaRPr>
          </a:p>
        </p:txBody>
      </p:sp>
      <p:sp>
        <p:nvSpPr>
          <p:cNvPr id="600" name="Google Shape;600;p78"/>
          <p:cNvSpPr/>
          <p:nvPr/>
        </p:nvSpPr>
        <p:spPr>
          <a:xfrm>
            <a:off x="1395724" y="897358"/>
            <a:ext cx="7283700" cy="2859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spcBef>
                <a:spcPts val="0"/>
              </a:spcBef>
              <a:spcAft>
                <a:spcPts val="0"/>
              </a:spcAft>
              <a:buNone/>
            </a:pPr>
            <a:endParaRPr sz="1350">
              <a:solidFill>
                <a:schemeClr val="lt1"/>
              </a:solidFill>
              <a:latin typeface="Arial"/>
              <a:ea typeface="Arial"/>
              <a:cs typeface="Arial"/>
              <a:sym typeface="Arial"/>
            </a:endParaRPr>
          </a:p>
        </p:txBody>
      </p:sp>
      <p:grpSp>
        <p:nvGrpSpPr>
          <p:cNvPr id="601" name="Google Shape;601;p78"/>
          <p:cNvGrpSpPr/>
          <p:nvPr/>
        </p:nvGrpSpPr>
        <p:grpSpPr>
          <a:xfrm>
            <a:off x="1751162" y="940793"/>
            <a:ext cx="6508524" cy="205948"/>
            <a:chOff x="1690359" y="1103810"/>
            <a:chExt cx="5882614" cy="205948"/>
          </a:xfrm>
        </p:grpSpPr>
        <p:grpSp>
          <p:nvGrpSpPr>
            <p:cNvPr id="602" name="Google Shape;602;p78"/>
            <p:cNvGrpSpPr/>
            <p:nvPr/>
          </p:nvGrpSpPr>
          <p:grpSpPr>
            <a:xfrm>
              <a:off x="3248998" y="1125561"/>
              <a:ext cx="229639" cy="165664"/>
              <a:chOff x="4391465" y="1323216"/>
              <a:chExt cx="239009" cy="172423"/>
            </a:xfrm>
          </p:grpSpPr>
          <p:sp>
            <p:nvSpPr>
              <p:cNvPr id="603" name="Google Shape;603;p78"/>
              <p:cNvSpPr/>
              <p:nvPr/>
            </p:nvSpPr>
            <p:spPr>
              <a:xfrm>
                <a:off x="4413194" y="1344243"/>
                <a:ext cx="195600" cy="111300"/>
              </a:xfrm>
              <a:prstGeom prst="rect">
                <a:avLst/>
              </a:prstGeom>
              <a:solidFill>
                <a:schemeClr val="dk1"/>
              </a:solidFill>
              <a:ln>
                <a:noFill/>
              </a:ln>
            </p:spPr>
            <p:txBody>
              <a:bodyPr spcFirstLastPara="1" wrap="square" lIns="51425" tIns="25700" rIns="51425" bIns="25700" anchor="t" anchorCtr="0">
                <a:noAutofit/>
              </a:bodyPr>
              <a:lstStyle/>
              <a:p>
                <a:pPr marL="0" marR="0" lvl="0" indent="0" algn="l" rtl="0">
                  <a:spcBef>
                    <a:spcPts val="0"/>
                  </a:spcBef>
                  <a:spcAft>
                    <a:spcPts val="0"/>
                  </a:spcAft>
                  <a:buNone/>
                </a:pPr>
                <a:endParaRPr sz="1013">
                  <a:solidFill>
                    <a:srgbClr val="D8D8D8"/>
                  </a:solidFill>
                  <a:latin typeface="Arial"/>
                  <a:ea typeface="Arial"/>
                  <a:cs typeface="Arial"/>
                  <a:sym typeface="Arial"/>
                </a:endParaRPr>
              </a:p>
            </p:txBody>
          </p:sp>
          <p:sp>
            <p:nvSpPr>
              <p:cNvPr id="604" name="Google Shape;604;p78"/>
              <p:cNvSpPr/>
              <p:nvPr/>
            </p:nvSpPr>
            <p:spPr>
              <a:xfrm>
                <a:off x="4391465" y="1323216"/>
                <a:ext cx="239009" cy="172423"/>
              </a:xfrm>
              <a:custGeom>
                <a:avLst/>
                <a:gdLst/>
                <a:ahLst/>
                <a:cxnLst/>
                <a:rect l="l" t="t" r="r" b="b"/>
                <a:pathLst>
                  <a:path w="2046" h="1476" extrusionOk="0">
                    <a:moveTo>
                      <a:pt x="186" y="96"/>
                    </a:moveTo>
                    <a:lnTo>
                      <a:pt x="156" y="96"/>
                    </a:lnTo>
                    <a:lnTo>
                      <a:pt x="138" y="108"/>
                    </a:lnTo>
                    <a:lnTo>
                      <a:pt x="120" y="126"/>
                    </a:lnTo>
                    <a:lnTo>
                      <a:pt x="108" y="150"/>
                    </a:lnTo>
                    <a:lnTo>
                      <a:pt x="102" y="174"/>
                    </a:lnTo>
                    <a:lnTo>
                      <a:pt x="102" y="1140"/>
                    </a:lnTo>
                    <a:lnTo>
                      <a:pt x="108" y="1164"/>
                    </a:lnTo>
                    <a:lnTo>
                      <a:pt x="120" y="1188"/>
                    </a:lnTo>
                    <a:lnTo>
                      <a:pt x="138" y="1206"/>
                    </a:lnTo>
                    <a:lnTo>
                      <a:pt x="156" y="1218"/>
                    </a:lnTo>
                    <a:lnTo>
                      <a:pt x="186" y="1224"/>
                    </a:lnTo>
                    <a:lnTo>
                      <a:pt x="1866" y="1224"/>
                    </a:lnTo>
                    <a:lnTo>
                      <a:pt x="1890" y="1218"/>
                    </a:lnTo>
                    <a:lnTo>
                      <a:pt x="1914" y="1206"/>
                    </a:lnTo>
                    <a:lnTo>
                      <a:pt x="1932" y="1188"/>
                    </a:lnTo>
                    <a:lnTo>
                      <a:pt x="1944" y="1164"/>
                    </a:lnTo>
                    <a:lnTo>
                      <a:pt x="1944" y="1140"/>
                    </a:lnTo>
                    <a:lnTo>
                      <a:pt x="1944" y="174"/>
                    </a:lnTo>
                    <a:lnTo>
                      <a:pt x="1944" y="150"/>
                    </a:lnTo>
                    <a:lnTo>
                      <a:pt x="1932" y="126"/>
                    </a:lnTo>
                    <a:lnTo>
                      <a:pt x="1914" y="108"/>
                    </a:lnTo>
                    <a:lnTo>
                      <a:pt x="1890" y="96"/>
                    </a:lnTo>
                    <a:lnTo>
                      <a:pt x="1866" y="96"/>
                    </a:lnTo>
                    <a:lnTo>
                      <a:pt x="186" y="96"/>
                    </a:lnTo>
                    <a:close/>
                    <a:moveTo>
                      <a:pt x="72" y="0"/>
                    </a:moveTo>
                    <a:lnTo>
                      <a:pt x="1974" y="0"/>
                    </a:lnTo>
                    <a:lnTo>
                      <a:pt x="1998" y="6"/>
                    </a:lnTo>
                    <a:lnTo>
                      <a:pt x="2016" y="18"/>
                    </a:lnTo>
                    <a:lnTo>
                      <a:pt x="2034" y="30"/>
                    </a:lnTo>
                    <a:lnTo>
                      <a:pt x="2040" y="54"/>
                    </a:lnTo>
                    <a:lnTo>
                      <a:pt x="2046" y="78"/>
                    </a:lnTo>
                    <a:lnTo>
                      <a:pt x="2046" y="1266"/>
                    </a:lnTo>
                    <a:lnTo>
                      <a:pt x="2040" y="1290"/>
                    </a:lnTo>
                    <a:lnTo>
                      <a:pt x="2034" y="1314"/>
                    </a:lnTo>
                    <a:lnTo>
                      <a:pt x="2016" y="1326"/>
                    </a:lnTo>
                    <a:lnTo>
                      <a:pt x="1998" y="1338"/>
                    </a:lnTo>
                    <a:lnTo>
                      <a:pt x="1974" y="1344"/>
                    </a:lnTo>
                    <a:lnTo>
                      <a:pt x="1140" y="1344"/>
                    </a:lnTo>
                    <a:lnTo>
                      <a:pt x="1140" y="1392"/>
                    </a:lnTo>
                    <a:lnTo>
                      <a:pt x="1584" y="1392"/>
                    </a:lnTo>
                    <a:lnTo>
                      <a:pt x="1602" y="1398"/>
                    </a:lnTo>
                    <a:lnTo>
                      <a:pt x="1614" y="1404"/>
                    </a:lnTo>
                    <a:lnTo>
                      <a:pt x="1626" y="1416"/>
                    </a:lnTo>
                    <a:lnTo>
                      <a:pt x="1626" y="1434"/>
                    </a:lnTo>
                    <a:lnTo>
                      <a:pt x="1626" y="1452"/>
                    </a:lnTo>
                    <a:lnTo>
                      <a:pt x="1614" y="1464"/>
                    </a:lnTo>
                    <a:lnTo>
                      <a:pt x="1602" y="1476"/>
                    </a:lnTo>
                    <a:lnTo>
                      <a:pt x="1584" y="1476"/>
                    </a:lnTo>
                    <a:lnTo>
                      <a:pt x="474" y="1476"/>
                    </a:lnTo>
                    <a:lnTo>
                      <a:pt x="456" y="1476"/>
                    </a:lnTo>
                    <a:lnTo>
                      <a:pt x="444" y="1464"/>
                    </a:lnTo>
                    <a:lnTo>
                      <a:pt x="438" y="1452"/>
                    </a:lnTo>
                    <a:lnTo>
                      <a:pt x="432" y="1434"/>
                    </a:lnTo>
                    <a:lnTo>
                      <a:pt x="438" y="1416"/>
                    </a:lnTo>
                    <a:lnTo>
                      <a:pt x="444" y="1404"/>
                    </a:lnTo>
                    <a:lnTo>
                      <a:pt x="456" y="1398"/>
                    </a:lnTo>
                    <a:lnTo>
                      <a:pt x="474" y="1392"/>
                    </a:lnTo>
                    <a:lnTo>
                      <a:pt x="906" y="1392"/>
                    </a:lnTo>
                    <a:lnTo>
                      <a:pt x="906" y="1344"/>
                    </a:lnTo>
                    <a:lnTo>
                      <a:pt x="72" y="1344"/>
                    </a:lnTo>
                    <a:lnTo>
                      <a:pt x="48" y="1338"/>
                    </a:lnTo>
                    <a:lnTo>
                      <a:pt x="30" y="1326"/>
                    </a:lnTo>
                    <a:lnTo>
                      <a:pt x="12" y="1314"/>
                    </a:lnTo>
                    <a:lnTo>
                      <a:pt x="6" y="1290"/>
                    </a:lnTo>
                    <a:lnTo>
                      <a:pt x="0" y="1266"/>
                    </a:lnTo>
                    <a:lnTo>
                      <a:pt x="0" y="78"/>
                    </a:lnTo>
                    <a:lnTo>
                      <a:pt x="6" y="54"/>
                    </a:lnTo>
                    <a:lnTo>
                      <a:pt x="12" y="30"/>
                    </a:lnTo>
                    <a:lnTo>
                      <a:pt x="30" y="18"/>
                    </a:lnTo>
                    <a:lnTo>
                      <a:pt x="48" y="6"/>
                    </a:lnTo>
                    <a:lnTo>
                      <a:pt x="72" y="0"/>
                    </a:lnTo>
                    <a:close/>
                  </a:path>
                </a:pathLst>
              </a:custGeom>
              <a:solidFill>
                <a:schemeClr val="dk1"/>
              </a:solidFill>
              <a:ln>
                <a:noFill/>
              </a:ln>
            </p:spPr>
            <p:txBody>
              <a:bodyPr spcFirstLastPara="1" wrap="square" lIns="51425" tIns="25700" rIns="51425" bIns="25700" anchor="t" anchorCtr="0">
                <a:noAutofit/>
              </a:bodyPr>
              <a:lstStyle/>
              <a:p>
                <a:pPr marL="0" marR="0" lvl="0" indent="0" algn="l" rtl="0">
                  <a:spcBef>
                    <a:spcPts val="0"/>
                  </a:spcBef>
                  <a:spcAft>
                    <a:spcPts val="0"/>
                  </a:spcAft>
                  <a:buNone/>
                </a:pPr>
                <a:endParaRPr sz="1013">
                  <a:solidFill>
                    <a:srgbClr val="D8D8D8"/>
                  </a:solidFill>
                  <a:latin typeface="Arial"/>
                  <a:ea typeface="Arial"/>
                  <a:cs typeface="Arial"/>
                  <a:sym typeface="Arial"/>
                </a:endParaRPr>
              </a:p>
            </p:txBody>
          </p:sp>
        </p:grpSp>
        <p:sp>
          <p:nvSpPr>
            <p:cNvPr id="605" name="Google Shape;605;p78"/>
            <p:cNvSpPr txBox="1"/>
            <p:nvPr/>
          </p:nvSpPr>
          <p:spPr>
            <a:xfrm>
              <a:off x="6433602" y="1124958"/>
              <a:ext cx="420900" cy="184800"/>
            </a:xfrm>
            <a:prstGeom prst="rect">
              <a:avLst/>
            </a:prstGeom>
            <a:noFill/>
            <a:ln>
              <a:noFill/>
            </a:ln>
          </p:spPr>
          <p:txBody>
            <a:bodyPr spcFirstLastPara="1" wrap="square" lIns="68550" tIns="34275" rIns="68550" bIns="34275" anchor="t" anchorCtr="0">
              <a:noAutofit/>
            </a:bodyPr>
            <a:lstStyle/>
            <a:p>
              <a:pPr marL="0" marR="0" lvl="0" indent="0" algn="ctr" rtl="0">
                <a:spcBef>
                  <a:spcPts val="0"/>
                </a:spcBef>
                <a:spcAft>
                  <a:spcPts val="0"/>
                </a:spcAft>
                <a:buNone/>
              </a:pPr>
              <a:r>
                <a:rPr lang="en-US" sz="750" b="1">
                  <a:solidFill>
                    <a:srgbClr val="000000"/>
                  </a:solidFill>
                  <a:latin typeface="Arial"/>
                  <a:ea typeface="Arial"/>
                  <a:cs typeface="Arial"/>
                  <a:sym typeface="Arial"/>
                </a:rPr>
                <a:t>1-800</a:t>
              </a:r>
              <a:endParaRPr sz="1350">
                <a:solidFill>
                  <a:srgbClr val="000000"/>
                </a:solidFill>
                <a:latin typeface="Arial"/>
                <a:ea typeface="Arial"/>
                <a:cs typeface="Arial"/>
                <a:sym typeface="Arial"/>
              </a:endParaRPr>
            </a:p>
          </p:txBody>
        </p:sp>
        <p:grpSp>
          <p:nvGrpSpPr>
            <p:cNvPr id="606" name="Google Shape;606;p78"/>
            <p:cNvGrpSpPr/>
            <p:nvPr/>
          </p:nvGrpSpPr>
          <p:grpSpPr>
            <a:xfrm>
              <a:off x="4167014" y="1122717"/>
              <a:ext cx="204495" cy="171133"/>
              <a:chOff x="622938" y="9143248"/>
              <a:chExt cx="347662" cy="320053"/>
            </a:xfrm>
          </p:grpSpPr>
          <p:sp>
            <p:nvSpPr>
              <p:cNvPr id="607" name="Google Shape;607;p78"/>
              <p:cNvSpPr/>
              <p:nvPr/>
            </p:nvSpPr>
            <p:spPr>
              <a:xfrm>
                <a:off x="622938" y="9143248"/>
                <a:ext cx="347662" cy="278130"/>
              </a:xfrm>
              <a:custGeom>
                <a:avLst/>
                <a:gdLst/>
                <a:ahLst/>
                <a:cxnLst/>
                <a:rect l="l" t="t" r="r" b="b"/>
                <a:pathLst>
                  <a:path w="2040" h="1632" extrusionOk="0">
                    <a:moveTo>
                      <a:pt x="204" y="120"/>
                    </a:moveTo>
                    <a:lnTo>
                      <a:pt x="180" y="126"/>
                    </a:lnTo>
                    <a:lnTo>
                      <a:pt x="156" y="138"/>
                    </a:lnTo>
                    <a:lnTo>
                      <a:pt x="138" y="156"/>
                    </a:lnTo>
                    <a:lnTo>
                      <a:pt x="126" y="180"/>
                    </a:lnTo>
                    <a:lnTo>
                      <a:pt x="126" y="204"/>
                    </a:lnTo>
                    <a:lnTo>
                      <a:pt x="126" y="1428"/>
                    </a:lnTo>
                    <a:lnTo>
                      <a:pt x="126" y="1452"/>
                    </a:lnTo>
                    <a:lnTo>
                      <a:pt x="138" y="1476"/>
                    </a:lnTo>
                    <a:lnTo>
                      <a:pt x="156" y="1494"/>
                    </a:lnTo>
                    <a:lnTo>
                      <a:pt x="180" y="1506"/>
                    </a:lnTo>
                    <a:lnTo>
                      <a:pt x="204" y="1506"/>
                    </a:lnTo>
                    <a:lnTo>
                      <a:pt x="1836" y="1506"/>
                    </a:lnTo>
                    <a:lnTo>
                      <a:pt x="1860" y="1506"/>
                    </a:lnTo>
                    <a:lnTo>
                      <a:pt x="1884" y="1494"/>
                    </a:lnTo>
                    <a:lnTo>
                      <a:pt x="1902" y="1476"/>
                    </a:lnTo>
                    <a:lnTo>
                      <a:pt x="1914" y="1452"/>
                    </a:lnTo>
                    <a:lnTo>
                      <a:pt x="1920" y="1428"/>
                    </a:lnTo>
                    <a:lnTo>
                      <a:pt x="1920" y="204"/>
                    </a:lnTo>
                    <a:lnTo>
                      <a:pt x="1914" y="180"/>
                    </a:lnTo>
                    <a:lnTo>
                      <a:pt x="1902" y="156"/>
                    </a:lnTo>
                    <a:lnTo>
                      <a:pt x="1884" y="138"/>
                    </a:lnTo>
                    <a:lnTo>
                      <a:pt x="1860" y="126"/>
                    </a:lnTo>
                    <a:lnTo>
                      <a:pt x="1836" y="120"/>
                    </a:lnTo>
                    <a:lnTo>
                      <a:pt x="204" y="120"/>
                    </a:lnTo>
                    <a:close/>
                    <a:moveTo>
                      <a:pt x="204" y="0"/>
                    </a:moveTo>
                    <a:lnTo>
                      <a:pt x="1836" y="0"/>
                    </a:lnTo>
                    <a:lnTo>
                      <a:pt x="1914" y="18"/>
                    </a:lnTo>
                    <a:lnTo>
                      <a:pt x="1980" y="60"/>
                    </a:lnTo>
                    <a:lnTo>
                      <a:pt x="2022" y="126"/>
                    </a:lnTo>
                    <a:lnTo>
                      <a:pt x="2040" y="204"/>
                    </a:lnTo>
                    <a:lnTo>
                      <a:pt x="2040" y="1428"/>
                    </a:lnTo>
                    <a:lnTo>
                      <a:pt x="2022" y="1506"/>
                    </a:lnTo>
                    <a:lnTo>
                      <a:pt x="1980" y="1572"/>
                    </a:lnTo>
                    <a:lnTo>
                      <a:pt x="1914" y="1614"/>
                    </a:lnTo>
                    <a:lnTo>
                      <a:pt x="1836" y="1632"/>
                    </a:lnTo>
                    <a:lnTo>
                      <a:pt x="204" y="1632"/>
                    </a:lnTo>
                    <a:lnTo>
                      <a:pt x="126" y="1614"/>
                    </a:lnTo>
                    <a:lnTo>
                      <a:pt x="60" y="1572"/>
                    </a:lnTo>
                    <a:lnTo>
                      <a:pt x="18" y="1506"/>
                    </a:lnTo>
                    <a:lnTo>
                      <a:pt x="0" y="1428"/>
                    </a:lnTo>
                    <a:lnTo>
                      <a:pt x="0" y="204"/>
                    </a:lnTo>
                    <a:lnTo>
                      <a:pt x="18" y="126"/>
                    </a:lnTo>
                    <a:lnTo>
                      <a:pt x="60" y="60"/>
                    </a:lnTo>
                    <a:lnTo>
                      <a:pt x="126" y="18"/>
                    </a:lnTo>
                    <a:lnTo>
                      <a:pt x="204" y="0"/>
                    </a:lnTo>
                    <a:close/>
                  </a:path>
                </a:pathLst>
              </a:custGeom>
              <a:solidFill>
                <a:schemeClr val="dk1"/>
              </a:solidFill>
              <a:ln>
                <a:noFill/>
              </a:ln>
            </p:spPr>
            <p:txBody>
              <a:bodyPr spcFirstLastPara="1" wrap="square" lIns="51425" tIns="25700" rIns="51425" bIns="25700" anchor="t" anchorCtr="0">
                <a:noAutofit/>
              </a:bodyPr>
              <a:lstStyle/>
              <a:p>
                <a:pPr marL="0" marR="0" lvl="0" indent="0" algn="l" rtl="0">
                  <a:spcBef>
                    <a:spcPts val="0"/>
                  </a:spcBef>
                  <a:spcAft>
                    <a:spcPts val="0"/>
                  </a:spcAft>
                  <a:buNone/>
                </a:pPr>
                <a:endParaRPr sz="1013">
                  <a:solidFill>
                    <a:srgbClr val="000000"/>
                  </a:solidFill>
                  <a:latin typeface="Arial"/>
                  <a:ea typeface="Arial"/>
                  <a:cs typeface="Arial"/>
                  <a:sym typeface="Arial"/>
                </a:endParaRPr>
              </a:p>
            </p:txBody>
          </p:sp>
          <p:sp>
            <p:nvSpPr>
              <p:cNvPr id="608" name="Google Shape;608;p78"/>
              <p:cNvSpPr/>
              <p:nvPr/>
            </p:nvSpPr>
            <p:spPr>
              <a:xfrm>
                <a:off x="623960" y="9442850"/>
                <a:ext cx="346639" cy="20451"/>
              </a:xfrm>
              <a:custGeom>
                <a:avLst/>
                <a:gdLst/>
                <a:ahLst/>
                <a:cxnLst/>
                <a:rect l="l" t="t" r="r" b="b"/>
                <a:pathLst>
                  <a:path w="2034" h="120" extrusionOk="0">
                    <a:moveTo>
                      <a:pt x="60" y="0"/>
                    </a:moveTo>
                    <a:lnTo>
                      <a:pt x="1974" y="0"/>
                    </a:lnTo>
                    <a:lnTo>
                      <a:pt x="1992" y="6"/>
                    </a:lnTo>
                    <a:lnTo>
                      <a:pt x="2010" y="12"/>
                    </a:lnTo>
                    <a:lnTo>
                      <a:pt x="2022" y="24"/>
                    </a:lnTo>
                    <a:lnTo>
                      <a:pt x="2028" y="42"/>
                    </a:lnTo>
                    <a:lnTo>
                      <a:pt x="2034" y="60"/>
                    </a:lnTo>
                    <a:lnTo>
                      <a:pt x="2028" y="78"/>
                    </a:lnTo>
                    <a:lnTo>
                      <a:pt x="2022" y="96"/>
                    </a:lnTo>
                    <a:lnTo>
                      <a:pt x="2010" y="108"/>
                    </a:lnTo>
                    <a:lnTo>
                      <a:pt x="1992" y="120"/>
                    </a:lnTo>
                    <a:lnTo>
                      <a:pt x="1974" y="120"/>
                    </a:lnTo>
                    <a:lnTo>
                      <a:pt x="60" y="120"/>
                    </a:lnTo>
                    <a:lnTo>
                      <a:pt x="36" y="120"/>
                    </a:lnTo>
                    <a:lnTo>
                      <a:pt x="24" y="108"/>
                    </a:lnTo>
                    <a:lnTo>
                      <a:pt x="12" y="96"/>
                    </a:lnTo>
                    <a:lnTo>
                      <a:pt x="0" y="78"/>
                    </a:lnTo>
                    <a:lnTo>
                      <a:pt x="0" y="60"/>
                    </a:lnTo>
                    <a:lnTo>
                      <a:pt x="0" y="42"/>
                    </a:lnTo>
                    <a:lnTo>
                      <a:pt x="12" y="24"/>
                    </a:lnTo>
                    <a:lnTo>
                      <a:pt x="24" y="12"/>
                    </a:lnTo>
                    <a:lnTo>
                      <a:pt x="36" y="6"/>
                    </a:lnTo>
                    <a:lnTo>
                      <a:pt x="60" y="0"/>
                    </a:lnTo>
                    <a:close/>
                  </a:path>
                </a:pathLst>
              </a:custGeom>
              <a:solidFill>
                <a:schemeClr val="dk1"/>
              </a:solidFill>
              <a:ln>
                <a:noFill/>
              </a:ln>
            </p:spPr>
            <p:txBody>
              <a:bodyPr spcFirstLastPara="1" wrap="square" lIns="51425" tIns="25700" rIns="51425" bIns="25700" anchor="t" anchorCtr="0">
                <a:noAutofit/>
              </a:bodyPr>
              <a:lstStyle/>
              <a:p>
                <a:pPr marL="0" marR="0" lvl="0" indent="0" algn="l" rtl="0">
                  <a:spcBef>
                    <a:spcPts val="0"/>
                  </a:spcBef>
                  <a:spcAft>
                    <a:spcPts val="0"/>
                  </a:spcAft>
                  <a:buNone/>
                </a:pPr>
                <a:endParaRPr sz="1013">
                  <a:solidFill>
                    <a:srgbClr val="000000"/>
                  </a:solidFill>
                  <a:latin typeface="Arial"/>
                  <a:ea typeface="Arial"/>
                  <a:cs typeface="Arial"/>
                  <a:sym typeface="Arial"/>
                </a:endParaRPr>
              </a:p>
            </p:txBody>
          </p:sp>
          <p:sp>
            <p:nvSpPr>
              <p:cNvPr id="609" name="Google Shape;609;p78"/>
              <p:cNvSpPr/>
              <p:nvPr/>
            </p:nvSpPr>
            <p:spPr>
              <a:xfrm>
                <a:off x="664861" y="9184149"/>
                <a:ext cx="263814" cy="194282"/>
              </a:xfrm>
              <a:custGeom>
                <a:avLst/>
                <a:gdLst/>
                <a:ahLst/>
                <a:cxnLst/>
                <a:rect l="l" t="t" r="r" b="b"/>
                <a:pathLst>
                  <a:path w="1548" h="1140" extrusionOk="0">
                    <a:moveTo>
                      <a:pt x="102" y="114"/>
                    </a:moveTo>
                    <a:lnTo>
                      <a:pt x="216" y="528"/>
                    </a:lnTo>
                    <a:lnTo>
                      <a:pt x="318" y="420"/>
                    </a:lnTo>
                    <a:lnTo>
                      <a:pt x="588" y="690"/>
                    </a:lnTo>
                    <a:lnTo>
                      <a:pt x="600" y="696"/>
                    </a:lnTo>
                    <a:lnTo>
                      <a:pt x="618" y="702"/>
                    </a:lnTo>
                    <a:lnTo>
                      <a:pt x="630" y="708"/>
                    </a:lnTo>
                    <a:lnTo>
                      <a:pt x="648" y="702"/>
                    </a:lnTo>
                    <a:lnTo>
                      <a:pt x="660" y="696"/>
                    </a:lnTo>
                    <a:lnTo>
                      <a:pt x="678" y="690"/>
                    </a:lnTo>
                    <a:lnTo>
                      <a:pt x="684" y="672"/>
                    </a:lnTo>
                    <a:lnTo>
                      <a:pt x="690" y="654"/>
                    </a:lnTo>
                    <a:lnTo>
                      <a:pt x="690" y="636"/>
                    </a:lnTo>
                    <a:lnTo>
                      <a:pt x="684" y="618"/>
                    </a:lnTo>
                    <a:lnTo>
                      <a:pt x="678" y="600"/>
                    </a:lnTo>
                    <a:lnTo>
                      <a:pt x="408" y="336"/>
                    </a:lnTo>
                    <a:lnTo>
                      <a:pt x="516" y="228"/>
                    </a:lnTo>
                    <a:lnTo>
                      <a:pt x="102" y="114"/>
                    </a:lnTo>
                    <a:close/>
                    <a:moveTo>
                      <a:pt x="60" y="0"/>
                    </a:moveTo>
                    <a:lnTo>
                      <a:pt x="1488" y="0"/>
                    </a:lnTo>
                    <a:lnTo>
                      <a:pt x="1506" y="6"/>
                    </a:lnTo>
                    <a:lnTo>
                      <a:pt x="1524" y="12"/>
                    </a:lnTo>
                    <a:lnTo>
                      <a:pt x="1536" y="24"/>
                    </a:lnTo>
                    <a:lnTo>
                      <a:pt x="1548" y="42"/>
                    </a:lnTo>
                    <a:lnTo>
                      <a:pt x="1548" y="60"/>
                    </a:lnTo>
                    <a:lnTo>
                      <a:pt x="1548" y="1080"/>
                    </a:lnTo>
                    <a:lnTo>
                      <a:pt x="1548" y="1098"/>
                    </a:lnTo>
                    <a:lnTo>
                      <a:pt x="1536" y="1116"/>
                    </a:lnTo>
                    <a:lnTo>
                      <a:pt x="1524" y="1128"/>
                    </a:lnTo>
                    <a:lnTo>
                      <a:pt x="1506" y="1140"/>
                    </a:lnTo>
                    <a:lnTo>
                      <a:pt x="1488" y="1140"/>
                    </a:lnTo>
                    <a:lnTo>
                      <a:pt x="60" y="1140"/>
                    </a:lnTo>
                    <a:lnTo>
                      <a:pt x="42" y="1140"/>
                    </a:lnTo>
                    <a:lnTo>
                      <a:pt x="24" y="1128"/>
                    </a:lnTo>
                    <a:lnTo>
                      <a:pt x="12" y="1116"/>
                    </a:lnTo>
                    <a:lnTo>
                      <a:pt x="6" y="1098"/>
                    </a:lnTo>
                    <a:lnTo>
                      <a:pt x="0" y="1080"/>
                    </a:lnTo>
                    <a:lnTo>
                      <a:pt x="0" y="60"/>
                    </a:lnTo>
                    <a:lnTo>
                      <a:pt x="6" y="42"/>
                    </a:lnTo>
                    <a:lnTo>
                      <a:pt x="12" y="24"/>
                    </a:lnTo>
                    <a:lnTo>
                      <a:pt x="24" y="12"/>
                    </a:lnTo>
                    <a:lnTo>
                      <a:pt x="42" y="6"/>
                    </a:lnTo>
                    <a:lnTo>
                      <a:pt x="60" y="0"/>
                    </a:lnTo>
                    <a:close/>
                  </a:path>
                </a:pathLst>
              </a:custGeom>
              <a:solidFill>
                <a:schemeClr val="dk1"/>
              </a:solidFill>
              <a:ln>
                <a:noFill/>
              </a:ln>
            </p:spPr>
            <p:txBody>
              <a:bodyPr spcFirstLastPara="1" wrap="square" lIns="51425" tIns="25700" rIns="51425" bIns="25700" anchor="t" anchorCtr="0">
                <a:noAutofit/>
              </a:bodyPr>
              <a:lstStyle/>
              <a:p>
                <a:pPr marL="0" marR="0" lvl="0" indent="0" algn="l" rtl="0">
                  <a:spcBef>
                    <a:spcPts val="0"/>
                  </a:spcBef>
                  <a:spcAft>
                    <a:spcPts val="0"/>
                  </a:spcAft>
                  <a:buNone/>
                </a:pPr>
                <a:endParaRPr sz="1013">
                  <a:solidFill>
                    <a:srgbClr val="000000"/>
                  </a:solidFill>
                  <a:latin typeface="Arial"/>
                  <a:ea typeface="Arial"/>
                  <a:cs typeface="Arial"/>
                  <a:sym typeface="Arial"/>
                </a:endParaRPr>
              </a:p>
            </p:txBody>
          </p:sp>
        </p:grpSp>
        <p:grpSp>
          <p:nvGrpSpPr>
            <p:cNvPr id="610" name="Google Shape;610;p78"/>
            <p:cNvGrpSpPr/>
            <p:nvPr/>
          </p:nvGrpSpPr>
          <p:grpSpPr>
            <a:xfrm>
              <a:off x="2418041" y="1137758"/>
              <a:ext cx="237160" cy="137200"/>
              <a:chOff x="2726473" y="3971221"/>
              <a:chExt cx="249092" cy="144102"/>
            </a:xfrm>
          </p:grpSpPr>
          <p:sp>
            <p:nvSpPr>
              <p:cNvPr id="611" name="Google Shape;611;p78"/>
              <p:cNvSpPr/>
              <p:nvPr/>
            </p:nvSpPr>
            <p:spPr>
              <a:xfrm>
                <a:off x="2726473" y="3971221"/>
                <a:ext cx="199686" cy="59700"/>
              </a:xfrm>
              <a:custGeom>
                <a:avLst/>
                <a:gdLst/>
                <a:ahLst/>
                <a:cxnLst/>
                <a:rect l="l" t="t" r="r" b="b"/>
                <a:pathLst>
                  <a:path w="1746" h="522" extrusionOk="0">
                    <a:moveTo>
                      <a:pt x="84" y="0"/>
                    </a:moveTo>
                    <a:lnTo>
                      <a:pt x="1656" y="0"/>
                    </a:lnTo>
                    <a:lnTo>
                      <a:pt x="1686" y="6"/>
                    </a:lnTo>
                    <a:lnTo>
                      <a:pt x="1710" y="18"/>
                    </a:lnTo>
                    <a:lnTo>
                      <a:pt x="1728" y="36"/>
                    </a:lnTo>
                    <a:lnTo>
                      <a:pt x="1740" y="60"/>
                    </a:lnTo>
                    <a:lnTo>
                      <a:pt x="1746" y="84"/>
                    </a:lnTo>
                    <a:lnTo>
                      <a:pt x="1746" y="156"/>
                    </a:lnTo>
                    <a:lnTo>
                      <a:pt x="1746" y="198"/>
                    </a:lnTo>
                    <a:lnTo>
                      <a:pt x="1734" y="216"/>
                    </a:lnTo>
                    <a:lnTo>
                      <a:pt x="1704" y="234"/>
                    </a:lnTo>
                    <a:lnTo>
                      <a:pt x="1644" y="252"/>
                    </a:lnTo>
                    <a:lnTo>
                      <a:pt x="1632" y="258"/>
                    </a:lnTo>
                    <a:lnTo>
                      <a:pt x="1590" y="270"/>
                    </a:lnTo>
                    <a:lnTo>
                      <a:pt x="1530" y="294"/>
                    </a:lnTo>
                    <a:lnTo>
                      <a:pt x="1458" y="318"/>
                    </a:lnTo>
                    <a:lnTo>
                      <a:pt x="1374" y="348"/>
                    </a:lnTo>
                    <a:lnTo>
                      <a:pt x="1290" y="384"/>
                    </a:lnTo>
                    <a:lnTo>
                      <a:pt x="1200" y="414"/>
                    </a:lnTo>
                    <a:lnTo>
                      <a:pt x="1116" y="444"/>
                    </a:lnTo>
                    <a:lnTo>
                      <a:pt x="1044" y="468"/>
                    </a:lnTo>
                    <a:lnTo>
                      <a:pt x="984" y="492"/>
                    </a:lnTo>
                    <a:lnTo>
                      <a:pt x="942" y="504"/>
                    </a:lnTo>
                    <a:lnTo>
                      <a:pt x="930" y="510"/>
                    </a:lnTo>
                    <a:lnTo>
                      <a:pt x="912" y="516"/>
                    </a:lnTo>
                    <a:lnTo>
                      <a:pt x="894" y="522"/>
                    </a:lnTo>
                    <a:lnTo>
                      <a:pt x="870" y="522"/>
                    </a:lnTo>
                    <a:lnTo>
                      <a:pt x="852" y="522"/>
                    </a:lnTo>
                    <a:lnTo>
                      <a:pt x="834" y="516"/>
                    </a:lnTo>
                    <a:lnTo>
                      <a:pt x="816" y="510"/>
                    </a:lnTo>
                    <a:lnTo>
                      <a:pt x="798" y="504"/>
                    </a:lnTo>
                    <a:lnTo>
                      <a:pt x="762" y="492"/>
                    </a:lnTo>
                    <a:lnTo>
                      <a:pt x="702" y="468"/>
                    </a:lnTo>
                    <a:lnTo>
                      <a:pt x="630" y="444"/>
                    </a:lnTo>
                    <a:lnTo>
                      <a:pt x="546" y="414"/>
                    </a:lnTo>
                    <a:lnTo>
                      <a:pt x="456" y="384"/>
                    </a:lnTo>
                    <a:lnTo>
                      <a:pt x="366" y="348"/>
                    </a:lnTo>
                    <a:lnTo>
                      <a:pt x="282" y="318"/>
                    </a:lnTo>
                    <a:lnTo>
                      <a:pt x="210" y="294"/>
                    </a:lnTo>
                    <a:lnTo>
                      <a:pt x="150" y="270"/>
                    </a:lnTo>
                    <a:lnTo>
                      <a:pt x="114" y="258"/>
                    </a:lnTo>
                    <a:lnTo>
                      <a:pt x="96" y="252"/>
                    </a:lnTo>
                    <a:lnTo>
                      <a:pt x="42" y="234"/>
                    </a:lnTo>
                    <a:lnTo>
                      <a:pt x="12" y="216"/>
                    </a:lnTo>
                    <a:lnTo>
                      <a:pt x="0" y="198"/>
                    </a:lnTo>
                    <a:lnTo>
                      <a:pt x="0" y="156"/>
                    </a:lnTo>
                    <a:lnTo>
                      <a:pt x="0" y="84"/>
                    </a:lnTo>
                    <a:lnTo>
                      <a:pt x="0" y="60"/>
                    </a:lnTo>
                    <a:lnTo>
                      <a:pt x="18" y="36"/>
                    </a:lnTo>
                    <a:lnTo>
                      <a:pt x="36" y="18"/>
                    </a:lnTo>
                    <a:lnTo>
                      <a:pt x="60" y="6"/>
                    </a:lnTo>
                    <a:lnTo>
                      <a:pt x="84" y="0"/>
                    </a:lnTo>
                    <a:close/>
                  </a:path>
                </a:pathLst>
              </a:custGeom>
              <a:solidFill>
                <a:schemeClr val="dk1"/>
              </a:solidFill>
              <a:ln>
                <a:noFill/>
              </a:ln>
            </p:spPr>
            <p:txBody>
              <a:bodyPr spcFirstLastPara="1" wrap="square" lIns="51425" tIns="25700" rIns="51425" bIns="25700" anchor="t" anchorCtr="0">
                <a:noAutofit/>
              </a:bodyPr>
              <a:lstStyle/>
              <a:p>
                <a:pPr marL="0" marR="0" lvl="0" indent="0" algn="l" rtl="0">
                  <a:spcBef>
                    <a:spcPts val="0"/>
                  </a:spcBef>
                  <a:spcAft>
                    <a:spcPts val="0"/>
                  </a:spcAft>
                  <a:buNone/>
                </a:pPr>
                <a:endParaRPr sz="1013">
                  <a:solidFill>
                    <a:srgbClr val="000000"/>
                  </a:solidFill>
                  <a:latin typeface="Arial"/>
                  <a:ea typeface="Arial"/>
                  <a:cs typeface="Arial"/>
                  <a:sym typeface="Arial"/>
                </a:endParaRPr>
              </a:p>
            </p:txBody>
          </p:sp>
          <p:sp>
            <p:nvSpPr>
              <p:cNvPr id="612" name="Google Shape;612;p78"/>
              <p:cNvSpPr/>
              <p:nvPr/>
            </p:nvSpPr>
            <p:spPr>
              <a:xfrm>
                <a:off x="2849989" y="4044644"/>
                <a:ext cx="125576" cy="70679"/>
              </a:xfrm>
              <a:custGeom>
                <a:avLst/>
                <a:gdLst/>
                <a:ahLst/>
                <a:cxnLst/>
                <a:rect l="l" t="t" r="r" b="b"/>
                <a:pathLst>
                  <a:path w="1098" h="618" extrusionOk="0">
                    <a:moveTo>
                      <a:pt x="534" y="0"/>
                    </a:moveTo>
                    <a:lnTo>
                      <a:pt x="564" y="0"/>
                    </a:lnTo>
                    <a:lnTo>
                      <a:pt x="570" y="0"/>
                    </a:lnTo>
                    <a:lnTo>
                      <a:pt x="600" y="6"/>
                    </a:lnTo>
                    <a:lnTo>
                      <a:pt x="600" y="6"/>
                    </a:lnTo>
                    <a:lnTo>
                      <a:pt x="630" y="12"/>
                    </a:lnTo>
                    <a:lnTo>
                      <a:pt x="636" y="12"/>
                    </a:lnTo>
                    <a:lnTo>
                      <a:pt x="702" y="36"/>
                    </a:lnTo>
                    <a:lnTo>
                      <a:pt x="774" y="66"/>
                    </a:lnTo>
                    <a:lnTo>
                      <a:pt x="864" y="120"/>
                    </a:lnTo>
                    <a:lnTo>
                      <a:pt x="924" y="186"/>
                    </a:lnTo>
                    <a:lnTo>
                      <a:pt x="960" y="252"/>
                    </a:lnTo>
                    <a:lnTo>
                      <a:pt x="978" y="318"/>
                    </a:lnTo>
                    <a:lnTo>
                      <a:pt x="978" y="378"/>
                    </a:lnTo>
                    <a:lnTo>
                      <a:pt x="966" y="432"/>
                    </a:lnTo>
                    <a:lnTo>
                      <a:pt x="1014" y="468"/>
                    </a:lnTo>
                    <a:lnTo>
                      <a:pt x="1050" y="504"/>
                    </a:lnTo>
                    <a:lnTo>
                      <a:pt x="1074" y="528"/>
                    </a:lnTo>
                    <a:lnTo>
                      <a:pt x="1086" y="540"/>
                    </a:lnTo>
                    <a:lnTo>
                      <a:pt x="1092" y="552"/>
                    </a:lnTo>
                    <a:lnTo>
                      <a:pt x="1098" y="570"/>
                    </a:lnTo>
                    <a:lnTo>
                      <a:pt x="1092" y="588"/>
                    </a:lnTo>
                    <a:lnTo>
                      <a:pt x="1080" y="606"/>
                    </a:lnTo>
                    <a:lnTo>
                      <a:pt x="1074" y="612"/>
                    </a:lnTo>
                    <a:lnTo>
                      <a:pt x="1068" y="618"/>
                    </a:lnTo>
                    <a:lnTo>
                      <a:pt x="1050" y="618"/>
                    </a:lnTo>
                    <a:lnTo>
                      <a:pt x="1038" y="618"/>
                    </a:lnTo>
                    <a:lnTo>
                      <a:pt x="1026" y="612"/>
                    </a:lnTo>
                    <a:lnTo>
                      <a:pt x="1014" y="606"/>
                    </a:lnTo>
                    <a:lnTo>
                      <a:pt x="1008" y="600"/>
                    </a:lnTo>
                    <a:lnTo>
                      <a:pt x="1002" y="594"/>
                    </a:lnTo>
                    <a:lnTo>
                      <a:pt x="990" y="576"/>
                    </a:lnTo>
                    <a:lnTo>
                      <a:pt x="972" y="564"/>
                    </a:lnTo>
                    <a:lnTo>
                      <a:pt x="948" y="540"/>
                    </a:lnTo>
                    <a:lnTo>
                      <a:pt x="918" y="516"/>
                    </a:lnTo>
                    <a:lnTo>
                      <a:pt x="870" y="558"/>
                    </a:lnTo>
                    <a:lnTo>
                      <a:pt x="810" y="588"/>
                    </a:lnTo>
                    <a:lnTo>
                      <a:pt x="684" y="612"/>
                    </a:lnTo>
                    <a:lnTo>
                      <a:pt x="588" y="600"/>
                    </a:lnTo>
                    <a:lnTo>
                      <a:pt x="498" y="558"/>
                    </a:lnTo>
                    <a:lnTo>
                      <a:pt x="414" y="486"/>
                    </a:lnTo>
                    <a:lnTo>
                      <a:pt x="408" y="480"/>
                    </a:lnTo>
                    <a:lnTo>
                      <a:pt x="390" y="456"/>
                    </a:lnTo>
                    <a:lnTo>
                      <a:pt x="306" y="360"/>
                    </a:lnTo>
                    <a:lnTo>
                      <a:pt x="240" y="294"/>
                    </a:lnTo>
                    <a:lnTo>
                      <a:pt x="186" y="252"/>
                    </a:lnTo>
                    <a:lnTo>
                      <a:pt x="150" y="222"/>
                    </a:lnTo>
                    <a:lnTo>
                      <a:pt x="126" y="210"/>
                    </a:lnTo>
                    <a:lnTo>
                      <a:pt x="120" y="204"/>
                    </a:lnTo>
                    <a:lnTo>
                      <a:pt x="0" y="162"/>
                    </a:lnTo>
                    <a:lnTo>
                      <a:pt x="114" y="114"/>
                    </a:lnTo>
                    <a:lnTo>
                      <a:pt x="228" y="72"/>
                    </a:lnTo>
                    <a:lnTo>
                      <a:pt x="342" y="30"/>
                    </a:lnTo>
                    <a:lnTo>
                      <a:pt x="444" y="6"/>
                    </a:lnTo>
                    <a:lnTo>
                      <a:pt x="534" y="0"/>
                    </a:lnTo>
                    <a:close/>
                  </a:path>
                </a:pathLst>
              </a:custGeom>
              <a:solidFill>
                <a:schemeClr val="dk1"/>
              </a:solidFill>
              <a:ln>
                <a:noFill/>
              </a:ln>
            </p:spPr>
            <p:txBody>
              <a:bodyPr spcFirstLastPara="1" wrap="square" lIns="51425" tIns="25700" rIns="51425" bIns="25700" anchor="t" anchorCtr="0">
                <a:noAutofit/>
              </a:bodyPr>
              <a:lstStyle/>
              <a:p>
                <a:pPr marL="0" marR="0" lvl="0" indent="0" algn="l" rtl="0">
                  <a:spcBef>
                    <a:spcPts val="0"/>
                  </a:spcBef>
                  <a:spcAft>
                    <a:spcPts val="0"/>
                  </a:spcAft>
                  <a:buNone/>
                </a:pPr>
                <a:endParaRPr sz="1013">
                  <a:solidFill>
                    <a:srgbClr val="000000"/>
                  </a:solidFill>
                  <a:latin typeface="Arial"/>
                  <a:ea typeface="Arial"/>
                  <a:cs typeface="Arial"/>
                  <a:sym typeface="Arial"/>
                </a:endParaRPr>
              </a:p>
            </p:txBody>
          </p:sp>
          <p:sp>
            <p:nvSpPr>
              <p:cNvPr id="613" name="Google Shape;613;p78"/>
              <p:cNvSpPr/>
              <p:nvPr/>
            </p:nvSpPr>
            <p:spPr>
              <a:xfrm>
                <a:off x="2726473" y="4009649"/>
                <a:ext cx="199686" cy="93324"/>
              </a:xfrm>
              <a:custGeom>
                <a:avLst/>
                <a:gdLst/>
                <a:ahLst/>
                <a:cxnLst/>
                <a:rect l="l" t="t" r="r" b="b"/>
                <a:pathLst>
                  <a:path w="1746" h="816" extrusionOk="0">
                    <a:moveTo>
                      <a:pt x="1710" y="0"/>
                    </a:moveTo>
                    <a:lnTo>
                      <a:pt x="1722" y="6"/>
                    </a:lnTo>
                    <a:lnTo>
                      <a:pt x="1734" y="12"/>
                    </a:lnTo>
                    <a:lnTo>
                      <a:pt x="1740" y="24"/>
                    </a:lnTo>
                    <a:lnTo>
                      <a:pt x="1746" y="36"/>
                    </a:lnTo>
                    <a:lnTo>
                      <a:pt x="1746" y="240"/>
                    </a:lnTo>
                    <a:lnTo>
                      <a:pt x="1614" y="222"/>
                    </a:lnTo>
                    <a:lnTo>
                      <a:pt x="1512" y="228"/>
                    </a:lnTo>
                    <a:lnTo>
                      <a:pt x="1404" y="252"/>
                    </a:lnTo>
                    <a:lnTo>
                      <a:pt x="1278" y="300"/>
                    </a:lnTo>
                    <a:lnTo>
                      <a:pt x="1164" y="342"/>
                    </a:lnTo>
                    <a:lnTo>
                      <a:pt x="1050" y="390"/>
                    </a:lnTo>
                    <a:lnTo>
                      <a:pt x="1026" y="408"/>
                    </a:lnTo>
                    <a:lnTo>
                      <a:pt x="1014" y="426"/>
                    </a:lnTo>
                    <a:lnTo>
                      <a:pt x="1002" y="450"/>
                    </a:lnTo>
                    <a:lnTo>
                      <a:pt x="996" y="474"/>
                    </a:lnTo>
                    <a:lnTo>
                      <a:pt x="1002" y="498"/>
                    </a:lnTo>
                    <a:lnTo>
                      <a:pt x="1014" y="522"/>
                    </a:lnTo>
                    <a:lnTo>
                      <a:pt x="1032" y="540"/>
                    </a:lnTo>
                    <a:lnTo>
                      <a:pt x="1056" y="552"/>
                    </a:lnTo>
                    <a:lnTo>
                      <a:pt x="1170" y="588"/>
                    </a:lnTo>
                    <a:lnTo>
                      <a:pt x="1182" y="600"/>
                    </a:lnTo>
                    <a:lnTo>
                      <a:pt x="1212" y="624"/>
                    </a:lnTo>
                    <a:lnTo>
                      <a:pt x="1260" y="660"/>
                    </a:lnTo>
                    <a:lnTo>
                      <a:pt x="1320" y="726"/>
                    </a:lnTo>
                    <a:lnTo>
                      <a:pt x="1404" y="816"/>
                    </a:lnTo>
                    <a:lnTo>
                      <a:pt x="174" y="816"/>
                    </a:lnTo>
                    <a:lnTo>
                      <a:pt x="108" y="804"/>
                    </a:lnTo>
                    <a:lnTo>
                      <a:pt x="48" y="762"/>
                    </a:lnTo>
                    <a:lnTo>
                      <a:pt x="12" y="708"/>
                    </a:lnTo>
                    <a:lnTo>
                      <a:pt x="0" y="642"/>
                    </a:lnTo>
                    <a:lnTo>
                      <a:pt x="0" y="36"/>
                    </a:lnTo>
                    <a:lnTo>
                      <a:pt x="0" y="24"/>
                    </a:lnTo>
                    <a:lnTo>
                      <a:pt x="6" y="12"/>
                    </a:lnTo>
                    <a:lnTo>
                      <a:pt x="18" y="6"/>
                    </a:lnTo>
                    <a:lnTo>
                      <a:pt x="30" y="0"/>
                    </a:lnTo>
                    <a:lnTo>
                      <a:pt x="42" y="6"/>
                    </a:lnTo>
                    <a:lnTo>
                      <a:pt x="60" y="6"/>
                    </a:lnTo>
                    <a:lnTo>
                      <a:pt x="822" y="282"/>
                    </a:lnTo>
                    <a:lnTo>
                      <a:pt x="846" y="288"/>
                    </a:lnTo>
                    <a:lnTo>
                      <a:pt x="870" y="294"/>
                    </a:lnTo>
                    <a:lnTo>
                      <a:pt x="888" y="288"/>
                    </a:lnTo>
                    <a:lnTo>
                      <a:pt x="912" y="288"/>
                    </a:lnTo>
                    <a:lnTo>
                      <a:pt x="924" y="282"/>
                    </a:lnTo>
                    <a:lnTo>
                      <a:pt x="1686" y="6"/>
                    </a:lnTo>
                    <a:lnTo>
                      <a:pt x="1698" y="6"/>
                    </a:lnTo>
                    <a:lnTo>
                      <a:pt x="1710" y="0"/>
                    </a:lnTo>
                    <a:close/>
                  </a:path>
                </a:pathLst>
              </a:custGeom>
              <a:solidFill>
                <a:schemeClr val="dk1"/>
              </a:solidFill>
              <a:ln>
                <a:noFill/>
              </a:ln>
            </p:spPr>
            <p:txBody>
              <a:bodyPr spcFirstLastPara="1" wrap="square" lIns="51425" tIns="25700" rIns="51425" bIns="25700" anchor="t" anchorCtr="0">
                <a:noAutofit/>
              </a:bodyPr>
              <a:lstStyle/>
              <a:p>
                <a:pPr marL="0" marR="0" lvl="0" indent="0" algn="l" rtl="0">
                  <a:spcBef>
                    <a:spcPts val="0"/>
                  </a:spcBef>
                  <a:spcAft>
                    <a:spcPts val="0"/>
                  </a:spcAft>
                  <a:buNone/>
                </a:pPr>
                <a:endParaRPr sz="1013">
                  <a:solidFill>
                    <a:srgbClr val="000000"/>
                  </a:solidFill>
                  <a:latin typeface="Arial"/>
                  <a:ea typeface="Arial"/>
                  <a:cs typeface="Arial"/>
                  <a:sym typeface="Arial"/>
                </a:endParaRPr>
              </a:p>
            </p:txBody>
          </p:sp>
        </p:grpSp>
        <p:grpSp>
          <p:nvGrpSpPr>
            <p:cNvPr id="614" name="Google Shape;614;p78"/>
            <p:cNvGrpSpPr/>
            <p:nvPr/>
          </p:nvGrpSpPr>
          <p:grpSpPr>
            <a:xfrm>
              <a:off x="1690359" y="1103810"/>
              <a:ext cx="194934" cy="189821"/>
              <a:chOff x="-8131175" y="-2209800"/>
              <a:chExt cx="968375" cy="942975"/>
            </a:xfrm>
          </p:grpSpPr>
          <p:sp>
            <p:nvSpPr>
              <p:cNvPr id="615" name="Google Shape;615;p78"/>
              <p:cNvSpPr/>
              <p:nvPr/>
            </p:nvSpPr>
            <p:spPr>
              <a:xfrm>
                <a:off x="-7947025" y="-2095500"/>
                <a:ext cx="568325" cy="587375"/>
              </a:xfrm>
              <a:custGeom>
                <a:avLst/>
                <a:gdLst/>
                <a:ahLst/>
                <a:cxnLst/>
                <a:rect l="l" t="t" r="r" b="b"/>
                <a:pathLst>
                  <a:path w="358" h="370" extrusionOk="0">
                    <a:moveTo>
                      <a:pt x="179" y="0"/>
                    </a:moveTo>
                    <a:lnTo>
                      <a:pt x="235" y="8"/>
                    </a:lnTo>
                    <a:lnTo>
                      <a:pt x="287" y="36"/>
                    </a:lnTo>
                    <a:lnTo>
                      <a:pt x="326" y="76"/>
                    </a:lnTo>
                    <a:lnTo>
                      <a:pt x="350" y="123"/>
                    </a:lnTo>
                    <a:lnTo>
                      <a:pt x="358" y="183"/>
                    </a:lnTo>
                    <a:lnTo>
                      <a:pt x="350" y="243"/>
                    </a:lnTo>
                    <a:lnTo>
                      <a:pt x="326" y="295"/>
                    </a:lnTo>
                    <a:lnTo>
                      <a:pt x="287" y="334"/>
                    </a:lnTo>
                    <a:lnTo>
                      <a:pt x="235" y="358"/>
                    </a:lnTo>
                    <a:lnTo>
                      <a:pt x="179" y="370"/>
                    </a:lnTo>
                    <a:lnTo>
                      <a:pt x="123" y="358"/>
                    </a:lnTo>
                    <a:lnTo>
                      <a:pt x="72" y="334"/>
                    </a:lnTo>
                    <a:lnTo>
                      <a:pt x="32" y="295"/>
                    </a:lnTo>
                    <a:lnTo>
                      <a:pt x="8" y="243"/>
                    </a:lnTo>
                    <a:lnTo>
                      <a:pt x="0" y="183"/>
                    </a:lnTo>
                    <a:lnTo>
                      <a:pt x="8" y="123"/>
                    </a:lnTo>
                    <a:lnTo>
                      <a:pt x="32" y="76"/>
                    </a:lnTo>
                    <a:lnTo>
                      <a:pt x="72" y="36"/>
                    </a:lnTo>
                    <a:lnTo>
                      <a:pt x="123" y="8"/>
                    </a:lnTo>
                    <a:lnTo>
                      <a:pt x="179" y="0"/>
                    </a:lnTo>
                    <a:close/>
                  </a:path>
                </a:pathLst>
              </a:custGeom>
              <a:solidFill>
                <a:schemeClr val="dk1"/>
              </a:solidFill>
              <a:ln>
                <a:noFill/>
              </a:ln>
            </p:spPr>
            <p:txBody>
              <a:bodyPr spcFirstLastPara="1" wrap="square" lIns="51425" tIns="25700" rIns="51425" bIns="25700" anchor="t" anchorCtr="0">
                <a:noAutofit/>
              </a:bodyPr>
              <a:lstStyle/>
              <a:p>
                <a:pPr marL="0" marR="0" lvl="0" indent="0" algn="l" rtl="0">
                  <a:spcBef>
                    <a:spcPts val="0"/>
                  </a:spcBef>
                  <a:spcAft>
                    <a:spcPts val="0"/>
                  </a:spcAft>
                  <a:buNone/>
                </a:pPr>
                <a:endParaRPr sz="1013">
                  <a:solidFill>
                    <a:srgbClr val="000000"/>
                  </a:solidFill>
                  <a:latin typeface="Arial"/>
                  <a:ea typeface="Arial"/>
                  <a:cs typeface="Arial"/>
                  <a:sym typeface="Arial"/>
                </a:endParaRPr>
              </a:p>
            </p:txBody>
          </p:sp>
          <p:sp>
            <p:nvSpPr>
              <p:cNvPr id="616" name="Google Shape;616;p78"/>
              <p:cNvSpPr/>
              <p:nvPr/>
            </p:nvSpPr>
            <p:spPr>
              <a:xfrm>
                <a:off x="-8131175" y="-2209800"/>
                <a:ext cx="936625" cy="835025"/>
              </a:xfrm>
              <a:custGeom>
                <a:avLst/>
                <a:gdLst/>
                <a:ahLst/>
                <a:cxnLst/>
                <a:rect l="l" t="t" r="r" b="b"/>
                <a:pathLst>
                  <a:path w="590" h="526" extrusionOk="0">
                    <a:moveTo>
                      <a:pt x="295" y="0"/>
                    </a:moveTo>
                    <a:lnTo>
                      <a:pt x="371" y="12"/>
                    </a:lnTo>
                    <a:lnTo>
                      <a:pt x="438" y="40"/>
                    </a:lnTo>
                    <a:lnTo>
                      <a:pt x="490" y="92"/>
                    </a:lnTo>
                    <a:lnTo>
                      <a:pt x="530" y="151"/>
                    </a:lnTo>
                    <a:lnTo>
                      <a:pt x="534" y="151"/>
                    </a:lnTo>
                    <a:lnTo>
                      <a:pt x="562" y="151"/>
                    </a:lnTo>
                    <a:lnTo>
                      <a:pt x="574" y="151"/>
                    </a:lnTo>
                    <a:lnTo>
                      <a:pt x="582" y="159"/>
                    </a:lnTo>
                    <a:lnTo>
                      <a:pt x="590" y="167"/>
                    </a:lnTo>
                    <a:lnTo>
                      <a:pt x="590" y="179"/>
                    </a:lnTo>
                    <a:lnTo>
                      <a:pt x="590" y="331"/>
                    </a:lnTo>
                    <a:lnTo>
                      <a:pt x="590" y="343"/>
                    </a:lnTo>
                    <a:lnTo>
                      <a:pt x="582" y="351"/>
                    </a:lnTo>
                    <a:lnTo>
                      <a:pt x="574" y="359"/>
                    </a:lnTo>
                    <a:lnTo>
                      <a:pt x="562" y="359"/>
                    </a:lnTo>
                    <a:lnTo>
                      <a:pt x="534" y="359"/>
                    </a:lnTo>
                    <a:lnTo>
                      <a:pt x="526" y="359"/>
                    </a:lnTo>
                    <a:lnTo>
                      <a:pt x="514" y="351"/>
                    </a:lnTo>
                    <a:lnTo>
                      <a:pt x="510" y="343"/>
                    </a:lnTo>
                    <a:lnTo>
                      <a:pt x="506" y="335"/>
                    </a:lnTo>
                    <a:lnTo>
                      <a:pt x="518" y="295"/>
                    </a:lnTo>
                    <a:lnTo>
                      <a:pt x="522" y="255"/>
                    </a:lnTo>
                    <a:lnTo>
                      <a:pt x="518" y="215"/>
                    </a:lnTo>
                    <a:lnTo>
                      <a:pt x="506" y="179"/>
                    </a:lnTo>
                    <a:lnTo>
                      <a:pt x="474" y="120"/>
                    </a:lnTo>
                    <a:lnTo>
                      <a:pt x="426" y="72"/>
                    </a:lnTo>
                    <a:lnTo>
                      <a:pt x="367" y="40"/>
                    </a:lnTo>
                    <a:lnTo>
                      <a:pt x="295" y="28"/>
                    </a:lnTo>
                    <a:lnTo>
                      <a:pt x="227" y="40"/>
                    </a:lnTo>
                    <a:lnTo>
                      <a:pt x="164" y="72"/>
                    </a:lnTo>
                    <a:lnTo>
                      <a:pt x="116" y="120"/>
                    </a:lnTo>
                    <a:lnTo>
                      <a:pt x="84" y="179"/>
                    </a:lnTo>
                    <a:lnTo>
                      <a:pt x="72" y="215"/>
                    </a:lnTo>
                    <a:lnTo>
                      <a:pt x="68" y="255"/>
                    </a:lnTo>
                    <a:lnTo>
                      <a:pt x="72" y="295"/>
                    </a:lnTo>
                    <a:lnTo>
                      <a:pt x="84" y="335"/>
                    </a:lnTo>
                    <a:lnTo>
                      <a:pt x="116" y="394"/>
                    </a:lnTo>
                    <a:lnTo>
                      <a:pt x="168" y="442"/>
                    </a:lnTo>
                    <a:lnTo>
                      <a:pt x="231" y="474"/>
                    </a:lnTo>
                    <a:lnTo>
                      <a:pt x="243" y="466"/>
                    </a:lnTo>
                    <a:lnTo>
                      <a:pt x="251" y="466"/>
                    </a:lnTo>
                    <a:lnTo>
                      <a:pt x="335" y="466"/>
                    </a:lnTo>
                    <a:lnTo>
                      <a:pt x="347" y="466"/>
                    </a:lnTo>
                    <a:lnTo>
                      <a:pt x="355" y="474"/>
                    </a:lnTo>
                    <a:lnTo>
                      <a:pt x="363" y="482"/>
                    </a:lnTo>
                    <a:lnTo>
                      <a:pt x="363" y="494"/>
                    </a:lnTo>
                    <a:lnTo>
                      <a:pt x="363" y="506"/>
                    </a:lnTo>
                    <a:lnTo>
                      <a:pt x="355" y="514"/>
                    </a:lnTo>
                    <a:lnTo>
                      <a:pt x="347" y="522"/>
                    </a:lnTo>
                    <a:lnTo>
                      <a:pt x="335" y="526"/>
                    </a:lnTo>
                    <a:lnTo>
                      <a:pt x="251" y="526"/>
                    </a:lnTo>
                    <a:lnTo>
                      <a:pt x="243" y="522"/>
                    </a:lnTo>
                    <a:lnTo>
                      <a:pt x="235" y="518"/>
                    </a:lnTo>
                    <a:lnTo>
                      <a:pt x="227" y="510"/>
                    </a:lnTo>
                    <a:lnTo>
                      <a:pt x="223" y="502"/>
                    </a:lnTo>
                    <a:lnTo>
                      <a:pt x="156" y="470"/>
                    </a:lnTo>
                    <a:lnTo>
                      <a:pt x="100" y="422"/>
                    </a:lnTo>
                    <a:lnTo>
                      <a:pt x="60" y="359"/>
                    </a:lnTo>
                    <a:lnTo>
                      <a:pt x="56" y="359"/>
                    </a:lnTo>
                    <a:lnTo>
                      <a:pt x="28" y="359"/>
                    </a:lnTo>
                    <a:lnTo>
                      <a:pt x="16" y="359"/>
                    </a:lnTo>
                    <a:lnTo>
                      <a:pt x="8" y="351"/>
                    </a:lnTo>
                    <a:lnTo>
                      <a:pt x="0" y="343"/>
                    </a:lnTo>
                    <a:lnTo>
                      <a:pt x="0" y="331"/>
                    </a:lnTo>
                    <a:lnTo>
                      <a:pt x="0" y="179"/>
                    </a:lnTo>
                    <a:lnTo>
                      <a:pt x="0" y="167"/>
                    </a:lnTo>
                    <a:lnTo>
                      <a:pt x="8" y="159"/>
                    </a:lnTo>
                    <a:lnTo>
                      <a:pt x="16" y="151"/>
                    </a:lnTo>
                    <a:lnTo>
                      <a:pt x="28" y="151"/>
                    </a:lnTo>
                    <a:lnTo>
                      <a:pt x="56" y="151"/>
                    </a:lnTo>
                    <a:lnTo>
                      <a:pt x="60" y="151"/>
                    </a:lnTo>
                    <a:lnTo>
                      <a:pt x="100" y="92"/>
                    </a:lnTo>
                    <a:lnTo>
                      <a:pt x="156" y="40"/>
                    </a:lnTo>
                    <a:lnTo>
                      <a:pt x="219" y="12"/>
                    </a:lnTo>
                    <a:lnTo>
                      <a:pt x="295" y="0"/>
                    </a:lnTo>
                    <a:close/>
                  </a:path>
                </a:pathLst>
              </a:custGeom>
              <a:solidFill>
                <a:schemeClr val="dk1"/>
              </a:solidFill>
              <a:ln>
                <a:noFill/>
              </a:ln>
            </p:spPr>
            <p:txBody>
              <a:bodyPr spcFirstLastPara="1" wrap="square" lIns="51425" tIns="25700" rIns="51425" bIns="25700" anchor="t" anchorCtr="0">
                <a:noAutofit/>
              </a:bodyPr>
              <a:lstStyle/>
              <a:p>
                <a:pPr marL="0" marR="0" lvl="0" indent="0" algn="l" rtl="0">
                  <a:spcBef>
                    <a:spcPts val="0"/>
                  </a:spcBef>
                  <a:spcAft>
                    <a:spcPts val="0"/>
                  </a:spcAft>
                  <a:buNone/>
                </a:pPr>
                <a:endParaRPr sz="1013">
                  <a:solidFill>
                    <a:srgbClr val="000000"/>
                  </a:solidFill>
                  <a:latin typeface="Arial"/>
                  <a:ea typeface="Arial"/>
                  <a:cs typeface="Arial"/>
                  <a:sym typeface="Arial"/>
                </a:endParaRPr>
              </a:p>
            </p:txBody>
          </p:sp>
          <p:sp>
            <p:nvSpPr>
              <p:cNvPr id="617" name="Google Shape;617;p78"/>
              <p:cNvSpPr/>
              <p:nvPr/>
            </p:nvSpPr>
            <p:spPr>
              <a:xfrm>
                <a:off x="-8099425" y="-1489075"/>
                <a:ext cx="936625" cy="222250"/>
              </a:xfrm>
              <a:custGeom>
                <a:avLst/>
                <a:gdLst/>
                <a:ahLst/>
                <a:cxnLst/>
                <a:rect l="l" t="t" r="r" b="b"/>
                <a:pathLst>
                  <a:path w="590" h="140" extrusionOk="0">
                    <a:moveTo>
                      <a:pt x="506" y="0"/>
                    </a:moveTo>
                    <a:lnTo>
                      <a:pt x="510" y="0"/>
                    </a:lnTo>
                    <a:lnTo>
                      <a:pt x="550" y="16"/>
                    </a:lnTo>
                    <a:lnTo>
                      <a:pt x="578" y="36"/>
                    </a:lnTo>
                    <a:lnTo>
                      <a:pt x="590" y="56"/>
                    </a:lnTo>
                    <a:lnTo>
                      <a:pt x="590" y="84"/>
                    </a:lnTo>
                    <a:lnTo>
                      <a:pt x="582" y="140"/>
                    </a:lnTo>
                    <a:lnTo>
                      <a:pt x="12" y="140"/>
                    </a:lnTo>
                    <a:lnTo>
                      <a:pt x="0" y="84"/>
                    </a:lnTo>
                    <a:lnTo>
                      <a:pt x="4" y="56"/>
                    </a:lnTo>
                    <a:lnTo>
                      <a:pt x="16" y="36"/>
                    </a:lnTo>
                    <a:lnTo>
                      <a:pt x="44" y="16"/>
                    </a:lnTo>
                    <a:lnTo>
                      <a:pt x="84" y="0"/>
                    </a:lnTo>
                    <a:lnTo>
                      <a:pt x="144" y="52"/>
                    </a:lnTo>
                    <a:lnTo>
                      <a:pt x="215" y="84"/>
                    </a:lnTo>
                    <a:lnTo>
                      <a:pt x="295" y="92"/>
                    </a:lnTo>
                    <a:lnTo>
                      <a:pt x="375" y="80"/>
                    </a:lnTo>
                    <a:lnTo>
                      <a:pt x="446" y="48"/>
                    </a:lnTo>
                    <a:lnTo>
                      <a:pt x="506" y="0"/>
                    </a:lnTo>
                    <a:close/>
                  </a:path>
                </a:pathLst>
              </a:custGeom>
              <a:solidFill>
                <a:schemeClr val="dk1"/>
              </a:solidFill>
              <a:ln>
                <a:noFill/>
              </a:ln>
            </p:spPr>
            <p:txBody>
              <a:bodyPr spcFirstLastPara="1" wrap="square" lIns="51425" tIns="25700" rIns="51425" bIns="25700" anchor="t" anchorCtr="0">
                <a:noAutofit/>
              </a:bodyPr>
              <a:lstStyle/>
              <a:p>
                <a:pPr marL="0" marR="0" lvl="0" indent="0" algn="l" rtl="0">
                  <a:spcBef>
                    <a:spcPts val="0"/>
                  </a:spcBef>
                  <a:spcAft>
                    <a:spcPts val="0"/>
                  </a:spcAft>
                  <a:buNone/>
                </a:pPr>
                <a:endParaRPr sz="1013">
                  <a:solidFill>
                    <a:srgbClr val="000000"/>
                  </a:solidFill>
                  <a:latin typeface="Arial"/>
                  <a:ea typeface="Arial"/>
                  <a:cs typeface="Arial"/>
                  <a:sym typeface="Arial"/>
                </a:endParaRPr>
              </a:p>
            </p:txBody>
          </p:sp>
        </p:grpSp>
        <p:sp>
          <p:nvSpPr>
            <p:cNvPr id="618" name="Google Shape;618;p78"/>
            <p:cNvSpPr/>
            <p:nvPr/>
          </p:nvSpPr>
          <p:spPr>
            <a:xfrm>
              <a:off x="5756247" y="1120972"/>
              <a:ext cx="219217" cy="179580"/>
            </a:xfrm>
            <a:custGeom>
              <a:avLst/>
              <a:gdLst/>
              <a:ahLst/>
              <a:cxnLst/>
              <a:rect l="l" t="t" r="r" b="b"/>
              <a:pathLst>
                <a:path w="1626" h="1332" extrusionOk="0">
                  <a:moveTo>
                    <a:pt x="816" y="0"/>
                  </a:moveTo>
                  <a:lnTo>
                    <a:pt x="978" y="12"/>
                  </a:lnTo>
                  <a:lnTo>
                    <a:pt x="1128" y="48"/>
                  </a:lnTo>
                  <a:lnTo>
                    <a:pt x="1266" y="108"/>
                  </a:lnTo>
                  <a:lnTo>
                    <a:pt x="1386" y="186"/>
                  </a:lnTo>
                  <a:lnTo>
                    <a:pt x="1488" y="276"/>
                  </a:lnTo>
                  <a:lnTo>
                    <a:pt x="1560" y="384"/>
                  </a:lnTo>
                  <a:lnTo>
                    <a:pt x="1608" y="504"/>
                  </a:lnTo>
                  <a:lnTo>
                    <a:pt x="1626" y="630"/>
                  </a:lnTo>
                  <a:lnTo>
                    <a:pt x="1608" y="762"/>
                  </a:lnTo>
                  <a:lnTo>
                    <a:pt x="1560" y="882"/>
                  </a:lnTo>
                  <a:lnTo>
                    <a:pt x="1482" y="990"/>
                  </a:lnTo>
                  <a:lnTo>
                    <a:pt x="1374" y="1086"/>
                  </a:lnTo>
                  <a:lnTo>
                    <a:pt x="1422" y="1332"/>
                  </a:lnTo>
                  <a:lnTo>
                    <a:pt x="1104" y="1224"/>
                  </a:lnTo>
                  <a:lnTo>
                    <a:pt x="960" y="1254"/>
                  </a:lnTo>
                  <a:lnTo>
                    <a:pt x="816" y="1266"/>
                  </a:lnTo>
                  <a:lnTo>
                    <a:pt x="648" y="1248"/>
                  </a:lnTo>
                  <a:lnTo>
                    <a:pt x="498" y="1212"/>
                  </a:lnTo>
                  <a:lnTo>
                    <a:pt x="360" y="1158"/>
                  </a:lnTo>
                  <a:lnTo>
                    <a:pt x="240" y="1080"/>
                  </a:lnTo>
                  <a:lnTo>
                    <a:pt x="138" y="984"/>
                  </a:lnTo>
                  <a:lnTo>
                    <a:pt x="66" y="876"/>
                  </a:lnTo>
                  <a:lnTo>
                    <a:pt x="18" y="756"/>
                  </a:lnTo>
                  <a:lnTo>
                    <a:pt x="0" y="630"/>
                  </a:lnTo>
                  <a:lnTo>
                    <a:pt x="18" y="504"/>
                  </a:lnTo>
                  <a:lnTo>
                    <a:pt x="66" y="384"/>
                  </a:lnTo>
                  <a:lnTo>
                    <a:pt x="138" y="276"/>
                  </a:lnTo>
                  <a:lnTo>
                    <a:pt x="240" y="186"/>
                  </a:lnTo>
                  <a:lnTo>
                    <a:pt x="360" y="108"/>
                  </a:lnTo>
                  <a:lnTo>
                    <a:pt x="498" y="48"/>
                  </a:lnTo>
                  <a:lnTo>
                    <a:pt x="648" y="12"/>
                  </a:lnTo>
                  <a:lnTo>
                    <a:pt x="816" y="0"/>
                  </a:lnTo>
                  <a:close/>
                </a:path>
              </a:pathLst>
            </a:custGeom>
            <a:solidFill>
              <a:schemeClr val="dk1"/>
            </a:solidFill>
            <a:ln>
              <a:noFill/>
            </a:ln>
          </p:spPr>
          <p:txBody>
            <a:bodyPr spcFirstLastPara="1" wrap="square" lIns="68550" tIns="34275" rIns="68550" bIns="34275" anchor="t" anchorCtr="0">
              <a:noAutofit/>
            </a:bodyPr>
            <a:lstStyle/>
            <a:p>
              <a:pPr marL="0" marR="0" lvl="0" indent="0" algn="l" rtl="0">
                <a:spcBef>
                  <a:spcPts val="0"/>
                </a:spcBef>
                <a:spcAft>
                  <a:spcPts val="0"/>
                </a:spcAft>
                <a:buNone/>
              </a:pPr>
              <a:endParaRPr sz="1350">
                <a:solidFill>
                  <a:srgbClr val="FFFFFF"/>
                </a:solidFill>
                <a:latin typeface="Arial"/>
                <a:ea typeface="Arial"/>
                <a:cs typeface="Arial"/>
                <a:sym typeface="Arial"/>
              </a:endParaRPr>
            </a:p>
          </p:txBody>
        </p:sp>
        <p:grpSp>
          <p:nvGrpSpPr>
            <p:cNvPr id="619" name="Google Shape;619;p78"/>
            <p:cNvGrpSpPr/>
            <p:nvPr/>
          </p:nvGrpSpPr>
          <p:grpSpPr>
            <a:xfrm>
              <a:off x="7353545" y="1144980"/>
              <a:ext cx="219429" cy="132281"/>
              <a:chOff x="18316941" y="3878172"/>
              <a:chExt cx="240391" cy="144918"/>
            </a:xfrm>
          </p:grpSpPr>
          <p:sp>
            <p:nvSpPr>
              <p:cNvPr id="620" name="Google Shape;620;p78"/>
              <p:cNvSpPr/>
              <p:nvPr/>
            </p:nvSpPr>
            <p:spPr>
              <a:xfrm>
                <a:off x="18455039" y="3895221"/>
                <a:ext cx="17049" cy="16197"/>
              </a:xfrm>
              <a:custGeom>
                <a:avLst/>
                <a:gdLst/>
                <a:ahLst/>
                <a:cxnLst/>
                <a:rect l="l" t="t" r="r" b="b"/>
                <a:pathLst>
                  <a:path w="120" h="114" extrusionOk="0">
                    <a:moveTo>
                      <a:pt x="30" y="0"/>
                    </a:moveTo>
                    <a:lnTo>
                      <a:pt x="120" y="72"/>
                    </a:lnTo>
                    <a:lnTo>
                      <a:pt x="102" y="90"/>
                    </a:lnTo>
                    <a:lnTo>
                      <a:pt x="90" y="114"/>
                    </a:lnTo>
                    <a:lnTo>
                      <a:pt x="0" y="48"/>
                    </a:lnTo>
                    <a:lnTo>
                      <a:pt x="12" y="24"/>
                    </a:lnTo>
                    <a:lnTo>
                      <a:pt x="30" y="0"/>
                    </a:lnTo>
                    <a:close/>
                  </a:path>
                </a:pathLst>
              </a:custGeom>
              <a:solidFill>
                <a:schemeClr val="dk1"/>
              </a:solidFill>
              <a:ln>
                <a:noFill/>
              </a:ln>
            </p:spPr>
            <p:txBody>
              <a:bodyPr spcFirstLastPara="1" wrap="square" lIns="68550" tIns="34275" rIns="68550" bIns="34275" anchor="t" anchorCtr="0">
                <a:noAutofit/>
              </a:bodyPr>
              <a:lstStyle/>
              <a:p>
                <a:pPr marL="0" marR="0" lvl="0" indent="0" algn="l" rtl="0">
                  <a:spcBef>
                    <a:spcPts val="0"/>
                  </a:spcBef>
                  <a:spcAft>
                    <a:spcPts val="0"/>
                  </a:spcAft>
                  <a:buNone/>
                </a:pPr>
                <a:endParaRPr sz="1350">
                  <a:solidFill>
                    <a:srgbClr val="000000"/>
                  </a:solidFill>
                  <a:latin typeface="Arial"/>
                  <a:ea typeface="Arial"/>
                  <a:cs typeface="Arial"/>
                  <a:sym typeface="Arial"/>
                </a:endParaRPr>
              </a:p>
            </p:txBody>
          </p:sp>
          <p:sp>
            <p:nvSpPr>
              <p:cNvPr id="621" name="Google Shape;621;p78"/>
              <p:cNvSpPr/>
              <p:nvPr/>
            </p:nvSpPr>
            <p:spPr>
              <a:xfrm>
                <a:off x="18465269" y="3882434"/>
                <a:ext cx="16197" cy="17902"/>
              </a:xfrm>
              <a:custGeom>
                <a:avLst/>
                <a:gdLst/>
                <a:ahLst/>
                <a:cxnLst/>
                <a:rect l="l" t="t" r="r" b="b"/>
                <a:pathLst>
                  <a:path w="114" h="126" extrusionOk="0">
                    <a:moveTo>
                      <a:pt x="54" y="0"/>
                    </a:moveTo>
                    <a:lnTo>
                      <a:pt x="114" y="96"/>
                    </a:lnTo>
                    <a:lnTo>
                      <a:pt x="96" y="108"/>
                    </a:lnTo>
                    <a:lnTo>
                      <a:pt x="78" y="126"/>
                    </a:lnTo>
                    <a:lnTo>
                      <a:pt x="0" y="48"/>
                    </a:lnTo>
                    <a:lnTo>
                      <a:pt x="24" y="24"/>
                    </a:lnTo>
                    <a:lnTo>
                      <a:pt x="54" y="0"/>
                    </a:lnTo>
                    <a:close/>
                  </a:path>
                </a:pathLst>
              </a:custGeom>
              <a:solidFill>
                <a:schemeClr val="dk1"/>
              </a:solidFill>
              <a:ln>
                <a:noFill/>
              </a:ln>
            </p:spPr>
            <p:txBody>
              <a:bodyPr spcFirstLastPara="1" wrap="square" lIns="68550" tIns="34275" rIns="68550" bIns="34275" anchor="t" anchorCtr="0">
                <a:noAutofit/>
              </a:bodyPr>
              <a:lstStyle/>
              <a:p>
                <a:pPr marL="0" marR="0" lvl="0" indent="0" algn="l" rtl="0">
                  <a:spcBef>
                    <a:spcPts val="0"/>
                  </a:spcBef>
                  <a:spcAft>
                    <a:spcPts val="0"/>
                  </a:spcAft>
                  <a:buNone/>
                </a:pPr>
                <a:endParaRPr sz="1350">
                  <a:solidFill>
                    <a:srgbClr val="000000"/>
                  </a:solidFill>
                  <a:latin typeface="Arial"/>
                  <a:ea typeface="Arial"/>
                  <a:cs typeface="Arial"/>
                  <a:sym typeface="Arial"/>
                </a:endParaRPr>
              </a:p>
            </p:txBody>
          </p:sp>
          <p:sp>
            <p:nvSpPr>
              <p:cNvPr id="622" name="Google Shape;622;p78"/>
              <p:cNvSpPr/>
              <p:nvPr/>
            </p:nvSpPr>
            <p:spPr>
              <a:xfrm>
                <a:off x="18338252" y="3961712"/>
                <a:ext cx="17902" cy="14492"/>
              </a:xfrm>
              <a:custGeom>
                <a:avLst/>
                <a:gdLst/>
                <a:ahLst/>
                <a:cxnLst/>
                <a:rect l="l" t="t" r="r" b="b"/>
                <a:pathLst>
                  <a:path w="126" h="102" extrusionOk="0">
                    <a:moveTo>
                      <a:pt x="102" y="0"/>
                    </a:moveTo>
                    <a:lnTo>
                      <a:pt x="126" y="48"/>
                    </a:lnTo>
                    <a:lnTo>
                      <a:pt x="24" y="102"/>
                    </a:lnTo>
                    <a:lnTo>
                      <a:pt x="0" y="48"/>
                    </a:lnTo>
                    <a:lnTo>
                      <a:pt x="102" y="0"/>
                    </a:lnTo>
                    <a:close/>
                  </a:path>
                </a:pathLst>
              </a:custGeom>
              <a:solidFill>
                <a:schemeClr val="dk1"/>
              </a:solidFill>
              <a:ln>
                <a:noFill/>
              </a:ln>
            </p:spPr>
            <p:txBody>
              <a:bodyPr spcFirstLastPara="1" wrap="square" lIns="68550" tIns="34275" rIns="68550" bIns="34275" anchor="t" anchorCtr="0">
                <a:noAutofit/>
              </a:bodyPr>
              <a:lstStyle/>
              <a:p>
                <a:pPr marL="0" marR="0" lvl="0" indent="0" algn="l" rtl="0">
                  <a:spcBef>
                    <a:spcPts val="0"/>
                  </a:spcBef>
                  <a:spcAft>
                    <a:spcPts val="0"/>
                  </a:spcAft>
                  <a:buNone/>
                </a:pPr>
                <a:endParaRPr sz="1350">
                  <a:solidFill>
                    <a:srgbClr val="000000"/>
                  </a:solidFill>
                  <a:latin typeface="Arial"/>
                  <a:ea typeface="Arial"/>
                  <a:cs typeface="Arial"/>
                  <a:sym typeface="Arial"/>
                </a:endParaRPr>
              </a:p>
            </p:txBody>
          </p:sp>
          <p:sp>
            <p:nvSpPr>
              <p:cNvPr id="623" name="Google Shape;623;p78"/>
              <p:cNvSpPr/>
              <p:nvPr/>
            </p:nvSpPr>
            <p:spPr>
              <a:xfrm>
                <a:off x="18482319" y="3878172"/>
                <a:ext cx="11934" cy="16197"/>
              </a:xfrm>
              <a:custGeom>
                <a:avLst/>
                <a:gdLst/>
                <a:ahLst/>
                <a:cxnLst/>
                <a:rect l="l" t="t" r="r" b="b"/>
                <a:pathLst>
                  <a:path w="84" h="114" extrusionOk="0">
                    <a:moveTo>
                      <a:pt x="36" y="0"/>
                    </a:moveTo>
                    <a:lnTo>
                      <a:pt x="60" y="0"/>
                    </a:lnTo>
                    <a:lnTo>
                      <a:pt x="84" y="6"/>
                    </a:lnTo>
                    <a:lnTo>
                      <a:pt x="54" y="114"/>
                    </a:lnTo>
                    <a:lnTo>
                      <a:pt x="36" y="108"/>
                    </a:lnTo>
                    <a:lnTo>
                      <a:pt x="24" y="108"/>
                    </a:lnTo>
                    <a:lnTo>
                      <a:pt x="0" y="0"/>
                    </a:lnTo>
                    <a:lnTo>
                      <a:pt x="36" y="0"/>
                    </a:lnTo>
                    <a:close/>
                  </a:path>
                </a:pathLst>
              </a:custGeom>
              <a:solidFill>
                <a:schemeClr val="dk1"/>
              </a:solidFill>
              <a:ln>
                <a:noFill/>
              </a:ln>
            </p:spPr>
            <p:txBody>
              <a:bodyPr spcFirstLastPara="1" wrap="square" lIns="68550" tIns="34275" rIns="68550" bIns="34275" anchor="t" anchorCtr="0">
                <a:noAutofit/>
              </a:bodyPr>
              <a:lstStyle/>
              <a:p>
                <a:pPr marL="0" marR="0" lvl="0" indent="0" algn="l" rtl="0">
                  <a:spcBef>
                    <a:spcPts val="0"/>
                  </a:spcBef>
                  <a:spcAft>
                    <a:spcPts val="0"/>
                  </a:spcAft>
                  <a:buNone/>
                </a:pPr>
                <a:endParaRPr sz="1350">
                  <a:solidFill>
                    <a:srgbClr val="000000"/>
                  </a:solidFill>
                  <a:latin typeface="Arial"/>
                  <a:ea typeface="Arial"/>
                  <a:cs typeface="Arial"/>
                  <a:sym typeface="Arial"/>
                </a:endParaRPr>
              </a:p>
            </p:txBody>
          </p:sp>
          <p:sp>
            <p:nvSpPr>
              <p:cNvPr id="624" name="Google Shape;624;p78"/>
              <p:cNvSpPr/>
              <p:nvPr/>
            </p:nvSpPr>
            <p:spPr>
              <a:xfrm>
                <a:off x="18445663" y="3908860"/>
                <a:ext cx="17902" cy="15344"/>
              </a:xfrm>
              <a:custGeom>
                <a:avLst/>
                <a:gdLst/>
                <a:ahLst/>
                <a:cxnLst/>
                <a:rect l="l" t="t" r="r" b="b"/>
                <a:pathLst>
                  <a:path w="126" h="108" extrusionOk="0">
                    <a:moveTo>
                      <a:pt x="30" y="0"/>
                    </a:moveTo>
                    <a:lnTo>
                      <a:pt x="126" y="60"/>
                    </a:lnTo>
                    <a:lnTo>
                      <a:pt x="96" y="108"/>
                    </a:lnTo>
                    <a:lnTo>
                      <a:pt x="0" y="54"/>
                    </a:lnTo>
                    <a:lnTo>
                      <a:pt x="30" y="0"/>
                    </a:lnTo>
                    <a:close/>
                  </a:path>
                </a:pathLst>
              </a:custGeom>
              <a:solidFill>
                <a:schemeClr val="dk1"/>
              </a:solidFill>
              <a:ln>
                <a:noFill/>
              </a:ln>
            </p:spPr>
            <p:txBody>
              <a:bodyPr spcFirstLastPara="1" wrap="square" lIns="68550" tIns="34275" rIns="68550" bIns="34275" anchor="t" anchorCtr="0">
                <a:noAutofit/>
              </a:bodyPr>
              <a:lstStyle/>
              <a:p>
                <a:pPr marL="0" marR="0" lvl="0" indent="0" algn="l" rtl="0">
                  <a:spcBef>
                    <a:spcPts val="0"/>
                  </a:spcBef>
                  <a:spcAft>
                    <a:spcPts val="0"/>
                  </a:spcAft>
                  <a:buNone/>
                </a:pPr>
                <a:endParaRPr sz="1350">
                  <a:solidFill>
                    <a:srgbClr val="000000"/>
                  </a:solidFill>
                  <a:latin typeface="Arial"/>
                  <a:ea typeface="Arial"/>
                  <a:cs typeface="Arial"/>
                  <a:sym typeface="Arial"/>
                </a:endParaRPr>
              </a:p>
            </p:txBody>
          </p:sp>
          <p:sp>
            <p:nvSpPr>
              <p:cNvPr id="625" name="Google Shape;625;p78"/>
              <p:cNvSpPr/>
              <p:nvPr/>
            </p:nvSpPr>
            <p:spPr>
              <a:xfrm>
                <a:off x="18512155" y="3910565"/>
                <a:ext cx="17902" cy="15344"/>
              </a:xfrm>
              <a:custGeom>
                <a:avLst/>
                <a:gdLst/>
                <a:ahLst/>
                <a:cxnLst/>
                <a:rect l="l" t="t" r="r" b="b"/>
                <a:pathLst>
                  <a:path w="126" h="108" extrusionOk="0">
                    <a:moveTo>
                      <a:pt x="96" y="0"/>
                    </a:moveTo>
                    <a:lnTo>
                      <a:pt x="126" y="48"/>
                    </a:lnTo>
                    <a:lnTo>
                      <a:pt x="24" y="108"/>
                    </a:lnTo>
                    <a:lnTo>
                      <a:pt x="0" y="60"/>
                    </a:lnTo>
                    <a:lnTo>
                      <a:pt x="96" y="0"/>
                    </a:lnTo>
                    <a:close/>
                  </a:path>
                </a:pathLst>
              </a:custGeom>
              <a:solidFill>
                <a:schemeClr val="dk1"/>
              </a:solidFill>
              <a:ln>
                <a:noFill/>
              </a:ln>
            </p:spPr>
            <p:txBody>
              <a:bodyPr spcFirstLastPara="1" wrap="square" lIns="68550" tIns="34275" rIns="68550" bIns="34275" anchor="t" anchorCtr="0">
                <a:noAutofit/>
              </a:bodyPr>
              <a:lstStyle/>
              <a:p>
                <a:pPr marL="0" marR="0" lvl="0" indent="0" algn="l" rtl="0">
                  <a:spcBef>
                    <a:spcPts val="0"/>
                  </a:spcBef>
                  <a:spcAft>
                    <a:spcPts val="0"/>
                  </a:spcAft>
                  <a:buNone/>
                </a:pPr>
                <a:endParaRPr sz="1350">
                  <a:solidFill>
                    <a:srgbClr val="000000"/>
                  </a:solidFill>
                  <a:latin typeface="Arial"/>
                  <a:ea typeface="Arial"/>
                  <a:cs typeface="Arial"/>
                  <a:sym typeface="Arial"/>
                </a:endParaRPr>
              </a:p>
            </p:txBody>
          </p:sp>
          <p:sp>
            <p:nvSpPr>
              <p:cNvPr id="626" name="Google Shape;626;p78"/>
              <p:cNvSpPr/>
              <p:nvPr/>
            </p:nvSpPr>
            <p:spPr>
              <a:xfrm>
                <a:off x="18519827" y="3925057"/>
                <a:ext cx="17902" cy="14492"/>
              </a:xfrm>
              <a:custGeom>
                <a:avLst/>
                <a:gdLst/>
                <a:ahLst/>
                <a:cxnLst/>
                <a:rect l="l" t="t" r="r" b="b"/>
                <a:pathLst>
                  <a:path w="126" h="102" extrusionOk="0">
                    <a:moveTo>
                      <a:pt x="96" y="0"/>
                    </a:moveTo>
                    <a:lnTo>
                      <a:pt x="126" y="48"/>
                    </a:lnTo>
                    <a:lnTo>
                      <a:pt x="24" y="102"/>
                    </a:lnTo>
                    <a:lnTo>
                      <a:pt x="0" y="54"/>
                    </a:lnTo>
                    <a:lnTo>
                      <a:pt x="96" y="0"/>
                    </a:lnTo>
                    <a:close/>
                  </a:path>
                </a:pathLst>
              </a:custGeom>
              <a:solidFill>
                <a:schemeClr val="dk1"/>
              </a:solidFill>
              <a:ln>
                <a:noFill/>
              </a:ln>
            </p:spPr>
            <p:txBody>
              <a:bodyPr spcFirstLastPara="1" wrap="square" lIns="68550" tIns="34275" rIns="68550" bIns="34275" anchor="t" anchorCtr="0">
                <a:noAutofit/>
              </a:bodyPr>
              <a:lstStyle/>
              <a:p>
                <a:pPr marL="0" marR="0" lvl="0" indent="0" algn="l" rtl="0">
                  <a:spcBef>
                    <a:spcPts val="0"/>
                  </a:spcBef>
                  <a:spcAft>
                    <a:spcPts val="0"/>
                  </a:spcAft>
                  <a:buNone/>
                </a:pPr>
                <a:endParaRPr sz="1350">
                  <a:solidFill>
                    <a:srgbClr val="000000"/>
                  </a:solidFill>
                  <a:latin typeface="Arial"/>
                  <a:ea typeface="Arial"/>
                  <a:cs typeface="Arial"/>
                  <a:sym typeface="Arial"/>
                </a:endParaRPr>
              </a:p>
            </p:txBody>
          </p:sp>
          <p:sp>
            <p:nvSpPr>
              <p:cNvPr id="627" name="Google Shape;627;p78"/>
              <p:cNvSpPr/>
              <p:nvPr/>
            </p:nvSpPr>
            <p:spPr>
              <a:xfrm>
                <a:off x="18494252" y="3884139"/>
                <a:ext cx="16197" cy="17049"/>
              </a:xfrm>
              <a:custGeom>
                <a:avLst/>
                <a:gdLst/>
                <a:ahLst/>
                <a:cxnLst/>
                <a:rect l="l" t="t" r="r" b="b"/>
                <a:pathLst>
                  <a:path w="114" h="120" extrusionOk="0">
                    <a:moveTo>
                      <a:pt x="66" y="0"/>
                    </a:moveTo>
                    <a:lnTo>
                      <a:pt x="90" y="18"/>
                    </a:lnTo>
                    <a:lnTo>
                      <a:pt x="114" y="42"/>
                    </a:lnTo>
                    <a:lnTo>
                      <a:pt x="36" y="120"/>
                    </a:lnTo>
                    <a:lnTo>
                      <a:pt x="18" y="102"/>
                    </a:lnTo>
                    <a:lnTo>
                      <a:pt x="0" y="90"/>
                    </a:lnTo>
                    <a:lnTo>
                      <a:pt x="66" y="0"/>
                    </a:lnTo>
                    <a:close/>
                  </a:path>
                </a:pathLst>
              </a:custGeom>
              <a:solidFill>
                <a:schemeClr val="dk1"/>
              </a:solidFill>
              <a:ln>
                <a:noFill/>
              </a:ln>
            </p:spPr>
            <p:txBody>
              <a:bodyPr spcFirstLastPara="1" wrap="square" lIns="68550" tIns="34275" rIns="68550" bIns="34275" anchor="t" anchorCtr="0">
                <a:noAutofit/>
              </a:bodyPr>
              <a:lstStyle/>
              <a:p>
                <a:pPr marL="0" marR="0" lvl="0" indent="0" algn="l" rtl="0">
                  <a:spcBef>
                    <a:spcPts val="0"/>
                  </a:spcBef>
                  <a:spcAft>
                    <a:spcPts val="0"/>
                  </a:spcAft>
                  <a:buNone/>
                </a:pPr>
                <a:endParaRPr sz="1350">
                  <a:solidFill>
                    <a:srgbClr val="000000"/>
                  </a:solidFill>
                  <a:latin typeface="Arial"/>
                  <a:ea typeface="Arial"/>
                  <a:cs typeface="Arial"/>
                  <a:sym typeface="Arial"/>
                </a:endParaRPr>
              </a:p>
            </p:txBody>
          </p:sp>
          <p:sp>
            <p:nvSpPr>
              <p:cNvPr id="628" name="Google Shape;628;p78"/>
              <p:cNvSpPr/>
              <p:nvPr/>
            </p:nvSpPr>
            <p:spPr>
              <a:xfrm>
                <a:off x="18503630" y="3896926"/>
                <a:ext cx="17902" cy="15344"/>
              </a:xfrm>
              <a:custGeom>
                <a:avLst/>
                <a:gdLst/>
                <a:ahLst/>
                <a:cxnLst/>
                <a:rect l="l" t="t" r="r" b="b"/>
                <a:pathLst>
                  <a:path w="126" h="108" extrusionOk="0">
                    <a:moveTo>
                      <a:pt x="90" y="0"/>
                    </a:moveTo>
                    <a:lnTo>
                      <a:pt x="108" y="24"/>
                    </a:lnTo>
                    <a:lnTo>
                      <a:pt x="126" y="48"/>
                    </a:lnTo>
                    <a:lnTo>
                      <a:pt x="30" y="108"/>
                    </a:lnTo>
                    <a:lnTo>
                      <a:pt x="12" y="90"/>
                    </a:lnTo>
                    <a:lnTo>
                      <a:pt x="0" y="66"/>
                    </a:lnTo>
                    <a:lnTo>
                      <a:pt x="90" y="0"/>
                    </a:lnTo>
                    <a:close/>
                  </a:path>
                </a:pathLst>
              </a:custGeom>
              <a:solidFill>
                <a:schemeClr val="dk1"/>
              </a:solidFill>
              <a:ln>
                <a:noFill/>
              </a:ln>
            </p:spPr>
            <p:txBody>
              <a:bodyPr spcFirstLastPara="1" wrap="square" lIns="68550" tIns="34275" rIns="68550" bIns="34275" anchor="t" anchorCtr="0">
                <a:noAutofit/>
              </a:bodyPr>
              <a:lstStyle/>
              <a:p>
                <a:pPr marL="0" marR="0" lvl="0" indent="0" algn="l" rtl="0">
                  <a:spcBef>
                    <a:spcPts val="0"/>
                  </a:spcBef>
                  <a:spcAft>
                    <a:spcPts val="0"/>
                  </a:spcAft>
                  <a:buNone/>
                </a:pPr>
                <a:endParaRPr sz="1350">
                  <a:solidFill>
                    <a:srgbClr val="000000"/>
                  </a:solidFill>
                  <a:latin typeface="Arial"/>
                  <a:ea typeface="Arial"/>
                  <a:cs typeface="Arial"/>
                  <a:sym typeface="Arial"/>
                </a:endParaRPr>
              </a:p>
            </p:txBody>
          </p:sp>
          <p:sp>
            <p:nvSpPr>
              <p:cNvPr id="629" name="Google Shape;629;p78"/>
              <p:cNvSpPr/>
              <p:nvPr/>
            </p:nvSpPr>
            <p:spPr>
              <a:xfrm>
                <a:off x="18354448" y="3988139"/>
                <a:ext cx="17902" cy="15344"/>
              </a:xfrm>
              <a:custGeom>
                <a:avLst/>
                <a:gdLst/>
                <a:ahLst/>
                <a:cxnLst/>
                <a:rect l="l" t="t" r="r" b="b"/>
                <a:pathLst>
                  <a:path w="126" h="108" extrusionOk="0">
                    <a:moveTo>
                      <a:pt x="90" y="0"/>
                    </a:moveTo>
                    <a:lnTo>
                      <a:pt x="126" y="42"/>
                    </a:lnTo>
                    <a:lnTo>
                      <a:pt x="36" y="108"/>
                    </a:lnTo>
                    <a:lnTo>
                      <a:pt x="18" y="90"/>
                    </a:lnTo>
                    <a:lnTo>
                      <a:pt x="0" y="60"/>
                    </a:lnTo>
                    <a:lnTo>
                      <a:pt x="90" y="0"/>
                    </a:lnTo>
                    <a:close/>
                  </a:path>
                </a:pathLst>
              </a:custGeom>
              <a:solidFill>
                <a:schemeClr val="dk1"/>
              </a:solidFill>
              <a:ln>
                <a:noFill/>
              </a:ln>
            </p:spPr>
            <p:txBody>
              <a:bodyPr spcFirstLastPara="1" wrap="square" lIns="68550" tIns="34275" rIns="68550" bIns="34275" anchor="t" anchorCtr="0">
                <a:noAutofit/>
              </a:bodyPr>
              <a:lstStyle/>
              <a:p>
                <a:pPr marL="0" marR="0" lvl="0" indent="0" algn="l" rtl="0">
                  <a:spcBef>
                    <a:spcPts val="0"/>
                  </a:spcBef>
                  <a:spcAft>
                    <a:spcPts val="0"/>
                  </a:spcAft>
                  <a:buNone/>
                </a:pPr>
                <a:endParaRPr sz="1350">
                  <a:solidFill>
                    <a:srgbClr val="000000"/>
                  </a:solidFill>
                  <a:latin typeface="Arial"/>
                  <a:ea typeface="Arial"/>
                  <a:cs typeface="Arial"/>
                  <a:sym typeface="Arial"/>
                </a:endParaRPr>
              </a:p>
            </p:txBody>
          </p:sp>
          <p:sp>
            <p:nvSpPr>
              <p:cNvPr id="630" name="Google Shape;630;p78"/>
              <p:cNvSpPr/>
              <p:nvPr/>
            </p:nvSpPr>
            <p:spPr>
              <a:xfrm>
                <a:off x="18411564" y="3976204"/>
                <a:ext cx="17902" cy="15344"/>
              </a:xfrm>
              <a:custGeom>
                <a:avLst/>
                <a:gdLst/>
                <a:ahLst/>
                <a:cxnLst/>
                <a:rect l="l" t="t" r="r" b="b"/>
                <a:pathLst>
                  <a:path w="126" h="108" extrusionOk="0">
                    <a:moveTo>
                      <a:pt x="30" y="0"/>
                    </a:moveTo>
                    <a:lnTo>
                      <a:pt x="126" y="60"/>
                    </a:lnTo>
                    <a:lnTo>
                      <a:pt x="96" y="108"/>
                    </a:lnTo>
                    <a:lnTo>
                      <a:pt x="0" y="48"/>
                    </a:lnTo>
                    <a:lnTo>
                      <a:pt x="30" y="0"/>
                    </a:lnTo>
                    <a:close/>
                  </a:path>
                </a:pathLst>
              </a:custGeom>
              <a:solidFill>
                <a:schemeClr val="dk1"/>
              </a:solidFill>
              <a:ln>
                <a:noFill/>
              </a:ln>
            </p:spPr>
            <p:txBody>
              <a:bodyPr spcFirstLastPara="1" wrap="square" lIns="68550" tIns="34275" rIns="68550" bIns="34275" anchor="t" anchorCtr="0">
                <a:noAutofit/>
              </a:bodyPr>
              <a:lstStyle/>
              <a:p>
                <a:pPr marL="0" marR="0" lvl="0" indent="0" algn="l" rtl="0">
                  <a:spcBef>
                    <a:spcPts val="0"/>
                  </a:spcBef>
                  <a:spcAft>
                    <a:spcPts val="0"/>
                  </a:spcAft>
                  <a:buNone/>
                </a:pPr>
                <a:endParaRPr sz="1350">
                  <a:solidFill>
                    <a:srgbClr val="000000"/>
                  </a:solidFill>
                  <a:latin typeface="Arial"/>
                  <a:ea typeface="Arial"/>
                  <a:cs typeface="Arial"/>
                  <a:sym typeface="Arial"/>
                </a:endParaRPr>
              </a:p>
            </p:txBody>
          </p:sp>
          <p:sp>
            <p:nvSpPr>
              <p:cNvPr id="631" name="Google Shape;631;p78"/>
              <p:cNvSpPr/>
              <p:nvPr/>
            </p:nvSpPr>
            <p:spPr>
              <a:xfrm>
                <a:off x="18403892" y="3989844"/>
                <a:ext cx="17049" cy="15344"/>
              </a:xfrm>
              <a:custGeom>
                <a:avLst/>
                <a:gdLst/>
                <a:ahLst/>
                <a:cxnLst/>
                <a:rect l="l" t="t" r="r" b="b"/>
                <a:pathLst>
                  <a:path w="120" h="108" extrusionOk="0">
                    <a:moveTo>
                      <a:pt x="30" y="0"/>
                    </a:moveTo>
                    <a:lnTo>
                      <a:pt x="120" y="60"/>
                    </a:lnTo>
                    <a:lnTo>
                      <a:pt x="84" y="108"/>
                    </a:lnTo>
                    <a:lnTo>
                      <a:pt x="0" y="42"/>
                    </a:lnTo>
                    <a:lnTo>
                      <a:pt x="12" y="18"/>
                    </a:lnTo>
                    <a:lnTo>
                      <a:pt x="30" y="0"/>
                    </a:lnTo>
                    <a:close/>
                  </a:path>
                </a:pathLst>
              </a:custGeom>
              <a:solidFill>
                <a:schemeClr val="dk1"/>
              </a:solidFill>
              <a:ln>
                <a:noFill/>
              </a:ln>
            </p:spPr>
            <p:txBody>
              <a:bodyPr spcFirstLastPara="1" wrap="square" lIns="68550" tIns="34275" rIns="68550" bIns="34275" anchor="t" anchorCtr="0">
                <a:noAutofit/>
              </a:bodyPr>
              <a:lstStyle/>
              <a:p>
                <a:pPr marL="0" marR="0" lvl="0" indent="0" algn="l" rtl="0">
                  <a:spcBef>
                    <a:spcPts val="0"/>
                  </a:spcBef>
                  <a:spcAft>
                    <a:spcPts val="0"/>
                  </a:spcAft>
                  <a:buNone/>
                </a:pPr>
                <a:endParaRPr sz="1350">
                  <a:solidFill>
                    <a:srgbClr val="000000"/>
                  </a:solidFill>
                  <a:latin typeface="Arial"/>
                  <a:ea typeface="Arial"/>
                  <a:cs typeface="Arial"/>
                  <a:sym typeface="Arial"/>
                </a:endParaRPr>
              </a:p>
            </p:txBody>
          </p:sp>
          <p:sp>
            <p:nvSpPr>
              <p:cNvPr id="632" name="Google Shape;632;p78"/>
              <p:cNvSpPr/>
              <p:nvPr/>
            </p:nvSpPr>
            <p:spPr>
              <a:xfrm>
                <a:off x="18393663" y="4000925"/>
                <a:ext cx="16197" cy="17049"/>
              </a:xfrm>
              <a:custGeom>
                <a:avLst/>
                <a:gdLst/>
                <a:ahLst/>
                <a:cxnLst/>
                <a:rect l="l" t="t" r="r" b="b"/>
                <a:pathLst>
                  <a:path w="114" h="120" extrusionOk="0">
                    <a:moveTo>
                      <a:pt x="36" y="0"/>
                    </a:moveTo>
                    <a:lnTo>
                      <a:pt x="114" y="78"/>
                    </a:lnTo>
                    <a:lnTo>
                      <a:pt x="90" y="102"/>
                    </a:lnTo>
                    <a:lnTo>
                      <a:pt x="66" y="120"/>
                    </a:lnTo>
                    <a:lnTo>
                      <a:pt x="0" y="30"/>
                    </a:lnTo>
                    <a:lnTo>
                      <a:pt x="18" y="18"/>
                    </a:lnTo>
                    <a:lnTo>
                      <a:pt x="36" y="0"/>
                    </a:lnTo>
                    <a:close/>
                  </a:path>
                </a:pathLst>
              </a:custGeom>
              <a:solidFill>
                <a:schemeClr val="dk1"/>
              </a:solidFill>
              <a:ln>
                <a:noFill/>
              </a:ln>
            </p:spPr>
            <p:txBody>
              <a:bodyPr spcFirstLastPara="1" wrap="square" lIns="68550" tIns="34275" rIns="68550" bIns="34275" anchor="t" anchorCtr="0">
                <a:noAutofit/>
              </a:bodyPr>
              <a:lstStyle/>
              <a:p>
                <a:pPr marL="0" marR="0" lvl="0" indent="0" algn="l" rtl="0">
                  <a:spcBef>
                    <a:spcPts val="0"/>
                  </a:spcBef>
                  <a:spcAft>
                    <a:spcPts val="0"/>
                  </a:spcAft>
                  <a:buNone/>
                </a:pPr>
                <a:endParaRPr sz="1350">
                  <a:solidFill>
                    <a:srgbClr val="000000"/>
                  </a:solidFill>
                  <a:latin typeface="Arial"/>
                  <a:ea typeface="Arial"/>
                  <a:cs typeface="Arial"/>
                  <a:sym typeface="Arial"/>
                </a:endParaRPr>
              </a:p>
            </p:txBody>
          </p:sp>
          <p:sp>
            <p:nvSpPr>
              <p:cNvPr id="633" name="Google Shape;633;p78"/>
              <p:cNvSpPr/>
              <p:nvPr/>
            </p:nvSpPr>
            <p:spPr>
              <a:xfrm>
                <a:off x="18345923" y="3975352"/>
                <a:ext cx="17902" cy="14492"/>
              </a:xfrm>
              <a:custGeom>
                <a:avLst/>
                <a:gdLst/>
                <a:ahLst/>
                <a:cxnLst/>
                <a:rect l="l" t="t" r="r" b="b"/>
                <a:pathLst>
                  <a:path w="126" h="102" extrusionOk="0">
                    <a:moveTo>
                      <a:pt x="96" y="0"/>
                    </a:moveTo>
                    <a:lnTo>
                      <a:pt x="126" y="48"/>
                    </a:lnTo>
                    <a:lnTo>
                      <a:pt x="30" y="102"/>
                    </a:lnTo>
                    <a:lnTo>
                      <a:pt x="0" y="54"/>
                    </a:lnTo>
                    <a:lnTo>
                      <a:pt x="96" y="0"/>
                    </a:lnTo>
                    <a:close/>
                  </a:path>
                </a:pathLst>
              </a:custGeom>
              <a:solidFill>
                <a:schemeClr val="dk1"/>
              </a:solidFill>
              <a:ln>
                <a:noFill/>
              </a:ln>
            </p:spPr>
            <p:txBody>
              <a:bodyPr spcFirstLastPara="1" wrap="square" lIns="68550" tIns="34275" rIns="68550" bIns="34275" anchor="t" anchorCtr="0">
                <a:noAutofit/>
              </a:bodyPr>
              <a:lstStyle/>
              <a:p>
                <a:pPr marL="0" marR="0" lvl="0" indent="0" algn="l" rtl="0">
                  <a:spcBef>
                    <a:spcPts val="0"/>
                  </a:spcBef>
                  <a:spcAft>
                    <a:spcPts val="0"/>
                  </a:spcAft>
                  <a:buNone/>
                </a:pPr>
                <a:endParaRPr sz="1350">
                  <a:solidFill>
                    <a:srgbClr val="000000"/>
                  </a:solidFill>
                  <a:latin typeface="Arial"/>
                  <a:ea typeface="Arial"/>
                  <a:cs typeface="Arial"/>
                  <a:sym typeface="Arial"/>
                </a:endParaRPr>
              </a:p>
            </p:txBody>
          </p:sp>
          <p:sp>
            <p:nvSpPr>
              <p:cNvPr id="634" name="Google Shape;634;p78"/>
              <p:cNvSpPr/>
              <p:nvPr/>
            </p:nvSpPr>
            <p:spPr>
              <a:xfrm>
                <a:off x="18364678" y="4000073"/>
                <a:ext cx="16197" cy="17049"/>
              </a:xfrm>
              <a:custGeom>
                <a:avLst/>
                <a:gdLst/>
                <a:ahLst/>
                <a:cxnLst/>
                <a:rect l="l" t="t" r="r" b="b"/>
                <a:pathLst>
                  <a:path w="114" h="120" extrusionOk="0">
                    <a:moveTo>
                      <a:pt x="84" y="0"/>
                    </a:moveTo>
                    <a:lnTo>
                      <a:pt x="102" y="18"/>
                    </a:lnTo>
                    <a:lnTo>
                      <a:pt x="114" y="30"/>
                    </a:lnTo>
                    <a:lnTo>
                      <a:pt x="48" y="120"/>
                    </a:lnTo>
                    <a:lnTo>
                      <a:pt x="24" y="96"/>
                    </a:lnTo>
                    <a:lnTo>
                      <a:pt x="0" y="72"/>
                    </a:lnTo>
                    <a:lnTo>
                      <a:pt x="84" y="0"/>
                    </a:lnTo>
                    <a:close/>
                  </a:path>
                </a:pathLst>
              </a:custGeom>
              <a:solidFill>
                <a:schemeClr val="dk1"/>
              </a:solidFill>
              <a:ln>
                <a:noFill/>
              </a:ln>
            </p:spPr>
            <p:txBody>
              <a:bodyPr spcFirstLastPara="1" wrap="square" lIns="68550" tIns="34275" rIns="68550" bIns="34275" anchor="t" anchorCtr="0">
                <a:noAutofit/>
              </a:bodyPr>
              <a:lstStyle/>
              <a:p>
                <a:pPr marL="0" marR="0" lvl="0" indent="0" algn="l" rtl="0">
                  <a:spcBef>
                    <a:spcPts val="0"/>
                  </a:spcBef>
                  <a:spcAft>
                    <a:spcPts val="0"/>
                  </a:spcAft>
                  <a:buNone/>
                </a:pPr>
                <a:endParaRPr sz="1350">
                  <a:solidFill>
                    <a:srgbClr val="000000"/>
                  </a:solidFill>
                  <a:latin typeface="Arial"/>
                  <a:ea typeface="Arial"/>
                  <a:cs typeface="Arial"/>
                  <a:sym typeface="Arial"/>
                </a:endParaRPr>
              </a:p>
            </p:txBody>
          </p:sp>
          <p:sp>
            <p:nvSpPr>
              <p:cNvPr id="635" name="Google Shape;635;p78"/>
              <p:cNvSpPr/>
              <p:nvPr/>
            </p:nvSpPr>
            <p:spPr>
              <a:xfrm>
                <a:off x="18380875" y="4006893"/>
                <a:ext cx="11934" cy="16197"/>
              </a:xfrm>
              <a:custGeom>
                <a:avLst/>
                <a:gdLst/>
                <a:ahLst/>
                <a:cxnLst/>
                <a:rect l="l" t="t" r="r" b="b"/>
                <a:pathLst>
                  <a:path w="84" h="114" extrusionOk="0">
                    <a:moveTo>
                      <a:pt x="36" y="0"/>
                    </a:moveTo>
                    <a:lnTo>
                      <a:pt x="48" y="0"/>
                    </a:lnTo>
                    <a:lnTo>
                      <a:pt x="60" y="0"/>
                    </a:lnTo>
                    <a:lnTo>
                      <a:pt x="84" y="108"/>
                    </a:lnTo>
                    <a:lnTo>
                      <a:pt x="54" y="114"/>
                    </a:lnTo>
                    <a:lnTo>
                      <a:pt x="24" y="108"/>
                    </a:lnTo>
                    <a:lnTo>
                      <a:pt x="0" y="108"/>
                    </a:lnTo>
                    <a:lnTo>
                      <a:pt x="36" y="0"/>
                    </a:lnTo>
                    <a:close/>
                  </a:path>
                </a:pathLst>
              </a:custGeom>
              <a:solidFill>
                <a:schemeClr val="dk1"/>
              </a:solidFill>
              <a:ln>
                <a:noFill/>
              </a:ln>
            </p:spPr>
            <p:txBody>
              <a:bodyPr spcFirstLastPara="1" wrap="square" lIns="68550" tIns="34275" rIns="68550" bIns="34275" anchor="t" anchorCtr="0">
                <a:noAutofit/>
              </a:bodyPr>
              <a:lstStyle/>
              <a:p>
                <a:pPr marL="0" marR="0" lvl="0" indent="0" algn="l" rtl="0">
                  <a:spcBef>
                    <a:spcPts val="0"/>
                  </a:spcBef>
                  <a:spcAft>
                    <a:spcPts val="0"/>
                  </a:spcAft>
                  <a:buNone/>
                </a:pPr>
                <a:endParaRPr sz="1350">
                  <a:solidFill>
                    <a:srgbClr val="000000"/>
                  </a:solidFill>
                  <a:latin typeface="Arial"/>
                  <a:ea typeface="Arial"/>
                  <a:cs typeface="Arial"/>
                  <a:sym typeface="Arial"/>
                </a:endParaRPr>
              </a:p>
            </p:txBody>
          </p:sp>
          <p:sp>
            <p:nvSpPr>
              <p:cNvPr id="636" name="Google Shape;636;p78"/>
              <p:cNvSpPr/>
              <p:nvPr/>
            </p:nvSpPr>
            <p:spPr>
              <a:xfrm>
                <a:off x="18316941" y="3878172"/>
                <a:ext cx="240391" cy="144064"/>
              </a:xfrm>
              <a:custGeom>
                <a:avLst/>
                <a:gdLst/>
                <a:ahLst/>
                <a:cxnLst/>
                <a:rect l="l" t="t" r="r" b="b"/>
                <a:pathLst>
                  <a:path w="1692" h="1014" extrusionOk="0">
                    <a:moveTo>
                      <a:pt x="924" y="534"/>
                    </a:moveTo>
                    <a:lnTo>
                      <a:pt x="972" y="654"/>
                    </a:lnTo>
                    <a:lnTo>
                      <a:pt x="1026" y="756"/>
                    </a:lnTo>
                    <a:lnTo>
                      <a:pt x="1080" y="834"/>
                    </a:lnTo>
                    <a:lnTo>
                      <a:pt x="1134" y="876"/>
                    </a:lnTo>
                    <a:lnTo>
                      <a:pt x="1188" y="894"/>
                    </a:lnTo>
                    <a:lnTo>
                      <a:pt x="1188" y="894"/>
                    </a:lnTo>
                    <a:lnTo>
                      <a:pt x="1206" y="894"/>
                    </a:lnTo>
                    <a:lnTo>
                      <a:pt x="1236" y="882"/>
                    </a:lnTo>
                    <a:lnTo>
                      <a:pt x="1272" y="858"/>
                    </a:lnTo>
                    <a:lnTo>
                      <a:pt x="1314" y="816"/>
                    </a:lnTo>
                    <a:lnTo>
                      <a:pt x="1362" y="750"/>
                    </a:lnTo>
                    <a:lnTo>
                      <a:pt x="1410" y="660"/>
                    </a:lnTo>
                    <a:lnTo>
                      <a:pt x="1464" y="534"/>
                    </a:lnTo>
                    <a:lnTo>
                      <a:pt x="924" y="534"/>
                    </a:lnTo>
                    <a:close/>
                    <a:moveTo>
                      <a:pt x="504" y="120"/>
                    </a:moveTo>
                    <a:lnTo>
                      <a:pt x="444" y="138"/>
                    </a:lnTo>
                    <a:lnTo>
                      <a:pt x="390" y="180"/>
                    </a:lnTo>
                    <a:lnTo>
                      <a:pt x="336" y="252"/>
                    </a:lnTo>
                    <a:lnTo>
                      <a:pt x="282" y="354"/>
                    </a:lnTo>
                    <a:lnTo>
                      <a:pt x="234" y="474"/>
                    </a:lnTo>
                    <a:lnTo>
                      <a:pt x="780" y="474"/>
                    </a:lnTo>
                    <a:lnTo>
                      <a:pt x="732" y="348"/>
                    </a:lnTo>
                    <a:lnTo>
                      <a:pt x="678" y="252"/>
                    </a:lnTo>
                    <a:lnTo>
                      <a:pt x="624" y="180"/>
                    </a:lnTo>
                    <a:lnTo>
                      <a:pt x="564" y="132"/>
                    </a:lnTo>
                    <a:lnTo>
                      <a:pt x="504" y="120"/>
                    </a:lnTo>
                    <a:lnTo>
                      <a:pt x="504" y="120"/>
                    </a:lnTo>
                    <a:close/>
                    <a:moveTo>
                      <a:pt x="504" y="0"/>
                    </a:moveTo>
                    <a:lnTo>
                      <a:pt x="588" y="12"/>
                    </a:lnTo>
                    <a:lnTo>
                      <a:pt x="660" y="54"/>
                    </a:lnTo>
                    <a:lnTo>
                      <a:pt x="720" y="114"/>
                    </a:lnTo>
                    <a:lnTo>
                      <a:pt x="774" y="186"/>
                    </a:lnTo>
                    <a:lnTo>
                      <a:pt x="822" y="270"/>
                    </a:lnTo>
                    <a:lnTo>
                      <a:pt x="858" y="354"/>
                    </a:lnTo>
                    <a:lnTo>
                      <a:pt x="882" y="318"/>
                    </a:lnTo>
                    <a:lnTo>
                      <a:pt x="978" y="372"/>
                    </a:lnTo>
                    <a:lnTo>
                      <a:pt x="954" y="420"/>
                    </a:lnTo>
                    <a:lnTo>
                      <a:pt x="870" y="378"/>
                    </a:lnTo>
                    <a:lnTo>
                      <a:pt x="882" y="414"/>
                    </a:lnTo>
                    <a:lnTo>
                      <a:pt x="900" y="456"/>
                    </a:lnTo>
                    <a:lnTo>
                      <a:pt x="924" y="468"/>
                    </a:lnTo>
                    <a:lnTo>
                      <a:pt x="924" y="474"/>
                    </a:lnTo>
                    <a:lnTo>
                      <a:pt x="1494" y="474"/>
                    </a:lnTo>
                    <a:lnTo>
                      <a:pt x="1578" y="432"/>
                    </a:lnTo>
                    <a:lnTo>
                      <a:pt x="1596" y="474"/>
                    </a:lnTo>
                    <a:lnTo>
                      <a:pt x="1662" y="474"/>
                    </a:lnTo>
                    <a:lnTo>
                      <a:pt x="1680" y="474"/>
                    </a:lnTo>
                    <a:lnTo>
                      <a:pt x="1686" y="486"/>
                    </a:lnTo>
                    <a:lnTo>
                      <a:pt x="1692" y="498"/>
                    </a:lnTo>
                    <a:lnTo>
                      <a:pt x="1686" y="516"/>
                    </a:lnTo>
                    <a:lnTo>
                      <a:pt x="1680" y="528"/>
                    </a:lnTo>
                    <a:lnTo>
                      <a:pt x="1662" y="534"/>
                    </a:lnTo>
                    <a:lnTo>
                      <a:pt x="1584" y="534"/>
                    </a:lnTo>
                    <a:lnTo>
                      <a:pt x="1518" y="702"/>
                    </a:lnTo>
                    <a:lnTo>
                      <a:pt x="1446" y="840"/>
                    </a:lnTo>
                    <a:lnTo>
                      <a:pt x="1368" y="936"/>
                    </a:lnTo>
                    <a:lnTo>
                      <a:pt x="1278" y="996"/>
                    </a:lnTo>
                    <a:lnTo>
                      <a:pt x="1188" y="1014"/>
                    </a:lnTo>
                    <a:lnTo>
                      <a:pt x="1188" y="1014"/>
                    </a:lnTo>
                    <a:lnTo>
                      <a:pt x="1134" y="1008"/>
                    </a:lnTo>
                    <a:lnTo>
                      <a:pt x="1080" y="984"/>
                    </a:lnTo>
                    <a:lnTo>
                      <a:pt x="1026" y="942"/>
                    </a:lnTo>
                    <a:lnTo>
                      <a:pt x="966" y="876"/>
                    </a:lnTo>
                    <a:lnTo>
                      <a:pt x="900" y="786"/>
                    </a:lnTo>
                    <a:lnTo>
                      <a:pt x="846" y="660"/>
                    </a:lnTo>
                    <a:lnTo>
                      <a:pt x="822" y="702"/>
                    </a:lnTo>
                    <a:lnTo>
                      <a:pt x="726" y="648"/>
                    </a:lnTo>
                    <a:lnTo>
                      <a:pt x="750" y="600"/>
                    </a:lnTo>
                    <a:lnTo>
                      <a:pt x="840" y="642"/>
                    </a:lnTo>
                    <a:lnTo>
                      <a:pt x="822" y="606"/>
                    </a:lnTo>
                    <a:lnTo>
                      <a:pt x="810" y="564"/>
                    </a:lnTo>
                    <a:lnTo>
                      <a:pt x="774" y="546"/>
                    </a:lnTo>
                    <a:lnTo>
                      <a:pt x="786" y="534"/>
                    </a:lnTo>
                    <a:lnTo>
                      <a:pt x="222" y="534"/>
                    </a:lnTo>
                    <a:lnTo>
                      <a:pt x="222" y="540"/>
                    </a:lnTo>
                    <a:lnTo>
                      <a:pt x="126" y="588"/>
                    </a:lnTo>
                    <a:lnTo>
                      <a:pt x="102" y="534"/>
                    </a:lnTo>
                    <a:lnTo>
                      <a:pt x="114" y="534"/>
                    </a:lnTo>
                    <a:lnTo>
                      <a:pt x="30" y="534"/>
                    </a:lnTo>
                    <a:lnTo>
                      <a:pt x="18" y="528"/>
                    </a:lnTo>
                    <a:lnTo>
                      <a:pt x="6" y="516"/>
                    </a:lnTo>
                    <a:lnTo>
                      <a:pt x="0" y="498"/>
                    </a:lnTo>
                    <a:lnTo>
                      <a:pt x="6" y="486"/>
                    </a:lnTo>
                    <a:lnTo>
                      <a:pt x="18" y="474"/>
                    </a:lnTo>
                    <a:lnTo>
                      <a:pt x="30" y="474"/>
                    </a:lnTo>
                    <a:lnTo>
                      <a:pt x="114" y="474"/>
                    </a:lnTo>
                    <a:lnTo>
                      <a:pt x="174" y="306"/>
                    </a:lnTo>
                    <a:lnTo>
                      <a:pt x="240" y="180"/>
                    </a:lnTo>
                    <a:lnTo>
                      <a:pt x="324" y="78"/>
                    </a:lnTo>
                    <a:lnTo>
                      <a:pt x="408" y="24"/>
                    </a:lnTo>
                    <a:lnTo>
                      <a:pt x="504" y="0"/>
                    </a:lnTo>
                    <a:close/>
                  </a:path>
                </a:pathLst>
              </a:custGeom>
              <a:solidFill>
                <a:schemeClr val="dk1"/>
              </a:solidFill>
              <a:ln>
                <a:noFill/>
              </a:ln>
            </p:spPr>
            <p:txBody>
              <a:bodyPr spcFirstLastPara="1" wrap="square" lIns="68550" tIns="34275" rIns="68550" bIns="34275" anchor="t" anchorCtr="0">
                <a:noAutofit/>
              </a:bodyPr>
              <a:lstStyle/>
              <a:p>
                <a:pPr marL="0" marR="0" lvl="0" indent="0" algn="l" rtl="0">
                  <a:spcBef>
                    <a:spcPts val="0"/>
                  </a:spcBef>
                  <a:spcAft>
                    <a:spcPts val="0"/>
                  </a:spcAft>
                  <a:buNone/>
                </a:pPr>
                <a:endParaRPr sz="1350">
                  <a:solidFill>
                    <a:srgbClr val="000000"/>
                  </a:solidFill>
                  <a:latin typeface="Arial"/>
                  <a:ea typeface="Arial"/>
                  <a:cs typeface="Arial"/>
                  <a:sym typeface="Arial"/>
                </a:endParaRPr>
              </a:p>
            </p:txBody>
          </p:sp>
        </p:grpSp>
        <p:sp>
          <p:nvSpPr>
            <p:cNvPr id="637" name="Google Shape;637;p78"/>
            <p:cNvSpPr/>
            <p:nvPr/>
          </p:nvSpPr>
          <p:spPr>
            <a:xfrm>
              <a:off x="5100546" y="1109442"/>
              <a:ext cx="102736" cy="184224"/>
            </a:xfrm>
            <a:custGeom>
              <a:avLst/>
              <a:gdLst/>
              <a:ahLst/>
              <a:cxnLst/>
              <a:rect l="l" t="t" r="r" b="b"/>
              <a:pathLst>
                <a:path w="964" h="1906" extrusionOk="0">
                  <a:moveTo>
                    <a:pt x="149" y="0"/>
                  </a:moveTo>
                  <a:lnTo>
                    <a:pt x="816" y="0"/>
                  </a:lnTo>
                  <a:lnTo>
                    <a:pt x="830" y="1"/>
                  </a:lnTo>
                  <a:lnTo>
                    <a:pt x="845" y="3"/>
                  </a:lnTo>
                  <a:lnTo>
                    <a:pt x="860" y="7"/>
                  </a:lnTo>
                  <a:lnTo>
                    <a:pt x="873" y="11"/>
                  </a:lnTo>
                  <a:lnTo>
                    <a:pt x="886" y="18"/>
                  </a:lnTo>
                  <a:lnTo>
                    <a:pt x="898" y="26"/>
                  </a:lnTo>
                  <a:lnTo>
                    <a:pt x="909" y="34"/>
                  </a:lnTo>
                  <a:lnTo>
                    <a:pt x="921" y="44"/>
                  </a:lnTo>
                  <a:lnTo>
                    <a:pt x="930" y="54"/>
                  </a:lnTo>
                  <a:lnTo>
                    <a:pt x="939" y="65"/>
                  </a:lnTo>
                  <a:lnTo>
                    <a:pt x="947" y="78"/>
                  </a:lnTo>
                  <a:lnTo>
                    <a:pt x="952" y="90"/>
                  </a:lnTo>
                  <a:lnTo>
                    <a:pt x="958" y="105"/>
                  </a:lnTo>
                  <a:lnTo>
                    <a:pt x="961" y="118"/>
                  </a:lnTo>
                  <a:lnTo>
                    <a:pt x="964" y="133"/>
                  </a:lnTo>
                  <a:lnTo>
                    <a:pt x="964" y="149"/>
                  </a:lnTo>
                  <a:lnTo>
                    <a:pt x="964" y="1758"/>
                  </a:lnTo>
                  <a:lnTo>
                    <a:pt x="964" y="1773"/>
                  </a:lnTo>
                  <a:lnTo>
                    <a:pt x="961" y="1788"/>
                  </a:lnTo>
                  <a:lnTo>
                    <a:pt x="958" y="1802"/>
                  </a:lnTo>
                  <a:lnTo>
                    <a:pt x="952" y="1816"/>
                  </a:lnTo>
                  <a:lnTo>
                    <a:pt x="947" y="1829"/>
                  </a:lnTo>
                  <a:lnTo>
                    <a:pt x="939" y="1841"/>
                  </a:lnTo>
                  <a:lnTo>
                    <a:pt x="930" y="1852"/>
                  </a:lnTo>
                  <a:lnTo>
                    <a:pt x="921" y="1863"/>
                  </a:lnTo>
                  <a:lnTo>
                    <a:pt x="909" y="1872"/>
                  </a:lnTo>
                  <a:lnTo>
                    <a:pt x="898" y="1881"/>
                  </a:lnTo>
                  <a:lnTo>
                    <a:pt x="886" y="1889"/>
                  </a:lnTo>
                  <a:lnTo>
                    <a:pt x="873" y="1895"/>
                  </a:lnTo>
                  <a:lnTo>
                    <a:pt x="860" y="1901"/>
                  </a:lnTo>
                  <a:lnTo>
                    <a:pt x="845" y="1904"/>
                  </a:lnTo>
                  <a:lnTo>
                    <a:pt x="830" y="1906"/>
                  </a:lnTo>
                  <a:lnTo>
                    <a:pt x="816" y="1906"/>
                  </a:lnTo>
                  <a:lnTo>
                    <a:pt x="149" y="1906"/>
                  </a:lnTo>
                  <a:lnTo>
                    <a:pt x="134" y="1906"/>
                  </a:lnTo>
                  <a:lnTo>
                    <a:pt x="119" y="1904"/>
                  </a:lnTo>
                  <a:lnTo>
                    <a:pt x="105" y="1901"/>
                  </a:lnTo>
                  <a:lnTo>
                    <a:pt x="92" y="1895"/>
                  </a:lnTo>
                  <a:lnTo>
                    <a:pt x="78" y="1889"/>
                  </a:lnTo>
                  <a:lnTo>
                    <a:pt x="66" y="1881"/>
                  </a:lnTo>
                  <a:lnTo>
                    <a:pt x="55" y="1872"/>
                  </a:lnTo>
                  <a:lnTo>
                    <a:pt x="44" y="1863"/>
                  </a:lnTo>
                  <a:lnTo>
                    <a:pt x="34" y="1852"/>
                  </a:lnTo>
                  <a:lnTo>
                    <a:pt x="26" y="1841"/>
                  </a:lnTo>
                  <a:lnTo>
                    <a:pt x="18" y="1829"/>
                  </a:lnTo>
                  <a:lnTo>
                    <a:pt x="13" y="1816"/>
                  </a:lnTo>
                  <a:lnTo>
                    <a:pt x="7" y="1802"/>
                  </a:lnTo>
                  <a:lnTo>
                    <a:pt x="4" y="1788"/>
                  </a:lnTo>
                  <a:lnTo>
                    <a:pt x="2" y="1773"/>
                  </a:lnTo>
                  <a:lnTo>
                    <a:pt x="0" y="1758"/>
                  </a:lnTo>
                  <a:lnTo>
                    <a:pt x="0" y="149"/>
                  </a:lnTo>
                  <a:lnTo>
                    <a:pt x="2" y="133"/>
                  </a:lnTo>
                  <a:lnTo>
                    <a:pt x="4" y="118"/>
                  </a:lnTo>
                  <a:lnTo>
                    <a:pt x="7" y="105"/>
                  </a:lnTo>
                  <a:lnTo>
                    <a:pt x="13" y="90"/>
                  </a:lnTo>
                  <a:lnTo>
                    <a:pt x="18" y="78"/>
                  </a:lnTo>
                  <a:lnTo>
                    <a:pt x="26" y="65"/>
                  </a:lnTo>
                  <a:lnTo>
                    <a:pt x="34" y="54"/>
                  </a:lnTo>
                  <a:lnTo>
                    <a:pt x="44" y="44"/>
                  </a:lnTo>
                  <a:lnTo>
                    <a:pt x="55" y="34"/>
                  </a:lnTo>
                  <a:lnTo>
                    <a:pt x="66" y="26"/>
                  </a:lnTo>
                  <a:lnTo>
                    <a:pt x="78" y="18"/>
                  </a:lnTo>
                  <a:lnTo>
                    <a:pt x="92" y="11"/>
                  </a:lnTo>
                  <a:lnTo>
                    <a:pt x="105" y="7"/>
                  </a:lnTo>
                  <a:lnTo>
                    <a:pt x="119" y="3"/>
                  </a:lnTo>
                  <a:lnTo>
                    <a:pt x="134" y="1"/>
                  </a:lnTo>
                  <a:lnTo>
                    <a:pt x="149" y="0"/>
                  </a:lnTo>
                  <a:close/>
                  <a:moveTo>
                    <a:pt x="489" y="1644"/>
                  </a:moveTo>
                  <a:lnTo>
                    <a:pt x="500" y="1644"/>
                  </a:lnTo>
                  <a:lnTo>
                    <a:pt x="510" y="1646"/>
                  </a:lnTo>
                  <a:lnTo>
                    <a:pt x="519" y="1649"/>
                  </a:lnTo>
                  <a:lnTo>
                    <a:pt x="528" y="1652"/>
                  </a:lnTo>
                  <a:lnTo>
                    <a:pt x="537" y="1657"/>
                  </a:lnTo>
                  <a:lnTo>
                    <a:pt x="545" y="1661"/>
                  </a:lnTo>
                  <a:lnTo>
                    <a:pt x="553" y="1667"/>
                  </a:lnTo>
                  <a:lnTo>
                    <a:pt x="559" y="1674"/>
                  </a:lnTo>
                  <a:lnTo>
                    <a:pt x="566" y="1680"/>
                  </a:lnTo>
                  <a:lnTo>
                    <a:pt x="572" y="1687"/>
                  </a:lnTo>
                  <a:lnTo>
                    <a:pt x="576" y="1696"/>
                  </a:lnTo>
                  <a:lnTo>
                    <a:pt x="581" y="1704"/>
                  </a:lnTo>
                  <a:lnTo>
                    <a:pt x="584" y="1713"/>
                  </a:lnTo>
                  <a:lnTo>
                    <a:pt x="586" y="1723"/>
                  </a:lnTo>
                  <a:lnTo>
                    <a:pt x="588" y="1732"/>
                  </a:lnTo>
                  <a:lnTo>
                    <a:pt x="589" y="1742"/>
                  </a:lnTo>
                  <a:lnTo>
                    <a:pt x="588" y="1753"/>
                  </a:lnTo>
                  <a:lnTo>
                    <a:pt x="586" y="1763"/>
                  </a:lnTo>
                  <a:lnTo>
                    <a:pt x="584" y="1772"/>
                  </a:lnTo>
                  <a:lnTo>
                    <a:pt x="581" y="1781"/>
                  </a:lnTo>
                  <a:lnTo>
                    <a:pt x="576" y="1790"/>
                  </a:lnTo>
                  <a:lnTo>
                    <a:pt x="572" y="1798"/>
                  </a:lnTo>
                  <a:lnTo>
                    <a:pt x="566" y="1805"/>
                  </a:lnTo>
                  <a:lnTo>
                    <a:pt x="559" y="1813"/>
                  </a:lnTo>
                  <a:lnTo>
                    <a:pt x="553" y="1818"/>
                  </a:lnTo>
                  <a:lnTo>
                    <a:pt x="545" y="1824"/>
                  </a:lnTo>
                  <a:lnTo>
                    <a:pt x="537" y="1829"/>
                  </a:lnTo>
                  <a:lnTo>
                    <a:pt x="528" y="1833"/>
                  </a:lnTo>
                  <a:lnTo>
                    <a:pt x="519" y="1836"/>
                  </a:lnTo>
                  <a:lnTo>
                    <a:pt x="510" y="1838"/>
                  </a:lnTo>
                  <a:lnTo>
                    <a:pt x="500" y="1841"/>
                  </a:lnTo>
                  <a:lnTo>
                    <a:pt x="489" y="1841"/>
                  </a:lnTo>
                  <a:lnTo>
                    <a:pt x="480" y="1841"/>
                  </a:lnTo>
                  <a:lnTo>
                    <a:pt x="470" y="1838"/>
                  </a:lnTo>
                  <a:lnTo>
                    <a:pt x="461" y="1836"/>
                  </a:lnTo>
                  <a:lnTo>
                    <a:pt x="452" y="1833"/>
                  </a:lnTo>
                  <a:lnTo>
                    <a:pt x="443" y="1829"/>
                  </a:lnTo>
                  <a:lnTo>
                    <a:pt x="435" y="1824"/>
                  </a:lnTo>
                  <a:lnTo>
                    <a:pt x="427" y="1818"/>
                  </a:lnTo>
                  <a:lnTo>
                    <a:pt x="420" y="1813"/>
                  </a:lnTo>
                  <a:lnTo>
                    <a:pt x="414" y="1805"/>
                  </a:lnTo>
                  <a:lnTo>
                    <a:pt x="408" y="1798"/>
                  </a:lnTo>
                  <a:lnTo>
                    <a:pt x="404" y="1790"/>
                  </a:lnTo>
                  <a:lnTo>
                    <a:pt x="399" y="1781"/>
                  </a:lnTo>
                  <a:lnTo>
                    <a:pt x="396" y="1772"/>
                  </a:lnTo>
                  <a:lnTo>
                    <a:pt x="393" y="1763"/>
                  </a:lnTo>
                  <a:lnTo>
                    <a:pt x="392" y="1753"/>
                  </a:lnTo>
                  <a:lnTo>
                    <a:pt x="391" y="1742"/>
                  </a:lnTo>
                  <a:lnTo>
                    <a:pt x="392" y="1732"/>
                  </a:lnTo>
                  <a:lnTo>
                    <a:pt x="393" y="1723"/>
                  </a:lnTo>
                  <a:lnTo>
                    <a:pt x="396" y="1713"/>
                  </a:lnTo>
                  <a:lnTo>
                    <a:pt x="399" y="1704"/>
                  </a:lnTo>
                  <a:lnTo>
                    <a:pt x="404" y="1696"/>
                  </a:lnTo>
                  <a:lnTo>
                    <a:pt x="408" y="1687"/>
                  </a:lnTo>
                  <a:lnTo>
                    <a:pt x="414" y="1680"/>
                  </a:lnTo>
                  <a:lnTo>
                    <a:pt x="420" y="1674"/>
                  </a:lnTo>
                  <a:lnTo>
                    <a:pt x="427" y="1667"/>
                  </a:lnTo>
                  <a:lnTo>
                    <a:pt x="435" y="1661"/>
                  </a:lnTo>
                  <a:lnTo>
                    <a:pt x="443" y="1657"/>
                  </a:lnTo>
                  <a:lnTo>
                    <a:pt x="452" y="1652"/>
                  </a:lnTo>
                  <a:lnTo>
                    <a:pt x="461" y="1649"/>
                  </a:lnTo>
                  <a:lnTo>
                    <a:pt x="470" y="1646"/>
                  </a:lnTo>
                  <a:lnTo>
                    <a:pt x="480" y="1644"/>
                  </a:lnTo>
                  <a:lnTo>
                    <a:pt x="489" y="1644"/>
                  </a:lnTo>
                  <a:close/>
                  <a:moveTo>
                    <a:pt x="66" y="317"/>
                  </a:moveTo>
                  <a:lnTo>
                    <a:pt x="900" y="317"/>
                  </a:lnTo>
                  <a:lnTo>
                    <a:pt x="900" y="1566"/>
                  </a:lnTo>
                  <a:lnTo>
                    <a:pt x="66" y="1566"/>
                  </a:lnTo>
                  <a:lnTo>
                    <a:pt x="66" y="317"/>
                  </a:lnTo>
                  <a:close/>
                  <a:moveTo>
                    <a:pt x="415" y="135"/>
                  </a:moveTo>
                  <a:lnTo>
                    <a:pt x="553" y="135"/>
                  </a:lnTo>
                  <a:lnTo>
                    <a:pt x="557" y="135"/>
                  </a:lnTo>
                  <a:lnTo>
                    <a:pt x="560" y="138"/>
                  </a:lnTo>
                  <a:lnTo>
                    <a:pt x="565" y="139"/>
                  </a:lnTo>
                  <a:lnTo>
                    <a:pt x="567" y="142"/>
                  </a:lnTo>
                  <a:lnTo>
                    <a:pt x="571" y="146"/>
                  </a:lnTo>
                  <a:lnTo>
                    <a:pt x="573" y="149"/>
                  </a:lnTo>
                  <a:lnTo>
                    <a:pt x="574" y="152"/>
                  </a:lnTo>
                  <a:lnTo>
                    <a:pt x="574" y="157"/>
                  </a:lnTo>
                  <a:lnTo>
                    <a:pt x="574" y="157"/>
                  </a:lnTo>
                  <a:lnTo>
                    <a:pt x="574" y="161"/>
                  </a:lnTo>
                  <a:lnTo>
                    <a:pt x="573" y="166"/>
                  </a:lnTo>
                  <a:lnTo>
                    <a:pt x="571" y="169"/>
                  </a:lnTo>
                  <a:lnTo>
                    <a:pt x="567" y="173"/>
                  </a:lnTo>
                  <a:lnTo>
                    <a:pt x="565" y="175"/>
                  </a:lnTo>
                  <a:lnTo>
                    <a:pt x="560" y="177"/>
                  </a:lnTo>
                  <a:lnTo>
                    <a:pt x="557" y="178"/>
                  </a:lnTo>
                  <a:lnTo>
                    <a:pt x="553" y="178"/>
                  </a:lnTo>
                  <a:lnTo>
                    <a:pt x="415" y="178"/>
                  </a:lnTo>
                  <a:lnTo>
                    <a:pt x="410" y="178"/>
                  </a:lnTo>
                  <a:lnTo>
                    <a:pt x="406" y="177"/>
                  </a:lnTo>
                  <a:lnTo>
                    <a:pt x="402" y="175"/>
                  </a:lnTo>
                  <a:lnTo>
                    <a:pt x="399" y="173"/>
                  </a:lnTo>
                  <a:lnTo>
                    <a:pt x="397" y="169"/>
                  </a:lnTo>
                  <a:lnTo>
                    <a:pt x="394" y="166"/>
                  </a:lnTo>
                  <a:lnTo>
                    <a:pt x="393" y="161"/>
                  </a:lnTo>
                  <a:lnTo>
                    <a:pt x="392" y="157"/>
                  </a:lnTo>
                  <a:lnTo>
                    <a:pt x="392" y="157"/>
                  </a:lnTo>
                  <a:lnTo>
                    <a:pt x="393" y="152"/>
                  </a:lnTo>
                  <a:lnTo>
                    <a:pt x="394" y="149"/>
                  </a:lnTo>
                  <a:lnTo>
                    <a:pt x="397" y="146"/>
                  </a:lnTo>
                  <a:lnTo>
                    <a:pt x="399" y="142"/>
                  </a:lnTo>
                  <a:lnTo>
                    <a:pt x="402" y="139"/>
                  </a:lnTo>
                  <a:lnTo>
                    <a:pt x="406" y="138"/>
                  </a:lnTo>
                  <a:lnTo>
                    <a:pt x="410" y="135"/>
                  </a:lnTo>
                  <a:lnTo>
                    <a:pt x="415" y="135"/>
                  </a:lnTo>
                  <a:close/>
                  <a:moveTo>
                    <a:pt x="320" y="133"/>
                  </a:moveTo>
                  <a:lnTo>
                    <a:pt x="324" y="134"/>
                  </a:lnTo>
                  <a:lnTo>
                    <a:pt x="329" y="135"/>
                  </a:lnTo>
                  <a:lnTo>
                    <a:pt x="334" y="138"/>
                  </a:lnTo>
                  <a:lnTo>
                    <a:pt x="337" y="140"/>
                  </a:lnTo>
                  <a:lnTo>
                    <a:pt x="339" y="143"/>
                  </a:lnTo>
                  <a:lnTo>
                    <a:pt x="341" y="147"/>
                  </a:lnTo>
                  <a:lnTo>
                    <a:pt x="343" y="151"/>
                  </a:lnTo>
                  <a:lnTo>
                    <a:pt x="343" y="156"/>
                  </a:lnTo>
                  <a:lnTo>
                    <a:pt x="343" y="160"/>
                  </a:lnTo>
                  <a:lnTo>
                    <a:pt x="341" y="165"/>
                  </a:lnTo>
                  <a:lnTo>
                    <a:pt x="339" y="169"/>
                  </a:lnTo>
                  <a:lnTo>
                    <a:pt x="337" y="172"/>
                  </a:lnTo>
                  <a:lnTo>
                    <a:pt x="334" y="175"/>
                  </a:lnTo>
                  <a:lnTo>
                    <a:pt x="329" y="177"/>
                  </a:lnTo>
                  <a:lnTo>
                    <a:pt x="324" y="178"/>
                  </a:lnTo>
                  <a:lnTo>
                    <a:pt x="320" y="178"/>
                  </a:lnTo>
                  <a:lnTo>
                    <a:pt x="315" y="178"/>
                  </a:lnTo>
                  <a:lnTo>
                    <a:pt x="311" y="177"/>
                  </a:lnTo>
                  <a:lnTo>
                    <a:pt x="308" y="175"/>
                  </a:lnTo>
                  <a:lnTo>
                    <a:pt x="304" y="172"/>
                  </a:lnTo>
                  <a:lnTo>
                    <a:pt x="302" y="169"/>
                  </a:lnTo>
                  <a:lnTo>
                    <a:pt x="300" y="165"/>
                  </a:lnTo>
                  <a:lnTo>
                    <a:pt x="299" y="160"/>
                  </a:lnTo>
                  <a:lnTo>
                    <a:pt x="297" y="156"/>
                  </a:lnTo>
                  <a:lnTo>
                    <a:pt x="299" y="151"/>
                  </a:lnTo>
                  <a:lnTo>
                    <a:pt x="300" y="147"/>
                  </a:lnTo>
                  <a:lnTo>
                    <a:pt x="302" y="143"/>
                  </a:lnTo>
                  <a:lnTo>
                    <a:pt x="304" y="140"/>
                  </a:lnTo>
                  <a:lnTo>
                    <a:pt x="308" y="138"/>
                  </a:lnTo>
                  <a:lnTo>
                    <a:pt x="311" y="135"/>
                  </a:lnTo>
                  <a:lnTo>
                    <a:pt x="315" y="134"/>
                  </a:lnTo>
                  <a:lnTo>
                    <a:pt x="320" y="133"/>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68550" tIns="34275" rIns="68550" bIns="34275" anchor="t" anchorCtr="0">
              <a:noAutofit/>
            </a:bodyPr>
            <a:lstStyle/>
            <a:p>
              <a:pPr marL="0" marR="0" lvl="0" indent="0" algn="l" rtl="0">
                <a:spcBef>
                  <a:spcPts val="0"/>
                </a:spcBef>
                <a:spcAft>
                  <a:spcPts val="0"/>
                </a:spcAft>
                <a:buNone/>
              </a:pPr>
              <a:endParaRPr sz="600">
                <a:solidFill>
                  <a:srgbClr val="000000"/>
                </a:solidFill>
                <a:latin typeface="Arial"/>
                <a:ea typeface="Arial"/>
                <a:cs typeface="Arial"/>
                <a:sym typeface="Arial"/>
              </a:endParaRPr>
            </a:p>
          </p:txBody>
        </p:sp>
      </p:grpSp>
      <p:sp>
        <p:nvSpPr>
          <p:cNvPr id="638" name="Google Shape;638;p78"/>
          <p:cNvSpPr txBox="1"/>
          <p:nvPr/>
        </p:nvSpPr>
        <p:spPr>
          <a:xfrm>
            <a:off x="490804" y="1237549"/>
            <a:ext cx="897600" cy="3290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spcBef>
                <a:spcPts val="0"/>
              </a:spcBef>
              <a:spcAft>
                <a:spcPts val="0"/>
              </a:spcAft>
              <a:buNone/>
            </a:pPr>
            <a:r>
              <a:rPr lang="en-US" sz="825" b="1">
                <a:solidFill>
                  <a:schemeClr val="lt1"/>
                </a:solidFill>
                <a:latin typeface="Arial"/>
                <a:ea typeface="Arial"/>
                <a:cs typeface="Arial"/>
                <a:sym typeface="Arial"/>
              </a:rPr>
              <a:t>System of Intelligence</a:t>
            </a:r>
            <a:endParaRPr sz="1350">
              <a:solidFill>
                <a:schemeClr val="dk1"/>
              </a:solidFill>
              <a:latin typeface="Arial"/>
              <a:ea typeface="Arial"/>
              <a:cs typeface="Arial"/>
              <a:sym typeface="Arial"/>
            </a:endParaRPr>
          </a:p>
        </p:txBody>
      </p:sp>
      <p:sp>
        <p:nvSpPr>
          <p:cNvPr id="639" name="Google Shape;639;p78"/>
          <p:cNvSpPr/>
          <p:nvPr/>
        </p:nvSpPr>
        <p:spPr>
          <a:xfrm>
            <a:off x="1388233" y="1237549"/>
            <a:ext cx="7298700" cy="3288000"/>
          </a:xfrm>
          <a:prstGeom prst="rect">
            <a:avLst/>
          </a:prstGeom>
          <a:noFill/>
          <a:ln w="9525" cap="flat" cmpd="sng">
            <a:solidFill>
              <a:schemeClr val="dk1"/>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spcBef>
                <a:spcPts val="0"/>
              </a:spcBef>
              <a:spcAft>
                <a:spcPts val="0"/>
              </a:spcAft>
              <a:buNone/>
            </a:pPr>
            <a:endParaRPr sz="1350">
              <a:solidFill>
                <a:schemeClr val="lt1"/>
              </a:solidFill>
              <a:latin typeface="Arial"/>
              <a:ea typeface="Arial"/>
              <a:cs typeface="Arial"/>
              <a:sym typeface="Arial"/>
            </a:endParaRPr>
          </a:p>
        </p:txBody>
      </p:sp>
      <p:cxnSp>
        <p:nvCxnSpPr>
          <p:cNvPr id="640" name="Google Shape;640;p78"/>
          <p:cNvCxnSpPr/>
          <p:nvPr/>
        </p:nvCxnSpPr>
        <p:spPr>
          <a:xfrm>
            <a:off x="1391983" y="2274071"/>
            <a:ext cx="7290900" cy="0"/>
          </a:xfrm>
          <a:prstGeom prst="straightConnector1">
            <a:avLst/>
          </a:prstGeom>
          <a:solidFill>
            <a:schemeClr val="accent1"/>
          </a:solidFill>
          <a:ln w="9525" cap="sq" cmpd="sng">
            <a:solidFill>
              <a:srgbClr val="C00000"/>
            </a:solidFill>
            <a:prstDash val="solid"/>
            <a:round/>
            <a:headEnd type="none" w="sm" len="sm"/>
            <a:tailEnd type="none" w="sm" len="sm"/>
          </a:ln>
        </p:spPr>
      </p:cxnSp>
      <p:cxnSp>
        <p:nvCxnSpPr>
          <p:cNvPr id="641" name="Google Shape;641;p78"/>
          <p:cNvCxnSpPr/>
          <p:nvPr/>
        </p:nvCxnSpPr>
        <p:spPr>
          <a:xfrm>
            <a:off x="1391983" y="3416409"/>
            <a:ext cx="7290900" cy="0"/>
          </a:xfrm>
          <a:prstGeom prst="straightConnector1">
            <a:avLst/>
          </a:prstGeom>
          <a:solidFill>
            <a:schemeClr val="accent1"/>
          </a:solidFill>
          <a:ln w="9525" cap="sq" cmpd="sng">
            <a:solidFill>
              <a:srgbClr val="C00000"/>
            </a:solidFill>
            <a:prstDash val="solid"/>
            <a:round/>
            <a:headEnd type="none" w="sm" len="sm"/>
            <a:tailEnd type="none" w="sm" len="sm"/>
          </a:ln>
        </p:spPr>
      </p:cxnSp>
      <p:sp>
        <p:nvSpPr>
          <p:cNvPr id="642" name="Google Shape;642;p78"/>
          <p:cNvSpPr txBox="1"/>
          <p:nvPr/>
        </p:nvSpPr>
        <p:spPr>
          <a:xfrm>
            <a:off x="4037892" y="1243076"/>
            <a:ext cx="1999200" cy="2616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100" b="1">
                <a:solidFill>
                  <a:srgbClr val="C00000"/>
                </a:solidFill>
                <a:latin typeface="Arial"/>
                <a:ea typeface="Arial"/>
                <a:cs typeface="Arial"/>
                <a:sym typeface="Arial"/>
              </a:rPr>
              <a:t>AI/ML SERVING LAYER</a:t>
            </a:r>
            <a:endParaRPr sz="1100" b="1">
              <a:solidFill>
                <a:srgbClr val="C00000"/>
              </a:solidFill>
              <a:latin typeface="Arial"/>
              <a:ea typeface="Arial"/>
              <a:cs typeface="Arial"/>
              <a:sym typeface="Arial"/>
            </a:endParaRPr>
          </a:p>
        </p:txBody>
      </p:sp>
      <p:sp>
        <p:nvSpPr>
          <p:cNvPr id="643" name="Google Shape;643;p78"/>
          <p:cNvSpPr txBox="1"/>
          <p:nvPr/>
        </p:nvSpPr>
        <p:spPr>
          <a:xfrm>
            <a:off x="4074250" y="2278352"/>
            <a:ext cx="1926600" cy="2616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100" b="1">
                <a:solidFill>
                  <a:srgbClr val="C00000"/>
                </a:solidFill>
                <a:latin typeface="Arial"/>
                <a:ea typeface="Arial"/>
                <a:cs typeface="Arial"/>
                <a:sym typeface="Arial"/>
              </a:rPr>
              <a:t>BIG AI/ML DEV LAYER</a:t>
            </a:r>
            <a:endParaRPr sz="1100" b="1">
              <a:solidFill>
                <a:srgbClr val="C00000"/>
              </a:solidFill>
              <a:latin typeface="Arial"/>
              <a:ea typeface="Arial"/>
              <a:cs typeface="Arial"/>
              <a:sym typeface="Arial"/>
            </a:endParaRPr>
          </a:p>
        </p:txBody>
      </p:sp>
      <p:sp>
        <p:nvSpPr>
          <p:cNvPr id="644" name="Google Shape;644;p78"/>
          <p:cNvSpPr txBox="1"/>
          <p:nvPr/>
        </p:nvSpPr>
        <p:spPr>
          <a:xfrm>
            <a:off x="4264917" y="3421933"/>
            <a:ext cx="1545300" cy="2616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100" b="1">
                <a:solidFill>
                  <a:srgbClr val="C00000"/>
                </a:solidFill>
                <a:latin typeface="Arial"/>
                <a:ea typeface="Arial"/>
                <a:cs typeface="Arial"/>
                <a:sym typeface="Arial"/>
              </a:rPr>
              <a:t>BIG DATA LAYER</a:t>
            </a:r>
            <a:endParaRPr sz="1100" b="1">
              <a:solidFill>
                <a:srgbClr val="C00000"/>
              </a:solidFill>
              <a:latin typeface="Arial"/>
              <a:ea typeface="Arial"/>
              <a:cs typeface="Arial"/>
              <a:sym typeface="Arial"/>
            </a:endParaRPr>
          </a:p>
        </p:txBody>
      </p:sp>
      <p:grpSp>
        <p:nvGrpSpPr>
          <p:cNvPr id="645" name="Google Shape;645;p78"/>
          <p:cNvGrpSpPr/>
          <p:nvPr/>
        </p:nvGrpSpPr>
        <p:grpSpPr>
          <a:xfrm>
            <a:off x="1580957" y="4094992"/>
            <a:ext cx="939002" cy="314839"/>
            <a:chOff x="1397365" y="3953379"/>
            <a:chExt cx="848700" cy="386400"/>
          </a:xfrm>
        </p:grpSpPr>
        <p:sp>
          <p:nvSpPr>
            <p:cNvPr id="646" name="Google Shape;646;p78"/>
            <p:cNvSpPr/>
            <p:nvPr/>
          </p:nvSpPr>
          <p:spPr>
            <a:xfrm>
              <a:off x="1397365" y="3953379"/>
              <a:ext cx="848700" cy="386400"/>
            </a:xfrm>
            <a:prstGeom prst="rect">
              <a:avLst/>
            </a:prstGeom>
            <a:solidFill>
              <a:srgbClr val="7F7F7F"/>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000"/>
                <a:buFont typeface="Arial"/>
                <a:buNone/>
              </a:pPr>
              <a:r>
                <a:rPr lang="en-US" sz="1000" b="1">
                  <a:solidFill>
                    <a:schemeClr val="lt1"/>
                  </a:solidFill>
                  <a:latin typeface="Arial"/>
                  <a:ea typeface="Arial"/>
                  <a:cs typeface="Arial"/>
                  <a:sym typeface="Arial"/>
                </a:rPr>
                <a:t>Network</a:t>
              </a:r>
              <a:endParaRPr sz="1800">
                <a:solidFill>
                  <a:schemeClr val="dk1"/>
                </a:solidFill>
                <a:latin typeface="Arial"/>
                <a:ea typeface="Arial"/>
                <a:cs typeface="Arial"/>
                <a:sym typeface="Arial"/>
              </a:endParaRPr>
            </a:p>
          </p:txBody>
        </p:sp>
        <p:sp>
          <p:nvSpPr>
            <p:cNvPr id="647" name="Google Shape;647;p78"/>
            <p:cNvSpPr/>
            <p:nvPr/>
          </p:nvSpPr>
          <p:spPr>
            <a:xfrm>
              <a:off x="2018943" y="4062026"/>
              <a:ext cx="169119" cy="169119"/>
            </a:xfrm>
            <a:custGeom>
              <a:avLst/>
              <a:gdLst/>
              <a:ahLst/>
              <a:cxnLst/>
              <a:rect l="l" t="t" r="r" b="b"/>
              <a:pathLst>
                <a:path w="745" h="745" extrusionOk="0">
                  <a:moveTo>
                    <a:pt x="526" y="609"/>
                  </a:moveTo>
                  <a:lnTo>
                    <a:pt x="494" y="653"/>
                  </a:lnTo>
                  <a:lnTo>
                    <a:pt x="458" y="689"/>
                  </a:lnTo>
                  <a:lnTo>
                    <a:pt x="534" y="657"/>
                  </a:lnTo>
                  <a:lnTo>
                    <a:pt x="598" y="609"/>
                  </a:lnTo>
                  <a:lnTo>
                    <a:pt x="526" y="609"/>
                  </a:lnTo>
                  <a:close/>
                  <a:moveTo>
                    <a:pt x="414" y="609"/>
                  </a:moveTo>
                  <a:lnTo>
                    <a:pt x="410" y="621"/>
                  </a:lnTo>
                  <a:lnTo>
                    <a:pt x="403" y="633"/>
                  </a:lnTo>
                  <a:lnTo>
                    <a:pt x="395" y="641"/>
                  </a:lnTo>
                  <a:lnTo>
                    <a:pt x="383" y="645"/>
                  </a:lnTo>
                  <a:lnTo>
                    <a:pt x="383" y="701"/>
                  </a:lnTo>
                  <a:lnTo>
                    <a:pt x="407" y="697"/>
                  </a:lnTo>
                  <a:lnTo>
                    <a:pt x="442" y="681"/>
                  </a:lnTo>
                  <a:lnTo>
                    <a:pt x="478" y="649"/>
                  </a:lnTo>
                  <a:lnTo>
                    <a:pt x="506" y="609"/>
                  </a:lnTo>
                  <a:lnTo>
                    <a:pt x="414" y="609"/>
                  </a:lnTo>
                  <a:close/>
                  <a:moveTo>
                    <a:pt x="239" y="609"/>
                  </a:moveTo>
                  <a:lnTo>
                    <a:pt x="267" y="649"/>
                  </a:lnTo>
                  <a:lnTo>
                    <a:pt x="303" y="681"/>
                  </a:lnTo>
                  <a:lnTo>
                    <a:pt x="339" y="697"/>
                  </a:lnTo>
                  <a:lnTo>
                    <a:pt x="363" y="701"/>
                  </a:lnTo>
                  <a:lnTo>
                    <a:pt x="363" y="645"/>
                  </a:lnTo>
                  <a:lnTo>
                    <a:pt x="351" y="641"/>
                  </a:lnTo>
                  <a:lnTo>
                    <a:pt x="339" y="633"/>
                  </a:lnTo>
                  <a:lnTo>
                    <a:pt x="331" y="621"/>
                  </a:lnTo>
                  <a:lnTo>
                    <a:pt x="327" y="609"/>
                  </a:lnTo>
                  <a:lnTo>
                    <a:pt x="239" y="609"/>
                  </a:lnTo>
                  <a:close/>
                  <a:moveTo>
                    <a:pt x="148" y="609"/>
                  </a:moveTo>
                  <a:lnTo>
                    <a:pt x="211" y="657"/>
                  </a:lnTo>
                  <a:lnTo>
                    <a:pt x="287" y="689"/>
                  </a:lnTo>
                  <a:lnTo>
                    <a:pt x="251" y="653"/>
                  </a:lnTo>
                  <a:lnTo>
                    <a:pt x="219" y="609"/>
                  </a:lnTo>
                  <a:lnTo>
                    <a:pt x="148" y="609"/>
                  </a:lnTo>
                  <a:close/>
                  <a:moveTo>
                    <a:pt x="618" y="378"/>
                  </a:moveTo>
                  <a:lnTo>
                    <a:pt x="614" y="394"/>
                  </a:lnTo>
                  <a:lnTo>
                    <a:pt x="606" y="402"/>
                  </a:lnTo>
                  <a:lnTo>
                    <a:pt x="594" y="410"/>
                  </a:lnTo>
                  <a:lnTo>
                    <a:pt x="582" y="418"/>
                  </a:lnTo>
                  <a:lnTo>
                    <a:pt x="566" y="510"/>
                  </a:lnTo>
                  <a:lnTo>
                    <a:pt x="534" y="593"/>
                  </a:lnTo>
                  <a:lnTo>
                    <a:pt x="614" y="593"/>
                  </a:lnTo>
                  <a:lnTo>
                    <a:pt x="661" y="530"/>
                  </a:lnTo>
                  <a:lnTo>
                    <a:pt x="689" y="458"/>
                  </a:lnTo>
                  <a:lnTo>
                    <a:pt x="701" y="378"/>
                  </a:lnTo>
                  <a:lnTo>
                    <a:pt x="618" y="378"/>
                  </a:lnTo>
                  <a:close/>
                  <a:moveTo>
                    <a:pt x="383" y="378"/>
                  </a:moveTo>
                  <a:lnTo>
                    <a:pt x="383" y="557"/>
                  </a:lnTo>
                  <a:lnTo>
                    <a:pt x="395" y="561"/>
                  </a:lnTo>
                  <a:lnTo>
                    <a:pt x="403" y="569"/>
                  </a:lnTo>
                  <a:lnTo>
                    <a:pt x="410" y="581"/>
                  </a:lnTo>
                  <a:lnTo>
                    <a:pt x="414" y="593"/>
                  </a:lnTo>
                  <a:lnTo>
                    <a:pt x="514" y="593"/>
                  </a:lnTo>
                  <a:lnTo>
                    <a:pt x="546" y="510"/>
                  </a:lnTo>
                  <a:lnTo>
                    <a:pt x="566" y="414"/>
                  </a:lnTo>
                  <a:lnTo>
                    <a:pt x="554" y="410"/>
                  </a:lnTo>
                  <a:lnTo>
                    <a:pt x="542" y="402"/>
                  </a:lnTo>
                  <a:lnTo>
                    <a:pt x="534" y="394"/>
                  </a:lnTo>
                  <a:lnTo>
                    <a:pt x="530" y="378"/>
                  </a:lnTo>
                  <a:lnTo>
                    <a:pt x="383" y="378"/>
                  </a:lnTo>
                  <a:close/>
                  <a:moveTo>
                    <a:pt x="180" y="378"/>
                  </a:moveTo>
                  <a:lnTo>
                    <a:pt x="187" y="458"/>
                  </a:lnTo>
                  <a:lnTo>
                    <a:pt x="203" y="530"/>
                  </a:lnTo>
                  <a:lnTo>
                    <a:pt x="231" y="593"/>
                  </a:lnTo>
                  <a:lnTo>
                    <a:pt x="327" y="593"/>
                  </a:lnTo>
                  <a:lnTo>
                    <a:pt x="331" y="581"/>
                  </a:lnTo>
                  <a:lnTo>
                    <a:pt x="339" y="569"/>
                  </a:lnTo>
                  <a:lnTo>
                    <a:pt x="351" y="561"/>
                  </a:lnTo>
                  <a:lnTo>
                    <a:pt x="363" y="557"/>
                  </a:lnTo>
                  <a:lnTo>
                    <a:pt x="363" y="378"/>
                  </a:lnTo>
                  <a:lnTo>
                    <a:pt x="180" y="378"/>
                  </a:lnTo>
                  <a:close/>
                  <a:moveTo>
                    <a:pt x="44" y="378"/>
                  </a:moveTo>
                  <a:lnTo>
                    <a:pt x="56" y="458"/>
                  </a:lnTo>
                  <a:lnTo>
                    <a:pt x="84" y="530"/>
                  </a:lnTo>
                  <a:lnTo>
                    <a:pt x="132" y="593"/>
                  </a:lnTo>
                  <a:lnTo>
                    <a:pt x="211" y="593"/>
                  </a:lnTo>
                  <a:lnTo>
                    <a:pt x="187" y="530"/>
                  </a:lnTo>
                  <a:lnTo>
                    <a:pt x="172" y="458"/>
                  </a:lnTo>
                  <a:lnTo>
                    <a:pt x="164" y="378"/>
                  </a:lnTo>
                  <a:lnTo>
                    <a:pt x="44" y="378"/>
                  </a:lnTo>
                  <a:close/>
                  <a:moveTo>
                    <a:pt x="546" y="175"/>
                  </a:moveTo>
                  <a:lnTo>
                    <a:pt x="570" y="247"/>
                  </a:lnTo>
                  <a:lnTo>
                    <a:pt x="582" y="326"/>
                  </a:lnTo>
                  <a:lnTo>
                    <a:pt x="594" y="330"/>
                  </a:lnTo>
                  <a:lnTo>
                    <a:pt x="606" y="338"/>
                  </a:lnTo>
                  <a:lnTo>
                    <a:pt x="614" y="350"/>
                  </a:lnTo>
                  <a:lnTo>
                    <a:pt x="618" y="362"/>
                  </a:lnTo>
                  <a:lnTo>
                    <a:pt x="701" y="362"/>
                  </a:lnTo>
                  <a:lnTo>
                    <a:pt x="693" y="295"/>
                  </a:lnTo>
                  <a:lnTo>
                    <a:pt x="669" y="231"/>
                  </a:lnTo>
                  <a:lnTo>
                    <a:pt x="637" y="175"/>
                  </a:lnTo>
                  <a:lnTo>
                    <a:pt x="546" y="175"/>
                  </a:lnTo>
                  <a:close/>
                  <a:moveTo>
                    <a:pt x="383" y="175"/>
                  </a:moveTo>
                  <a:lnTo>
                    <a:pt x="383" y="362"/>
                  </a:lnTo>
                  <a:lnTo>
                    <a:pt x="530" y="362"/>
                  </a:lnTo>
                  <a:lnTo>
                    <a:pt x="534" y="350"/>
                  </a:lnTo>
                  <a:lnTo>
                    <a:pt x="542" y="342"/>
                  </a:lnTo>
                  <a:lnTo>
                    <a:pt x="554" y="334"/>
                  </a:lnTo>
                  <a:lnTo>
                    <a:pt x="566" y="330"/>
                  </a:lnTo>
                  <a:lnTo>
                    <a:pt x="550" y="247"/>
                  </a:lnTo>
                  <a:lnTo>
                    <a:pt x="526" y="175"/>
                  </a:lnTo>
                  <a:lnTo>
                    <a:pt x="383" y="175"/>
                  </a:lnTo>
                  <a:close/>
                  <a:moveTo>
                    <a:pt x="255" y="175"/>
                  </a:moveTo>
                  <a:lnTo>
                    <a:pt x="247" y="191"/>
                  </a:lnTo>
                  <a:lnTo>
                    <a:pt x="239" y="203"/>
                  </a:lnTo>
                  <a:lnTo>
                    <a:pt x="227" y="207"/>
                  </a:lnTo>
                  <a:lnTo>
                    <a:pt x="211" y="211"/>
                  </a:lnTo>
                  <a:lnTo>
                    <a:pt x="203" y="211"/>
                  </a:lnTo>
                  <a:lnTo>
                    <a:pt x="187" y="283"/>
                  </a:lnTo>
                  <a:lnTo>
                    <a:pt x="180" y="362"/>
                  </a:lnTo>
                  <a:lnTo>
                    <a:pt x="363" y="362"/>
                  </a:lnTo>
                  <a:lnTo>
                    <a:pt x="363" y="175"/>
                  </a:lnTo>
                  <a:lnTo>
                    <a:pt x="255" y="175"/>
                  </a:lnTo>
                  <a:close/>
                  <a:moveTo>
                    <a:pt x="108" y="175"/>
                  </a:moveTo>
                  <a:lnTo>
                    <a:pt x="76" y="231"/>
                  </a:lnTo>
                  <a:lnTo>
                    <a:pt x="52" y="295"/>
                  </a:lnTo>
                  <a:lnTo>
                    <a:pt x="44" y="362"/>
                  </a:lnTo>
                  <a:lnTo>
                    <a:pt x="164" y="362"/>
                  </a:lnTo>
                  <a:lnTo>
                    <a:pt x="172" y="283"/>
                  </a:lnTo>
                  <a:lnTo>
                    <a:pt x="187" y="207"/>
                  </a:lnTo>
                  <a:lnTo>
                    <a:pt x="180" y="199"/>
                  </a:lnTo>
                  <a:lnTo>
                    <a:pt x="172" y="187"/>
                  </a:lnTo>
                  <a:lnTo>
                    <a:pt x="168" y="175"/>
                  </a:lnTo>
                  <a:lnTo>
                    <a:pt x="108" y="175"/>
                  </a:lnTo>
                  <a:close/>
                  <a:moveTo>
                    <a:pt x="458" y="56"/>
                  </a:moveTo>
                  <a:lnTo>
                    <a:pt x="502" y="99"/>
                  </a:lnTo>
                  <a:lnTo>
                    <a:pt x="538" y="159"/>
                  </a:lnTo>
                  <a:lnTo>
                    <a:pt x="622" y="159"/>
                  </a:lnTo>
                  <a:lnTo>
                    <a:pt x="578" y="115"/>
                  </a:lnTo>
                  <a:lnTo>
                    <a:pt x="522" y="79"/>
                  </a:lnTo>
                  <a:lnTo>
                    <a:pt x="458" y="56"/>
                  </a:lnTo>
                  <a:close/>
                  <a:moveTo>
                    <a:pt x="287" y="56"/>
                  </a:moveTo>
                  <a:lnTo>
                    <a:pt x="223" y="79"/>
                  </a:lnTo>
                  <a:lnTo>
                    <a:pt x="168" y="115"/>
                  </a:lnTo>
                  <a:lnTo>
                    <a:pt x="124" y="159"/>
                  </a:lnTo>
                  <a:lnTo>
                    <a:pt x="168" y="159"/>
                  </a:lnTo>
                  <a:lnTo>
                    <a:pt x="172" y="143"/>
                  </a:lnTo>
                  <a:lnTo>
                    <a:pt x="184" y="131"/>
                  </a:lnTo>
                  <a:lnTo>
                    <a:pt x="195" y="123"/>
                  </a:lnTo>
                  <a:lnTo>
                    <a:pt x="211" y="123"/>
                  </a:lnTo>
                  <a:lnTo>
                    <a:pt x="227" y="123"/>
                  </a:lnTo>
                  <a:lnTo>
                    <a:pt x="255" y="83"/>
                  </a:lnTo>
                  <a:lnTo>
                    <a:pt x="287" y="56"/>
                  </a:lnTo>
                  <a:close/>
                  <a:moveTo>
                    <a:pt x="383" y="44"/>
                  </a:moveTo>
                  <a:lnTo>
                    <a:pt x="383" y="159"/>
                  </a:lnTo>
                  <a:lnTo>
                    <a:pt x="518" y="159"/>
                  </a:lnTo>
                  <a:lnTo>
                    <a:pt x="490" y="107"/>
                  </a:lnTo>
                  <a:lnTo>
                    <a:pt x="450" y="72"/>
                  </a:lnTo>
                  <a:lnTo>
                    <a:pt x="407" y="44"/>
                  </a:lnTo>
                  <a:lnTo>
                    <a:pt x="383" y="44"/>
                  </a:lnTo>
                  <a:close/>
                  <a:moveTo>
                    <a:pt x="363" y="44"/>
                  </a:moveTo>
                  <a:lnTo>
                    <a:pt x="339" y="44"/>
                  </a:lnTo>
                  <a:lnTo>
                    <a:pt x="283" y="79"/>
                  </a:lnTo>
                  <a:lnTo>
                    <a:pt x="239" y="131"/>
                  </a:lnTo>
                  <a:lnTo>
                    <a:pt x="251" y="143"/>
                  </a:lnTo>
                  <a:lnTo>
                    <a:pt x="255" y="159"/>
                  </a:lnTo>
                  <a:lnTo>
                    <a:pt x="363" y="159"/>
                  </a:lnTo>
                  <a:lnTo>
                    <a:pt x="363" y="44"/>
                  </a:lnTo>
                  <a:close/>
                  <a:moveTo>
                    <a:pt x="375" y="0"/>
                  </a:moveTo>
                  <a:lnTo>
                    <a:pt x="458" y="8"/>
                  </a:lnTo>
                  <a:lnTo>
                    <a:pt x="538" y="36"/>
                  </a:lnTo>
                  <a:lnTo>
                    <a:pt x="606" y="79"/>
                  </a:lnTo>
                  <a:lnTo>
                    <a:pt x="661" y="139"/>
                  </a:lnTo>
                  <a:lnTo>
                    <a:pt x="709" y="207"/>
                  </a:lnTo>
                  <a:lnTo>
                    <a:pt x="737" y="287"/>
                  </a:lnTo>
                  <a:lnTo>
                    <a:pt x="745" y="370"/>
                  </a:lnTo>
                  <a:lnTo>
                    <a:pt x="737" y="458"/>
                  </a:lnTo>
                  <a:lnTo>
                    <a:pt x="709" y="537"/>
                  </a:lnTo>
                  <a:lnTo>
                    <a:pt x="661" y="605"/>
                  </a:lnTo>
                  <a:lnTo>
                    <a:pt x="606" y="661"/>
                  </a:lnTo>
                  <a:lnTo>
                    <a:pt x="538" y="705"/>
                  </a:lnTo>
                  <a:lnTo>
                    <a:pt x="458" y="737"/>
                  </a:lnTo>
                  <a:lnTo>
                    <a:pt x="375" y="745"/>
                  </a:lnTo>
                  <a:lnTo>
                    <a:pt x="287" y="737"/>
                  </a:lnTo>
                  <a:lnTo>
                    <a:pt x="207" y="705"/>
                  </a:lnTo>
                  <a:lnTo>
                    <a:pt x="140" y="661"/>
                  </a:lnTo>
                  <a:lnTo>
                    <a:pt x="84" y="605"/>
                  </a:lnTo>
                  <a:lnTo>
                    <a:pt x="36" y="537"/>
                  </a:lnTo>
                  <a:lnTo>
                    <a:pt x="8" y="458"/>
                  </a:lnTo>
                  <a:lnTo>
                    <a:pt x="0" y="370"/>
                  </a:lnTo>
                  <a:lnTo>
                    <a:pt x="8" y="287"/>
                  </a:lnTo>
                  <a:lnTo>
                    <a:pt x="36" y="207"/>
                  </a:lnTo>
                  <a:lnTo>
                    <a:pt x="84" y="139"/>
                  </a:lnTo>
                  <a:lnTo>
                    <a:pt x="140" y="79"/>
                  </a:lnTo>
                  <a:lnTo>
                    <a:pt x="207" y="36"/>
                  </a:lnTo>
                  <a:lnTo>
                    <a:pt x="287" y="8"/>
                  </a:lnTo>
                  <a:lnTo>
                    <a:pt x="375"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grpSp>
      <p:grpSp>
        <p:nvGrpSpPr>
          <p:cNvPr id="648" name="Google Shape;648;p78"/>
          <p:cNvGrpSpPr/>
          <p:nvPr/>
        </p:nvGrpSpPr>
        <p:grpSpPr>
          <a:xfrm>
            <a:off x="2704648" y="4094992"/>
            <a:ext cx="939002" cy="314839"/>
            <a:chOff x="2825520" y="3953379"/>
            <a:chExt cx="848700" cy="386400"/>
          </a:xfrm>
        </p:grpSpPr>
        <p:sp>
          <p:nvSpPr>
            <p:cNvPr id="649" name="Google Shape;649;p78"/>
            <p:cNvSpPr/>
            <p:nvPr/>
          </p:nvSpPr>
          <p:spPr>
            <a:xfrm>
              <a:off x="2825520" y="3953379"/>
              <a:ext cx="848700" cy="386400"/>
            </a:xfrm>
            <a:prstGeom prst="rect">
              <a:avLst/>
            </a:prstGeom>
            <a:solidFill>
              <a:srgbClr val="7F7F7F"/>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000"/>
                <a:buFont typeface="Arial"/>
                <a:buNone/>
              </a:pPr>
              <a:r>
                <a:rPr lang="en-US" sz="1000" b="1">
                  <a:solidFill>
                    <a:schemeClr val="lt1"/>
                  </a:solidFill>
                  <a:latin typeface="Arial"/>
                  <a:ea typeface="Arial"/>
                  <a:cs typeface="Arial"/>
                  <a:sym typeface="Arial"/>
                </a:rPr>
                <a:t>Billing</a:t>
              </a:r>
              <a:endParaRPr sz="1800">
                <a:solidFill>
                  <a:schemeClr val="dk1"/>
                </a:solidFill>
                <a:latin typeface="Arial"/>
                <a:ea typeface="Arial"/>
                <a:cs typeface="Arial"/>
                <a:sym typeface="Arial"/>
              </a:endParaRPr>
            </a:p>
          </p:txBody>
        </p:sp>
        <p:grpSp>
          <p:nvGrpSpPr>
            <p:cNvPr id="650" name="Google Shape;650;p78"/>
            <p:cNvGrpSpPr/>
            <p:nvPr/>
          </p:nvGrpSpPr>
          <p:grpSpPr>
            <a:xfrm>
              <a:off x="3470684" y="4070194"/>
              <a:ext cx="129612" cy="152452"/>
              <a:chOff x="4325528" y="7833384"/>
              <a:chExt cx="267904" cy="346639"/>
            </a:xfrm>
          </p:grpSpPr>
          <p:sp>
            <p:nvSpPr>
              <p:cNvPr id="651" name="Google Shape;651;p78"/>
              <p:cNvSpPr/>
              <p:nvPr/>
            </p:nvSpPr>
            <p:spPr>
              <a:xfrm>
                <a:off x="4495269" y="7850767"/>
                <a:ext cx="75666" cy="70555"/>
              </a:xfrm>
              <a:custGeom>
                <a:avLst/>
                <a:gdLst/>
                <a:ahLst/>
                <a:cxnLst/>
                <a:rect l="l" t="t" r="r" b="b"/>
                <a:pathLst>
                  <a:path w="444" h="414" extrusionOk="0">
                    <a:moveTo>
                      <a:pt x="0" y="0"/>
                    </a:moveTo>
                    <a:lnTo>
                      <a:pt x="444" y="414"/>
                    </a:lnTo>
                    <a:lnTo>
                      <a:pt x="114" y="414"/>
                    </a:lnTo>
                    <a:lnTo>
                      <a:pt x="54" y="396"/>
                    </a:lnTo>
                    <a:lnTo>
                      <a:pt x="12" y="354"/>
                    </a:lnTo>
                    <a:lnTo>
                      <a:pt x="0" y="300"/>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652" name="Google Shape;652;p78"/>
              <p:cNvSpPr/>
              <p:nvPr/>
            </p:nvSpPr>
            <p:spPr>
              <a:xfrm>
                <a:off x="4325528" y="7833384"/>
                <a:ext cx="267904" cy="346639"/>
              </a:xfrm>
              <a:custGeom>
                <a:avLst/>
                <a:gdLst/>
                <a:ahLst/>
                <a:cxnLst/>
                <a:rect l="l" t="t" r="r" b="b"/>
                <a:pathLst>
                  <a:path w="1572" h="2034" extrusionOk="0">
                    <a:moveTo>
                      <a:pt x="792" y="1488"/>
                    </a:moveTo>
                    <a:lnTo>
                      <a:pt x="774" y="1494"/>
                    </a:lnTo>
                    <a:lnTo>
                      <a:pt x="756" y="1500"/>
                    </a:lnTo>
                    <a:lnTo>
                      <a:pt x="744" y="1518"/>
                    </a:lnTo>
                    <a:lnTo>
                      <a:pt x="738" y="1530"/>
                    </a:lnTo>
                    <a:lnTo>
                      <a:pt x="732" y="1554"/>
                    </a:lnTo>
                    <a:lnTo>
                      <a:pt x="738" y="1572"/>
                    </a:lnTo>
                    <a:lnTo>
                      <a:pt x="744" y="1590"/>
                    </a:lnTo>
                    <a:lnTo>
                      <a:pt x="756" y="1602"/>
                    </a:lnTo>
                    <a:lnTo>
                      <a:pt x="774" y="1608"/>
                    </a:lnTo>
                    <a:lnTo>
                      <a:pt x="792" y="1614"/>
                    </a:lnTo>
                    <a:lnTo>
                      <a:pt x="1272" y="1614"/>
                    </a:lnTo>
                    <a:lnTo>
                      <a:pt x="1290" y="1608"/>
                    </a:lnTo>
                    <a:lnTo>
                      <a:pt x="1308" y="1602"/>
                    </a:lnTo>
                    <a:lnTo>
                      <a:pt x="1320" y="1590"/>
                    </a:lnTo>
                    <a:lnTo>
                      <a:pt x="1332" y="1572"/>
                    </a:lnTo>
                    <a:lnTo>
                      <a:pt x="1332" y="1554"/>
                    </a:lnTo>
                    <a:lnTo>
                      <a:pt x="1332" y="1530"/>
                    </a:lnTo>
                    <a:lnTo>
                      <a:pt x="1320" y="1518"/>
                    </a:lnTo>
                    <a:lnTo>
                      <a:pt x="1308" y="1500"/>
                    </a:lnTo>
                    <a:lnTo>
                      <a:pt x="1290" y="1494"/>
                    </a:lnTo>
                    <a:lnTo>
                      <a:pt x="1272" y="1488"/>
                    </a:lnTo>
                    <a:lnTo>
                      <a:pt x="792" y="1488"/>
                    </a:lnTo>
                    <a:close/>
                    <a:moveTo>
                      <a:pt x="792" y="1206"/>
                    </a:moveTo>
                    <a:lnTo>
                      <a:pt x="774" y="1212"/>
                    </a:lnTo>
                    <a:lnTo>
                      <a:pt x="756" y="1218"/>
                    </a:lnTo>
                    <a:lnTo>
                      <a:pt x="744" y="1230"/>
                    </a:lnTo>
                    <a:lnTo>
                      <a:pt x="738" y="1248"/>
                    </a:lnTo>
                    <a:lnTo>
                      <a:pt x="732" y="1266"/>
                    </a:lnTo>
                    <a:lnTo>
                      <a:pt x="738" y="1284"/>
                    </a:lnTo>
                    <a:lnTo>
                      <a:pt x="744" y="1302"/>
                    </a:lnTo>
                    <a:lnTo>
                      <a:pt x="756" y="1320"/>
                    </a:lnTo>
                    <a:lnTo>
                      <a:pt x="774" y="1326"/>
                    </a:lnTo>
                    <a:lnTo>
                      <a:pt x="792" y="1326"/>
                    </a:lnTo>
                    <a:lnTo>
                      <a:pt x="1272" y="1326"/>
                    </a:lnTo>
                    <a:lnTo>
                      <a:pt x="1290" y="1326"/>
                    </a:lnTo>
                    <a:lnTo>
                      <a:pt x="1308" y="1320"/>
                    </a:lnTo>
                    <a:lnTo>
                      <a:pt x="1320" y="1302"/>
                    </a:lnTo>
                    <a:lnTo>
                      <a:pt x="1332" y="1284"/>
                    </a:lnTo>
                    <a:lnTo>
                      <a:pt x="1332" y="1266"/>
                    </a:lnTo>
                    <a:lnTo>
                      <a:pt x="1332" y="1248"/>
                    </a:lnTo>
                    <a:lnTo>
                      <a:pt x="1320" y="1230"/>
                    </a:lnTo>
                    <a:lnTo>
                      <a:pt x="1308" y="1218"/>
                    </a:lnTo>
                    <a:lnTo>
                      <a:pt x="1290" y="1212"/>
                    </a:lnTo>
                    <a:lnTo>
                      <a:pt x="1272" y="1206"/>
                    </a:lnTo>
                    <a:lnTo>
                      <a:pt x="792" y="1206"/>
                    </a:lnTo>
                    <a:close/>
                    <a:moveTo>
                      <a:pt x="792" y="924"/>
                    </a:moveTo>
                    <a:lnTo>
                      <a:pt x="774" y="924"/>
                    </a:lnTo>
                    <a:lnTo>
                      <a:pt x="756" y="936"/>
                    </a:lnTo>
                    <a:lnTo>
                      <a:pt x="744" y="948"/>
                    </a:lnTo>
                    <a:lnTo>
                      <a:pt x="738" y="966"/>
                    </a:lnTo>
                    <a:lnTo>
                      <a:pt x="732" y="984"/>
                    </a:lnTo>
                    <a:lnTo>
                      <a:pt x="738" y="1002"/>
                    </a:lnTo>
                    <a:lnTo>
                      <a:pt x="744" y="1020"/>
                    </a:lnTo>
                    <a:lnTo>
                      <a:pt x="756" y="1032"/>
                    </a:lnTo>
                    <a:lnTo>
                      <a:pt x="774" y="1044"/>
                    </a:lnTo>
                    <a:lnTo>
                      <a:pt x="792" y="1044"/>
                    </a:lnTo>
                    <a:lnTo>
                      <a:pt x="1272" y="1044"/>
                    </a:lnTo>
                    <a:lnTo>
                      <a:pt x="1290" y="1044"/>
                    </a:lnTo>
                    <a:lnTo>
                      <a:pt x="1308" y="1032"/>
                    </a:lnTo>
                    <a:lnTo>
                      <a:pt x="1320" y="1020"/>
                    </a:lnTo>
                    <a:lnTo>
                      <a:pt x="1332" y="1002"/>
                    </a:lnTo>
                    <a:lnTo>
                      <a:pt x="1332" y="984"/>
                    </a:lnTo>
                    <a:lnTo>
                      <a:pt x="1332" y="966"/>
                    </a:lnTo>
                    <a:lnTo>
                      <a:pt x="1320" y="948"/>
                    </a:lnTo>
                    <a:lnTo>
                      <a:pt x="1308" y="936"/>
                    </a:lnTo>
                    <a:lnTo>
                      <a:pt x="1290" y="924"/>
                    </a:lnTo>
                    <a:lnTo>
                      <a:pt x="1272" y="924"/>
                    </a:lnTo>
                    <a:lnTo>
                      <a:pt x="792" y="924"/>
                    </a:lnTo>
                    <a:close/>
                    <a:moveTo>
                      <a:pt x="468" y="870"/>
                    </a:moveTo>
                    <a:lnTo>
                      <a:pt x="450" y="876"/>
                    </a:lnTo>
                    <a:lnTo>
                      <a:pt x="432" y="888"/>
                    </a:lnTo>
                    <a:lnTo>
                      <a:pt x="420" y="906"/>
                    </a:lnTo>
                    <a:lnTo>
                      <a:pt x="420" y="924"/>
                    </a:lnTo>
                    <a:lnTo>
                      <a:pt x="420" y="978"/>
                    </a:lnTo>
                    <a:lnTo>
                      <a:pt x="342" y="996"/>
                    </a:lnTo>
                    <a:lnTo>
                      <a:pt x="288" y="1026"/>
                    </a:lnTo>
                    <a:lnTo>
                      <a:pt x="258" y="1068"/>
                    </a:lnTo>
                    <a:lnTo>
                      <a:pt x="240" y="1116"/>
                    </a:lnTo>
                    <a:lnTo>
                      <a:pt x="234" y="1158"/>
                    </a:lnTo>
                    <a:lnTo>
                      <a:pt x="240" y="1224"/>
                    </a:lnTo>
                    <a:lnTo>
                      <a:pt x="276" y="1272"/>
                    </a:lnTo>
                    <a:lnTo>
                      <a:pt x="336" y="1308"/>
                    </a:lnTo>
                    <a:lnTo>
                      <a:pt x="426" y="1326"/>
                    </a:lnTo>
                    <a:lnTo>
                      <a:pt x="486" y="1338"/>
                    </a:lnTo>
                    <a:lnTo>
                      <a:pt x="516" y="1356"/>
                    </a:lnTo>
                    <a:lnTo>
                      <a:pt x="528" y="1392"/>
                    </a:lnTo>
                    <a:lnTo>
                      <a:pt x="522" y="1422"/>
                    </a:lnTo>
                    <a:lnTo>
                      <a:pt x="504" y="1446"/>
                    </a:lnTo>
                    <a:lnTo>
                      <a:pt x="468" y="1452"/>
                    </a:lnTo>
                    <a:lnTo>
                      <a:pt x="414" y="1458"/>
                    </a:lnTo>
                    <a:lnTo>
                      <a:pt x="288" y="1458"/>
                    </a:lnTo>
                    <a:lnTo>
                      <a:pt x="270" y="1458"/>
                    </a:lnTo>
                    <a:lnTo>
                      <a:pt x="252" y="1470"/>
                    </a:lnTo>
                    <a:lnTo>
                      <a:pt x="240" y="1488"/>
                    </a:lnTo>
                    <a:lnTo>
                      <a:pt x="240" y="1506"/>
                    </a:lnTo>
                    <a:lnTo>
                      <a:pt x="240" y="1524"/>
                    </a:lnTo>
                    <a:lnTo>
                      <a:pt x="252" y="1542"/>
                    </a:lnTo>
                    <a:lnTo>
                      <a:pt x="270" y="1554"/>
                    </a:lnTo>
                    <a:lnTo>
                      <a:pt x="288" y="1560"/>
                    </a:lnTo>
                    <a:lnTo>
                      <a:pt x="354" y="1560"/>
                    </a:lnTo>
                    <a:lnTo>
                      <a:pt x="354" y="1614"/>
                    </a:lnTo>
                    <a:lnTo>
                      <a:pt x="360" y="1632"/>
                    </a:lnTo>
                    <a:lnTo>
                      <a:pt x="372" y="1650"/>
                    </a:lnTo>
                    <a:lnTo>
                      <a:pt x="390" y="1656"/>
                    </a:lnTo>
                    <a:lnTo>
                      <a:pt x="408" y="1662"/>
                    </a:lnTo>
                    <a:lnTo>
                      <a:pt x="426" y="1656"/>
                    </a:lnTo>
                    <a:lnTo>
                      <a:pt x="444" y="1650"/>
                    </a:lnTo>
                    <a:lnTo>
                      <a:pt x="456" y="1632"/>
                    </a:lnTo>
                    <a:lnTo>
                      <a:pt x="456" y="1614"/>
                    </a:lnTo>
                    <a:lnTo>
                      <a:pt x="456" y="1554"/>
                    </a:lnTo>
                    <a:lnTo>
                      <a:pt x="534" y="1542"/>
                    </a:lnTo>
                    <a:lnTo>
                      <a:pt x="582" y="1518"/>
                    </a:lnTo>
                    <a:lnTo>
                      <a:pt x="618" y="1482"/>
                    </a:lnTo>
                    <a:lnTo>
                      <a:pt x="636" y="1440"/>
                    </a:lnTo>
                    <a:lnTo>
                      <a:pt x="642" y="1392"/>
                    </a:lnTo>
                    <a:lnTo>
                      <a:pt x="630" y="1332"/>
                    </a:lnTo>
                    <a:lnTo>
                      <a:pt x="606" y="1284"/>
                    </a:lnTo>
                    <a:lnTo>
                      <a:pt x="570" y="1254"/>
                    </a:lnTo>
                    <a:lnTo>
                      <a:pt x="516" y="1236"/>
                    </a:lnTo>
                    <a:lnTo>
                      <a:pt x="450" y="1218"/>
                    </a:lnTo>
                    <a:lnTo>
                      <a:pt x="402" y="1212"/>
                    </a:lnTo>
                    <a:lnTo>
                      <a:pt x="372" y="1206"/>
                    </a:lnTo>
                    <a:lnTo>
                      <a:pt x="348" y="1188"/>
                    </a:lnTo>
                    <a:lnTo>
                      <a:pt x="342" y="1158"/>
                    </a:lnTo>
                    <a:lnTo>
                      <a:pt x="342" y="1146"/>
                    </a:lnTo>
                    <a:lnTo>
                      <a:pt x="348" y="1128"/>
                    </a:lnTo>
                    <a:lnTo>
                      <a:pt x="354" y="1116"/>
                    </a:lnTo>
                    <a:lnTo>
                      <a:pt x="360" y="1104"/>
                    </a:lnTo>
                    <a:lnTo>
                      <a:pt x="372" y="1098"/>
                    </a:lnTo>
                    <a:lnTo>
                      <a:pt x="390" y="1086"/>
                    </a:lnTo>
                    <a:lnTo>
                      <a:pt x="408" y="1086"/>
                    </a:lnTo>
                    <a:lnTo>
                      <a:pt x="438" y="1080"/>
                    </a:lnTo>
                    <a:lnTo>
                      <a:pt x="438" y="1086"/>
                    </a:lnTo>
                    <a:lnTo>
                      <a:pt x="564" y="1086"/>
                    </a:lnTo>
                    <a:lnTo>
                      <a:pt x="582" y="1086"/>
                    </a:lnTo>
                    <a:lnTo>
                      <a:pt x="600" y="1074"/>
                    </a:lnTo>
                    <a:lnTo>
                      <a:pt x="612" y="1056"/>
                    </a:lnTo>
                    <a:lnTo>
                      <a:pt x="618" y="1038"/>
                    </a:lnTo>
                    <a:lnTo>
                      <a:pt x="612" y="1020"/>
                    </a:lnTo>
                    <a:lnTo>
                      <a:pt x="600" y="1002"/>
                    </a:lnTo>
                    <a:lnTo>
                      <a:pt x="582" y="990"/>
                    </a:lnTo>
                    <a:lnTo>
                      <a:pt x="564" y="984"/>
                    </a:lnTo>
                    <a:lnTo>
                      <a:pt x="522" y="984"/>
                    </a:lnTo>
                    <a:lnTo>
                      <a:pt x="522" y="924"/>
                    </a:lnTo>
                    <a:lnTo>
                      <a:pt x="516" y="906"/>
                    </a:lnTo>
                    <a:lnTo>
                      <a:pt x="504" y="888"/>
                    </a:lnTo>
                    <a:lnTo>
                      <a:pt x="486" y="876"/>
                    </a:lnTo>
                    <a:lnTo>
                      <a:pt x="468" y="870"/>
                    </a:lnTo>
                    <a:close/>
                    <a:moveTo>
                      <a:pt x="204" y="0"/>
                    </a:moveTo>
                    <a:lnTo>
                      <a:pt x="876" y="0"/>
                    </a:lnTo>
                    <a:lnTo>
                      <a:pt x="876" y="408"/>
                    </a:lnTo>
                    <a:lnTo>
                      <a:pt x="888" y="480"/>
                    </a:lnTo>
                    <a:lnTo>
                      <a:pt x="924" y="546"/>
                    </a:lnTo>
                    <a:lnTo>
                      <a:pt x="972" y="594"/>
                    </a:lnTo>
                    <a:lnTo>
                      <a:pt x="1038" y="630"/>
                    </a:lnTo>
                    <a:lnTo>
                      <a:pt x="1110" y="642"/>
                    </a:lnTo>
                    <a:lnTo>
                      <a:pt x="1572" y="642"/>
                    </a:lnTo>
                    <a:lnTo>
                      <a:pt x="1572" y="1830"/>
                    </a:lnTo>
                    <a:lnTo>
                      <a:pt x="1554" y="1908"/>
                    </a:lnTo>
                    <a:lnTo>
                      <a:pt x="1512" y="1974"/>
                    </a:lnTo>
                    <a:lnTo>
                      <a:pt x="1446" y="2016"/>
                    </a:lnTo>
                    <a:lnTo>
                      <a:pt x="1368" y="2034"/>
                    </a:lnTo>
                    <a:lnTo>
                      <a:pt x="204" y="2034"/>
                    </a:lnTo>
                    <a:lnTo>
                      <a:pt x="126" y="2016"/>
                    </a:lnTo>
                    <a:lnTo>
                      <a:pt x="60" y="1974"/>
                    </a:lnTo>
                    <a:lnTo>
                      <a:pt x="18" y="1908"/>
                    </a:lnTo>
                    <a:lnTo>
                      <a:pt x="0" y="1830"/>
                    </a:lnTo>
                    <a:lnTo>
                      <a:pt x="0" y="198"/>
                    </a:lnTo>
                    <a:lnTo>
                      <a:pt x="18" y="120"/>
                    </a:lnTo>
                    <a:lnTo>
                      <a:pt x="60" y="54"/>
                    </a:lnTo>
                    <a:lnTo>
                      <a:pt x="126" y="12"/>
                    </a:lnTo>
                    <a:lnTo>
                      <a:pt x="204"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grpSp>
      </p:grpSp>
      <p:grpSp>
        <p:nvGrpSpPr>
          <p:cNvPr id="653" name="Google Shape;653;p78"/>
          <p:cNvGrpSpPr/>
          <p:nvPr/>
        </p:nvGrpSpPr>
        <p:grpSpPr>
          <a:xfrm>
            <a:off x="3828342" y="4094992"/>
            <a:ext cx="939002" cy="314839"/>
            <a:chOff x="4202821" y="3953379"/>
            <a:chExt cx="848700" cy="386400"/>
          </a:xfrm>
        </p:grpSpPr>
        <p:sp>
          <p:nvSpPr>
            <p:cNvPr id="654" name="Google Shape;654;p78"/>
            <p:cNvSpPr/>
            <p:nvPr/>
          </p:nvSpPr>
          <p:spPr>
            <a:xfrm>
              <a:off x="4202821" y="3953379"/>
              <a:ext cx="848700" cy="386400"/>
            </a:xfrm>
            <a:prstGeom prst="rect">
              <a:avLst/>
            </a:prstGeom>
            <a:solidFill>
              <a:srgbClr val="7F7F7F"/>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000"/>
                <a:buFont typeface="Arial"/>
                <a:buNone/>
              </a:pPr>
              <a:r>
                <a:rPr lang="en-US" sz="1000" b="1">
                  <a:solidFill>
                    <a:schemeClr val="lt1"/>
                  </a:solidFill>
                  <a:latin typeface="Arial"/>
                  <a:ea typeface="Arial"/>
                  <a:cs typeface="Arial"/>
                  <a:sym typeface="Arial"/>
                </a:rPr>
                <a:t>Sales</a:t>
              </a:r>
              <a:endParaRPr sz="1800">
                <a:solidFill>
                  <a:schemeClr val="dk1"/>
                </a:solidFill>
                <a:latin typeface="Arial"/>
                <a:ea typeface="Arial"/>
                <a:cs typeface="Arial"/>
                <a:sym typeface="Arial"/>
              </a:endParaRPr>
            </a:p>
          </p:txBody>
        </p:sp>
        <p:grpSp>
          <p:nvGrpSpPr>
            <p:cNvPr id="655" name="Google Shape;655;p78"/>
            <p:cNvGrpSpPr/>
            <p:nvPr/>
          </p:nvGrpSpPr>
          <p:grpSpPr>
            <a:xfrm>
              <a:off x="4822126" y="4074241"/>
              <a:ext cx="181886" cy="144816"/>
              <a:chOff x="10687085" y="3015003"/>
              <a:chExt cx="181886" cy="144816"/>
            </a:xfrm>
          </p:grpSpPr>
          <p:sp>
            <p:nvSpPr>
              <p:cNvPr id="656" name="Google Shape;656;p78"/>
              <p:cNvSpPr/>
              <p:nvPr/>
            </p:nvSpPr>
            <p:spPr>
              <a:xfrm>
                <a:off x="10742115" y="3124484"/>
                <a:ext cx="35335" cy="35335"/>
              </a:xfrm>
              <a:custGeom>
                <a:avLst/>
                <a:gdLst/>
                <a:ahLst/>
                <a:cxnLst/>
                <a:rect l="l" t="t" r="r" b="b"/>
                <a:pathLst>
                  <a:path w="366" h="366" extrusionOk="0">
                    <a:moveTo>
                      <a:pt x="186" y="0"/>
                    </a:moveTo>
                    <a:lnTo>
                      <a:pt x="258" y="12"/>
                    </a:lnTo>
                    <a:lnTo>
                      <a:pt x="318" y="54"/>
                    </a:lnTo>
                    <a:lnTo>
                      <a:pt x="354" y="108"/>
                    </a:lnTo>
                    <a:lnTo>
                      <a:pt x="366" y="180"/>
                    </a:lnTo>
                    <a:lnTo>
                      <a:pt x="354" y="252"/>
                    </a:lnTo>
                    <a:lnTo>
                      <a:pt x="318" y="312"/>
                    </a:lnTo>
                    <a:lnTo>
                      <a:pt x="258" y="354"/>
                    </a:lnTo>
                    <a:lnTo>
                      <a:pt x="186" y="366"/>
                    </a:lnTo>
                    <a:lnTo>
                      <a:pt x="114" y="354"/>
                    </a:lnTo>
                    <a:lnTo>
                      <a:pt x="54" y="312"/>
                    </a:lnTo>
                    <a:lnTo>
                      <a:pt x="18" y="252"/>
                    </a:lnTo>
                    <a:lnTo>
                      <a:pt x="0" y="180"/>
                    </a:lnTo>
                    <a:lnTo>
                      <a:pt x="18" y="108"/>
                    </a:lnTo>
                    <a:lnTo>
                      <a:pt x="54" y="54"/>
                    </a:lnTo>
                    <a:lnTo>
                      <a:pt x="114" y="12"/>
                    </a:lnTo>
                    <a:lnTo>
                      <a:pt x="186"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657" name="Google Shape;657;p78"/>
              <p:cNvSpPr/>
              <p:nvPr/>
            </p:nvSpPr>
            <p:spPr>
              <a:xfrm>
                <a:off x="10811626" y="3124484"/>
                <a:ext cx="35335" cy="35335"/>
              </a:xfrm>
              <a:custGeom>
                <a:avLst/>
                <a:gdLst/>
                <a:ahLst/>
                <a:cxnLst/>
                <a:rect l="l" t="t" r="r" b="b"/>
                <a:pathLst>
                  <a:path w="366" h="366" extrusionOk="0">
                    <a:moveTo>
                      <a:pt x="186" y="0"/>
                    </a:moveTo>
                    <a:lnTo>
                      <a:pt x="252" y="12"/>
                    </a:lnTo>
                    <a:lnTo>
                      <a:pt x="312" y="54"/>
                    </a:lnTo>
                    <a:lnTo>
                      <a:pt x="354" y="108"/>
                    </a:lnTo>
                    <a:lnTo>
                      <a:pt x="366" y="180"/>
                    </a:lnTo>
                    <a:lnTo>
                      <a:pt x="354" y="252"/>
                    </a:lnTo>
                    <a:lnTo>
                      <a:pt x="312" y="312"/>
                    </a:lnTo>
                    <a:lnTo>
                      <a:pt x="252" y="354"/>
                    </a:lnTo>
                    <a:lnTo>
                      <a:pt x="186" y="366"/>
                    </a:lnTo>
                    <a:lnTo>
                      <a:pt x="114" y="354"/>
                    </a:lnTo>
                    <a:lnTo>
                      <a:pt x="54" y="312"/>
                    </a:lnTo>
                    <a:lnTo>
                      <a:pt x="12" y="252"/>
                    </a:lnTo>
                    <a:lnTo>
                      <a:pt x="0" y="180"/>
                    </a:lnTo>
                    <a:lnTo>
                      <a:pt x="12" y="108"/>
                    </a:lnTo>
                    <a:lnTo>
                      <a:pt x="54" y="54"/>
                    </a:lnTo>
                    <a:lnTo>
                      <a:pt x="114" y="12"/>
                    </a:lnTo>
                    <a:lnTo>
                      <a:pt x="186"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658" name="Google Shape;658;p78"/>
              <p:cNvSpPr/>
              <p:nvPr/>
            </p:nvSpPr>
            <p:spPr>
              <a:xfrm>
                <a:off x="10687085" y="3015003"/>
                <a:ext cx="167405" cy="106583"/>
              </a:xfrm>
              <a:custGeom>
                <a:avLst/>
                <a:gdLst/>
                <a:ahLst/>
                <a:cxnLst/>
                <a:rect l="l" t="t" r="r" b="b"/>
                <a:pathLst>
                  <a:path w="1734" h="1104" extrusionOk="0">
                    <a:moveTo>
                      <a:pt x="54" y="0"/>
                    </a:moveTo>
                    <a:lnTo>
                      <a:pt x="246" y="0"/>
                    </a:lnTo>
                    <a:lnTo>
                      <a:pt x="264" y="0"/>
                    </a:lnTo>
                    <a:lnTo>
                      <a:pt x="276" y="12"/>
                    </a:lnTo>
                    <a:lnTo>
                      <a:pt x="288" y="24"/>
                    </a:lnTo>
                    <a:lnTo>
                      <a:pt x="300" y="36"/>
                    </a:lnTo>
                    <a:lnTo>
                      <a:pt x="660" y="990"/>
                    </a:lnTo>
                    <a:lnTo>
                      <a:pt x="1680" y="990"/>
                    </a:lnTo>
                    <a:lnTo>
                      <a:pt x="1698" y="996"/>
                    </a:lnTo>
                    <a:lnTo>
                      <a:pt x="1716" y="1008"/>
                    </a:lnTo>
                    <a:lnTo>
                      <a:pt x="1728" y="1026"/>
                    </a:lnTo>
                    <a:lnTo>
                      <a:pt x="1734" y="1044"/>
                    </a:lnTo>
                    <a:lnTo>
                      <a:pt x="1728" y="1068"/>
                    </a:lnTo>
                    <a:lnTo>
                      <a:pt x="1716" y="1086"/>
                    </a:lnTo>
                    <a:lnTo>
                      <a:pt x="1698" y="1098"/>
                    </a:lnTo>
                    <a:lnTo>
                      <a:pt x="1680" y="1104"/>
                    </a:lnTo>
                    <a:lnTo>
                      <a:pt x="618" y="1104"/>
                    </a:lnTo>
                    <a:lnTo>
                      <a:pt x="600" y="1098"/>
                    </a:lnTo>
                    <a:lnTo>
                      <a:pt x="588" y="1092"/>
                    </a:lnTo>
                    <a:lnTo>
                      <a:pt x="576" y="1080"/>
                    </a:lnTo>
                    <a:lnTo>
                      <a:pt x="570" y="1068"/>
                    </a:lnTo>
                    <a:lnTo>
                      <a:pt x="210" y="108"/>
                    </a:lnTo>
                    <a:lnTo>
                      <a:pt x="54" y="108"/>
                    </a:lnTo>
                    <a:lnTo>
                      <a:pt x="36" y="108"/>
                    </a:lnTo>
                    <a:lnTo>
                      <a:pt x="18" y="96"/>
                    </a:lnTo>
                    <a:lnTo>
                      <a:pt x="6" y="78"/>
                    </a:lnTo>
                    <a:lnTo>
                      <a:pt x="0" y="54"/>
                    </a:lnTo>
                    <a:lnTo>
                      <a:pt x="6" y="36"/>
                    </a:lnTo>
                    <a:lnTo>
                      <a:pt x="18" y="18"/>
                    </a:lnTo>
                    <a:lnTo>
                      <a:pt x="36" y="6"/>
                    </a:lnTo>
                    <a:lnTo>
                      <a:pt x="54"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659" name="Google Shape;659;p78"/>
              <p:cNvSpPr/>
              <p:nvPr/>
            </p:nvSpPr>
            <p:spPr>
              <a:xfrm>
                <a:off x="10729371" y="3030643"/>
                <a:ext cx="139600" cy="71248"/>
              </a:xfrm>
              <a:custGeom>
                <a:avLst/>
                <a:gdLst/>
                <a:ahLst/>
                <a:cxnLst/>
                <a:rect l="l" t="t" r="r" b="b"/>
                <a:pathLst>
                  <a:path w="1446" h="738" extrusionOk="0">
                    <a:moveTo>
                      <a:pt x="0" y="0"/>
                    </a:moveTo>
                    <a:lnTo>
                      <a:pt x="1368" y="0"/>
                    </a:lnTo>
                    <a:lnTo>
                      <a:pt x="1392" y="6"/>
                    </a:lnTo>
                    <a:lnTo>
                      <a:pt x="1416" y="18"/>
                    </a:lnTo>
                    <a:lnTo>
                      <a:pt x="1434" y="36"/>
                    </a:lnTo>
                    <a:lnTo>
                      <a:pt x="1446" y="60"/>
                    </a:lnTo>
                    <a:lnTo>
                      <a:pt x="1446" y="90"/>
                    </a:lnTo>
                    <a:lnTo>
                      <a:pt x="1446" y="96"/>
                    </a:lnTo>
                    <a:lnTo>
                      <a:pt x="1446" y="114"/>
                    </a:lnTo>
                    <a:lnTo>
                      <a:pt x="1440" y="126"/>
                    </a:lnTo>
                    <a:lnTo>
                      <a:pt x="1440" y="138"/>
                    </a:lnTo>
                    <a:lnTo>
                      <a:pt x="1404" y="246"/>
                    </a:lnTo>
                    <a:lnTo>
                      <a:pt x="1368" y="354"/>
                    </a:lnTo>
                    <a:lnTo>
                      <a:pt x="1338" y="456"/>
                    </a:lnTo>
                    <a:lnTo>
                      <a:pt x="1308" y="546"/>
                    </a:lnTo>
                    <a:lnTo>
                      <a:pt x="1290" y="624"/>
                    </a:lnTo>
                    <a:lnTo>
                      <a:pt x="1272" y="684"/>
                    </a:lnTo>
                    <a:lnTo>
                      <a:pt x="1260" y="720"/>
                    </a:lnTo>
                    <a:lnTo>
                      <a:pt x="1254" y="738"/>
                    </a:lnTo>
                    <a:lnTo>
                      <a:pt x="342" y="738"/>
                    </a:lnTo>
                    <a:lnTo>
                      <a:pt x="324" y="738"/>
                    </a:lnTo>
                    <a:lnTo>
                      <a:pt x="300" y="732"/>
                    </a:lnTo>
                    <a:lnTo>
                      <a:pt x="288" y="726"/>
                    </a:lnTo>
                    <a:lnTo>
                      <a:pt x="276" y="714"/>
                    </a:lnTo>
                    <a:lnTo>
                      <a:pt x="264" y="696"/>
                    </a:lnTo>
                    <a:lnTo>
                      <a:pt x="252" y="672"/>
                    </a:lnTo>
                    <a:lnTo>
                      <a:pt x="246" y="654"/>
                    </a:lnTo>
                    <a:lnTo>
                      <a:pt x="228" y="606"/>
                    </a:lnTo>
                    <a:lnTo>
                      <a:pt x="204" y="546"/>
                    </a:lnTo>
                    <a:lnTo>
                      <a:pt x="174" y="468"/>
                    </a:lnTo>
                    <a:lnTo>
                      <a:pt x="144" y="378"/>
                    </a:lnTo>
                    <a:lnTo>
                      <a:pt x="108" y="288"/>
                    </a:lnTo>
                    <a:lnTo>
                      <a:pt x="78" y="198"/>
                    </a:lnTo>
                    <a:lnTo>
                      <a:pt x="48" y="120"/>
                    </a:lnTo>
                    <a:lnTo>
                      <a:pt x="24" y="60"/>
                    </a:lnTo>
                    <a:lnTo>
                      <a:pt x="6" y="18"/>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grpSp>
      </p:grpSp>
      <p:grpSp>
        <p:nvGrpSpPr>
          <p:cNvPr id="660" name="Google Shape;660;p78"/>
          <p:cNvGrpSpPr/>
          <p:nvPr/>
        </p:nvGrpSpPr>
        <p:grpSpPr>
          <a:xfrm>
            <a:off x="4952033" y="4094992"/>
            <a:ext cx="939002" cy="314839"/>
            <a:chOff x="5634123" y="3953379"/>
            <a:chExt cx="848700" cy="386400"/>
          </a:xfrm>
        </p:grpSpPr>
        <p:sp>
          <p:nvSpPr>
            <p:cNvPr id="661" name="Google Shape;661;p78"/>
            <p:cNvSpPr/>
            <p:nvPr/>
          </p:nvSpPr>
          <p:spPr>
            <a:xfrm>
              <a:off x="5634123" y="3953379"/>
              <a:ext cx="848700" cy="386400"/>
            </a:xfrm>
            <a:prstGeom prst="rect">
              <a:avLst/>
            </a:prstGeom>
            <a:solidFill>
              <a:srgbClr val="7F7F7F"/>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000"/>
                <a:buFont typeface="Arial"/>
                <a:buNone/>
              </a:pPr>
              <a:r>
                <a:rPr lang="en-US" sz="1000" b="1">
                  <a:solidFill>
                    <a:schemeClr val="lt1"/>
                  </a:solidFill>
                  <a:latin typeface="Arial"/>
                  <a:ea typeface="Arial"/>
                  <a:cs typeface="Arial"/>
                  <a:sym typeface="Arial"/>
                </a:rPr>
                <a:t>Service</a:t>
              </a:r>
              <a:endParaRPr sz="1800">
                <a:solidFill>
                  <a:schemeClr val="dk1"/>
                </a:solidFill>
                <a:latin typeface="Arial"/>
                <a:ea typeface="Arial"/>
                <a:cs typeface="Arial"/>
                <a:sym typeface="Arial"/>
              </a:endParaRPr>
            </a:p>
          </p:txBody>
        </p:sp>
        <p:grpSp>
          <p:nvGrpSpPr>
            <p:cNvPr id="662" name="Google Shape;662;p78"/>
            <p:cNvGrpSpPr/>
            <p:nvPr/>
          </p:nvGrpSpPr>
          <p:grpSpPr>
            <a:xfrm>
              <a:off x="6272326" y="4070702"/>
              <a:ext cx="152475" cy="152475"/>
              <a:chOff x="-1871663" y="19513550"/>
              <a:chExt cx="903288" cy="903288"/>
            </a:xfrm>
          </p:grpSpPr>
          <p:sp>
            <p:nvSpPr>
              <p:cNvPr id="663" name="Google Shape;663;p78"/>
              <p:cNvSpPr/>
              <p:nvPr/>
            </p:nvSpPr>
            <p:spPr>
              <a:xfrm>
                <a:off x="-1871663" y="19583400"/>
                <a:ext cx="841375" cy="833438"/>
              </a:xfrm>
              <a:custGeom>
                <a:avLst/>
                <a:gdLst/>
                <a:ahLst/>
                <a:cxnLst/>
                <a:rect l="l" t="t" r="r" b="b"/>
                <a:pathLst>
                  <a:path w="530" h="525" extrusionOk="0">
                    <a:moveTo>
                      <a:pt x="32" y="0"/>
                    </a:moveTo>
                    <a:lnTo>
                      <a:pt x="131" y="63"/>
                    </a:lnTo>
                    <a:lnTo>
                      <a:pt x="131" y="99"/>
                    </a:lnTo>
                    <a:lnTo>
                      <a:pt x="303" y="271"/>
                    </a:lnTo>
                    <a:lnTo>
                      <a:pt x="338" y="263"/>
                    </a:lnTo>
                    <a:lnTo>
                      <a:pt x="362" y="267"/>
                    </a:lnTo>
                    <a:lnTo>
                      <a:pt x="382" y="278"/>
                    </a:lnTo>
                    <a:lnTo>
                      <a:pt x="386" y="282"/>
                    </a:lnTo>
                    <a:lnTo>
                      <a:pt x="394" y="290"/>
                    </a:lnTo>
                    <a:lnTo>
                      <a:pt x="410" y="306"/>
                    </a:lnTo>
                    <a:lnTo>
                      <a:pt x="434" y="330"/>
                    </a:lnTo>
                    <a:lnTo>
                      <a:pt x="462" y="358"/>
                    </a:lnTo>
                    <a:lnTo>
                      <a:pt x="490" y="382"/>
                    </a:lnTo>
                    <a:lnTo>
                      <a:pt x="514" y="406"/>
                    </a:lnTo>
                    <a:lnTo>
                      <a:pt x="530" y="434"/>
                    </a:lnTo>
                    <a:lnTo>
                      <a:pt x="530" y="458"/>
                    </a:lnTo>
                    <a:lnTo>
                      <a:pt x="518" y="482"/>
                    </a:lnTo>
                    <a:lnTo>
                      <a:pt x="510" y="498"/>
                    </a:lnTo>
                    <a:lnTo>
                      <a:pt x="506" y="502"/>
                    </a:lnTo>
                    <a:lnTo>
                      <a:pt x="498" y="509"/>
                    </a:lnTo>
                    <a:lnTo>
                      <a:pt x="482" y="517"/>
                    </a:lnTo>
                    <a:lnTo>
                      <a:pt x="462" y="525"/>
                    </a:lnTo>
                    <a:lnTo>
                      <a:pt x="434" y="525"/>
                    </a:lnTo>
                    <a:lnTo>
                      <a:pt x="410" y="513"/>
                    </a:lnTo>
                    <a:lnTo>
                      <a:pt x="386" y="490"/>
                    </a:lnTo>
                    <a:lnTo>
                      <a:pt x="358" y="462"/>
                    </a:lnTo>
                    <a:lnTo>
                      <a:pt x="330" y="434"/>
                    </a:lnTo>
                    <a:lnTo>
                      <a:pt x="307" y="410"/>
                    </a:lnTo>
                    <a:lnTo>
                      <a:pt x="291" y="394"/>
                    </a:lnTo>
                    <a:lnTo>
                      <a:pt x="283" y="386"/>
                    </a:lnTo>
                    <a:lnTo>
                      <a:pt x="279" y="378"/>
                    </a:lnTo>
                    <a:lnTo>
                      <a:pt x="271" y="362"/>
                    </a:lnTo>
                    <a:lnTo>
                      <a:pt x="263" y="334"/>
                    </a:lnTo>
                    <a:lnTo>
                      <a:pt x="275" y="302"/>
                    </a:lnTo>
                    <a:lnTo>
                      <a:pt x="99" y="131"/>
                    </a:lnTo>
                    <a:lnTo>
                      <a:pt x="68" y="127"/>
                    </a:lnTo>
                    <a:lnTo>
                      <a:pt x="0" y="32"/>
                    </a:lnTo>
                    <a:lnTo>
                      <a:pt x="32"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Arial"/>
                  <a:buNone/>
                </a:pPr>
                <a:endParaRPr sz="1800" b="1">
                  <a:solidFill>
                    <a:schemeClr val="dk1"/>
                  </a:solidFill>
                  <a:latin typeface="Arial"/>
                  <a:ea typeface="Arial"/>
                  <a:cs typeface="Arial"/>
                  <a:sym typeface="Arial"/>
                </a:endParaRPr>
              </a:p>
            </p:txBody>
          </p:sp>
          <p:sp>
            <p:nvSpPr>
              <p:cNvPr id="664" name="Google Shape;664;p78"/>
              <p:cNvSpPr/>
              <p:nvPr/>
            </p:nvSpPr>
            <p:spPr>
              <a:xfrm>
                <a:off x="-1865313" y="19981863"/>
                <a:ext cx="385763" cy="428625"/>
              </a:xfrm>
              <a:custGeom>
                <a:avLst/>
                <a:gdLst/>
                <a:ahLst/>
                <a:cxnLst/>
                <a:rect l="l" t="t" r="r" b="b"/>
                <a:pathLst>
                  <a:path w="243" h="270" extrusionOk="0">
                    <a:moveTo>
                      <a:pt x="64" y="187"/>
                    </a:moveTo>
                    <a:lnTo>
                      <a:pt x="56" y="191"/>
                    </a:lnTo>
                    <a:lnTo>
                      <a:pt x="48" y="199"/>
                    </a:lnTo>
                    <a:lnTo>
                      <a:pt x="44" y="207"/>
                    </a:lnTo>
                    <a:lnTo>
                      <a:pt x="48" y="219"/>
                    </a:lnTo>
                    <a:lnTo>
                      <a:pt x="56" y="227"/>
                    </a:lnTo>
                    <a:lnTo>
                      <a:pt x="64" y="231"/>
                    </a:lnTo>
                    <a:lnTo>
                      <a:pt x="76" y="227"/>
                    </a:lnTo>
                    <a:lnTo>
                      <a:pt x="84" y="219"/>
                    </a:lnTo>
                    <a:lnTo>
                      <a:pt x="84" y="207"/>
                    </a:lnTo>
                    <a:lnTo>
                      <a:pt x="84" y="199"/>
                    </a:lnTo>
                    <a:lnTo>
                      <a:pt x="76" y="191"/>
                    </a:lnTo>
                    <a:lnTo>
                      <a:pt x="64" y="187"/>
                    </a:lnTo>
                    <a:close/>
                    <a:moveTo>
                      <a:pt x="175" y="0"/>
                    </a:moveTo>
                    <a:lnTo>
                      <a:pt x="175" y="0"/>
                    </a:lnTo>
                    <a:lnTo>
                      <a:pt x="235" y="63"/>
                    </a:lnTo>
                    <a:lnTo>
                      <a:pt x="235" y="79"/>
                    </a:lnTo>
                    <a:lnTo>
                      <a:pt x="235" y="95"/>
                    </a:lnTo>
                    <a:lnTo>
                      <a:pt x="239" y="111"/>
                    </a:lnTo>
                    <a:lnTo>
                      <a:pt x="243" y="127"/>
                    </a:lnTo>
                    <a:lnTo>
                      <a:pt x="115" y="254"/>
                    </a:lnTo>
                    <a:lnTo>
                      <a:pt x="84" y="270"/>
                    </a:lnTo>
                    <a:lnTo>
                      <a:pt x="48" y="270"/>
                    </a:lnTo>
                    <a:lnTo>
                      <a:pt x="16" y="254"/>
                    </a:lnTo>
                    <a:lnTo>
                      <a:pt x="0" y="223"/>
                    </a:lnTo>
                    <a:lnTo>
                      <a:pt x="0" y="187"/>
                    </a:lnTo>
                    <a:lnTo>
                      <a:pt x="16" y="155"/>
                    </a:lnTo>
                    <a:lnTo>
                      <a:pt x="175"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Arial"/>
                  <a:buNone/>
                </a:pPr>
                <a:endParaRPr sz="1800" b="1">
                  <a:solidFill>
                    <a:schemeClr val="dk1"/>
                  </a:solidFill>
                  <a:latin typeface="Arial"/>
                  <a:ea typeface="Arial"/>
                  <a:cs typeface="Arial"/>
                  <a:sym typeface="Arial"/>
                </a:endParaRPr>
              </a:p>
            </p:txBody>
          </p:sp>
          <p:sp>
            <p:nvSpPr>
              <p:cNvPr id="665" name="Google Shape;665;p78"/>
              <p:cNvSpPr/>
              <p:nvPr/>
            </p:nvSpPr>
            <p:spPr>
              <a:xfrm>
                <a:off x="-1466850" y="19513550"/>
                <a:ext cx="498475" cy="461963"/>
              </a:xfrm>
              <a:custGeom>
                <a:avLst/>
                <a:gdLst/>
                <a:ahLst/>
                <a:cxnLst/>
                <a:rect l="l" t="t" r="r" b="b"/>
                <a:pathLst>
                  <a:path w="314" h="291" extrusionOk="0">
                    <a:moveTo>
                      <a:pt x="147" y="0"/>
                    </a:moveTo>
                    <a:lnTo>
                      <a:pt x="183" y="4"/>
                    </a:lnTo>
                    <a:lnTo>
                      <a:pt x="207" y="8"/>
                    </a:lnTo>
                    <a:lnTo>
                      <a:pt x="215" y="12"/>
                    </a:lnTo>
                    <a:lnTo>
                      <a:pt x="211" y="16"/>
                    </a:lnTo>
                    <a:lnTo>
                      <a:pt x="195" y="32"/>
                    </a:lnTo>
                    <a:lnTo>
                      <a:pt x="171" y="56"/>
                    </a:lnTo>
                    <a:lnTo>
                      <a:pt x="151" y="80"/>
                    </a:lnTo>
                    <a:lnTo>
                      <a:pt x="131" y="95"/>
                    </a:lnTo>
                    <a:lnTo>
                      <a:pt x="119" y="111"/>
                    </a:lnTo>
                    <a:lnTo>
                      <a:pt x="131" y="183"/>
                    </a:lnTo>
                    <a:lnTo>
                      <a:pt x="207" y="195"/>
                    </a:lnTo>
                    <a:lnTo>
                      <a:pt x="219" y="183"/>
                    </a:lnTo>
                    <a:lnTo>
                      <a:pt x="239" y="163"/>
                    </a:lnTo>
                    <a:lnTo>
                      <a:pt x="259" y="143"/>
                    </a:lnTo>
                    <a:lnTo>
                      <a:pt x="283" y="119"/>
                    </a:lnTo>
                    <a:lnTo>
                      <a:pt x="298" y="103"/>
                    </a:lnTo>
                    <a:lnTo>
                      <a:pt x="302" y="99"/>
                    </a:lnTo>
                    <a:lnTo>
                      <a:pt x="306" y="107"/>
                    </a:lnTo>
                    <a:lnTo>
                      <a:pt x="314" y="131"/>
                    </a:lnTo>
                    <a:lnTo>
                      <a:pt x="314" y="167"/>
                    </a:lnTo>
                    <a:lnTo>
                      <a:pt x="298" y="207"/>
                    </a:lnTo>
                    <a:lnTo>
                      <a:pt x="267" y="255"/>
                    </a:lnTo>
                    <a:lnTo>
                      <a:pt x="239" y="279"/>
                    </a:lnTo>
                    <a:lnTo>
                      <a:pt x="211" y="287"/>
                    </a:lnTo>
                    <a:lnTo>
                      <a:pt x="191" y="291"/>
                    </a:lnTo>
                    <a:lnTo>
                      <a:pt x="167" y="287"/>
                    </a:lnTo>
                    <a:lnTo>
                      <a:pt x="151" y="287"/>
                    </a:lnTo>
                    <a:lnTo>
                      <a:pt x="127" y="291"/>
                    </a:lnTo>
                    <a:lnTo>
                      <a:pt x="103" y="279"/>
                    </a:lnTo>
                    <a:lnTo>
                      <a:pt x="79" y="279"/>
                    </a:lnTo>
                    <a:lnTo>
                      <a:pt x="60" y="283"/>
                    </a:lnTo>
                    <a:lnTo>
                      <a:pt x="60" y="279"/>
                    </a:lnTo>
                    <a:lnTo>
                      <a:pt x="52" y="275"/>
                    </a:lnTo>
                    <a:lnTo>
                      <a:pt x="48" y="267"/>
                    </a:lnTo>
                    <a:lnTo>
                      <a:pt x="40" y="259"/>
                    </a:lnTo>
                    <a:lnTo>
                      <a:pt x="28" y="251"/>
                    </a:lnTo>
                    <a:lnTo>
                      <a:pt x="20" y="243"/>
                    </a:lnTo>
                    <a:lnTo>
                      <a:pt x="12" y="235"/>
                    </a:lnTo>
                    <a:lnTo>
                      <a:pt x="4" y="227"/>
                    </a:lnTo>
                    <a:lnTo>
                      <a:pt x="0" y="223"/>
                    </a:lnTo>
                    <a:lnTo>
                      <a:pt x="0" y="223"/>
                    </a:lnTo>
                    <a:lnTo>
                      <a:pt x="8" y="211"/>
                    </a:lnTo>
                    <a:lnTo>
                      <a:pt x="24" y="191"/>
                    </a:lnTo>
                    <a:lnTo>
                      <a:pt x="28" y="171"/>
                    </a:lnTo>
                    <a:lnTo>
                      <a:pt x="28" y="147"/>
                    </a:lnTo>
                    <a:lnTo>
                      <a:pt x="24" y="127"/>
                    </a:lnTo>
                    <a:lnTo>
                      <a:pt x="24" y="103"/>
                    </a:lnTo>
                    <a:lnTo>
                      <a:pt x="36" y="80"/>
                    </a:lnTo>
                    <a:lnTo>
                      <a:pt x="60" y="48"/>
                    </a:lnTo>
                    <a:lnTo>
                      <a:pt x="107" y="16"/>
                    </a:lnTo>
                    <a:lnTo>
                      <a:pt x="147"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Arial"/>
                  <a:buNone/>
                </a:pPr>
                <a:endParaRPr sz="1800" b="1">
                  <a:solidFill>
                    <a:schemeClr val="dk1"/>
                  </a:solidFill>
                  <a:latin typeface="Arial"/>
                  <a:ea typeface="Arial"/>
                  <a:cs typeface="Arial"/>
                  <a:sym typeface="Arial"/>
                </a:endParaRPr>
              </a:p>
            </p:txBody>
          </p:sp>
        </p:grpSp>
      </p:grpSp>
      <p:grpSp>
        <p:nvGrpSpPr>
          <p:cNvPr id="666" name="Google Shape;666;p78"/>
          <p:cNvGrpSpPr/>
          <p:nvPr/>
        </p:nvGrpSpPr>
        <p:grpSpPr>
          <a:xfrm>
            <a:off x="6075737" y="4094992"/>
            <a:ext cx="1221798" cy="314839"/>
            <a:chOff x="6790791" y="3953379"/>
            <a:chExt cx="1104300" cy="386400"/>
          </a:xfrm>
        </p:grpSpPr>
        <p:sp>
          <p:nvSpPr>
            <p:cNvPr id="667" name="Google Shape;667;p78"/>
            <p:cNvSpPr/>
            <p:nvPr/>
          </p:nvSpPr>
          <p:spPr>
            <a:xfrm>
              <a:off x="6790791" y="3953379"/>
              <a:ext cx="1104300" cy="386400"/>
            </a:xfrm>
            <a:prstGeom prst="rect">
              <a:avLst/>
            </a:prstGeom>
            <a:solidFill>
              <a:srgbClr val="7F7F7F"/>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000"/>
                <a:buFont typeface="Arial"/>
                <a:buNone/>
              </a:pPr>
              <a:r>
                <a:rPr lang="en-US" sz="1000" b="1">
                  <a:solidFill>
                    <a:schemeClr val="lt1"/>
                  </a:solidFill>
                  <a:latin typeface="Arial"/>
                  <a:ea typeface="Arial"/>
                  <a:cs typeface="Arial"/>
                  <a:sym typeface="Arial"/>
                </a:rPr>
                <a:t>Interactions</a:t>
              </a:r>
              <a:endParaRPr sz="1800">
                <a:solidFill>
                  <a:schemeClr val="dk1"/>
                </a:solidFill>
                <a:latin typeface="Arial"/>
                <a:ea typeface="Arial"/>
                <a:cs typeface="Arial"/>
                <a:sym typeface="Arial"/>
              </a:endParaRPr>
            </a:p>
          </p:txBody>
        </p:sp>
        <p:grpSp>
          <p:nvGrpSpPr>
            <p:cNvPr id="668" name="Google Shape;668;p78"/>
            <p:cNvGrpSpPr/>
            <p:nvPr/>
          </p:nvGrpSpPr>
          <p:grpSpPr>
            <a:xfrm>
              <a:off x="7632075" y="4058760"/>
              <a:ext cx="204905" cy="175338"/>
              <a:chOff x="2691932" y="5491288"/>
              <a:chExt cx="598264" cy="511935"/>
            </a:xfrm>
          </p:grpSpPr>
          <p:sp>
            <p:nvSpPr>
              <p:cNvPr id="669" name="Google Shape;669;p78"/>
              <p:cNvSpPr/>
              <p:nvPr/>
            </p:nvSpPr>
            <p:spPr>
              <a:xfrm>
                <a:off x="3091961" y="5804988"/>
                <a:ext cx="198235" cy="198235"/>
              </a:xfrm>
              <a:custGeom>
                <a:avLst/>
                <a:gdLst/>
                <a:ahLst/>
                <a:cxnLst/>
                <a:rect l="l" t="t" r="r" b="b"/>
                <a:pathLst>
                  <a:path w="3348" h="3348" extrusionOk="0">
                    <a:moveTo>
                      <a:pt x="1674" y="1020"/>
                    </a:moveTo>
                    <a:lnTo>
                      <a:pt x="1524" y="1038"/>
                    </a:lnTo>
                    <a:lnTo>
                      <a:pt x="1386" y="1086"/>
                    </a:lnTo>
                    <a:lnTo>
                      <a:pt x="1266" y="1164"/>
                    </a:lnTo>
                    <a:lnTo>
                      <a:pt x="1164" y="1266"/>
                    </a:lnTo>
                    <a:lnTo>
                      <a:pt x="1086" y="1386"/>
                    </a:lnTo>
                    <a:lnTo>
                      <a:pt x="1038" y="1524"/>
                    </a:lnTo>
                    <a:lnTo>
                      <a:pt x="1020" y="1674"/>
                    </a:lnTo>
                    <a:lnTo>
                      <a:pt x="1038" y="1818"/>
                    </a:lnTo>
                    <a:lnTo>
                      <a:pt x="1080" y="1950"/>
                    </a:lnTo>
                    <a:lnTo>
                      <a:pt x="1152" y="2064"/>
                    </a:lnTo>
                    <a:lnTo>
                      <a:pt x="1242" y="2166"/>
                    </a:lnTo>
                    <a:lnTo>
                      <a:pt x="1350" y="2244"/>
                    </a:lnTo>
                    <a:lnTo>
                      <a:pt x="1470" y="2298"/>
                    </a:lnTo>
                    <a:lnTo>
                      <a:pt x="1608" y="2328"/>
                    </a:lnTo>
                    <a:lnTo>
                      <a:pt x="1644" y="2328"/>
                    </a:lnTo>
                    <a:lnTo>
                      <a:pt x="1674" y="2334"/>
                    </a:lnTo>
                    <a:lnTo>
                      <a:pt x="1824" y="2316"/>
                    </a:lnTo>
                    <a:lnTo>
                      <a:pt x="1962" y="2262"/>
                    </a:lnTo>
                    <a:lnTo>
                      <a:pt x="2082" y="2184"/>
                    </a:lnTo>
                    <a:lnTo>
                      <a:pt x="2184" y="2088"/>
                    </a:lnTo>
                    <a:lnTo>
                      <a:pt x="2262" y="1962"/>
                    </a:lnTo>
                    <a:lnTo>
                      <a:pt x="2310" y="1824"/>
                    </a:lnTo>
                    <a:lnTo>
                      <a:pt x="2328" y="1674"/>
                    </a:lnTo>
                    <a:lnTo>
                      <a:pt x="2316" y="1536"/>
                    </a:lnTo>
                    <a:lnTo>
                      <a:pt x="2274" y="1404"/>
                    </a:lnTo>
                    <a:lnTo>
                      <a:pt x="2202" y="1290"/>
                    </a:lnTo>
                    <a:lnTo>
                      <a:pt x="2112" y="1188"/>
                    </a:lnTo>
                    <a:lnTo>
                      <a:pt x="2004" y="1110"/>
                    </a:lnTo>
                    <a:lnTo>
                      <a:pt x="1878" y="1050"/>
                    </a:lnTo>
                    <a:lnTo>
                      <a:pt x="1740" y="1026"/>
                    </a:lnTo>
                    <a:lnTo>
                      <a:pt x="1710" y="1020"/>
                    </a:lnTo>
                    <a:lnTo>
                      <a:pt x="1674" y="1020"/>
                    </a:lnTo>
                    <a:close/>
                    <a:moveTo>
                      <a:pt x="1542" y="0"/>
                    </a:moveTo>
                    <a:lnTo>
                      <a:pt x="1812" y="0"/>
                    </a:lnTo>
                    <a:lnTo>
                      <a:pt x="1860" y="18"/>
                    </a:lnTo>
                    <a:lnTo>
                      <a:pt x="1896" y="48"/>
                    </a:lnTo>
                    <a:lnTo>
                      <a:pt x="1920" y="96"/>
                    </a:lnTo>
                    <a:lnTo>
                      <a:pt x="1968" y="456"/>
                    </a:lnTo>
                    <a:lnTo>
                      <a:pt x="2160" y="516"/>
                    </a:lnTo>
                    <a:lnTo>
                      <a:pt x="2334" y="606"/>
                    </a:lnTo>
                    <a:lnTo>
                      <a:pt x="2622" y="390"/>
                    </a:lnTo>
                    <a:lnTo>
                      <a:pt x="2646" y="378"/>
                    </a:lnTo>
                    <a:lnTo>
                      <a:pt x="2670" y="366"/>
                    </a:lnTo>
                    <a:lnTo>
                      <a:pt x="2694" y="366"/>
                    </a:lnTo>
                    <a:lnTo>
                      <a:pt x="2718" y="372"/>
                    </a:lnTo>
                    <a:lnTo>
                      <a:pt x="2742" y="384"/>
                    </a:lnTo>
                    <a:lnTo>
                      <a:pt x="2766" y="396"/>
                    </a:lnTo>
                    <a:lnTo>
                      <a:pt x="2952" y="588"/>
                    </a:lnTo>
                    <a:lnTo>
                      <a:pt x="2982" y="630"/>
                    </a:lnTo>
                    <a:lnTo>
                      <a:pt x="2982" y="684"/>
                    </a:lnTo>
                    <a:lnTo>
                      <a:pt x="2964" y="732"/>
                    </a:lnTo>
                    <a:lnTo>
                      <a:pt x="2742" y="1020"/>
                    </a:lnTo>
                    <a:lnTo>
                      <a:pt x="2832" y="1194"/>
                    </a:lnTo>
                    <a:lnTo>
                      <a:pt x="2898" y="1386"/>
                    </a:lnTo>
                    <a:lnTo>
                      <a:pt x="3258" y="1434"/>
                    </a:lnTo>
                    <a:lnTo>
                      <a:pt x="3300" y="1452"/>
                    </a:lnTo>
                    <a:lnTo>
                      <a:pt x="3336" y="1494"/>
                    </a:lnTo>
                    <a:lnTo>
                      <a:pt x="3348" y="1542"/>
                    </a:lnTo>
                    <a:lnTo>
                      <a:pt x="3348" y="1806"/>
                    </a:lnTo>
                    <a:lnTo>
                      <a:pt x="3336" y="1860"/>
                    </a:lnTo>
                    <a:lnTo>
                      <a:pt x="3300" y="1896"/>
                    </a:lnTo>
                    <a:lnTo>
                      <a:pt x="3258" y="1914"/>
                    </a:lnTo>
                    <a:lnTo>
                      <a:pt x="2898" y="1968"/>
                    </a:lnTo>
                    <a:lnTo>
                      <a:pt x="2832" y="2154"/>
                    </a:lnTo>
                    <a:lnTo>
                      <a:pt x="2742" y="2334"/>
                    </a:lnTo>
                    <a:lnTo>
                      <a:pt x="2964" y="2622"/>
                    </a:lnTo>
                    <a:lnTo>
                      <a:pt x="2982" y="2670"/>
                    </a:lnTo>
                    <a:lnTo>
                      <a:pt x="2982" y="2718"/>
                    </a:lnTo>
                    <a:lnTo>
                      <a:pt x="2952" y="2766"/>
                    </a:lnTo>
                    <a:lnTo>
                      <a:pt x="2766" y="2952"/>
                    </a:lnTo>
                    <a:lnTo>
                      <a:pt x="2724" y="2976"/>
                    </a:lnTo>
                    <a:lnTo>
                      <a:pt x="2670" y="2982"/>
                    </a:lnTo>
                    <a:lnTo>
                      <a:pt x="2622" y="2964"/>
                    </a:lnTo>
                    <a:lnTo>
                      <a:pt x="2526" y="2892"/>
                    </a:lnTo>
                    <a:lnTo>
                      <a:pt x="2526" y="2892"/>
                    </a:lnTo>
                    <a:lnTo>
                      <a:pt x="2334" y="2742"/>
                    </a:lnTo>
                    <a:lnTo>
                      <a:pt x="2160" y="2832"/>
                    </a:lnTo>
                    <a:lnTo>
                      <a:pt x="1968" y="2898"/>
                    </a:lnTo>
                    <a:lnTo>
                      <a:pt x="1920" y="3252"/>
                    </a:lnTo>
                    <a:lnTo>
                      <a:pt x="1896" y="3300"/>
                    </a:lnTo>
                    <a:lnTo>
                      <a:pt x="1860" y="3336"/>
                    </a:lnTo>
                    <a:lnTo>
                      <a:pt x="1812" y="3348"/>
                    </a:lnTo>
                    <a:lnTo>
                      <a:pt x="1542" y="3348"/>
                    </a:lnTo>
                    <a:lnTo>
                      <a:pt x="1494" y="3336"/>
                    </a:lnTo>
                    <a:lnTo>
                      <a:pt x="1452" y="3300"/>
                    </a:lnTo>
                    <a:lnTo>
                      <a:pt x="1434" y="3252"/>
                    </a:lnTo>
                    <a:lnTo>
                      <a:pt x="1386" y="2898"/>
                    </a:lnTo>
                    <a:lnTo>
                      <a:pt x="1194" y="2832"/>
                    </a:lnTo>
                    <a:lnTo>
                      <a:pt x="1020" y="2742"/>
                    </a:lnTo>
                    <a:lnTo>
                      <a:pt x="732" y="2964"/>
                    </a:lnTo>
                    <a:lnTo>
                      <a:pt x="708" y="2976"/>
                    </a:lnTo>
                    <a:lnTo>
                      <a:pt x="684" y="2982"/>
                    </a:lnTo>
                    <a:lnTo>
                      <a:pt x="654" y="2982"/>
                    </a:lnTo>
                    <a:lnTo>
                      <a:pt x="630" y="2976"/>
                    </a:lnTo>
                    <a:lnTo>
                      <a:pt x="606" y="2970"/>
                    </a:lnTo>
                    <a:lnTo>
                      <a:pt x="588" y="2952"/>
                    </a:lnTo>
                    <a:lnTo>
                      <a:pt x="396" y="2766"/>
                    </a:lnTo>
                    <a:lnTo>
                      <a:pt x="372" y="2718"/>
                    </a:lnTo>
                    <a:lnTo>
                      <a:pt x="366" y="2670"/>
                    </a:lnTo>
                    <a:lnTo>
                      <a:pt x="390" y="2622"/>
                    </a:lnTo>
                    <a:lnTo>
                      <a:pt x="606" y="2334"/>
                    </a:lnTo>
                    <a:lnTo>
                      <a:pt x="516" y="2154"/>
                    </a:lnTo>
                    <a:lnTo>
                      <a:pt x="456" y="1968"/>
                    </a:lnTo>
                    <a:lnTo>
                      <a:pt x="96" y="1914"/>
                    </a:lnTo>
                    <a:lnTo>
                      <a:pt x="48" y="1896"/>
                    </a:lnTo>
                    <a:lnTo>
                      <a:pt x="12" y="1860"/>
                    </a:lnTo>
                    <a:lnTo>
                      <a:pt x="0" y="1806"/>
                    </a:lnTo>
                    <a:lnTo>
                      <a:pt x="0" y="1542"/>
                    </a:lnTo>
                    <a:lnTo>
                      <a:pt x="12" y="1494"/>
                    </a:lnTo>
                    <a:lnTo>
                      <a:pt x="48" y="1452"/>
                    </a:lnTo>
                    <a:lnTo>
                      <a:pt x="96" y="1434"/>
                    </a:lnTo>
                    <a:lnTo>
                      <a:pt x="456" y="1386"/>
                    </a:lnTo>
                    <a:lnTo>
                      <a:pt x="516" y="1194"/>
                    </a:lnTo>
                    <a:lnTo>
                      <a:pt x="606" y="1020"/>
                    </a:lnTo>
                    <a:lnTo>
                      <a:pt x="390" y="732"/>
                    </a:lnTo>
                    <a:lnTo>
                      <a:pt x="366" y="684"/>
                    </a:lnTo>
                    <a:lnTo>
                      <a:pt x="372" y="630"/>
                    </a:lnTo>
                    <a:lnTo>
                      <a:pt x="396" y="588"/>
                    </a:lnTo>
                    <a:lnTo>
                      <a:pt x="588" y="396"/>
                    </a:lnTo>
                    <a:lnTo>
                      <a:pt x="630" y="372"/>
                    </a:lnTo>
                    <a:lnTo>
                      <a:pt x="684" y="366"/>
                    </a:lnTo>
                    <a:lnTo>
                      <a:pt x="726" y="390"/>
                    </a:lnTo>
                    <a:lnTo>
                      <a:pt x="822" y="462"/>
                    </a:lnTo>
                    <a:lnTo>
                      <a:pt x="822" y="456"/>
                    </a:lnTo>
                    <a:lnTo>
                      <a:pt x="1020" y="606"/>
                    </a:lnTo>
                    <a:lnTo>
                      <a:pt x="1194" y="516"/>
                    </a:lnTo>
                    <a:lnTo>
                      <a:pt x="1386" y="456"/>
                    </a:lnTo>
                    <a:lnTo>
                      <a:pt x="1434" y="96"/>
                    </a:lnTo>
                    <a:lnTo>
                      <a:pt x="1452" y="48"/>
                    </a:lnTo>
                    <a:lnTo>
                      <a:pt x="1494" y="18"/>
                    </a:lnTo>
                    <a:lnTo>
                      <a:pt x="1542"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670" name="Google Shape;670;p78"/>
              <p:cNvSpPr/>
              <p:nvPr/>
            </p:nvSpPr>
            <p:spPr>
              <a:xfrm>
                <a:off x="2691932" y="5491288"/>
                <a:ext cx="424180" cy="424180"/>
              </a:xfrm>
              <a:custGeom>
                <a:avLst/>
                <a:gdLst/>
                <a:ahLst/>
                <a:cxnLst/>
                <a:rect l="l" t="t" r="r" b="b"/>
                <a:pathLst>
                  <a:path w="7164" h="7164" extrusionOk="0">
                    <a:moveTo>
                      <a:pt x="3600" y="4086"/>
                    </a:moveTo>
                    <a:lnTo>
                      <a:pt x="3510" y="4092"/>
                    </a:lnTo>
                    <a:lnTo>
                      <a:pt x="3426" y="4122"/>
                    </a:lnTo>
                    <a:lnTo>
                      <a:pt x="3354" y="4176"/>
                    </a:lnTo>
                    <a:lnTo>
                      <a:pt x="3300" y="4242"/>
                    </a:lnTo>
                    <a:lnTo>
                      <a:pt x="3264" y="4320"/>
                    </a:lnTo>
                    <a:lnTo>
                      <a:pt x="3246" y="4398"/>
                    </a:lnTo>
                    <a:lnTo>
                      <a:pt x="3252" y="4488"/>
                    </a:lnTo>
                    <a:lnTo>
                      <a:pt x="3282" y="4572"/>
                    </a:lnTo>
                    <a:lnTo>
                      <a:pt x="3336" y="4644"/>
                    </a:lnTo>
                    <a:lnTo>
                      <a:pt x="3402" y="4698"/>
                    </a:lnTo>
                    <a:lnTo>
                      <a:pt x="3480" y="4734"/>
                    </a:lnTo>
                    <a:lnTo>
                      <a:pt x="3564" y="4752"/>
                    </a:lnTo>
                    <a:lnTo>
                      <a:pt x="3648" y="4746"/>
                    </a:lnTo>
                    <a:lnTo>
                      <a:pt x="3732" y="4716"/>
                    </a:lnTo>
                    <a:lnTo>
                      <a:pt x="3804" y="4662"/>
                    </a:lnTo>
                    <a:lnTo>
                      <a:pt x="3858" y="4596"/>
                    </a:lnTo>
                    <a:lnTo>
                      <a:pt x="3894" y="4518"/>
                    </a:lnTo>
                    <a:lnTo>
                      <a:pt x="3912" y="4434"/>
                    </a:lnTo>
                    <a:lnTo>
                      <a:pt x="3906" y="4350"/>
                    </a:lnTo>
                    <a:lnTo>
                      <a:pt x="3876" y="4266"/>
                    </a:lnTo>
                    <a:lnTo>
                      <a:pt x="3822" y="4194"/>
                    </a:lnTo>
                    <a:lnTo>
                      <a:pt x="3756" y="4140"/>
                    </a:lnTo>
                    <a:lnTo>
                      <a:pt x="3678" y="4104"/>
                    </a:lnTo>
                    <a:lnTo>
                      <a:pt x="3600" y="4086"/>
                    </a:lnTo>
                    <a:close/>
                    <a:moveTo>
                      <a:pt x="3582" y="3324"/>
                    </a:moveTo>
                    <a:lnTo>
                      <a:pt x="3408" y="3336"/>
                    </a:lnTo>
                    <a:lnTo>
                      <a:pt x="3240" y="3372"/>
                    </a:lnTo>
                    <a:lnTo>
                      <a:pt x="3084" y="3438"/>
                    </a:lnTo>
                    <a:lnTo>
                      <a:pt x="2934" y="3528"/>
                    </a:lnTo>
                    <a:lnTo>
                      <a:pt x="2802" y="3642"/>
                    </a:lnTo>
                    <a:lnTo>
                      <a:pt x="2766" y="3696"/>
                    </a:lnTo>
                    <a:lnTo>
                      <a:pt x="2742" y="3756"/>
                    </a:lnTo>
                    <a:lnTo>
                      <a:pt x="2742" y="3822"/>
                    </a:lnTo>
                    <a:lnTo>
                      <a:pt x="2766" y="3882"/>
                    </a:lnTo>
                    <a:lnTo>
                      <a:pt x="2802" y="3936"/>
                    </a:lnTo>
                    <a:lnTo>
                      <a:pt x="2856" y="3978"/>
                    </a:lnTo>
                    <a:lnTo>
                      <a:pt x="2922" y="3996"/>
                    </a:lnTo>
                    <a:lnTo>
                      <a:pt x="2982" y="3996"/>
                    </a:lnTo>
                    <a:lnTo>
                      <a:pt x="3048" y="3978"/>
                    </a:lnTo>
                    <a:lnTo>
                      <a:pt x="3102" y="3936"/>
                    </a:lnTo>
                    <a:lnTo>
                      <a:pt x="3204" y="3852"/>
                    </a:lnTo>
                    <a:lnTo>
                      <a:pt x="3318" y="3792"/>
                    </a:lnTo>
                    <a:lnTo>
                      <a:pt x="3444" y="3750"/>
                    </a:lnTo>
                    <a:lnTo>
                      <a:pt x="3582" y="3738"/>
                    </a:lnTo>
                    <a:lnTo>
                      <a:pt x="3714" y="3750"/>
                    </a:lnTo>
                    <a:lnTo>
                      <a:pt x="3840" y="3792"/>
                    </a:lnTo>
                    <a:lnTo>
                      <a:pt x="3954" y="3852"/>
                    </a:lnTo>
                    <a:lnTo>
                      <a:pt x="4062" y="3936"/>
                    </a:lnTo>
                    <a:lnTo>
                      <a:pt x="4116" y="3978"/>
                    </a:lnTo>
                    <a:lnTo>
                      <a:pt x="4176" y="3996"/>
                    </a:lnTo>
                    <a:lnTo>
                      <a:pt x="4242" y="3996"/>
                    </a:lnTo>
                    <a:lnTo>
                      <a:pt x="4302" y="3978"/>
                    </a:lnTo>
                    <a:lnTo>
                      <a:pt x="4356" y="3936"/>
                    </a:lnTo>
                    <a:lnTo>
                      <a:pt x="4392" y="3894"/>
                    </a:lnTo>
                    <a:lnTo>
                      <a:pt x="4410" y="3846"/>
                    </a:lnTo>
                    <a:lnTo>
                      <a:pt x="4416" y="3792"/>
                    </a:lnTo>
                    <a:lnTo>
                      <a:pt x="4410" y="3738"/>
                    </a:lnTo>
                    <a:lnTo>
                      <a:pt x="4392" y="3684"/>
                    </a:lnTo>
                    <a:lnTo>
                      <a:pt x="4356" y="3642"/>
                    </a:lnTo>
                    <a:lnTo>
                      <a:pt x="4224" y="3528"/>
                    </a:lnTo>
                    <a:lnTo>
                      <a:pt x="4080" y="3438"/>
                    </a:lnTo>
                    <a:lnTo>
                      <a:pt x="3918" y="3372"/>
                    </a:lnTo>
                    <a:lnTo>
                      <a:pt x="3750" y="3336"/>
                    </a:lnTo>
                    <a:lnTo>
                      <a:pt x="3582" y="3324"/>
                    </a:lnTo>
                    <a:close/>
                    <a:moveTo>
                      <a:pt x="3582" y="2466"/>
                    </a:moveTo>
                    <a:lnTo>
                      <a:pt x="3342" y="2478"/>
                    </a:lnTo>
                    <a:lnTo>
                      <a:pt x="3114" y="2514"/>
                    </a:lnTo>
                    <a:lnTo>
                      <a:pt x="2892" y="2580"/>
                    </a:lnTo>
                    <a:lnTo>
                      <a:pt x="2682" y="2670"/>
                    </a:lnTo>
                    <a:lnTo>
                      <a:pt x="2478" y="2778"/>
                    </a:lnTo>
                    <a:lnTo>
                      <a:pt x="2286" y="2916"/>
                    </a:lnTo>
                    <a:lnTo>
                      <a:pt x="2112" y="3072"/>
                    </a:lnTo>
                    <a:lnTo>
                      <a:pt x="2070" y="3138"/>
                    </a:lnTo>
                    <a:lnTo>
                      <a:pt x="2058" y="3210"/>
                    </a:lnTo>
                    <a:lnTo>
                      <a:pt x="2070" y="3282"/>
                    </a:lnTo>
                    <a:lnTo>
                      <a:pt x="2112" y="3348"/>
                    </a:lnTo>
                    <a:lnTo>
                      <a:pt x="2178" y="3390"/>
                    </a:lnTo>
                    <a:lnTo>
                      <a:pt x="2250" y="3402"/>
                    </a:lnTo>
                    <a:lnTo>
                      <a:pt x="2322" y="3390"/>
                    </a:lnTo>
                    <a:lnTo>
                      <a:pt x="2388" y="3348"/>
                    </a:lnTo>
                    <a:lnTo>
                      <a:pt x="2556" y="3198"/>
                    </a:lnTo>
                    <a:lnTo>
                      <a:pt x="2736" y="3078"/>
                    </a:lnTo>
                    <a:lnTo>
                      <a:pt x="2934" y="2982"/>
                    </a:lnTo>
                    <a:lnTo>
                      <a:pt x="3144" y="2910"/>
                    </a:lnTo>
                    <a:lnTo>
                      <a:pt x="3360" y="2868"/>
                    </a:lnTo>
                    <a:lnTo>
                      <a:pt x="3582" y="2856"/>
                    </a:lnTo>
                    <a:lnTo>
                      <a:pt x="3804" y="2868"/>
                    </a:lnTo>
                    <a:lnTo>
                      <a:pt x="4020" y="2910"/>
                    </a:lnTo>
                    <a:lnTo>
                      <a:pt x="4224" y="2982"/>
                    </a:lnTo>
                    <a:lnTo>
                      <a:pt x="4422" y="3078"/>
                    </a:lnTo>
                    <a:lnTo>
                      <a:pt x="4602" y="3198"/>
                    </a:lnTo>
                    <a:lnTo>
                      <a:pt x="4770" y="3348"/>
                    </a:lnTo>
                    <a:lnTo>
                      <a:pt x="4836" y="3390"/>
                    </a:lnTo>
                    <a:lnTo>
                      <a:pt x="4908" y="3402"/>
                    </a:lnTo>
                    <a:lnTo>
                      <a:pt x="4980" y="3390"/>
                    </a:lnTo>
                    <a:lnTo>
                      <a:pt x="5046" y="3348"/>
                    </a:lnTo>
                    <a:lnTo>
                      <a:pt x="5088" y="3282"/>
                    </a:lnTo>
                    <a:lnTo>
                      <a:pt x="5100" y="3210"/>
                    </a:lnTo>
                    <a:lnTo>
                      <a:pt x="5088" y="3138"/>
                    </a:lnTo>
                    <a:lnTo>
                      <a:pt x="5046" y="3072"/>
                    </a:lnTo>
                    <a:lnTo>
                      <a:pt x="4872" y="2916"/>
                    </a:lnTo>
                    <a:lnTo>
                      <a:pt x="4680" y="2778"/>
                    </a:lnTo>
                    <a:lnTo>
                      <a:pt x="4476" y="2670"/>
                    </a:lnTo>
                    <a:lnTo>
                      <a:pt x="4266" y="2580"/>
                    </a:lnTo>
                    <a:lnTo>
                      <a:pt x="4044" y="2514"/>
                    </a:lnTo>
                    <a:lnTo>
                      <a:pt x="3816" y="2478"/>
                    </a:lnTo>
                    <a:lnTo>
                      <a:pt x="3582" y="2466"/>
                    </a:lnTo>
                    <a:close/>
                    <a:moveTo>
                      <a:pt x="3294" y="0"/>
                    </a:moveTo>
                    <a:lnTo>
                      <a:pt x="3864" y="0"/>
                    </a:lnTo>
                    <a:lnTo>
                      <a:pt x="3948" y="18"/>
                    </a:lnTo>
                    <a:lnTo>
                      <a:pt x="4020" y="60"/>
                    </a:lnTo>
                    <a:lnTo>
                      <a:pt x="4068" y="126"/>
                    </a:lnTo>
                    <a:lnTo>
                      <a:pt x="4098" y="204"/>
                    </a:lnTo>
                    <a:lnTo>
                      <a:pt x="4200" y="972"/>
                    </a:lnTo>
                    <a:lnTo>
                      <a:pt x="4476" y="1050"/>
                    </a:lnTo>
                    <a:lnTo>
                      <a:pt x="4740" y="1158"/>
                    </a:lnTo>
                    <a:lnTo>
                      <a:pt x="4986" y="1296"/>
                    </a:lnTo>
                    <a:lnTo>
                      <a:pt x="5604" y="828"/>
                    </a:lnTo>
                    <a:lnTo>
                      <a:pt x="5652" y="798"/>
                    </a:lnTo>
                    <a:lnTo>
                      <a:pt x="5706" y="786"/>
                    </a:lnTo>
                    <a:lnTo>
                      <a:pt x="5760" y="786"/>
                    </a:lnTo>
                    <a:lnTo>
                      <a:pt x="5844" y="804"/>
                    </a:lnTo>
                    <a:lnTo>
                      <a:pt x="5910" y="846"/>
                    </a:lnTo>
                    <a:lnTo>
                      <a:pt x="6312" y="1254"/>
                    </a:lnTo>
                    <a:lnTo>
                      <a:pt x="6360" y="1320"/>
                    </a:lnTo>
                    <a:lnTo>
                      <a:pt x="6378" y="1398"/>
                    </a:lnTo>
                    <a:lnTo>
                      <a:pt x="6372" y="1482"/>
                    </a:lnTo>
                    <a:lnTo>
                      <a:pt x="6336" y="1560"/>
                    </a:lnTo>
                    <a:lnTo>
                      <a:pt x="5868" y="2172"/>
                    </a:lnTo>
                    <a:lnTo>
                      <a:pt x="6000" y="2424"/>
                    </a:lnTo>
                    <a:lnTo>
                      <a:pt x="6114" y="2682"/>
                    </a:lnTo>
                    <a:lnTo>
                      <a:pt x="6192" y="2964"/>
                    </a:lnTo>
                    <a:lnTo>
                      <a:pt x="6960" y="3066"/>
                    </a:lnTo>
                    <a:lnTo>
                      <a:pt x="7038" y="3090"/>
                    </a:lnTo>
                    <a:lnTo>
                      <a:pt x="7104" y="3144"/>
                    </a:lnTo>
                    <a:lnTo>
                      <a:pt x="7146" y="3216"/>
                    </a:lnTo>
                    <a:lnTo>
                      <a:pt x="7164" y="3300"/>
                    </a:lnTo>
                    <a:lnTo>
                      <a:pt x="7164" y="3870"/>
                    </a:lnTo>
                    <a:lnTo>
                      <a:pt x="7146" y="3948"/>
                    </a:lnTo>
                    <a:lnTo>
                      <a:pt x="7104" y="4020"/>
                    </a:lnTo>
                    <a:lnTo>
                      <a:pt x="7038" y="4068"/>
                    </a:lnTo>
                    <a:lnTo>
                      <a:pt x="6960" y="4098"/>
                    </a:lnTo>
                    <a:lnTo>
                      <a:pt x="6192" y="4200"/>
                    </a:lnTo>
                    <a:lnTo>
                      <a:pt x="6114" y="4476"/>
                    </a:lnTo>
                    <a:lnTo>
                      <a:pt x="6000" y="4740"/>
                    </a:lnTo>
                    <a:lnTo>
                      <a:pt x="5868" y="4992"/>
                    </a:lnTo>
                    <a:lnTo>
                      <a:pt x="6336" y="5604"/>
                    </a:lnTo>
                    <a:lnTo>
                      <a:pt x="6372" y="5682"/>
                    </a:lnTo>
                    <a:lnTo>
                      <a:pt x="6378" y="5766"/>
                    </a:lnTo>
                    <a:lnTo>
                      <a:pt x="6360" y="5844"/>
                    </a:lnTo>
                    <a:lnTo>
                      <a:pt x="6312" y="5910"/>
                    </a:lnTo>
                    <a:lnTo>
                      <a:pt x="5910" y="6318"/>
                    </a:lnTo>
                    <a:lnTo>
                      <a:pt x="5856" y="6354"/>
                    </a:lnTo>
                    <a:lnTo>
                      <a:pt x="5796" y="6378"/>
                    </a:lnTo>
                    <a:lnTo>
                      <a:pt x="5730" y="6378"/>
                    </a:lnTo>
                    <a:lnTo>
                      <a:pt x="5664" y="6366"/>
                    </a:lnTo>
                    <a:lnTo>
                      <a:pt x="5604" y="6336"/>
                    </a:lnTo>
                    <a:lnTo>
                      <a:pt x="5406" y="6186"/>
                    </a:lnTo>
                    <a:lnTo>
                      <a:pt x="5406" y="6186"/>
                    </a:lnTo>
                    <a:lnTo>
                      <a:pt x="4986" y="5868"/>
                    </a:lnTo>
                    <a:lnTo>
                      <a:pt x="4740" y="6006"/>
                    </a:lnTo>
                    <a:lnTo>
                      <a:pt x="4476" y="6114"/>
                    </a:lnTo>
                    <a:lnTo>
                      <a:pt x="4200" y="6192"/>
                    </a:lnTo>
                    <a:lnTo>
                      <a:pt x="4098" y="6960"/>
                    </a:lnTo>
                    <a:lnTo>
                      <a:pt x="4068" y="7038"/>
                    </a:lnTo>
                    <a:lnTo>
                      <a:pt x="4020" y="7104"/>
                    </a:lnTo>
                    <a:lnTo>
                      <a:pt x="3948" y="7146"/>
                    </a:lnTo>
                    <a:lnTo>
                      <a:pt x="3864" y="7164"/>
                    </a:lnTo>
                    <a:lnTo>
                      <a:pt x="3294" y="7164"/>
                    </a:lnTo>
                    <a:lnTo>
                      <a:pt x="3210" y="7146"/>
                    </a:lnTo>
                    <a:lnTo>
                      <a:pt x="3144" y="7104"/>
                    </a:lnTo>
                    <a:lnTo>
                      <a:pt x="3090" y="7038"/>
                    </a:lnTo>
                    <a:lnTo>
                      <a:pt x="3066" y="6960"/>
                    </a:lnTo>
                    <a:lnTo>
                      <a:pt x="2958" y="6192"/>
                    </a:lnTo>
                    <a:lnTo>
                      <a:pt x="2682" y="6114"/>
                    </a:lnTo>
                    <a:lnTo>
                      <a:pt x="2418" y="6006"/>
                    </a:lnTo>
                    <a:lnTo>
                      <a:pt x="2172" y="5868"/>
                    </a:lnTo>
                    <a:lnTo>
                      <a:pt x="1554" y="6336"/>
                    </a:lnTo>
                    <a:lnTo>
                      <a:pt x="1482" y="6372"/>
                    </a:lnTo>
                    <a:lnTo>
                      <a:pt x="1398" y="6378"/>
                    </a:lnTo>
                    <a:lnTo>
                      <a:pt x="1344" y="6372"/>
                    </a:lnTo>
                    <a:lnTo>
                      <a:pt x="1290" y="6348"/>
                    </a:lnTo>
                    <a:lnTo>
                      <a:pt x="1248" y="6318"/>
                    </a:lnTo>
                    <a:lnTo>
                      <a:pt x="846" y="5910"/>
                    </a:lnTo>
                    <a:lnTo>
                      <a:pt x="804" y="5856"/>
                    </a:lnTo>
                    <a:lnTo>
                      <a:pt x="786" y="5796"/>
                    </a:lnTo>
                    <a:lnTo>
                      <a:pt x="780" y="5730"/>
                    </a:lnTo>
                    <a:lnTo>
                      <a:pt x="792" y="5664"/>
                    </a:lnTo>
                    <a:lnTo>
                      <a:pt x="822" y="5604"/>
                    </a:lnTo>
                    <a:lnTo>
                      <a:pt x="1296" y="4992"/>
                    </a:lnTo>
                    <a:lnTo>
                      <a:pt x="1158" y="4740"/>
                    </a:lnTo>
                    <a:lnTo>
                      <a:pt x="1050" y="4476"/>
                    </a:lnTo>
                    <a:lnTo>
                      <a:pt x="966" y="4200"/>
                    </a:lnTo>
                    <a:lnTo>
                      <a:pt x="198" y="4098"/>
                    </a:lnTo>
                    <a:lnTo>
                      <a:pt x="120" y="4068"/>
                    </a:lnTo>
                    <a:lnTo>
                      <a:pt x="60" y="4020"/>
                    </a:lnTo>
                    <a:lnTo>
                      <a:pt x="12" y="3948"/>
                    </a:lnTo>
                    <a:lnTo>
                      <a:pt x="0" y="3864"/>
                    </a:lnTo>
                    <a:lnTo>
                      <a:pt x="0" y="3294"/>
                    </a:lnTo>
                    <a:lnTo>
                      <a:pt x="12" y="3216"/>
                    </a:lnTo>
                    <a:lnTo>
                      <a:pt x="60" y="3144"/>
                    </a:lnTo>
                    <a:lnTo>
                      <a:pt x="120" y="3090"/>
                    </a:lnTo>
                    <a:lnTo>
                      <a:pt x="198" y="3066"/>
                    </a:lnTo>
                    <a:lnTo>
                      <a:pt x="966" y="2964"/>
                    </a:lnTo>
                    <a:lnTo>
                      <a:pt x="1050" y="2682"/>
                    </a:lnTo>
                    <a:lnTo>
                      <a:pt x="1158" y="2424"/>
                    </a:lnTo>
                    <a:lnTo>
                      <a:pt x="1296" y="2172"/>
                    </a:lnTo>
                    <a:lnTo>
                      <a:pt x="822" y="1560"/>
                    </a:lnTo>
                    <a:lnTo>
                      <a:pt x="786" y="1482"/>
                    </a:lnTo>
                    <a:lnTo>
                      <a:pt x="780" y="1398"/>
                    </a:lnTo>
                    <a:lnTo>
                      <a:pt x="798" y="1320"/>
                    </a:lnTo>
                    <a:lnTo>
                      <a:pt x="846" y="1254"/>
                    </a:lnTo>
                    <a:lnTo>
                      <a:pt x="1248" y="846"/>
                    </a:lnTo>
                    <a:lnTo>
                      <a:pt x="1302" y="810"/>
                    </a:lnTo>
                    <a:lnTo>
                      <a:pt x="1362" y="786"/>
                    </a:lnTo>
                    <a:lnTo>
                      <a:pt x="1428" y="786"/>
                    </a:lnTo>
                    <a:lnTo>
                      <a:pt x="1494" y="798"/>
                    </a:lnTo>
                    <a:lnTo>
                      <a:pt x="1554" y="828"/>
                    </a:lnTo>
                    <a:lnTo>
                      <a:pt x="1752" y="978"/>
                    </a:lnTo>
                    <a:lnTo>
                      <a:pt x="1752" y="978"/>
                    </a:lnTo>
                    <a:lnTo>
                      <a:pt x="2172" y="1296"/>
                    </a:lnTo>
                    <a:lnTo>
                      <a:pt x="2418" y="1158"/>
                    </a:lnTo>
                    <a:lnTo>
                      <a:pt x="2682" y="1050"/>
                    </a:lnTo>
                    <a:lnTo>
                      <a:pt x="2958" y="972"/>
                    </a:lnTo>
                    <a:lnTo>
                      <a:pt x="3066" y="204"/>
                    </a:lnTo>
                    <a:lnTo>
                      <a:pt x="3090" y="126"/>
                    </a:lnTo>
                    <a:lnTo>
                      <a:pt x="3144" y="60"/>
                    </a:lnTo>
                    <a:lnTo>
                      <a:pt x="3210" y="18"/>
                    </a:lnTo>
                    <a:lnTo>
                      <a:pt x="3294"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grpSp>
      </p:grpSp>
      <p:grpSp>
        <p:nvGrpSpPr>
          <p:cNvPr id="671" name="Google Shape;671;p78"/>
          <p:cNvGrpSpPr/>
          <p:nvPr/>
        </p:nvGrpSpPr>
        <p:grpSpPr>
          <a:xfrm>
            <a:off x="7482288" y="4094992"/>
            <a:ext cx="1037582" cy="314839"/>
            <a:chOff x="6790792" y="3953379"/>
            <a:chExt cx="937800" cy="386400"/>
          </a:xfrm>
        </p:grpSpPr>
        <p:sp>
          <p:nvSpPr>
            <p:cNvPr id="672" name="Google Shape;672;p78"/>
            <p:cNvSpPr/>
            <p:nvPr/>
          </p:nvSpPr>
          <p:spPr>
            <a:xfrm>
              <a:off x="6790792" y="3953379"/>
              <a:ext cx="937800" cy="386400"/>
            </a:xfrm>
            <a:prstGeom prst="rect">
              <a:avLst/>
            </a:prstGeom>
            <a:solidFill>
              <a:srgbClr val="7F7F7F"/>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1000"/>
                <a:buFont typeface="Arial"/>
                <a:buNone/>
              </a:pPr>
              <a:r>
                <a:rPr lang="en-US" sz="1000" b="1">
                  <a:solidFill>
                    <a:schemeClr val="lt1"/>
                  </a:solidFill>
                  <a:latin typeface="Arial"/>
                  <a:ea typeface="Arial"/>
                  <a:cs typeface="Arial"/>
                  <a:sym typeface="Arial"/>
                </a:rPr>
                <a:t>3</a:t>
              </a:r>
              <a:r>
                <a:rPr lang="en-US" sz="1000" b="1" baseline="30000">
                  <a:solidFill>
                    <a:schemeClr val="lt1"/>
                  </a:solidFill>
                  <a:latin typeface="Arial"/>
                  <a:ea typeface="Arial"/>
                  <a:cs typeface="Arial"/>
                  <a:sym typeface="Arial"/>
                </a:rPr>
                <a:t>rd</a:t>
              </a:r>
              <a:r>
                <a:rPr lang="en-US" sz="1000" b="1">
                  <a:solidFill>
                    <a:schemeClr val="lt1"/>
                  </a:solidFill>
                  <a:latin typeface="Arial"/>
                  <a:ea typeface="Arial"/>
                  <a:cs typeface="Arial"/>
                  <a:sym typeface="Arial"/>
                </a:rPr>
                <a:t> Party</a:t>
              </a:r>
              <a:endParaRPr sz="1800">
                <a:solidFill>
                  <a:schemeClr val="dk1"/>
                </a:solidFill>
                <a:latin typeface="Arial"/>
                <a:ea typeface="Arial"/>
                <a:cs typeface="Arial"/>
                <a:sym typeface="Arial"/>
              </a:endParaRPr>
            </a:p>
          </p:txBody>
        </p:sp>
        <p:grpSp>
          <p:nvGrpSpPr>
            <p:cNvPr id="673" name="Google Shape;673;p78"/>
            <p:cNvGrpSpPr/>
            <p:nvPr/>
          </p:nvGrpSpPr>
          <p:grpSpPr>
            <a:xfrm>
              <a:off x="7435156" y="4058760"/>
              <a:ext cx="179217" cy="175338"/>
              <a:chOff x="2116978" y="5491288"/>
              <a:chExt cx="523260" cy="511936"/>
            </a:xfrm>
          </p:grpSpPr>
          <p:sp>
            <p:nvSpPr>
              <p:cNvPr id="674" name="Google Shape;674;p78"/>
              <p:cNvSpPr/>
              <p:nvPr/>
            </p:nvSpPr>
            <p:spPr>
              <a:xfrm>
                <a:off x="2116978" y="5804989"/>
                <a:ext cx="198235" cy="198235"/>
              </a:xfrm>
              <a:custGeom>
                <a:avLst/>
                <a:gdLst/>
                <a:ahLst/>
                <a:cxnLst/>
                <a:rect l="l" t="t" r="r" b="b"/>
                <a:pathLst>
                  <a:path w="3348" h="3348" extrusionOk="0">
                    <a:moveTo>
                      <a:pt x="1674" y="1020"/>
                    </a:moveTo>
                    <a:lnTo>
                      <a:pt x="1524" y="1038"/>
                    </a:lnTo>
                    <a:lnTo>
                      <a:pt x="1386" y="1086"/>
                    </a:lnTo>
                    <a:lnTo>
                      <a:pt x="1266" y="1164"/>
                    </a:lnTo>
                    <a:lnTo>
                      <a:pt x="1164" y="1266"/>
                    </a:lnTo>
                    <a:lnTo>
                      <a:pt x="1086" y="1386"/>
                    </a:lnTo>
                    <a:lnTo>
                      <a:pt x="1038" y="1524"/>
                    </a:lnTo>
                    <a:lnTo>
                      <a:pt x="1020" y="1674"/>
                    </a:lnTo>
                    <a:lnTo>
                      <a:pt x="1038" y="1818"/>
                    </a:lnTo>
                    <a:lnTo>
                      <a:pt x="1080" y="1950"/>
                    </a:lnTo>
                    <a:lnTo>
                      <a:pt x="1152" y="2064"/>
                    </a:lnTo>
                    <a:lnTo>
                      <a:pt x="1242" y="2166"/>
                    </a:lnTo>
                    <a:lnTo>
                      <a:pt x="1350" y="2244"/>
                    </a:lnTo>
                    <a:lnTo>
                      <a:pt x="1470" y="2298"/>
                    </a:lnTo>
                    <a:lnTo>
                      <a:pt x="1608" y="2328"/>
                    </a:lnTo>
                    <a:lnTo>
                      <a:pt x="1644" y="2328"/>
                    </a:lnTo>
                    <a:lnTo>
                      <a:pt x="1674" y="2334"/>
                    </a:lnTo>
                    <a:lnTo>
                      <a:pt x="1824" y="2316"/>
                    </a:lnTo>
                    <a:lnTo>
                      <a:pt x="1962" y="2262"/>
                    </a:lnTo>
                    <a:lnTo>
                      <a:pt x="2082" y="2184"/>
                    </a:lnTo>
                    <a:lnTo>
                      <a:pt x="2184" y="2088"/>
                    </a:lnTo>
                    <a:lnTo>
                      <a:pt x="2262" y="1962"/>
                    </a:lnTo>
                    <a:lnTo>
                      <a:pt x="2310" y="1824"/>
                    </a:lnTo>
                    <a:lnTo>
                      <a:pt x="2328" y="1674"/>
                    </a:lnTo>
                    <a:lnTo>
                      <a:pt x="2316" y="1536"/>
                    </a:lnTo>
                    <a:lnTo>
                      <a:pt x="2274" y="1404"/>
                    </a:lnTo>
                    <a:lnTo>
                      <a:pt x="2202" y="1290"/>
                    </a:lnTo>
                    <a:lnTo>
                      <a:pt x="2112" y="1188"/>
                    </a:lnTo>
                    <a:lnTo>
                      <a:pt x="2004" y="1110"/>
                    </a:lnTo>
                    <a:lnTo>
                      <a:pt x="1878" y="1050"/>
                    </a:lnTo>
                    <a:lnTo>
                      <a:pt x="1740" y="1026"/>
                    </a:lnTo>
                    <a:lnTo>
                      <a:pt x="1710" y="1020"/>
                    </a:lnTo>
                    <a:lnTo>
                      <a:pt x="1674" y="1020"/>
                    </a:lnTo>
                    <a:close/>
                    <a:moveTo>
                      <a:pt x="1542" y="0"/>
                    </a:moveTo>
                    <a:lnTo>
                      <a:pt x="1812" y="0"/>
                    </a:lnTo>
                    <a:lnTo>
                      <a:pt x="1860" y="18"/>
                    </a:lnTo>
                    <a:lnTo>
                      <a:pt x="1896" y="48"/>
                    </a:lnTo>
                    <a:lnTo>
                      <a:pt x="1920" y="96"/>
                    </a:lnTo>
                    <a:lnTo>
                      <a:pt x="1968" y="456"/>
                    </a:lnTo>
                    <a:lnTo>
                      <a:pt x="2160" y="516"/>
                    </a:lnTo>
                    <a:lnTo>
                      <a:pt x="2334" y="606"/>
                    </a:lnTo>
                    <a:lnTo>
                      <a:pt x="2622" y="390"/>
                    </a:lnTo>
                    <a:lnTo>
                      <a:pt x="2646" y="378"/>
                    </a:lnTo>
                    <a:lnTo>
                      <a:pt x="2670" y="366"/>
                    </a:lnTo>
                    <a:lnTo>
                      <a:pt x="2694" y="366"/>
                    </a:lnTo>
                    <a:lnTo>
                      <a:pt x="2718" y="372"/>
                    </a:lnTo>
                    <a:lnTo>
                      <a:pt x="2742" y="384"/>
                    </a:lnTo>
                    <a:lnTo>
                      <a:pt x="2766" y="396"/>
                    </a:lnTo>
                    <a:lnTo>
                      <a:pt x="2952" y="588"/>
                    </a:lnTo>
                    <a:lnTo>
                      <a:pt x="2982" y="630"/>
                    </a:lnTo>
                    <a:lnTo>
                      <a:pt x="2982" y="684"/>
                    </a:lnTo>
                    <a:lnTo>
                      <a:pt x="2964" y="732"/>
                    </a:lnTo>
                    <a:lnTo>
                      <a:pt x="2742" y="1020"/>
                    </a:lnTo>
                    <a:lnTo>
                      <a:pt x="2832" y="1194"/>
                    </a:lnTo>
                    <a:lnTo>
                      <a:pt x="2898" y="1386"/>
                    </a:lnTo>
                    <a:lnTo>
                      <a:pt x="3258" y="1434"/>
                    </a:lnTo>
                    <a:lnTo>
                      <a:pt x="3300" y="1452"/>
                    </a:lnTo>
                    <a:lnTo>
                      <a:pt x="3336" y="1494"/>
                    </a:lnTo>
                    <a:lnTo>
                      <a:pt x="3348" y="1542"/>
                    </a:lnTo>
                    <a:lnTo>
                      <a:pt x="3348" y="1806"/>
                    </a:lnTo>
                    <a:lnTo>
                      <a:pt x="3336" y="1860"/>
                    </a:lnTo>
                    <a:lnTo>
                      <a:pt x="3300" y="1896"/>
                    </a:lnTo>
                    <a:lnTo>
                      <a:pt x="3258" y="1914"/>
                    </a:lnTo>
                    <a:lnTo>
                      <a:pt x="2898" y="1968"/>
                    </a:lnTo>
                    <a:lnTo>
                      <a:pt x="2832" y="2154"/>
                    </a:lnTo>
                    <a:lnTo>
                      <a:pt x="2742" y="2334"/>
                    </a:lnTo>
                    <a:lnTo>
                      <a:pt x="2964" y="2622"/>
                    </a:lnTo>
                    <a:lnTo>
                      <a:pt x="2982" y="2670"/>
                    </a:lnTo>
                    <a:lnTo>
                      <a:pt x="2982" y="2718"/>
                    </a:lnTo>
                    <a:lnTo>
                      <a:pt x="2952" y="2766"/>
                    </a:lnTo>
                    <a:lnTo>
                      <a:pt x="2766" y="2952"/>
                    </a:lnTo>
                    <a:lnTo>
                      <a:pt x="2724" y="2976"/>
                    </a:lnTo>
                    <a:lnTo>
                      <a:pt x="2670" y="2982"/>
                    </a:lnTo>
                    <a:lnTo>
                      <a:pt x="2622" y="2964"/>
                    </a:lnTo>
                    <a:lnTo>
                      <a:pt x="2526" y="2892"/>
                    </a:lnTo>
                    <a:lnTo>
                      <a:pt x="2526" y="2892"/>
                    </a:lnTo>
                    <a:lnTo>
                      <a:pt x="2334" y="2742"/>
                    </a:lnTo>
                    <a:lnTo>
                      <a:pt x="2160" y="2832"/>
                    </a:lnTo>
                    <a:lnTo>
                      <a:pt x="1968" y="2898"/>
                    </a:lnTo>
                    <a:lnTo>
                      <a:pt x="1920" y="3252"/>
                    </a:lnTo>
                    <a:lnTo>
                      <a:pt x="1896" y="3300"/>
                    </a:lnTo>
                    <a:lnTo>
                      <a:pt x="1860" y="3336"/>
                    </a:lnTo>
                    <a:lnTo>
                      <a:pt x="1812" y="3348"/>
                    </a:lnTo>
                    <a:lnTo>
                      <a:pt x="1542" y="3348"/>
                    </a:lnTo>
                    <a:lnTo>
                      <a:pt x="1494" y="3336"/>
                    </a:lnTo>
                    <a:lnTo>
                      <a:pt x="1452" y="3300"/>
                    </a:lnTo>
                    <a:lnTo>
                      <a:pt x="1434" y="3252"/>
                    </a:lnTo>
                    <a:lnTo>
                      <a:pt x="1386" y="2898"/>
                    </a:lnTo>
                    <a:lnTo>
                      <a:pt x="1194" y="2832"/>
                    </a:lnTo>
                    <a:lnTo>
                      <a:pt x="1020" y="2742"/>
                    </a:lnTo>
                    <a:lnTo>
                      <a:pt x="732" y="2964"/>
                    </a:lnTo>
                    <a:lnTo>
                      <a:pt x="708" y="2976"/>
                    </a:lnTo>
                    <a:lnTo>
                      <a:pt x="684" y="2982"/>
                    </a:lnTo>
                    <a:lnTo>
                      <a:pt x="654" y="2982"/>
                    </a:lnTo>
                    <a:lnTo>
                      <a:pt x="630" y="2976"/>
                    </a:lnTo>
                    <a:lnTo>
                      <a:pt x="606" y="2970"/>
                    </a:lnTo>
                    <a:lnTo>
                      <a:pt x="588" y="2952"/>
                    </a:lnTo>
                    <a:lnTo>
                      <a:pt x="396" y="2766"/>
                    </a:lnTo>
                    <a:lnTo>
                      <a:pt x="372" y="2718"/>
                    </a:lnTo>
                    <a:lnTo>
                      <a:pt x="366" y="2670"/>
                    </a:lnTo>
                    <a:lnTo>
                      <a:pt x="390" y="2622"/>
                    </a:lnTo>
                    <a:lnTo>
                      <a:pt x="606" y="2334"/>
                    </a:lnTo>
                    <a:lnTo>
                      <a:pt x="516" y="2154"/>
                    </a:lnTo>
                    <a:lnTo>
                      <a:pt x="456" y="1968"/>
                    </a:lnTo>
                    <a:lnTo>
                      <a:pt x="96" y="1914"/>
                    </a:lnTo>
                    <a:lnTo>
                      <a:pt x="48" y="1896"/>
                    </a:lnTo>
                    <a:lnTo>
                      <a:pt x="12" y="1860"/>
                    </a:lnTo>
                    <a:lnTo>
                      <a:pt x="0" y="1806"/>
                    </a:lnTo>
                    <a:lnTo>
                      <a:pt x="0" y="1542"/>
                    </a:lnTo>
                    <a:lnTo>
                      <a:pt x="12" y="1494"/>
                    </a:lnTo>
                    <a:lnTo>
                      <a:pt x="48" y="1452"/>
                    </a:lnTo>
                    <a:lnTo>
                      <a:pt x="96" y="1434"/>
                    </a:lnTo>
                    <a:lnTo>
                      <a:pt x="456" y="1386"/>
                    </a:lnTo>
                    <a:lnTo>
                      <a:pt x="516" y="1194"/>
                    </a:lnTo>
                    <a:lnTo>
                      <a:pt x="606" y="1020"/>
                    </a:lnTo>
                    <a:lnTo>
                      <a:pt x="390" y="732"/>
                    </a:lnTo>
                    <a:lnTo>
                      <a:pt x="366" y="684"/>
                    </a:lnTo>
                    <a:lnTo>
                      <a:pt x="372" y="630"/>
                    </a:lnTo>
                    <a:lnTo>
                      <a:pt x="396" y="588"/>
                    </a:lnTo>
                    <a:lnTo>
                      <a:pt x="588" y="396"/>
                    </a:lnTo>
                    <a:lnTo>
                      <a:pt x="630" y="372"/>
                    </a:lnTo>
                    <a:lnTo>
                      <a:pt x="684" y="366"/>
                    </a:lnTo>
                    <a:lnTo>
                      <a:pt x="726" y="390"/>
                    </a:lnTo>
                    <a:lnTo>
                      <a:pt x="822" y="462"/>
                    </a:lnTo>
                    <a:lnTo>
                      <a:pt x="822" y="456"/>
                    </a:lnTo>
                    <a:lnTo>
                      <a:pt x="1020" y="606"/>
                    </a:lnTo>
                    <a:lnTo>
                      <a:pt x="1194" y="516"/>
                    </a:lnTo>
                    <a:lnTo>
                      <a:pt x="1386" y="456"/>
                    </a:lnTo>
                    <a:lnTo>
                      <a:pt x="1434" y="96"/>
                    </a:lnTo>
                    <a:lnTo>
                      <a:pt x="1452" y="48"/>
                    </a:lnTo>
                    <a:lnTo>
                      <a:pt x="1494" y="18"/>
                    </a:lnTo>
                    <a:lnTo>
                      <a:pt x="1542"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675" name="Google Shape;675;p78"/>
              <p:cNvSpPr/>
              <p:nvPr/>
            </p:nvSpPr>
            <p:spPr>
              <a:xfrm>
                <a:off x="2216040" y="5491288"/>
                <a:ext cx="424198" cy="424180"/>
              </a:xfrm>
              <a:custGeom>
                <a:avLst/>
                <a:gdLst/>
                <a:ahLst/>
                <a:cxnLst/>
                <a:rect l="l" t="t" r="r" b="b"/>
                <a:pathLst>
                  <a:path w="7164" h="7164" extrusionOk="0">
                    <a:moveTo>
                      <a:pt x="3600" y="4086"/>
                    </a:moveTo>
                    <a:lnTo>
                      <a:pt x="3510" y="4092"/>
                    </a:lnTo>
                    <a:lnTo>
                      <a:pt x="3426" y="4122"/>
                    </a:lnTo>
                    <a:lnTo>
                      <a:pt x="3354" y="4176"/>
                    </a:lnTo>
                    <a:lnTo>
                      <a:pt x="3300" y="4242"/>
                    </a:lnTo>
                    <a:lnTo>
                      <a:pt x="3264" y="4320"/>
                    </a:lnTo>
                    <a:lnTo>
                      <a:pt x="3246" y="4398"/>
                    </a:lnTo>
                    <a:lnTo>
                      <a:pt x="3252" y="4488"/>
                    </a:lnTo>
                    <a:lnTo>
                      <a:pt x="3282" y="4572"/>
                    </a:lnTo>
                    <a:lnTo>
                      <a:pt x="3336" y="4644"/>
                    </a:lnTo>
                    <a:lnTo>
                      <a:pt x="3402" y="4698"/>
                    </a:lnTo>
                    <a:lnTo>
                      <a:pt x="3480" y="4734"/>
                    </a:lnTo>
                    <a:lnTo>
                      <a:pt x="3564" y="4752"/>
                    </a:lnTo>
                    <a:lnTo>
                      <a:pt x="3648" y="4746"/>
                    </a:lnTo>
                    <a:lnTo>
                      <a:pt x="3732" y="4716"/>
                    </a:lnTo>
                    <a:lnTo>
                      <a:pt x="3804" y="4662"/>
                    </a:lnTo>
                    <a:lnTo>
                      <a:pt x="3858" y="4596"/>
                    </a:lnTo>
                    <a:lnTo>
                      <a:pt x="3894" y="4518"/>
                    </a:lnTo>
                    <a:lnTo>
                      <a:pt x="3912" y="4434"/>
                    </a:lnTo>
                    <a:lnTo>
                      <a:pt x="3906" y="4350"/>
                    </a:lnTo>
                    <a:lnTo>
                      <a:pt x="3876" y="4266"/>
                    </a:lnTo>
                    <a:lnTo>
                      <a:pt x="3822" y="4194"/>
                    </a:lnTo>
                    <a:lnTo>
                      <a:pt x="3756" y="4140"/>
                    </a:lnTo>
                    <a:lnTo>
                      <a:pt x="3678" y="4104"/>
                    </a:lnTo>
                    <a:lnTo>
                      <a:pt x="3600" y="4086"/>
                    </a:lnTo>
                    <a:close/>
                    <a:moveTo>
                      <a:pt x="3582" y="3324"/>
                    </a:moveTo>
                    <a:lnTo>
                      <a:pt x="3408" y="3336"/>
                    </a:lnTo>
                    <a:lnTo>
                      <a:pt x="3240" y="3372"/>
                    </a:lnTo>
                    <a:lnTo>
                      <a:pt x="3084" y="3438"/>
                    </a:lnTo>
                    <a:lnTo>
                      <a:pt x="2934" y="3528"/>
                    </a:lnTo>
                    <a:lnTo>
                      <a:pt x="2802" y="3642"/>
                    </a:lnTo>
                    <a:lnTo>
                      <a:pt x="2766" y="3696"/>
                    </a:lnTo>
                    <a:lnTo>
                      <a:pt x="2742" y="3756"/>
                    </a:lnTo>
                    <a:lnTo>
                      <a:pt x="2742" y="3822"/>
                    </a:lnTo>
                    <a:lnTo>
                      <a:pt x="2766" y="3882"/>
                    </a:lnTo>
                    <a:lnTo>
                      <a:pt x="2802" y="3936"/>
                    </a:lnTo>
                    <a:lnTo>
                      <a:pt x="2856" y="3978"/>
                    </a:lnTo>
                    <a:lnTo>
                      <a:pt x="2922" y="3996"/>
                    </a:lnTo>
                    <a:lnTo>
                      <a:pt x="2982" y="3996"/>
                    </a:lnTo>
                    <a:lnTo>
                      <a:pt x="3048" y="3978"/>
                    </a:lnTo>
                    <a:lnTo>
                      <a:pt x="3102" y="3936"/>
                    </a:lnTo>
                    <a:lnTo>
                      <a:pt x="3204" y="3852"/>
                    </a:lnTo>
                    <a:lnTo>
                      <a:pt x="3318" y="3792"/>
                    </a:lnTo>
                    <a:lnTo>
                      <a:pt x="3444" y="3750"/>
                    </a:lnTo>
                    <a:lnTo>
                      <a:pt x="3582" y="3738"/>
                    </a:lnTo>
                    <a:lnTo>
                      <a:pt x="3714" y="3750"/>
                    </a:lnTo>
                    <a:lnTo>
                      <a:pt x="3840" y="3792"/>
                    </a:lnTo>
                    <a:lnTo>
                      <a:pt x="3954" y="3852"/>
                    </a:lnTo>
                    <a:lnTo>
                      <a:pt x="4062" y="3936"/>
                    </a:lnTo>
                    <a:lnTo>
                      <a:pt x="4116" y="3978"/>
                    </a:lnTo>
                    <a:lnTo>
                      <a:pt x="4176" y="3996"/>
                    </a:lnTo>
                    <a:lnTo>
                      <a:pt x="4242" y="3996"/>
                    </a:lnTo>
                    <a:lnTo>
                      <a:pt x="4302" y="3978"/>
                    </a:lnTo>
                    <a:lnTo>
                      <a:pt x="4356" y="3936"/>
                    </a:lnTo>
                    <a:lnTo>
                      <a:pt x="4392" y="3894"/>
                    </a:lnTo>
                    <a:lnTo>
                      <a:pt x="4410" y="3846"/>
                    </a:lnTo>
                    <a:lnTo>
                      <a:pt x="4416" y="3792"/>
                    </a:lnTo>
                    <a:lnTo>
                      <a:pt x="4410" y="3738"/>
                    </a:lnTo>
                    <a:lnTo>
                      <a:pt x="4392" y="3684"/>
                    </a:lnTo>
                    <a:lnTo>
                      <a:pt x="4356" y="3642"/>
                    </a:lnTo>
                    <a:lnTo>
                      <a:pt x="4224" y="3528"/>
                    </a:lnTo>
                    <a:lnTo>
                      <a:pt x="4080" y="3438"/>
                    </a:lnTo>
                    <a:lnTo>
                      <a:pt x="3918" y="3372"/>
                    </a:lnTo>
                    <a:lnTo>
                      <a:pt x="3750" y="3336"/>
                    </a:lnTo>
                    <a:lnTo>
                      <a:pt x="3582" y="3324"/>
                    </a:lnTo>
                    <a:close/>
                    <a:moveTo>
                      <a:pt x="3582" y="2466"/>
                    </a:moveTo>
                    <a:lnTo>
                      <a:pt x="3342" y="2478"/>
                    </a:lnTo>
                    <a:lnTo>
                      <a:pt x="3114" y="2514"/>
                    </a:lnTo>
                    <a:lnTo>
                      <a:pt x="2892" y="2580"/>
                    </a:lnTo>
                    <a:lnTo>
                      <a:pt x="2682" y="2670"/>
                    </a:lnTo>
                    <a:lnTo>
                      <a:pt x="2478" y="2778"/>
                    </a:lnTo>
                    <a:lnTo>
                      <a:pt x="2286" y="2916"/>
                    </a:lnTo>
                    <a:lnTo>
                      <a:pt x="2112" y="3072"/>
                    </a:lnTo>
                    <a:lnTo>
                      <a:pt x="2070" y="3138"/>
                    </a:lnTo>
                    <a:lnTo>
                      <a:pt x="2058" y="3210"/>
                    </a:lnTo>
                    <a:lnTo>
                      <a:pt x="2070" y="3282"/>
                    </a:lnTo>
                    <a:lnTo>
                      <a:pt x="2112" y="3348"/>
                    </a:lnTo>
                    <a:lnTo>
                      <a:pt x="2178" y="3390"/>
                    </a:lnTo>
                    <a:lnTo>
                      <a:pt x="2250" y="3402"/>
                    </a:lnTo>
                    <a:lnTo>
                      <a:pt x="2322" y="3390"/>
                    </a:lnTo>
                    <a:lnTo>
                      <a:pt x="2388" y="3348"/>
                    </a:lnTo>
                    <a:lnTo>
                      <a:pt x="2556" y="3198"/>
                    </a:lnTo>
                    <a:lnTo>
                      <a:pt x="2736" y="3078"/>
                    </a:lnTo>
                    <a:lnTo>
                      <a:pt x="2934" y="2982"/>
                    </a:lnTo>
                    <a:lnTo>
                      <a:pt x="3144" y="2910"/>
                    </a:lnTo>
                    <a:lnTo>
                      <a:pt x="3360" y="2868"/>
                    </a:lnTo>
                    <a:lnTo>
                      <a:pt x="3582" y="2856"/>
                    </a:lnTo>
                    <a:lnTo>
                      <a:pt x="3804" y="2868"/>
                    </a:lnTo>
                    <a:lnTo>
                      <a:pt x="4020" y="2910"/>
                    </a:lnTo>
                    <a:lnTo>
                      <a:pt x="4224" y="2982"/>
                    </a:lnTo>
                    <a:lnTo>
                      <a:pt x="4422" y="3078"/>
                    </a:lnTo>
                    <a:lnTo>
                      <a:pt x="4602" y="3198"/>
                    </a:lnTo>
                    <a:lnTo>
                      <a:pt x="4770" y="3348"/>
                    </a:lnTo>
                    <a:lnTo>
                      <a:pt x="4836" y="3390"/>
                    </a:lnTo>
                    <a:lnTo>
                      <a:pt x="4908" y="3402"/>
                    </a:lnTo>
                    <a:lnTo>
                      <a:pt x="4980" y="3390"/>
                    </a:lnTo>
                    <a:lnTo>
                      <a:pt x="5046" y="3348"/>
                    </a:lnTo>
                    <a:lnTo>
                      <a:pt x="5088" y="3282"/>
                    </a:lnTo>
                    <a:lnTo>
                      <a:pt x="5100" y="3210"/>
                    </a:lnTo>
                    <a:lnTo>
                      <a:pt x="5088" y="3138"/>
                    </a:lnTo>
                    <a:lnTo>
                      <a:pt x="5046" y="3072"/>
                    </a:lnTo>
                    <a:lnTo>
                      <a:pt x="4872" y="2916"/>
                    </a:lnTo>
                    <a:lnTo>
                      <a:pt x="4680" y="2778"/>
                    </a:lnTo>
                    <a:lnTo>
                      <a:pt x="4476" y="2670"/>
                    </a:lnTo>
                    <a:lnTo>
                      <a:pt x="4266" y="2580"/>
                    </a:lnTo>
                    <a:lnTo>
                      <a:pt x="4044" y="2514"/>
                    </a:lnTo>
                    <a:lnTo>
                      <a:pt x="3816" y="2478"/>
                    </a:lnTo>
                    <a:lnTo>
                      <a:pt x="3582" y="2466"/>
                    </a:lnTo>
                    <a:close/>
                    <a:moveTo>
                      <a:pt x="3294" y="0"/>
                    </a:moveTo>
                    <a:lnTo>
                      <a:pt x="3864" y="0"/>
                    </a:lnTo>
                    <a:lnTo>
                      <a:pt x="3948" y="18"/>
                    </a:lnTo>
                    <a:lnTo>
                      <a:pt x="4020" y="60"/>
                    </a:lnTo>
                    <a:lnTo>
                      <a:pt x="4068" y="126"/>
                    </a:lnTo>
                    <a:lnTo>
                      <a:pt x="4098" y="204"/>
                    </a:lnTo>
                    <a:lnTo>
                      <a:pt x="4200" y="972"/>
                    </a:lnTo>
                    <a:lnTo>
                      <a:pt x="4476" y="1050"/>
                    </a:lnTo>
                    <a:lnTo>
                      <a:pt x="4740" y="1158"/>
                    </a:lnTo>
                    <a:lnTo>
                      <a:pt x="4986" y="1296"/>
                    </a:lnTo>
                    <a:lnTo>
                      <a:pt x="5604" y="828"/>
                    </a:lnTo>
                    <a:lnTo>
                      <a:pt x="5652" y="798"/>
                    </a:lnTo>
                    <a:lnTo>
                      <a:pt x="5706" y="786"/>
                    </a:lnTo>
                    <a:lnTo>
                      <a:pt x="5760" y="786"/>
                    </a:lnTo>
                    <a:lnTo>
                      <a:pt x="5844" y="804"/>
                    </a:lnTo>
                    <a:lnTo>
                      <a:pt x="5910" y="846"/>
                    </a:lnTo>
                    <a:lnTo>
                      <a:pt x="6312" y="1254"/>
                    </a:lnTo>
                    <a:lnTo>
                      <a:pt x="6360" y="1320"/>
                    </a:lnTo>
                    <a:lnTo>
                      <a:pt x="6378" y="1398"/>
                    </a:lnTo>
                    <a:lnTo>
                      <a:pt x="6372" y="1482"/>
                    </a:lnTo>
                    <a:lnTo>
                      <a:pt x="6336" y="1560"/>
                    </a:lnTo>
                    <a:lnTo>
                      <a:pt x="5868" y="2172"/>
                    </a:lnTo>
                    <a:lnTo>
                      <a:pt x="6000" y="2424"/>
                    </a:lnTo>
                    <a:lnTo>
                      <a:pt x="6114" y="2682"/>
                    </a:lnTo>
                    <a:lnTo>
                      <a:pt x="6192" y="2964"/>
                    </a:lnTo>
                    <a:lnTo>
                      <a:pt x="6960" y="3066"/>
                    </a:lnTo>
                    <a:lnTo>
                      <a:pt x="7038" y="3090"/>
                    </a:lnTo>
                    <a:lnTo>
                      <a:pt x="7104" y="3144"/>
                    </a:lnTo>
                    <a:lnTo>
                      <a:pt x="7146" y="3216"/>
                    </a:lnTo>
                    <a:lnTo>
                      <a:pt x="7164" y="3300"/>
                    </a:lnTo>
                    <a:lnTo>
                      <a:pt x="7164" y="3870"/>
                    </a:lnTo>
                    <a:lnTo>
                      <a:pt x="7146" y="3948"/>
                    </a:lnTo>
                    <a:lnTo>
                      <a:pt x="7104" y="4020"/>
                    </a:lnTo>
                    <a:lnTo>
                      <a:pt x="7038" y="4068"/>
                    </a:lnTo>
                    <a:lnTo>
                      <a:pt x="6960" y="4098"/>
                    </a:lnTo>
                    <a:lnTo>
                      <a:pt x="6192" y="4200"/>
                    </a:lnTo>
                    <a:lnTo>
                      <a:pt x="6114" y="4476"/>
                    </a:lnTo>
                    <a:lnTo>
                      <a:pt x="6000" y="4740"/>
                    </a:lnTo>
                    <a:lnTo>
                      <a:pt x="5868" y="4992"/>
                    </a:lnTo>
                    <a:lnTo>
                      <a:pt x="6336" y="5604"/>
                    </a:lnTo>
                    <a:lnTo>
                      <a:pt x="6372" y="5682"/>
                    </a:lnTo>
                    <a:lnTo>
                      <a:pt x="6378" y="5766"/>
                    </a:lnTo>
                    <a:lnTo>
                      <a:pt x="6360" y="5844"/>
                    </a:lnTo>
                    <a:lnTo>
                      <a:pt x="6312" y="5910"/>
                    </a:lnTo>
                    <a:lnTo>
                      <a:pt x="5910" y="6318"/>
                    </a:lnTo>
                    <a:lnTo>
                      <a:pt x="5856" y="6354"/>
                    </a:lnTo>
                    <a:lnTo>
                      <a:pt x="5796" y="6378"/>
                    </a:lnTo>
                    <a:lnTo>
                      <a:pt x="5730" y="6378"/>
                    </a:lnTo>
                    <a:lnTo>
                      <a:pt x="5664" y="6366"/>
                    </a:lnTo>
                    <a:lnTo>
                      <a:pt x="5604" y="6336"/>
                    </a:lnTo>
                    <a:lnTo>
                      <a:pt x="5406" y="6186"/>
                    </a:lnTo>
                    <a:lnTo>
                      <a:pt x="5406" y="6186"/>
                    </a:lnTo>
                    <a:lnTo>
                      <a:pt x="4986" y="5868"/>
                    </a:lnTo>
                    <a:lnTo>
                      <a:pt x="4740" y="6006"/>
                    </a:lnTo>
                    <a:lnTo>
                      <a:pt x="4476" y="6114"/>
                    </a:lnTo>
                    <a:lnTo>
                      <a:pt x="4200" y="6192"/>
                    </a:lnTo>
                    <a:lnTo>
                      <a:pt x="4098" y="6960"/>
                    </a:lnTo>
                    <a:lnTo>
                      <a:pt x="4068" y="7038"/>
                    </a:lnTo>
                    <a:lnTo>
                      <a:pt x="4020" y="7104"/>
                    </a:lnTo>
                    <a:lnTo>
                      <a:pt x="3948" y="7146"/>
                    </a:lnTo>
                    <a:lnTo>
                      <a:pt x="3864" y="7164"/>
                    </a:lnTo>
                    <a:lnTo>
                      <a:pt x="3294" y="7164"/>
                    </a:lnTo>
                    <a:lnTo>
                      <a:pt x="3210" y="7146"/>
                    </a:lnTo>
                    <a:lnTo>
                      <a:pt x="3144" y="7104"/>
                    </a:lnTo>
                    <a:lnTo>
                      <a:pt x="3090" y="7038"/>
                    </a:lnTo>
                    <a:lnTo>
                      <a:pt x="3066" y="6960"/>
                    </a:lnTo>
                    <a:lnTo>
                      <a:pt x="2958" y="6192"/>
                    </a:lnTo>
                    <a:lnTo>
                      <a:pt x="2682" y="6114"/>
                    </a:lnTo>
                    <a:lnTo>
                      <a:pt x="2418" y="6006"/>
                    </a:lnTo>
                    <a:lnTo>
                      <a:pt x="2172" y="5868"/>
                    </a:lnTo>
                    <a:lnTo>
                      <a:pt x="1554" y="6336"/>
                    </a:lnTo>
                    <a:lnTo>
                      <a:pt x="1482" y="6372"/>
                    </a:lnTo>
                    <a:lnTo>
                      <a:pt x="1398" y="6378"/>
                    </a:lnTo>
                    <a:lnTo>
                      <a:pt x="1344" y="6372"/>
                    </a:lnTo>
                    <a:lnTo>
                      <a:pt x="1290" y="6348"/>
                    </a:lnTo>
                    <a:lnTo>
                      <a:pt x="1248" y="6318"/>
                    </a:lnTo>
                    <a:lnTo>
                      <a:pt x="846" y="5910"/>
                    </a:lnTo>
                    <a:lnTo>
                      <a:pt x="804" y="5856"/>
                    </a:lnTo>
                    <a:lnTo>
                      <a:pt x="786" y="5796"/>
                    </a:lnTo>
                    <a:lnTo>
                      <a:pt x="780" y="5730"/>
                    </a:lnTo>
                    <a:lnTo>
                      <a:pt x="792" y="5664"/>
                    </a:lnTo>
                    <a:lnTo>
                      <a:pt x="822" y="5604"/>
                    </a:lnTo>
                    <a:lnTo>
                      <a:pt x="1296" y="4992"/>
                    </a:lnTo>
                    <a:lnTo>
                      <a:pt x="1158" y="4740"/>
                    </a:lnTo>
                    <a:lnTo>
                      <a:pt x="1050" y="4476"/>
                    </a:lnTo>
                    <a:lnTo>
                      <a:pt x="966" y="4200"/>
                    </a:lnTo>
                    <a:lnTo>
                      <a:pt x="198" y="4098"/>
                    </a:lnTo>
                    <a:lnTo>
                      <a:pt x="120" y="4068"/>
                    </a:lnTo>
                    <a:lnTo>
                      <a:pt x="60" y="4020"/>
                    </a:lnTo>
                    <a:lnTo>
                      <a:pt x="12" y="3948"/>
                    </a:lnTo>
                    <a:lnTo>
                      <a:pt x="0" y="3864"/>
                    </a:lnTo>
                    <a:lnTo>
                      <a:pt x="0" y="3294"/>
                    </a:lnTo>
                    <a:lnTo>
                      <a:pt x="12" y="3216"/>
                    </a:lnTo>
                    <a:lnTo>
                      <a:pt x="60" y="3144"/>
                    </a:lnTo>
                    <a:lnTo>
                      <a:pt x="120" y="3090"/>
                    </a:lnTo>
                    <a:lnTo>
                      <a:pt x="198" y="3066"/>
                    </a:lnTo>
                    <a:lnTo>
                      <a:pt x="966" y="2964"/>
                    </a:lnTo>
                    <a:lnTo>
                      <a:pt x="1050" y="2682"/>
                    </a:lnTo>
                    <a:lnTo>
                      <a:pt x="1158" y="2424"/>
                    </a:lnTo>
                    <a:lnTo>
                      <a:pt x="1296" y="2172"/>
                    </a:lnTo>
                    <a:lnTo>
                      <a:pt x="822" y="1560"/>
                    </a:lnTo>
                    <a:lnTo>
                      <a:pt x="786" y="1482"/>
                    </a:lnTo>
                    <a:lnTo>
                      <a:pt x="780" y="1398"/>
                    </a:lnTo>
                    <a:lnTo>
                      <a:pt x="798" y="1320"/>
                    </a:lnTo>
                    <a:lnTo>
                      <a:pt x="846" y="1254"/>
                    </a:lnTo>
                    <a:lnTo>
                      <a:pt x="1248" y="846"/>
                    </a:lnTo>
                    <a:lnTo>
                      <a:pt x="1302" y="810"/>
                    </a:lnTo>
                    <a:lnTo>
                      <a:pt x="1362" y="786"/>
                    </a:lnTo>
                    <a:lnTo>
                      <a:pt x="1428" y="786"/>
                    </a:lnTo>
                    <a:lnTo>
                      <a:pt x="1494" y="798"/>
                    </a:lnTo>
                    <a:lnTo>
                      <a:pt x="1554" y="828"/>
                    </a:lnTo>
                    <a:lnTo>
                      <a:pt x="1752" y="978"/>
                    </a:lnTo>
                    <a:lnTo>
                      <a:pt x="1752" y="978"/>
                    </a:lnTo>
                    <a:lnTo>
                      <a:pt x="2172" y="1296"/>
                    </a:lnTo>
                    <a:lnTo>
                      <a:pt x="2418" y="1158"/>
                    </a:lnTo>
                    <a:lnTo>
                      <a:pt x="2682" y="1050"/>
                    </a:lnTo>
                    <a:lnTo>
                      <a:pt x="2958" y="972"/>
                    </a:lnTo>
                    <a:lnTo>
                      <a:pt x="3066" y="204"/>
                    </a:lnTo>
                    <a:lnTo>
                      <a:pt x="3090" y="126"/>
                    </a:lnTo>
                    <a:lnTo>
                      <a:pt x="3144" y="60"/>
                    </a:lnTo>
                    <a:lnTo>
                      <a:pt x="3210" y="18"/>
                    </a:lnTo>
                    <a:lnTo>
                      <a:pt x="3294"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grpSp>
      </p:grpSp>
      <p:sp>
        <p:nvSpPr>
          <p:cNvPr id="676" name="Google Shape;676;p78"/>
          <p:cNvSpPr txBox="1"/>
          <p:nvPr/>
        </p:nvSpPr>
        <p:spPr>
          <a:xfrm>
            <a:off x="2976050" y="3704668"/>
            <a:ext cx="4122900" cy="2769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Certified Data Lake – Data Governance – Security</a:t>
            </a:r>
            <a:endParaRPr sz="1200">
              <a:solidFill>
                <a:schemeClr val="dk1"/>
              </a:solidFill>
              <a:latin typeface="Arial"/>
              <a:ea typeface="Arial"/>
              <a:cs typeface="Arial"/>
              <a:sym typeface="Arial"/>
            </a:endParaRPr>
          </a:p>
        </p:txBody>
      </p:sp>
      <p:sp>
        <p:nvSpPr>
          <p:cNvPr id="677" name="Google Shape;677;p78"/>
          <p:cNvSpPr/>
          <p:nvPr/>
        </p:nvSpPr>
        <p:spPr>
          <a:xfrm>
            <a:off x="3961195" y="2701670"/>
            <a:ext cx="457500" cy="450600"/>
          </a:xfrm>
          <a:prstGeom prst="rightArrow">
            <a:avLst>
              <a:gd name="adj1" fmla="val 50000"/>
              <a:gd name="adj2" fmla="val 50000"/>
            </a:avLst>
          </a:prstGeom>
          <a:solidFill>
            <a:srgbClr val="A5A5A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78" name="Google Shape;678;p78"/>
          <p:cNvSpPr txBox="1"/>
          <p:nvPr/>
        </p:nvSpPr>
        <p:spPr>
          <a:xfrm>
            <a:off x="4602684" y="2632012"/>
            <a:ext cx="1443600" cy="276900"/>
          </a:xfrm>
          <a:prstGeom prst="rect">
            <a:avLst/>
          </a:prstGeom>
          <a:solidFill>
            <a:srgbClr val="595959"/>
          </a:solidFill>
          <a:ln w="9525" cap="sq"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200">
                <a:solidFill>
                  <a:schemeClr val="lt1"/>
                </a:solidFill>
                <a:latin typeface="Arial"/>
                <a:ea typeface="Arial"/>
                <a:cs typeface="Arial"/>
                <a:sym typeface="Arial"/>
              </a:rPr>
              <a:t>Customer DNA</a:t>
            </a:r>
            <a:endParaRPr sz="1200">
              <a:solidFill>
                <a:schemeClr val="lt1"/>
              </a:solidFill>
              <a:latin typeface="Arial"/>
              <a:ea typeface="Arial"/>
              <a:cs typeface="Arial"/>
              <a:sym typeface="Arial"/>
            </a:endParaRPr>
          </a:p>
        </p:txBody>
      </p:sp>
      <p:sp>
        <p:nvSpPr>
          <p:cNvPr id="679" name="Google Shape;679;p78"/>
          <p:cNvSpPr txBox="1"/>
          <p:nvPr/>
        </p:nvSpPr>
        <p:spPr>
          <a:xfrm>
            <a:off x="4602685" y="3023583"/>
            <a:ext cx="1443600" cy="276900"/>
          </a:xfrm>
          <a:prstGeom prst="rect">
            <a:avLst/>
          </a:prstGeom>
          <a:solidFill>
            <a:srgbClr val="595959"/>
          </a:solidFill>
          <a:ln w="9525" cap="sq"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200">
                <a:solidFill>
                  <a:schemeClr val="lt1"/>
                </a:solidFill>
                <a:latin typeface="Arial"/>
                <a:ea typeface="Arial"/>
                <a:cs typeface="Arial"/>
                <a:sym typeface="Arial"/>
              </a:rPr>
              <a:t>Event Insights</a:t>
            </a:r>
            <a:endParaRPr sz="1200">
              <a:solidFill>
                <a:schemeClr val="lt1"/>
              </a:solidFill>
              <a:latin typeface="Arial"/>
              <a:ea typeface="Arial"/>
              <a:cs typeface="Arial"/>
              <a:sym typeface="Arial"/>
            </a:endParaRPr>
          </a:p>
        </p:txBody>
      </p:sp>
      <p:sp>
        <p:nvSpPr>
          <p:cNvPr id="680" name="Google Shape;680;p78"/>
          <p:cNvSpPr txBox="1"/>
          <p:nvPr/>
        </p:nvSpPr>
        <p:spPr>
          <a:xfrm>
            <a:off x="6010040" y="2661139"/>
            <a:ext cx="1495800" cy="230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900" dirty="0">
                <a:solidFill>
                  <a:schemeClr val="dk1"/>
                </a:solidFill>
                <a:latin typeface="Arial"/>
                <a:ea typeface="Arial"/>
                <a:cs typeface="Arial"/>
                <a:sym typeface="Arial"/>
              </a:rPr>
              <a:t>Who is the customer?</a:t>
            </a:r>
            <a:endParaRPr sz="900" dirty="0">
              <a:solidFill>
                <a:schemeClr val="dk1"/>
              </a:solidFill>
              <a:latin typeface="Arial"/>
              <a:ea typeface="Arial"/>
              <a:cs typeface="Arial"/>
              <a:sym typeface="Arial"/>
            </a:endParaRPr>
          </a:p>
        </p:txBody>
      </p:sp>
      <p:sp>
        <p:nvSpPr>
          <p:cNvPr id="681" name="Google Shape;681;p78"/>
          <p:cNvSpPr txBox="1"/>
          <p:nvPr/>
        </p:nvSpPr>
        <p:spPr>
          <a:xfrm>
            <a:off x="6005457" y="3046898"/>
            <a:ext cx="2604000" cy="230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900" dirty="0">
                <a:solidFill>
                  <a:schemeClr val="dk1"/>
                </a:solidFill>
                <a:latin typeface="Arial"/>
                <a:ea typeface="Arial"/>
                <a:cs typeface="Arial"/>
                <a:sym typeface="Arial"/>
              </a:rPr>
              <a:t>What’s happening around the customer?</a:t>
            </a:r>
            <a:endParaRPr sz="900" dirty="0">
              <a:solidFill>
                <a:schemeClr val="dk1"/>
              </a:solidFill>
              <a:latin typeface="Arial"/>
              <a:ea typeface="Arial"/>
              <a:cs typeface="Arial"/>
              <a:sym typeface="Arial"/>
            </a:endParaRPr>
          </a:p>
        </p:txBody>
      </p:sp>
      <p:sp>
        <p:nvSpPr>
          <p:cNvPr id="682" name="Google Shape;682;p78"/>
          <p:cNvSpPr txBox="1"/>
          <p:nvPr/>
        </p:nvSpPr>
        <p:spPr>
          <a:xfrm>
            <a:off x="3109258" y="1497100"/>
            <a:ext cx="4028400" cy="677100"/>
          </a:xfrm>
          <a:prstGeom prst="rect">
            <a:avLst/>
          </a:prstGeom>
          <a:noFill/>
          <a:ln>
            <a:noFill/>
          </a:ln>
        </p:spPr>
        <p:txBody>
          <a:bodyPr spcFirstLastPara="1" wrap="square" lIns="91425" tIns="45700" rIns="91425" bIns="45700" anchor="t" anchorCtr="0">
            <a:noAutofit/>
          </a:bodyPr>
          <a:lstStyle/>
          <a:p>
            <a:pPr marL="171450" marR="0" lvl="0" indent="-171450" algn="l" rtl="0">
              <a:spcBef>
                <a:spcPts val="0"/>
              </a:spcBef>
              <a:spcAft>
                <a:spcPts val="0"/>
              </a:spcAft>
              <a:buClr>
                <a:schemeClr val="dk1"/>
              </a:buClr>
              <a:buSzPts val="1100"/>
              <a:buFont typeface="Arial"/>
              <a:buChar char="•"/>
            </a:pPr>
            <a:r>
              <a:rPr lang="en-US" sz="1100" b="1">
                <a:solidFill>
                  <a:schemeClr val="dk1"/>
                </a:solidFill>
                <a:latin typeface="Arial"/>
                <a:ea typeface="Arial"/>
                <a:cs typeface="Arial"/>
                <a:sym typeface="Arial"/>
              </a:rPr>
              <a:t>Comprehensive NBX Strategy</a:t>
            </a:r>
            <a:endParaRPr/>
          </a:p>
          <a:p>
            <a:pPr marL="171450" marR="0" lvl="0" indent="-171450" algn="l" rtl="0">
              <a:spcBef>
                <a:spcPts val="300"/>
              </a:spcBef>
              <a:spcAft>
                <a:spcPts val="0"/>
              </a:spcAft>
              <a:buClr>
                <a:schemeClr val="dk1"/>
              </a:buClr>
              <a:buSzPts val="1100"/>
              <a:buFont typeface="Arial"/>
              <a:buChar char="•"/>
            </a:pPr>
            <a:r>
              <a:rPr lang="en-US" sz="1100" b="1">
                <a:solidFill>
                  <a:schemeClr val="dk1"/>
                </a:solidFill>
                <a:latin typeface="Arial"/>
                <a:ea typeface="Arial"/>
                <a:cs typeface="Arial"/>
                <a:sym typeface="Arial"/>
              </a:rPr>
              <a:t>AI Market Place </a:t>
            </a:r>
            <a:r>
              <a:rPr lang="en-US" sz="1100">
                <a:solidFill>
                  <a:schemeClr val="dk1"/>
                </a:solidFill>
                <a:latin typeface="Arial"/>
                <a:ea typeface="Arial"/>
                <a:cs typeface="Arial"/>
                <a:sym typeface="Arial"/>
              </a:rPr>
              <a:t>– One stop shop for enterprise AI</a:t>
            </a:r>
            <a:endParaRPr/>
          </a:p>
          <a:p>
            <a:pPr marL="171450" marR="0" lvl="0" indent="-171450" algn="l" rtl="0">
              <a:spcBef>
                <a:spcPts val="300"/>
              </a:spcBef>
              <a:spcAft>
                <a:spcPts val="0"/>
              </a:spcAft>
              <a:buClr>
                <a:schemeClr val="dk1"/>
              </a:buClr>
              <a:buSzPts val="1100"/>
              <a:buFont typeface="Arial"/>
              <a:buChar char="•"/>
            </a:pPr>
            <a:r>
              <a:rPr lang="en-US" sz="1100" b="1">
                <a:solidFill>
                  <a:schemeClr val="dk1"/>
                </a:solidFill>
                <a:latin typeface="Arial"/>
                <a:ea typeface="Arial"/>
                <a:cs typeface="Arial"/>
                <a:sym typeface="Arial"/>
              </a:rPr>
              <a:t>Data Ops </a:t>
            </a:r>
            <a:r>
              <a:rPr lang="en-US" sz="1100">
                <a:solidFill>
                  <a:schemeClr val="dk1"/>
                </a:solidFill>
                <a:latin typeface="Arial"/>
                <a:ea typeface="Arial"/>
                <a:cs typeface="Arial"/>
                <a:sym typeface="Arial"/>
              </a:rPr>
              <a:t>– Dev Ops for operationalizing AI</a:t>
            </a:r>
            <a:endParaRPr sz="1100">
              <a:solidFill>
                <a:schemeClr val="dk1"/>
              </a:solidFill>
              <a:latin typeface="Arial"/>
              <a:ea typeface="Arial"/>
              <a:cs typeface="Arial"/>
              <a:sym typeface="Arial"/>
            </a:endParaRPr>
          </a:p>
        </p:txBody>
      </p:sp>
      <p:sp>
        <p:nvSpPr>
          <p:cNvPr id="683" name="Google Shape;683;p78"/>
          <p:cNvSpPr/>
          <p:nvPr/>
        </p:nvSpPr>
        <p:spPr>
          <a:xfrm>
            <a:off x="4023069" y="3428876"/>
            <a:ext cx="238269" cy="230891"/>
          </a:xfrm>
          <a:prstGeom prst="ellipse">
            <a:avLst/>
          </a:prstGeom>
          <a:solidFill>
            <a:schemeClr val="accent1"/>
          </a:solidFill>
          <a:ln>
            <a:noFill/>
          </a:ln>
        </p:spPr>
        <p:txBody>
          <a:bodyPr spcFirstLastPara="1" wrap="square" lIns="45700" tIns="45700" rIns="91425" bIns="45700" anchor="ctr" anchorCtr="0">
            <a:noAutofit/>
          </a:bodyPr>
          <a:lstStyle/>
          <a:p>
            <a:pPr marL="0" marR="0" lvl="0" indent="0" algn="ctr" rtl="0">
              <a:spcBef>
                <a:spcPts val="0"/>
              </a:spcBef>
              <a:spcAft>
                <a:spcPts val="0"/>
              </a:spcAft>
              <a:buNone/>
            </a:pPr>
            <a:r>
              <a:rPr lang="en-US" sz="1400" b="1" dirty="0" smtClean="0">
                <a:solidFill>
                  <a:schemeClr val="lt1"/>
                </a:solidFill>
                <a:latin typeface="Arial"/>
                <a:ea typeface="Arial"/>
                <a:cs typeface="Arial"/>
                <a:sym typeface="Arial"/>
              </a:rPr>
              <a:t>1</a:t>
            </a:r>
            <a:endParaRPr sz="1400" b="1" dirty="0">
              <a:solidFill>
                <a:schemeClr val="lt1"/>
              </a:solidFill>
              <a:latin typeface="Arial"/>
              <a:ea typeface="Arial"/>
              <a:cs typeface="Arial"/>
              <a:sym typeface="Arial"/>
            </a:endParaRPr>
          </a:p>
        </p:txBody>
      </p:sp>
      <p:sp>
        <p:nvSpPr>
          <p:cNvPr id="684" name="Google Shape;684;p78"/>
          <p:cNvSpPr/>
          <p:nvPr/>
        </p:nvSpPr>
        <p:spPr>
          <a:xfrm>
            <a:off x="3828540" y="2292238"/>
            <a:ext cx="274800" cy="247800"/>
          </a:xfrm>
          <a:prstGeom prst="ellipse">
            <a:avLst/>
          </a:prstGeom>
          <a:solidFill>
            <a:schemeClr val="accent1"/>
          </a:solidFill>
          <a:ln>
            <a:noFill/>
          </a:ln>
        </p:spPr>
        <p:txBody>
          <a:bodyPr spcFirstLastPara="1" wrap="square" lIns="45700" tIns="45700" rIns="91425" bIns="45700" anchor="ctr" anchorCtr="0">
            <a:noAutofit/>
          </a:bodyPr>
          <a:lstStyle/>
          <a:p>
            <a:pPr marL="0" marR="0" lvl="0" indent="0" algn="r" rtl="0">
              <a:spcBef>
                <a:spcPts val="0"/>
              </a:spcBef>
              <a:spcAft>
                <a:spcPts val="0"/>
              </a:spcAft>
              <a:buNone/>
            </a:pPr>
            <a:r>
              <a:rPr lang="en-US" sz="1400" b="1">
                <a:solidFill>
                  <a:schemeClr val="lt1"/>
                </a:solidFill>
                <a:latin typeface="Arial"/>
                <a:ea typeface="Arial"/>
                <a:cs typeface="Arial"/>
                <a:sym typeface="Arial"/>
              </a:rPr>
              <a:t>2</a:t>
            </a:r>
            <a:endParaRPr sz="1400" b="1">
              <a:solidFill>
                <a:schemeClr val="lt1"/>
              </a:solidFill>
              <a:latin typeface="Arial"/>
              <a:ea typeface="Arial"/>
              <a:cs typeface="Arial"/>
              <a:sym typeface="Arial"/>
            </a:endParaRPr>
          </a:p>
        </p:txBody>
      </p:sp>
      <p:sp>
        <p:nvSpPr>
          <p:cNvPr id="685" name="Google Shape;685;p78"/>
          <p:cNvSpPr/>
          <p:nvPr/>
        </p:nvSpPr>
        <p:spPr>
          <a:xfrm>
            <a:off x="3815149" y="1255794"/>
            <a:ext cx="274800" cy="247800"/>
          </a:xfrm>
          <a:prstGeom prst="ellipse">
            <a:avLst/>
          </a:prstGeom>
          <a:solidFill>
            <a:schemeClr val="accent1"/>
          </a:solidFill>
          <a:ln>
            <a:noFill/>
          </a:ln>
        </p:spPr>
        <p:txBody>
          <a:bodyPr spcFirstLastPara="1" wrap="square" lIns="45700" tIns="45700" rIns="91425" bIns="45700" anchor="ctr" anchorCtr="0">
            <a:noAutofit/>
          </a:bodyPr>
          <a:lstStyle/>
          <a:p>
            <a:pPr marL="0" marR="0" lvl="0" indent="0" algn="r" rtl="0">
              <a:spcBef>
                <a:spcPts val="0"/>
              </a:spcBef>
              <a:spcAft>
                <a:spcPts val="0"/>
              </a:spcAft>
              <a:buNone/>
            </a:pPr>
            <a:r>
              <a:rPr lang="en-US" sz="1400" b="1">
                <a:solidFill>
                  <a:schemeClr val="lt1"/>
                </a:solidFill>
                <a:latin typeface="Arial"/>
                <a:ea typeface="Arial"/>
                <a:cs typeface="Arial"/>
                <a:sym typeface="Arial"/>
              </a:rPr>
              <a:t>3</a:t>
            </a:r>
            <a:endParaRPr sz="1400" b="1">
              <a:solidFill>
                <a:schemeClr val="lt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700"/>
        <p:cNvGrpSpPr/>
        <p:nvPr/>
      </p:nvGrpSpPr>
      <p:grpSpPr>
        <a:xfrm>
          <a:off x="0" y="0"/>
          <a:ext cx="0" cy="0"/>
          <a:chOff x="0" y="0"/>
          <a:chExt cx="0" cy="0"/>
        </a:xfrm>
      </p:grpSpPr>
      <p:sp>
        <p:nvSpPr>
          <p:cNvPr id="88" name="Shape 701"/>
          <p:cNvSpPr>
            <a:spLocks/>
          </p:cNvSpPr>
          <p:nvPr/>
        </p:nvSpPr>
        <p:spPr>
          <a:xfrm>
            <a:off x="0" y="763073"/>
            <a:ext cx="9144000" cy="4219275"/>
          </a:xfrm>
          <a:prstGeom prst="rect">
            <a:avLst/>
          </a:prstGeom>
          <a:solidFill>
            <a:srgbClr val="F2F2F2"/>
          </a:solidFill>
          <a:ln>
            <a:noFill/>
          </a:ln>
        </p:spPr>
        <p:txBody>
          <a:bodyPr spcFirstLastPara="1" wrap="square" lIns="68569" tIns="34275" rIns="68569" bIns="34275" anchor="ctr" anchorCtr="0">
            <a:noAutofit/>
          </a:bodyPr>
          <a:lstStyle/>
          <a:p>
            <a:pPr algn="ctr" defTabSz="457200">
              <a:buClrTx/>
              <a:buFontTx/>
              <a:buNone/>
            </a:pPr>
            <a:endParaRPr sz="1350" kern="1200" dirty="0">
              <a:solidFill>
                <a:srgbClr val="FFFFFF"/>
              </a:solidFill>
            </a:endParaRPr>
          </a:p>
        </p:txBody>
      </p:sp>
      <p:sp>
        <p:nvSpPr>
          <p:cNvPr id="704" name="Shape 704"/>
          <p:cNvSpPr txBox="1">
            <a:spLocks noGrp="1"/>
          </p:cNvSpPr>
          <p:nvPr>
            <p:ph type="sldNum" idx="12"/>
          </p:nvPr>
        </p:nvSpPr>
        <p:spPr>
          <a:xfrm>
            <a:off x="8776598" y="4810899"/>
            <a:ext cx="171450" cy="171450"/>
          </a:xfrm>
          <a:prstGeom prst="rect">
            <a:avLst/>
          </a:prstGeom>
          <a:noFill/>
          <a:ln>
            <a:noFill/>
          </a:ln>
        </p:spPr>
        <p:txBody>
          <a:bodyPr spcFirstLastPara="1" vert="horz" wrap="square" lIns="0" tIns="0" rIns="0" bIns="0" rtlCol="0" anchor="b" anchorCtr="0">
            <a:noAutofit/>
          </a:bodyPr>
          <a:lstStyle/>
          <a:p>
            <a:fld id="{00000000-1234-1234-1234-123412341234}" type="slidenum">
              <a:rPr lang="en-US"/>
              <a:pPr/>
              <a:t>12</a:t>
            </a:fld>
            <a:endParaRPr/>
          </a:p>
        </p:txBody>
      </p:sp>
      <p:sp>
        <p:nvSpPr>
          <p:cNvPr id="705" name="Shape 705"/>
          <p:cNvSpPr txBox="1">
            <a:spLocks noGrp="1"/>
          </p:cNvSpPr>
          <p:nvPr>
            <p:ph type="title"/>
          </p:nvPr>
        </p:nvSpPr>
        <p:spPr>
          <a:xfrm>
            <a:off x="473531" y="435429"/>
            <a:ext cx="6683542" cy="254151"/>
          </a:xfrm>
          <a:prstGeom prst="rect">
            <a:avLst/>
          </a:prstGeom>
          <a:noFill/>
          <a:ln>
            <a:noFill/>
          </a:ln>
        </p:spPr>
        <p:txBody>
          <a:bodyPr spcFirstLastPara="1" vert="horz" wrap="square" lIns="0" tIns="0" rIns="0" bIns="0" rtlCol="0" anchor="t" anchorCtr="0">
            <a:normAutofit fontScale="90000"/>
          </a:bodyPr>
          <a:lstStyle/>
          <a:p>
            <a:pPr>
              <a:spcBef>
                <a:spcPct val="0"/>
              </a:spcBef>
            </a:pPr>
            <a:r>
              <a:rPr lang="en-US" sz="2400" dirty="0">
                <a:solidFill>
                  <a:schemeClr val="tx1"/>
                </a:solidFill>
              </a:rPr>
              <a:t>Verizon.ai </a:t>
            </a:r>
            <a:r>
              <a:rPr lang="en-US" sz="2400" dirty="0" smtClean="0">
                <a:solidFill>
                  <a:schemeClr val="tx1"/>
                </a:solidFill>
                <a:uFillTx/>
                <a:latin typeface="+mj-lt"/>
                <a:ea typeface="+mj-ea"/>
                <a:cs typeface="+mj-cs"/>
              </a:rPr>
              <a:t>Architecture - Building Blocks</a:t>
            </a:r>
            <a:endParaRPr sz="2400" dirty="0">
              <a:solidFill>
                <a:schemeClr val="tx1"/>
              </a:solidFill>
              <a:uFillTx/>
              <a:latin typeface="+mj-lt"/>
              <a:ea typeface="+mj-ea"/>
              <a:cs typeface="+mj-cs"/>
            </a:endParaRPr>
          </a:p>
        </p:txBody>
      </p:sp>
      <p:sp>
        <p:nvSpPr>
          <p:cNvPr id="706" name="Shape 706"/>
          <p:cNvSpPr txBox="1">
            <a:spLocks/>
          </p:cNvSpPr>
          <p:nvPr/>
        </p:nvSpPr>
        <p:spPr>
          <a:xfrm>
            <a:off x="487571" y="801941"/>
            <a:ext cx="811091" cy="285837"/>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68569" tIns="34275" rIns="68569" bIns="34275" anchor="ctr" anchorCtr="0">
            <a:noAutofit/>
          </a:bodyPr>
          <a:lstStyle/>
          <a:p>
            <a:pPr algn="ctr" defTabSz="457200">
              <a:buClrTx/>
              <a:buFontTx/>
              <a:buNone/>
            </a:pPr>
            <a:r>
              <a:rPr lang="en-US" sz="825" b="1" kern="1200" dirty="0">
                <a:solidFill>
                  <a:srgbClr val="FFFFFF"/>
                </a:solidFill>
              </a:rPr>
              <a:t>System of Engagement</a:t>
            </a:r>
            <a:endParaRPr sz="825" b="1" kern="1200" dirty="0">
              <a:solidFill>
                <a:srgbClr val="FFFFFF"/>
              </a:solidFill>
            </a:endParaRPr>
          </a:p>
        </p:txBody>
      </p:sp>
      <p:sp>
        <p:nvSpPr>
          <p:cNvPr id="707" name="Shape 707"/>
          <p:cNvSpPr>
            <a:spLocks/>
          </p:cNvSpPr>
          <p:nvPr/>
        </p:nvSpPr>
        <p:spPr>
          <a:xfrm>
            <a:off x="1305432" y="801941"/>
            <a:ext cx="6582847" cy="285837"/>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68569" tIns="34275" rIns="68569" bIns="34275" anchor="ctr" anchorCtr="0">
            <a:noAutofit/>
          </a:bodyPr>
          <a:lstStyle/>
          <a:p>
            <a:pPr algn="ctr" defTabSz="457200">
              <a:buClrTx/>
              <a:buFontTx/>
              <a:buNone/>
            </a:pPr>
            <a:endParaRPr sz="1350" kern="1200">
              <a:solidFill>
                <a:srgbClr val="FFFFFF"/>
              </a:solidFill>
            </a:endParaRPr>
          </a:p>
        </p:txBody>
      </p:sp>
      <p:grpSp>
        <p:nvGrpSpPr>
          <p:cNvPr id="44" name="Group 43"/>
          <p:cNvGrpSpPr/>
          <p:nvPr/>
        </p:nvGrpSpPr>
        <p:grpSpPr>
          <a:xfrm>
            <a:off x="1626989" y="845441"/>
            <a:ext cx="5882009" cy="205749"/>
            <a:chOff x="1690602" y="1103875"/>
            <a:chExt cx="5882009" cy="205749"/>
          </a:xfrm>
        </p:grpSpPr>
        <p:grpSp>
          <p:nvGrpSpPr>
            <p:cNvPr id="209" name="Shape 793"/>
            <p:cNvGrpSpPr/>
            <p:nvPr/>
          </p:nvGrpSpPr>
          <p:grpSpPr>
            <a:xfrm>
              <a:off x="3248927" y="1125522"/>
              <a:ext cx="229636" cy="165659"/>
              <a:chOff x="4391465" y="1323216"/>
              <a:chExt cx="239009" cy="172423"/>
            </a:xfrm>
          </p:grpSpPr>
          <p:sp>
            <p:nvSpPr>
              <p:cNvPr id="243" name="Shape 794"/>
              <p:cNvSpPr>
                <a:spLocks/>
              </p:cNvSpPr>
              <p:nvPr/>
            </p:nvSpPr>
            <p:spPr>
              <a:xfrm>
                <a:off x="4413194" y="1344243"/>
                <a:ext cx="195553" cy="111444"/>
              </a:xfrm>
              <a:prstGeom prst="rect">
                <a:avLst/>
              </a:prstGeom>
              <a:solidFill>
                <a:schemeClr val="dk1"/>
              </a:solidFill>
              <a:ln>
                <a:noFill/>
              </a:ln>
            </p:spPr>
            <p:txBody>
              <a:bodyPr spcFirstLastPara="1" wrap="square" lIns="51431" tIns="25706" rIns="51431" bIns="25706" anchor="t" anchorCtr="0">
                <a:noAutofit/>
              </a:bodyPr>
              <a:lstStyle/>
              <a:p>
                <a:pPr defTabSz="457200">
                  <a:buClrTx/>
                  <a:buFontTx/>
                  <a:buNone/>
                </a:pPr>
                <a:endParaRPr sz="1013" kern="1200">
                  <a:solidFill>
                    <a:srgbClr val="D8D8D8"/>
                  </a:solidFill>
                </a:endParaRPr>
              </a:p>
            </p:txBody>
          </p:sp>
          <p:sp>
            <p:nvSpPr>
              <p:cNvPr id="244" name="Shape 795"/>
              <p:cNvSpPr>
                <a:spLocks/>
              </p:cNvSpPr>
              <p:nvPr/>
            </p:nvSpPr>
            <p:spPr>
              <a:xfrm>
                <a:off x="4391465" y="1323216"/>
                <a:ext cx="239009" cy="172423"/>
              </a:xfrm>
              <a:custGeom>
                <a:avLst/>
                <a:gdLst/>
                <a:ahLst/>
                <a:cxnLst/>
                <a:rect l="0" t="0" r="0" b="0"/>
                <a:pathLst>
                  <a:path w="2046" h="1476" extrusionOk="0">
                    <a:moveTo>
                      <a:pt x="186" y="96"/>
                    </a:moveTo>
                    <a:lnTo>
                      <a:pt x="156" y="96"/>
                    </a:lnTo>
                    <a:lnTo>
                      <a:pt x="138" y="108"/>
                    </a:lnTo>
                    <a:lnTo>
                      <a:pt x="120" y="126"/>
                    </a:lnTo>
                    <a:lnTo>
                      <a:pt x="108" y="150"/>
                    </a:lnTo>
                    <a:lnTo>
                      <a:pt x="102" y="174"/>
                    </a:lnTo>
                    <a:lnTo>
                      <a:pt x="102" y="1140"/>
                    </a:lnTo>
                    <a:lnTo>
                      <a:pt x="108" y="1164"/>
                    </a:lnTo>
                    <a:lnTo>
                      <a:pt x="120" y="1188"/>
                    </a:lnTo>
                    <a:lnTo>
                      <a:pt x="138" y="1206"/>
                    </a:lnTo>
                    <a:lnTo>
                      <a:pt x="156" y="1218"/>
                    </a:lnTo>
                    <a:lnTo>
                      <a:pt x="186" y="1224"/>
                    </a:lnTo>
                    <a:lnTo>
                      <a:pt x="1866" y="1224"/>
                    </a:lnTo>
                    <a:lnTo>
                      <a:pt x="1890" y="1218"/>
                    </a:lnTo>
                    <a:lnTo>
                      <a:pt x="1914" y="1206"/>
                    </a:lnTo>
                    <a:lnTo>
                      <a:pt x="1932" y="1188"/>
                    </a:lnTo>
                    <a:lnTo>
                      <a:pt x="1944" y="1164"/>
                    </a:lnTo>
                    <a:lnTo>
                      <a:pt x="1944" y="1140"/>
                    </a:lnTo>
                    <a:lnTo>
                      <a:pt x="1944" y="174"/>
                    </a:lnTo>
                    <a:lnTo>
                      <a:pt x="1944" y="150"/>
                    </a:lnTo>
                    <a:lnTo>
                      <a:pt x="1932" y="126"/>
                    </a:lnTo>
                    <a:lnTo>
                      <a:pt x="1914" y="108"/>
                    </a:lnTo>
                    <a:lnTo>
                      <a:pt x="1890" y="96"/>
                    </a:lnTo>
                    <a:lnTo>
                      <a:pt x="1866" y="96"/>
                    </a:lnTo>
                    <a:lnTo>
                      <a:pt x="186" y="96"/>
                    </a:lnTo>
                    <a:close/>
                    <a:moveTo>
                      <a:pt x="72" y="0"/>
                    </a:moveTo>
                    <a:lnTo>
                      <a:pt x="1974" y="0"/>
                    </a:lnTo>
                    <a:lnTo>
                      <a:pt x="1998" y="6"/>
                    </a:lnTo>
                    <a:lnTo>
                      <a:pt x="2016" y="18"/>
                    </a:lnTo>
                    <a:lnTo>
                      <a:pt x="2034" y="30"/>
                    </a:lnTo>
                    <a:lnTo>
                      <a:pt x="2040" y="54"/>
                    </a:lnTo>
                    <a:lnTo>
                      <a:pt x="2046" y="78"/>
                    </a:lnTo>
                    <a:lnTo>
                      <a:pt x="2046" y="1266"/>
                    </a:lnTo>
                    <a:lnTo>
                      <a:pt x="2040" y="1290"/>
                    </a:lnTo>
                    <a:lnTo>
                      <a:pt x="2034" y="1314"/>
                    </a:lnTo>
                    <a:lnTo>
                      <a:pt x="2016" y="1326"/>
                    </a:lnTo>
                    <a:lnTo>
                      <a:pt x="1998" y="1338"/>
                    </a:lnTo>
                    <a:lnTo>
                      <a:pt x="1974" y="1344"/>
                    </a:lnTo>
                    <a:lnTo>
                      <a:pt x="1140" y="1344"/>
                    </a:lnTo>
                    <a:lnTo>
                      <a:pt x="1140" y="1392"/>
                    </a:lnTo>
                    <a:lnTo>
                      <a:pt x="1584" y="1392"/>
                    </a:lnTo>
                    <a:lnTo>
                      <a:pt x="1602" y="1398"/>
                    </a:lnTo>
                    <a:lnTo>
                      <a:pt x="1614" y="1404"/>
                    </a:lnTo>
                    <a:lnTo>
                      <a:pt x="1626" y="1416"/>
                    </a:lnTo>
                    <a:lnTo>
                      <a:pt x="1626" y="1434"/>
                    </a:lnTo>
                    <a:lnTo>
                      <a:pt x="1626" y="1452"/>
                    </a:lnTo>
                    <a:lnTo>
                      <a:pt x="1614" y="1464"/>
                    </a:lnTo>
                    <a:lnTo>
                      <a:pt x="1602" y="1476"/>
                    </a:lnTo>
                    <a:lnTo>
                      <a:pt x="1584" y="1476"/>
                    </a:lnTo>
                    <a:lnTo>
                      <a:pt x="474" y="1476"/>
                    </a:lnTo>
                    <a:lnTo>
                      <a:pt x="456" y="1476"/>
                    </a:lnTo>
                    <a:lnTo>
                      <a:pt x="444" y="1464"/>
                    </a:lnTo>
                    <a:lnTo>
                      <a:pt x="438" y="1452"/>
                    </a:lnTo>
                    <a:lnTo>
                      <a:pt x="432" y="1434"/>
                    </a:lnTo>
                    <a:lnTo>
                      <a:pt x="438" y="1416"/>
                    </a:lnTo>
                    <a:lnTo>
                      <a:pt x="444" y="1404"/>
                    </a:lnTo>
                    <a:lnTo>
                      <a:pt x="456" y="1398"/>
                    </a:lnTo>
                    <a:lnTo>
                      <a:pt x="474" y="1392"/>
                    </a:lnTo>
                    <a:lnTo>
                      <a:pt x="906" y="1392"/>
                    </a:lnTo>
                    <a:lnTo>
                      <a:pt x="906" y="1344"/>
                    </a:lnTo>
                    <a:lnTo>
                      <a:pt x="72" y="1344"/>
                    </a:lnTo>
                    <a:lnTo>
                      <a:pt x="48" y="1338"/>
                    </a:lnTo>
                    <a:lnTo>
                      <a:pt x="30" y="1326"/>
                    </a:lnTo>
                    <a:lnTo>
                      <a:pt x="12" y="1314"/>
                    </a:lnTo>
                    <a:lnTo>
                      <a:pt x="6" y="1290"/>
                    </a:lnTo>
                    <a:lnTo>
                      <a:pt x="0" y="1266"/>
                    </a:lnTo>
                    <a:lnTo>
                      <a:pt x="0" y="78"/>
                    </a:lnTo>
                    <a:lnTo>
                      <a:pt x="6" y="54"/>
                    </a:lnTo>
                    <a:lnTo>
                      <a:pt x="12" y="30"/>
                    </a:lnTo>
                    <a:lnTo>
                      <a:pt x="30" y="18"/>
                    </a:lnTo>
                    <a:lnTo>
                      <a:pt x="48" y="6"/>
                    </a:lnTo>
                    <a:lnTo>
                      <a:pt x="72" y="0"/>
                    </a:lnTo>
                    <a:close/>
                  </a:path>
                </a:pathLst>
              </a:custGeom>
              <a:solidFill>
                <a:schemeClr val="dk1"/>
              </a:solidFill>
              <a:ln>
                <a:noFill/>
              </a:ln>
            </p:spPr>
            <p:txBody>
              <a:bodyPr spcFirstLastPara="1" wrap="square" lIns="51431" tIns="25706" rIns="51431" bIns="25706" anchor="t" anchorCtr="0">
                <a:noAutofit/>
              </a:bodyPr>
              <a:lstStyle/>
              <a:p>
                <a:pPr defTabSz="457200">
                  <a:buClrTx/>
                  <a:buFontTx/>
                  <a:buNone/>
                </a:pPr>
                <a:endParaRPr sz="1013" kern="1200">
                  <a:solidFill>
                    <a:srgbClr val="D8D8D8"/>
                  </a:solidFill>
                </a:endParaRPr>
              </a:p>
            </p:txBody>
          </p:sp>
        </p:grpSp>
        <p:sp>
          <p:nvSpPr>
            <p:cNvPr id="210" name="Shape 796"/>
            <p:cNvSpPr txBox="1">
              <a:spLocks/>
            </p:cNvSpPr>
            <p:nvPr/>
          </p:nvSpPr>
          <p:spPr>
            <a:xfrm>
              <a:off x="6433602" y="1124958"/>
              <a:ext cx="420802" cy="184666"/>
            </a:xfrm>
            <a:prstGeom prst="rect">
              <a:avLst/>
            </a:prstGeom>
            <a:noFill/>
            <a:ln>
              <a:noFill/>
            </a:ln>
          </p:spPr>
          <p:txBody>
            <a:bodyPr spcFirstLastPara="1" wrap="square" lIns="68569" tIns="34275" rIns="68569" bIns="34275" anchor="t" anchorCtr="0">
              <a:noAutofit/>
            </a:bodyPr>
            <a:lstStyle/>
            <a:p>
              <a:pPr algn="ctr" defTabSz="457200">
                <a:buClrTx/>
                <a:buFontTx/>
                <a:buNone/>
              </a:pPr>
              <a:r>
                <a:rPr lang="en-US" sz="750" b="1" kern="1200" dirty="0"/>
                <a:t>1-800</a:t>
              </a:r>
              <a:endParaRPr sz="1350" kern="1200" dirty="0">
                <a:latin typeface="NeueHaasGroteskText Std"/>
                <a:ea typeface="+mn-ea"/>
                <a:cs typeface="+mn-cs"/>
              </a:endParaRPr>
            </a:p>
          </p:txBody>
        </p:sp>
        <p:grpSp>
          <p:nvGrpSpPr>
            <p:cNvPr id="211" name="Shape 798"/>
            <p:cNvGrpSpPr/>
            <p:nvPr/>
          </p:nvGrpSpPr>
          <p:grpSpPr>
            <a:xfrm>
              <a:off x="4166992" y="1122650"/>
              <a:ext cx="204482" cy="171130"/>
              <a:chOff x="622938" y="9143248"/>
              <a:chExt cx="347661" cy="320053"/>
            </a:xfrm>
          </p:grpSpPr>
          <p:sp>
            <p:nvSpPr>
              <p:cNvPr id="240" name="Shape 799"/>
              <p:cNvSpPr>
                <a:spLocks/>
              </p:cNvSpPr>
              <p:nvPr/>
            </p:nvSpPr>
            <p:spPr>
              <a:xfrm>
                <a:off x="622938" y="9143248"/>
                <a:ext cx="347661" cy="278129"/>
              </a:xfrm>
              <a:custGeom>
                <a:avLst/>
                <a:gdLst/>
                <a:ahLst/>
                <a:cxnLst/>
                <a:rect l="0" t="0" r="0" b="0"/>
                <a:pathLst>
                  <a:path w="2040" h="1632" extrusionOk="0">
                    <a:moveTo>
                      <a:pt x="204" y="120"/>
                    </a:moveTo>
                    <a:lnTo>
                      <a:pt x="180" y="126"/>
                    </a:lnTo>
                    <a:lnTo>
                      <a:pt x="156" y="138"/>
                    </a:lnTo>
                    <a:lnTo>
                      <a:pt x="138" y="156"/>
                    </a:lnTo>
                    <a:lnTo>
                      <a:pt x="126" y="180"/>
                    </a:lnTo>
                    <a:lnTo>
                      <a:pt x="126" y="204"/>
                    </a:lnTo>
                    <a:lnTo>
                      <a:pt x="126" y="1428"/>
                    </a:lnTo>
                    <a:lnTo>
                      <a:pt x="126" y="1452"/>
                    </a:lnTo>
                    <a:lnTo>
                      <a:pt x="138" y="1476"/>
                    </a:lnTo>
                    <a:lnTo>
                      <a:pt x="156" y="1494"/>
                    </a:lnTo>
                    <a:lnTo>
                      <a:pt x="180" y="1506"/>
                    </a:lnTo>
                    <a:lnTo>
                      <a:pt x="204" y="1506"/>
                    </a:lnTo>
                    <a:lnTo>
                      <a:pt x="1836" y="1506"/>
                    </a:lnTo>
                    <a:lnTo>
                      <a:pt x="1860" y="1506"/>
                    </a:lnTo>
                    <a:lnTo>
                      <a:pt x="1884" y="1494"/>
                    </a:lnTo>
                    <a:lnTo>
                      <a:pt x="1902" y="1476"/>
                    </a:lnTo>
                    <a:lnTo>
                      <a:pt x="1914" y="1452"/>
                    </a:lnTo>
                    <a:lnTo>
                      <a:pt x="1920" y="1428"/>
                    </a:lnTo>
                    <a:lnTo>
                      <a:pt x="1920" y="204"/>
                    </a:lnTo>
                    <a:lnTo>
                      <a:pt x="1914" y="180"/>
                    </a:lnTo>
                    <a:lnTo>
                      <a:pt x="1902" y="156"/>
                    </a:lnTo>
                    <a:lnTo>
                      <a:pt x="1884" y="138"/>
                    </a:lnTo>
                    <a:lnTo>
                      <a:pt x="1860" y="126"/>
                    </a:lnTo>
                    <a:lnTo>
                      <a:pt x="1836" y="120"/>
                    </a:lnTo>
                    <a:lnTo>
                      <a:pt x="204" y="120"/>
                    </a:lnTo>
                    <a:close/>
                    <a:moveTo>
                      <a:pt x="204" y="0"/>
                    </a:moveTo>
                    <a:lnTo>
                      <a:pt x="1836" y="0"/>
                    </a:lnTo>
                    <a:lnTo>
                      <a:pt x="1914" y="18"/>
                    </a:lnTo>
                    <a:lnTo>
                      <a:pt x="1980" y="60"/>
                    </a:lnTo>
                    <a:lnTo>
                      <a:pt x="2022" y="126"/>
                    </a:lnTo>
                    <a:lnTo>
                      <a:pt x="2040" y="204"/>
                    </a:lnTo>
                    <a:lnTo>
                      <a:pt x="2040" y="1428"/>
                    </a:lnTo>
                    <a:lnTo>
                      <a:pt x="2022" y="1506"/>
                    </a:lnTo>
                    <a:lnTo>
                      <a:pt x="1980" y="1572"/>
                    </a:lnTo>
                    <a:lnTo>
                      <a:pt x="1914" y="1614"/>
                    </a:lnTo>
                    <a:lnTo>
                      <a:pt x="1836" y="1632"/>
                    </a:lnTo>
                    <a:lnTo>
                      <a:pt x="204" y="1632"/>
                    </a:lnTo>
                    <a:lnTo>
                      <a:pt x="126" y="1614"/>
                    </a:lnTo>
                    <a:lnTo>
                      <a:pt x="60" y="1572"/>
                    </a:lnTo>
                    <a:lnTo>
                      <a:pt x="18" y="1506"/>
                    </a:lnTo>
                    <a:lnTo>
                      <a:pt x="0" y="1428"/>
                    </a:lnTo>
                    <a:lnTo>
                      <a:pt x="0" y="204"/>
                    </a:lnTo>
                    <a:lnTo>
                      <a:pt x="18" y="126"/>
                    </a:lnTo>
                    <a:lnTo>
                      <a:pt x="60" y="60"/>
                    </a:lnTo>
                    <a:lnTo>
                      <a:pt x="126" y="18"/>
                    </a:lnTo>
                    <a:lnTo>
                      <a:pt x="204" y="0"/>
                    </a:lnTo>
                    <a:close/>
                  </a:path>
                </a:pathLst>
              </a:custGeom>
              <a:solidFill>
                <a:schemeClr val="dk1"/>
              </a:solidFill>
              <a:ln>
                <a:noFill/>
              </a:ln>
            </p:spPr>
            <p:txBody>
              <a:bodyPr spcFirstLastPara="1" wrap="square" lIns="51431" tIns="25706" rIns="51431" bIns="25706" anchor="t" anchorCtr="0">
                <a:noAutofit/>
              </a:bodyPr>
              <a:lstStyle/>
              <a:p>
                <a:pPr defTabSz="457200">
                  <a:buClrTx/>
                  <a:buFontTx/>
                  <a:buNone/>
                </a:pPr>
                <a:endParaRPr sz="1013" kern="1200"/>
              </a:p>
            </p:txBody>
          </p:sp>
          <p:sp>
            <p:nvSpPr>
              <p:cNvPr id="241" name="Shape 800"/>
              <p:cNvSpPr>
                <a:spLocks/>
              </p:cNvSpPr>
              <p:nvPr/>
            </p:nvSpPr>
            <p:spPr>
              <a:xfrm>
                <a:off x="623960" y="9442850"/>
                <a:ext cx="346639" cy="20451"/>
              </a:xfrm>
              <a:custGeom>
                <a:avLst/>
                <a:gdLst/>
                <a:ahLst/>
                <a:cxnLst/>
                <a:rect l="0" t="0" r="0" b="0"/>
                <a:pathLst>
                  <a:path w="2034" h="120" extrusionOk="0">
                    <a:moveTo>
                      <a:pt x="60" y="0"/>
                    </a:moveTo>
                    <a:lnTo>
                      <a:pt x="1974" y="0"/>
                    </a:lnTo>
                    <a:lnTo>
                      <a:pt x="1992" y="6"/>
                    </a:lnTo>
                    <a:lnTo>
                      <a:pt x="2010" y="12"/>
                    </a:lnTo>
                    <a:lnTo>
                      <a:pt x="2022" y="24"/>
                    </a:lnTo>
                    <a:lnTo>
                      <a:pt x="2028" y="42"/>
                    </a:lnTo>
                    <a:lnTo>
                      <a:pt x="2034" y="60"/>
                    </a:lnTo>
                    <a:lnTo>
                      <a:pt x="2028" y="78"/>
                    </a:lnTo>
                    <a:lnTo>
                      <a:pt x="2022" y="96"/>
                    </a:lnTo>
                    <a:lnTo>
                      <a:pt x="2010" y="108"/>
                    </a:lnTo>
                    <a:lnTo>
                      <a:pt x="1992" y="120"/>
                    </a:lnTo>
                    <a:lnTo>
                      <a:pt x="1974" y="120"/>
                    </a:lnTo>
                    <a:lnTo>
                      <a:pt x="60" y="120"/>
                    </a:lnTo>
                    <a:lnTo>
                      <a:pt x="36" y="120"/>
                    </a:lnTo>
                    <a:lnTo>
                      <a:pt x="24" y="108"/>
                    </a:lnTo>
                    <a:lnTo>
                      <a:pt x="12" y="96"/>
                    </a:lnTo>
                    <a:lnTo>
                      <a:pt x="0" y="78"/>
                    </a:lnTo>
                    <a:lnTo>
                      <a:pt x="0" y="60"/>
                    </a:lnTo>
                    <a:lnTo>
                      <a:pt x="0" y="42"/>
                    </a:lnTo>
                    <a:lnTo>
                      <a:pt x="12" y="24"/>
                    </a:lnTo>
                    <a:lnTo>
                      <a:pt x="24" y="12"/>
                    </a:lnTo>
                    <a:lnTo>
                      <a:pt x="36" y="6"/>
                    </a:lnTo>
                    <a:lnTo>
                      <a:pt x="60" y="0"/>
                    </a:lnTo>
                    <a:close/>
                  </a:path>
                </a:pathLst>
              </a:custGeom>
              <a:solidFill>
                <a:schemeClr val="dk1"/>
              </a:solidFill>
              <a:ln>
                <a:noFill/>
              </a:ln>
            </p:spPr>
            <p:txBody>
              <a:bodyPr spcFirstLastPara="1" wrap="square" lIns="51431" tIns="25706" rIns="51431" bIns="25706" anchor="t" anchorCtr="0">
                <a:noAutofit/>
              </a:bodyPr>
              <a:lstStyle/>
              <a:p>
                <a:pPr defTabSz="457200">
                  <a:buClrTx/>
                  <a:buFontTx/>
                  <a:buNone/>
                </a:pPr>
                <a:endParaRPr sz="1013" kern="1200"/>
              </a:p>
            </p:txBody>
          </p:sp>
          <p:sp>
            <p:nvSpPr>
              <p:cNvPr id="242" name="Shape 801"/>
              <p:cNvSpPr>
                <a:spLocks/>
              </p:cNvSpPr>
              <p:nvPr/>
            </p:nvSpPr>
            <p:spPr>
              <a:xfrm>
                <a:off x="664861" y="9184149"/>
                <a:ext cx="263813" cy="194281"/>
              </a:xfrm>
              <a:custGeom>
                <a:avLst/>
                <a:gdLst/>
                <a:ahLst/>
                <a:cxnLst/>
                <a:rect l="0" t="0" r="0" b="0"/>
                <a:pathLst>
                  <a:path w="1548" h="1140" extrusionOk="0">
                    <a:moveTo>
                      <a:pt x="102" y="114"/>
                    </a:moveTo>
                    <a:lnTo>
                      <a:pt x="216" y="528"/>
                    </a:lnTo>
                    <a:lnTo>
                      <a:pt x="318" y="420"/>
                    </a:lnTo>
                    <a:lnTo>
                      <a:pt x="588" y="690"/>
                    </a:lnTo>
                    <a:lnTo>
                      <a:pt x="600" y="696"/>
                    </a:lnTo>
                    <a:lnTo>
                      <a:pt x="618" y="702"/>
                    </a:lnTo>
                    <a:lnTo>
                      <a:pt x="630" y="708"/>
                    </a:lnTo>
                    <a:lnTo>
                      <a:pt x="648" y="702"/>
                    </a:lnTo>
                    <a:lnTo>
                      <a:pt x="660" y="696"/>
                    </a:lnTo>
                    <a:lnTo>
                      <a:pt x="678" y="690"/>
                    </a:lnTo>
                    <a:lnTo>
                      <a:pt x="684" y="672"/>
                    </a:lnTo>
                    <a:lnTo>
                      <a:pt x="690" y="654"/>
                    </a:lnTo>
                    <a:lnTo>
                      <a:pt x="690" y="636"/>
                    </a:lnTo>
                    <a:lnTo>
                      <a:pt x="684" y="618"/>
                    </a:lnTo>
                    <a:lnTo>
                      <a:pt x="678" y="600"/>
                    </a:lnTo>
                    <a:lnTo>
                      <a:pt x="408" y="336"/>
                    </a:lnTo>
                    <a:lnTo>
                      <a:pt x="516" y="228"/>
                    </a:lnTo>
                    <a:lnTo>
                      <a:pt x="102" y="114"/>
                    </a:lnTo>
                    <a:close/>
                    <a:moveTo>
                      <a:pt x="60" y="0"/>
                    </a:moveTo>
                    <a:lnTo>
                      <a:pt x="1488" y="0"/>
                    </a:lnTo>
                    <a:lnTo>
                      <a:pt x="1506" y="6"/>
                    </a:lnTo>
                    <a:lnTo>
                      <a:pt x="1524" y="12"/>
                    </a:lnTo>
                    <a:lnTo>
                      <a:pt x="1536" y="24"/>
                    </a:lnTo>
                    <a:lnTo>
                      <a:pt x="1548" y="42"/>
                    </a:lnTo>
                    <a:lnTo>
                      <a:pt x="1548" y="60"/>
                    </a:lnTo>
                    <a:lnTo>
                      <a:pt x="1548" y="1080"/>
                    </a:lnTo>
                    <a:lnTo>
                      <a:pt x="1548" y="1098"/>
                    </a:lnTo>
                    <a:lnTo>
                      <a:pt x="1536" y="1116"/>
                    </a:lnTo>
                    <a:lnTo>
                      <a:pt x="1524" y="1128"/>
                    </a:lnTo>
                    <a:lnTo>
                      <a:pt x="1506" y="1140"/>
                    </a:lnTo>
                    <a:lnTo>
                      <a:pt x="1488" y="1140"/>
                    </a:lnTo>
                    <a:lnTo>
                      <a:pt x="60" y="1140"/>
                    </a:lnTo>
                    <a:lnTo>
                      <a:pt x="42" y="1140"/>
                    </a:lnTo>
                    <a:lnTo>
                      <a:pt x="24" y="1128"/>
                    </a:lnTo>
                    <a:lnTo>
                      <a:pt x="12" y="1116"/>
                    </a:lnTo>
                    <a:lnTo>
                      <a:pt x="6" y="1098"/>
                    </a:lnTo>
                    <a:lnTo>
                      <a:pt x="0" y="1080"/>
                    </a:lnTo>
                    <a:lnTo>
                      <a:pt x="0" y="60"/>
                    </a:lnTo>
                    <a:lnTo>
                      <a:pt x="6" y="42"/>
                    </a:lnTo>
                    <a:lnTo>
                      <a:pt x="12" y="24"/>
                    </a:lnTo>
                    <a:lnTo>
                      <a:pt x="24" y="12"/>
                    </a:lnTo>
                    <a:lnTo>
                      <a:pt x="42" y="6"/>
                    </a:lnTo>
                    <a:lnTo>
                      <a:pt x="60" y="0"/>
                    </a:lnTo>
                    <a:close/>
                  </a:path>
                </a:pathLst>
              </a:custGeom>
              <a:solidFill>
                <a:schemeClr val="dk1"/>
              </a:solidFill>
              <a:ln>
                <a:noFill/>
              </a:ln>
            </p:spPr>
            <p:txBody>
              <a:bodyPr spcFirstLastPara="1" wrap="square" lIns="51431" tIns="25706" rIns="51431" bIns="25706" anchor="t" anchorCtr="0">
                <a:noAutofit/>
              </a:bodyPr>
              <a:lstStyle/>
              <a:p>
                <a:pPr defTabSz="457200">
                  <a:buClrTx/>
                  <a:buFontTx/>
                  <a:buNone/>
                </a:pPr>
                <a:endParaRPr sz="1013" kern="1200"/>
              </a:p>
            </p:txBody>
          </p:sp>
        </p:grpSp>
        <p:grpSp>
          <p:nvGrpSpPr>
            <p:cNvPr id="212" name="Shape 802"/>
            <p:cNvGrpSpPr/>
            <p:nvPr/>
          </p:nvGrpSpPr>
          <p:grpSpPr>
            <a:xfrm>
              <a:off x="2418155" y="1137937"/>
              <a:ext cx="237170" cy="137206"/>
              <a:chOff x="2726473" y="3971221"/>
              <a:chExt cx="249091" cy="144102"/>
            </a:xfrm>
          </p:grpSpPr>
          <p:sp>
            <p:nvSpPr>
              <p:cNvPr id="237" name="Shape 803"/>
              <p:cNvSpPr>
                <a:spLocks/>
              </p:cNvSpPr>
              <p:nvPr/>
            </p:nvSpPr>
            <p:spPr>
              <a:xfrm>
                <a:off x="2726473" y="3971221"/>
                <a:ext cx="199684" cy="59700"/>
              </a:xfrm>
              <a:custGeom>
                <a:avLst/>
                <a:gdLst/>
                <a:ahLst/>
                <a:cxnLst/>
                <a:rect l="0" t="0" r="0" b="0"/>
                <a:pathLst>
                  <a:path w="1746" h="522" extrusionOk="0">
                    <a:moveTo>
                      <a:pt x="84" y="0"/>
                    </a:moveTo>
                    <a:lnTo>
                      <a:pt x="1656" y="0"/>
                    </a:lnTo>
                    <a:lnTo>
                      <a:pt x="1686" y="6"/>
                    </a:lnTo>
                    <a:lnTo>
                      <a:pt x="1710" y="18"/>
                    </a:lnTo>
                    <a:lnTo>
                      <a:pt x="1728" y="36"/>
                    </a:lnTo>
                    <a:lnTo>
                      <a:pt x="1740" y="60"/>
                    </a:lnTo>
                    <a:lnTo>
                      <a:pt x="1746" y="84"/>
                    </a:lnTo>
                    <a:lnTo>
                      <a:pt x="1746" y="156"/>
                    </a:lnTo>
                    <a:lnTo>
                      <a:pt x="1746" y="198"/>
                    </a:lnTo>
                    <a:lnTo>
                      <a:pt x="1734" y="216"/>
                    </a:lnTo>
                    <a:lnTo>
                      <a:pt x="1704" y="234"/>
                    </a:lnTo>
                    <a:lnTo>
                      <a:pt x="1644" y="252"/>
                    </a:lnTo>
                    <a:lnTo>
                      <a:pt x="1632" y="258"/>
                    </a:lnTo>
                    <a:lnTo>
                      <a:pt x="1590" y="270"/>
                    </a:lnTo>
                    <a:lnTo>
                      <a:pt x="1530" y="294"/>
                    </a:lnTo>
                    <a:lnTo>
                      <a:pt x="1458" y="318"/>
                    </a:lnTo>
                    <a:lnTo>
                      <a:pt x="1374" y="348"/>
                    </a:lnTo>
                    <a:lnTo>
                      <a:pt x="1290" y="384"/>
                    </a:lnTo>
                    <a:lnTo>
                      <a:pt x="1200" y="414"/>
                    </a:lnTo>
                    <a:lnTo>
                      <a:pt x="1116" y="444"/>
                    </a:lnTo>
                    <a:lnTo>
                      <a:pt x="1044" y="468"/>
                    </a:lnTo>
                    <a:lnTo>
                      <a:pt x="984" y="492"/>
                    </a:lnTo>
                    <a:lnTo>
                      <a:pt x="942" y="504"/>
                    </a:lnTo>
                    <a:lnTo>
                      <a:pt x="930" y="510"/>
                    </a:lnTo>
                    <a:lnTo>
                      <a:pt x="912" y="516"/>
                    </a:lnTo>
                    <a:lnTo>
                      <a:pt x="894" y="522"/>
                    </a:lnTo>
                    <a:lnTo>
                      <a:pt x="870" y="522"/>
                    </a:lnTo>
                    <a:lnTo>
                      <a:pt x="852" y="522"/>
                    </a:lnTo>
                    <a:lnTo>
                      <a:pt x="834" y="516"/>
                    </a:lnTo>
                    <a:lnTo>
                      <a:pt x="816" y="510"/>
                    </a:lnTo>
                    <a:lnTo>
                      <a:pt x="798" y="504"/>
                    </a:lnTo>
                    <a:lnTo>
                      <a:pt x="762" y="492"/>
                    </a:lnTo>
                    <a:lnTo>
                      <a:pt x="702" y="468"/>
                    </a:lnTo>
                    <a:lnTo>
                      <a:pt x="630" y="444"/>
                    </a:lnTo>
                    <a:lnTo>
                      <a:pt x="546" y="414"/>
                    </a:lnTo>
                    <a:lnTo>
                      <a:pt x="456" y="384"/>
                    </a:lnTo>
                    <a:lnTo>
                      <a:pt x="366" y="348"/>
                    </a:lnTo>
                    <a:lnTo>
                      <a:pt x="282" y="318"/>
                    </a:lnTo>
                    <a:lnTo>
                      <a:pt x="210" y="294"/>
                    </a:lnTo>
                    <a:lnTo>
                      <a:pt x="150" y="270"/>
                    </a:lnTo>
                    <a:lnTo>
                      <a:pt x="114" y="258"/>
                    </a:lnTo>
                    <a:lnTo>
                      <a:pt x="96" y="252"/>
                    </a:lnTo>
                    <a:lnTo>
                      <a:pt x="42" y="234"/>
                    </a:lnTo>
                    <a:lnTo>
                      <a:pt x="12" y="216"/>
                    </a:lnTo>
                    <a:lnTo>
                      <a:pt x="0" y="198"/>
                    </a:lnTo>
                    <a:lnTo>
                      <a:pt x="0" y="156"/>
                    </a:lnTo>
                    <a:lnTo>
                      <a:pt x="0" y="84"/>
                    </a:lnTo>
                    <a:lnTo>
                      <a:pt x="0" y="60"/>
                    </a:lnTo>
                    <a:lnTo>
                      <a:pt x="18" y="36"/>
                    </a:lnTo>
                    <a:lnTo>
                      <a:pt x="36" y="18"/>
                    </a:lnTo>
                    <a:lnTo>
                      <a:pt x="60" y="6"/>
                    </a:lnTo>
                    <a:lnTo>
                      <a:pt x="84" y="0"/>
                    </a:lnTo>
                    <a:close/>
                  </a:path>
                </a:pathLst>
              </a:custGeom>
              <a:solidFill>
                <a:schemeClr val="dk1"/>
              </a:solidFill>
              <a:ln>
                <a:noFill/>
              </a:ln>
            </p:spPr>
            <p:txBody>
              <a:bodyPr spcFirstLastPara="1" wrap="square" lIns="51431" tIns="25706" rIns="51431" bIns="25706" anchor="t" anchorCtr="0">
                <a:noAutofit/>
              </a:bodyPr>
              <a:lstStyle/>
              <a:p>
                <a:pPr defTabSz="457200">
                  <a:buClrTx/>
                  <a:buFontTx/>
                  <a:buNone/>
                </a:pPr>
                <a:endParaRPr sz="1013" kern="1200"/>
              </a:p>
            </p:txBody>
          </p:sp>
          <p:sp>
            <p:nvSpPr>
              <p:cNvPr id="238" name="Shape 804"/>
              <p:cNvSpPr>
                <a:spLocks/>
              </p:cNvSpPr>
              <p:nvPr/>
            </p:nvSpPr>
            <p:spPr>
              <a:xfrm>
                <a:off x="2849989" y="4044644"/>
                <a:ext cx="125575" cy="70679"/>
              </a:xfrm>
              <a:custGeom>
                <a:avLst/>
                <a:gdLst/>
                <a:ahLst/>
                <a:cxnLst/>
                <a:rect l="0" t="0" r="0" b="0"/>
                <a:pathLst>
                  <a:path w="1098" h="618" extrusionOk="0">
                    <a:moveTo>
                      <a:pt x="534" y="0"/>
                    </a:moveTo>
                    <a:lnTo>
                      <a:pt x="564" y="0"/>
                    </a:lnTo>
                    <a:lnTo>
                      <a:pt x="570" y="0"/>
                    </a:lnTo>
                    <a:lnTo>
                      <a:pt x="600" y="6"/>
                    </a:lnTo>
                    <a:lnTo>
                      <a:pt x="600" y="6"/>
                    </a:lnTo>
                    <a:lnTo>
                      <a:pt x="630" y="12"/>
                    </a:lnTo>
                    <a:lnTo>
                      <a:pt x="636" y="12"/>
                    </a:lnTo>
                    <a:lnTo>
                      <a:pt x="702" y="36"/>
                    </a:lnTo>
                    <a:lnTo>
                      <a:pt x="774" y="66"/>
                    </a:lnTo>
                    <a:lnTo>
                      <a:pt x="864" y="120"/>
                    </a:lnTo>
                    <a:lnTo>
                      <a:pt x="924" y="186"/>
                    </a:lnTo>
                    <a:lnTo>
                      <a:pt x="960" y="252"/>
                    </a:lnTo>
                    <a:lnTo>
                      <a:pt x="978" y="318"/>
                    </a:lnTo>
                    <a:lnTo>
                      <a:pt x="978" y="378"/>
                    </a:lnTo>
                    <a:lnTo>
                      <a:pt x="966" y="432"/>
                    </a:lnTo>
                    <a:lnTo>
                      <a:pt x="1014" y="468"/>
                    </a:lnTo>
                    <a:lnTo>
                      <a:pt x="1050" y="504"/>
                    </a:lnTo>
                    <a:lnTo>
                      <a:pt x="1074" y="528"/>
                    </a:lnTo>
                    <a:lnTo>
                      <a:pt x="1086" y="540"/>
                    </a:lnTo>
                    <a:lnTo>
                      <a:pt x="1092" y="552"/>
                    </a:lnTo>
                    <a:lnTo>
                      <a:pt x="1098" y="570"/>
                    </a:lnTo>
                    <a:lnTo>
                      <a:pt x="1092" y="588"/>
                    </a:lnTo>
                    <a:lnTo>
                      <a:pt x="1080" y="606"/>
                    </a:lnTo>
                    <a:lnTo>
                      <a:pt x="1074" y="612"/>
                    </a:lnTo>
                    <a:lnTo>
                      <a:pt x="1068" y="618"/>
                    </a:lnTo>
                    <a:lnTo>
                      <a:pt x="1050" y="618"/>
                    </a:lnTo>
                    <a:lnTo>
                      <a:pt x="1038" y="618"/>
                    </a:lnTo>
                    <a:lnTo>
                      <a:pt x="1026" y="612"/>
                    </a:lnTo>
                    <a:lnTo>
                      <a:pt x="1014" y="606"/>
                    </a:lnTo>
                    <a:lnTo>
                      <a:pt x="1008" y="600"/>
                    </a:lnTo>
                    <a:lnTo>
                      <a:pt x="1002" y="594"/>
                    </a:lnTo>
                    <a:lnTo>
                      <a:pt x="990" y="576"/>
                    </a:lnTo>
                    <a:lnTo>
                      <a:pt x="972" y="564"/>
                    </a:lnTo>
                    <a:lnTo>
                      <a:pt x="948" y="540"/>
                    </a:lnTo>
                    <a:lnTo>
                      <a:pt x="918" y="516"/>
                    </a:lnTo>
                    <a:lnTo>
                      <a:pt x="870" y="558"/>
                    </a:lnTo>
                    <a:lnTo>
                      <a:pt x="810" y="588"/>
                    </a:lnTo>
                    <a:lnTo>
                      <a:pt x="684" y="612"/>
                    </a:lnTo>
                    <a:lnTo>
                      <a:pt x="588" y="600"/>
                    </a:lnTo>
                    <a:lnTo>
                      <a:pt x="498" y="558"/>
                    </a:lnTo>
                    <a:lnTo>
                      <a:pt x="414" y="486"/>
                    </a:lnTo>
                    <a:lnTo>
                      <a:pt x="408" y="480"/>
                    </a:lnTo>
                    <a:lnTo>
                      <a:pt x="390" y="456"/>
                    </a:lnTo>
                    <a:lnTo>
                      <a:pt x="306" y="360"/>
                    </a:lnTo>
                    <a:lnTo>
                      <a:pt x="240" y="294"/>
                    </a:lnTo>
                    <a:lnTo>
                      <a:pt x="186" y="252"/>
                    </a:lnTo>
                    <a:lnTo>
                      <a:pt x="150" y="222"/>
                    </a:lnTo>
                    <a:lnTo>
                      <a:pt x="126" y="210"/>
                    </a:lnTo>
                    <a:lnTo>
                      <a:pt x="120" y="204"/>
                    </a:lnTo>
                    <a:lnTo>
                      <a:pt x="0" y="162"/>
                    </a:lnTo>
                    <a:lnTo>
                      <a:pt x="114" y="114"/>
                    </a:lnTo>
                    <a:lnTo>
                      <a:pt x="228" y="72"/>
                    </a:lnTo>
                    <a:lnTo>
                      <a:pt x="342" y="30"/>
                    </a:lnTo>
                    <a:lnTo>
                      <a:pt x="444" y="6"/>
                    </a:lnTo>
                    <a:lnTo>
                      <a:pt x="534" y="0"/>
                    </a:lnTo>
                    <a:close/>
                  </a:path>
                </a:pathLst>
              </a:custGeom>
              <a:solidFill>
                <a:schemeClr val="dk1"/>
              </a:solidFill>
              <a:ln>
                <a:noFill/>
              </a:ln>
            </p:spPr>
            <p:txBody>
              <a:bodyPr spcFirstLastPara="1" wrap="square" lIns="51431" tIns="25706" rIns="51431" bIns="25706" anchor="t" anchorCtr="0">
                <a:noAutofit/>
              </a:bodyPr>
              <a:lstStyle/>
              <a:p>
                <a:pPr defTabSz="457200">
                  <a:buClrTx/>
                  <a:buFontTx/>
                  <a:buNone/>
                </a:pPr>
                <a:endParaRPr sz="1013" kern="1200"/>
              </a:p>
            </p:txBody>
          </p:sp>
          <p:sp>
            <p:nvSpPr>
              <p:cNvPr id="239" name="Shape 805"/>
              <p:cNvSpPr>
                <a:spLocks/>
              </p:cNvSpPr>
              <p:nvPr/>
            </p:nvSpPr>
            <p:spPr>
              <a:xfrm>
                <a:off x="2726473" y="4009649"/>
                <a:ext cx="199684" cy="93323"/>
              </a:xfrm>
              <a:custGeom>
                <a:avLst/>
                <a:gdLst/>
                <a:ahLst/>
                <a:cxnLst/>
                <a:rect l="0" t="0" r="0" b="0"/>
                <a:pathLst>
                  <a:path w="1746" h="816" extrusionOk="0">
                    <a:moveTo>
                      <a:pt x="1710" y="0"/>
                    </a:moveTo>
                    <a:lnTo>
                      <a:pt x="1722" y="6"/>
                    </a:lnTo>
                    <a:lnTo>
                      <a:pt x="1734" y="12"/>
                    </a:lnTo>
                    <a:lnTo>
                      <a:pt x="1740" y="24"/>
                    </a:lnTo>
                    <a:lnTo>
                      <a:pt x="1746" y="36"/>
                    </a:lnTo>
                    <a:lnTo>
                      <a:pt x="1746" y="240"/>
                    </a:lnTo>
                    <a:lnTo>
                      <a:pt x="1614" y="222"/>
                    </a:lnTo>
                    <a:lnTo>
                      <a:pt x="1512" y="228"/>
                    </a:lnTo>
                    <a:lnTo>
                      <a:pt x="1404" y="252"/>
                    </a:lnTo>
                    <a:lnTo>
                      <a:pt x="1278" y="300"/>
                    </a:lnTo>
                    <a:lnTo>
                      <a:pt x="1164" y="342"/>
                    </a:lnTo>
                    <a:lnTo>
                      <a:pt x="1050" y="390"/>
                    </a:lnTo>
                    <a:lnTo>
                      <a:pt x="1026" y="408"/>
                    </a:lnTo>
                    <a:lnTo>
                      <a:pt x="1014" y="426"/>
                    </a:lnTo>
                    <a:lnTo>
                      <a:pt x="1002" y="450"/>
                    </a:lnTo>
                    <a:lnTo>
                      <a:pt x="996" y="474"/>
                    </a:lnTo>
                    <a:lnTo>
                      <a:pt x="1002" y="498"/>
                    </a:lnTo>
                    <a:lnTo>
                      <a:pt x="1014" y="522"/>
                    </a:lnTo>
                    <a:lnTo>
                      <a:pt x="1032" y="540"/>
                    </a:lnTo>
                    <a:lnTo>
                      <a:pt x="1056" y="552"/>
                    </a:lnTo>
                    <a:lnTo>
                      <a:pt x="1170" y="588"/>
                    </a:lnTo>
                    <a:lnTo>
                      <a:pt x="1182" y="600"/>
                    </a:lnTo>
                    <a:lnTo>
                      <a:pt x="1212" y="624"/>
                    </a:lnTo>
                    <a:lnTo>
                      <a:pt x="1260" y="660"/>
                    </a:lnTo>
                    <a:lnTo>
                      <a:pt x="1320" y="726"/>
                    </a:lnTo>
                    <a:lnTo>
                      <a:pt x="1404" y="816"/>
                    </a:lnTo>
                    <a:lnTo>
                      <a:pt x="174" y="816"/>
                    </a:lnTo>
                    <a:lnTo>
                      <a:pt x="108" y="804"/>
                    </a:lnTo>
                    <a:lnTo>
                      <a:pt x="48" y="762"/>
                    </a:lnTo>
                    <a:lnTo>
                      <a:pt x="12" y="708"/>
                    </a:lnTo>
                    <a:lnTo>
                      <a:pt x="0" y="642"/>
                    </a:lnTo>
                    <a:lnTo>
                      <a:pt x="0" y="36"/>
                    </a:lnTo>
                    <a:lnTo>
                      <a:pt x="0" y="24"/>
                    </a:lnTo>
                    <a:lnTo>
                      <a:pt x="6" y="12"/>
                    </a:lnTo>
                    <a:lnTo>
                      <a:pt x="18" y="6"/>
                    </a:lnTo>
                    <a:lnTo>
                      <a:pt x="30" y="0"/>
                    </a:lnTo>
                    <a:lnTo>
                      <a:pt x="42" y="6"/>
                    </a:lnTo>
                    <a:lnTo>
                      <a:pt x="60" y="6"/>
                    </a:lnTo>
                    <a:lnTo>
                      <a:pt x="822" y="282"/>
                    </a:lnTo>
                    <a:lnTo>
                      <a:pt x="846" y="288"/>
                    </a:lnTo>
                    <a:lnTo>
                      <a:pt x="870" y="294"/>
                    </a:lnTo>
                    <a:lnTo>
                      <a:pt x="888" y="288"/>
                    </a:lnTo>
                    <a:lnTo>
                      <a:pt x="912" y="288"/>
                    </a:lnTo>
                    <a:lnTo>
                      <a:pt x="924" y="282"/>
                    </a:lnTo>
                    <a:lnTo>
                      <a:pt x="1686" y="6"/>
                    </a:lnTo>
                    <a:lnTo>
                      <a:pt x="1698" y="6"/>
                    </a:lnTo>
                    <a:lnTo>
                      <a:pt x="1710" y="0"/>
                    </a:lnTo>
                    <a:close/>
                  </a:path>
                </a:pathLst>
              </a:custGeom>
              <a:solidFill>
                <a:schemeClr val="dk1"/>
              </a:solidFill>
              <a:ln>
                <a:noFill/>
              </a:ln>
            </p:spPr>
            <p:txBody>
              <a:bodyPr spcFirstLastPara="1" wrap="square" lIns="51431" tIns="25706" rIns="51431" bIns="25706" anchor="t" anchorCtr="0">
                <a:noAutofit/>
              </a:bodyPr>
              <a:lstStyle/>
              <a:p>
                <a:pPr defTabSz="457200">
                  <a:buClrTx/>
                  <a:buFontTx/>
                  <a:buNone/>
                </a:pPr>
                <a:endParaRPr sz="1013" kern="1200"/>
              </a:p>
            </p:txBody>
          </p:sp>
        </p:grpSp>
        <p:grpSp>
          <p:nvGrpSpPr>
            <p:cNvPr id="213" name="Shape 816"/>
            <p:cNvGrpSpPr/>
            <p:nvPr/>
          </p:nvGrpSpPr>
          <p:grpSpPr>
            <a:xfrm>
              <a:off x="1690602" y="1103875"/>
              <a:ext cx="194905" cy="189793"/>
              <a:chOff x="-8131175" y="-2209800"/>
              <a:chExt cx="968375" cy="942975"/>
            </a:xfrm>
          </p:grpSpPr>
          <p:sp>
            <p:nvSpPr>
              <p:cNvPr id="234" name="Shape 817"/>
              <p:cNvSpPr>
                <a:spLocks/>
              </p:cNvSpPr>
              <p:nvPr/>
            </p:nvSpPr>
            <p:spPr>
              <a:xfrm>
                <a:off x="-7947025" y="-2095500"/>
                <a:ext cx="568325" cy="587375"/>
              </a:xfrm>
              <a:custGeom>
                <a:avLst/>
                <a:gdLst/>
                <a:ahLst/>
                <a:cxnLst/>
                <a:rect l="0" t="0" r="0" b="0"/>
                <a:pathLst>
                  <a:path w="358" h="370" extrusionOk="0">
                    <a:moveTo>
                      <a:pt x="179" y="0"/>
                    </a:moveTo>
                    <a:lnTo>
                      <a:pt x="235" y="8"/>
                    </a:lnTo>
                    <a:lnTo>
                      <a:pt x="287" y="36"/>
                    </a:lnTo>
                    <a:lnTo>
                      <a:pt x="326" y="76"/>
                    </a:lnTo>
                    <a:lnTo>
                      <a:pt x="350" y="123"/>
                    </a:lnTo>
                    <a:lnTo>
                      <a:pt x="358" y="183"/>
                    </a:lnTo>
                    <a:lnTo>
                      <a:pt x="350" y="243"/>
                    </a:lnTo>
                    <a:lnTo>
                      <a:pt x="326" y="295"/>
                    </a:lnTo>
                    <a:lnTo>
                      <a:pt x="287" y="334"/>
                    </a:lnTo>
                    <a:lnTo>
                      <a:pt x="235" y="358"/>
                    </a:lnTo>
                    <a:lnTo>
                      <a:pt x="179" y="370"/>
                    </a:lnTo>
                    <a:lnTo>
                      <a:pt x="123" y="358"/>
                    </a:lnTo>
                    <a:lnTo>
                      <a:pt x="72" y="334"/>
                    </a:lnTo>
                    <a:lnTo>
                      <a:pt x="32" y="295"/>
                    </a:lnTo>
                    <a:lnTo>
                      <a:pt x="8" y="243"/>
                    </a:lnTo>
                    <a:lnTo>
                      <a:pt x="0" y="183"/>
                    </a:lnTo>
                    <a:lnTo>
                      <a:pt x="8" y="123"/>
                    </a:lnTo>
                    <a:lnTo>
                      <a:pt x="32" y="76"/>
                    </a:lnTo>
                    <a:lnTo>
                      <a:pt x="72" y="36"/>
                    </a:lnTo>
                    <a:lnTo>
                      <a:pt x="123" y="8"/>
                    </a:lnTo>
                    <a:lnTo>
                      <a:pt x="179" y="0"/>
                    </a:lnTo>
                    <a:close/>
                  </a:path>
                </a:pathLst>
              </a:custGeom>
              <a:solidFill>
                <a:schemeClr val="dk1"/>
              </a:solidFill>
              <a:ln>
                <a:noFill/>
              </a:ln>
            </p:spPr>
            <p:txBody>
              <a:bodyPr spcFirstLastPara="1" wrap="square" lIns="51431" tIns="25706" rIns="51431" bIns="25706" anchor="t" anchorCtr="0">
                <a:noAutofit/>
              </a:bodyPr>
              <a:lstStyle/>
              <a:p>
                <a:pPr defTabSz="457200">
                  <a:buClrTx/>
                  <a:buFontTx/>
                  <a:buNone/>
                </a:pPr>
                <a:endParaRPr sz="1013" kern="1200"/>
              </a:p>
            </p:txBody>
          </p:sp>
          <p:sp>
            <p:nvSpPr>
              <p:cNvPr id="235" name="Shape 818"/>
              <p:cNvSpPr>
                <a:spLocks/>
              </p:cNvSpPr>
              <p:nvPr/>
            </p:nvSpPr>
            <p:spPr>
              <a:xfrm>
                <a:off x="-8131175" y="-2209800"/>
                <a:ext cx="936625" cy="835025"/>
              </a:xfrm>
              <a:custGeom>
                <a:avLst/>
                <a:gdLst/>
                <a:ahLst/>
                <a:cxnLst/>
                <a:rect l="0" t="0" r="0" b="0"/>
                <a:pathLst>
                  <a:path w="590" h="526" extrusionOk="0">
                    <a:moveTo>
                      <a:pt x="295" y="0"/>
                    </a:moveTo>
                    <a:lnTo>
                      <a:pt x="371" y="12"/>
                    </a:lnTo>
                    <a:lnTo>
                      <a:pt x="438" y="40"/>
                    </a:lnTo>
                    <a:lnTo>
                      <a:pt x="490" y="92"/>
                    </a:lnTo>
                    <a:lnTo>
                      <a:pt x="530" y="151"/>
                    </a:lnTo>
                    <a:lnTo>
                      <a:pt x="534" y="151"/>
                    </a:lnTo>
                    <a:lnTo>
                      <a:pt x="562" y="151"/>
                    </a:lnTo>
                    <a:lnTo>
                      <a:pt x="574" y="151"/>
                    </a:lnTo>
                    <a:lnTo>
                      <a:pt x="582" y="159"/>
                    </a:lnTo>
                    <a:lnTo>
                      <a:pt x="590" y="167"/>
                    </a:lnTo>
                    <a:lnTo>
                      <a:pt x="590" y="179"/>
                    </a:lnTo>
                    <a:lnTo>
                      <a:pt x="590" y="331"/>
                    </a:lnTo>
                    <a:lnTo>
                      <a:pt x="590" y="343"/>
                    </a:lnTo>
                    <a:lnTo>
                      <a:pt x="582" y="351"/>
                    </a:lnTo>
                    <a:lnTo>
                      <a:pt x="574" y="359"/>
                    </a:lnTo>
                    <a:lnTo>
                      <a:pt x="562" y="359"/>
                    </a:lnTo>
                    <a:lnTo>
                      <a:pt x="534" y="359"/>
                    </a:lnTo>
                    <a:lnTo>
                      <a:pt x="526" y="359"/>
                    </a:lnTo>
                    <a:lnTo>
                      <a:pt x="514" y="351"/>
                    </a:lnTo>
                    <a:lnTo>
                      <a:pt x="510" y="343"/>
                    </a:lnTo>
                    <a:lnTo>
                      <a:pt x="506" y="335"/>
                    </a:lnTo>
                    <a:lnTo>
                      <a:pt x="518" y="295"/>
                    </a:lnTo>
                    <a:lnTo>
                      <a:pt x="522" y="255"/>
                    </a:lnTo>
                    <a:lnTo>
                      <a:pt x="518" y="215"/>
                    </a:lnTo>
                    <a:lnTo>
                      <a:pt x="506" y="179"/>
                    </a:lnTo>
                    <a:lnTo>
                      <a:pt x="474" y="120"/>
                    </a:lnTo>
                    <a:lnTo>
                      <a:pt x="426" y="72"/>
                    </a:lnTo>
                    <a:lnTo>
                      <a:pt x="367" y="40"/>
                    </a:lnTo>
                    <a:lnTo>
                      <a:pt x="295" y="28"/>
                    </a:lnTo>
                    <a:lnTo>
                      <a:pt x="227" y="40"/>
                    </a:lnTo>
                    <a:lnTo>
                      <a:pt x="164" y="72"/>
                    </a:lnTo>
                    <a:lnTo>
                      <a:pt x="116" y="120"/>
                    </a:lnTo>
                    <a:lnTo>
                      <a:pt x="84" y="179"/>
                    </a:lnTo>
                    <a:lnTo>
                      <a:pt x="72" y="215"/>
                    </a:lnTo>
                    <a:lnTo>
                      <a:pt x="68" y="255"/>
                    </a:lnTo>
                    <a:lnTo>
                      <a:pt x="72" y="295"/>
                    </a:lnTo>
                    <a:lnTo>
                      <a:pt x="84" y="335"/>
                    </a:lnTo>
                    <a:lnTo>
                      <a:pt x="116" y="394"/>
                    </a:lnTo>
                    <a:lnTo>
                      <a:pt x="168" y="442"/>
                    </a:lnTo>
                    <a:lnTo>
                      <a:pt x="231" y="474"/>
                    </a:lnTo>
                    <a:lnTo>
                      <a:pt x="243" y="466"/>
                    </a:lnTo>
                    <a:lnTo>
                      <a:pt x="251" y="466"/>
                    </a:lnTo>
                    <a:lnTo>
                      <a:pt x="335" y="466"/>
                    </a:lnTo>
                    <a:lnTo>
                      <a:pt x="347" y="466"/>
                    </a:lnTo>
                    <a:lnTo>
                      <a:pt x="355" y="474"/>
                    </a:lnTo>
                    <a:lnTo>
                      <a:pt x="363" y="482"/>
                    </a:lnTo>
                    <a:lnTo>
                      <a:pt x="363" y="494"/>
                    </a:lnTo>
                    <a:lnTo>
                      <a:pt x="363" y="506"/>
                    </a:lnTo>
                    <a:lnTo>
                      <a:pt x="355" y="514"/>
                    </a:lnTo>
                    <a:lnTo>
                      <a:pt x="347" y="522"/>
                    </a:lnTo>
                    <a:lnTo>
                      <a:pt x="335" y="526"/>
                    </a:lnTo>
                    <a:lnTo>
                      <a:pt x="251" y="526"/>
                    </a:lnTo>
                    <a:lnTo>
                      <a:pt x="243" y="522"/>
                    </a:lnTo>
                    <a:lnTo>
                      <a:pt x="235" y="518"/>
                    </a:lnTo>
                    <a:lnTo>
                      <a:pt x="227" y="510"/>
                    </a:lnTo>
                    <a:lnTo>
                      <a:pt x="223" y="502"/>
                    </a:lnTo>
                    <a:lnTo>
                      <a:pt x="156" y="470"/>
                    </a:lnTo>
                    <a:lnTo>
                      <a:pt x="100" y="422"/>
                    </a:lnTo>
                    <a:lnTo>
                      <a:pt x="60" y="359"/>
                    </a:lnTo>
                    <a:lnTo>
                      <a:pt x="56" y="359"/>
                    </a:lnTo>
                    <a:lnTo>
                      <a:pt x="28" y="359"/>
                    </a:lnTo>
                    <a:lnTo>
                      <a:pt x="16" y="359"/>
                    </a:lnTo>
                    <a:lnTo>
                      <a:pt x="8" y="351"/>
                    </a:lnTo>
                    <a:lnTo>
                      <a:pt x="0" y="343"/>
                    </a:lnTo>
                    <a:lnTo>
                      <a:pt x="0" y="331"/>
                    </a:lnTo>
                    <a:lnTo>
                      <a:pt x="0" y="179"/>
                    </a:lnTo>
                    <a:lnTo>
                      <a:pt x="0" y="167"/>
                    </a:lnTo>
                    <a:lnTo>
                      <a:pt x="8" y="159"/>
                    </a:lnTo>
                    <a:lnTo>
                      <a:pt x="16" y="151"/>
                    </a:lnTo>
                    <a:lnTo>
                      <a:pt x="28" y="151"/>
                    </a:lnTo>
                    <a:lnTo>
                      <a:pt x="56" y="151"/>
                    </a:lnTo>
                    <a:lnTo>
                      <a:pt x="60" y="151"/>
                    </a:lnTo>
                    <a:lnTo>
                      <a:pt x="100" y="92"/>
                    </a:lnTo>
                    <a:lnTo>
                      <a:pt x="156" y="40"/>
                    </a:lnTo>
                    <a:lnTo>
                      <a:pt x="219" y="12"/>
                    </a:lnTo>
                    <a:lnTo>
                      <a:pt x="295" y="0"/>
                    </a:lnTo>
                    <a:close/>
                  </a:path>
                </a:pathLst>
              </a:custGeom>
              <a:solidFill>
                <a:schemeClr val="dk1"/>
              </a:solidFill>
              <a:ln>
                <a:noFill/>
              </a:ln>
            </p:spPr>
            <p:txBody>
              <a:bodyPr spcFirstLastPara="1" wrap="square" lIns="51431" tIns="25706" rIns="51431" bIns="25706" anchor="t" anchorCtr="0">
                <a:noAutofit/>
              </a:bodyPr>
              <a:lstStyle/>
              <a:p>
                <a:pPr defTabSz="457200">
                  <a:buClrTx/>
                  <a:buFontTx/>
                  <a:buNone/>
                </a:pPr>
                <a:endParaRPr sz="1013" kern="1200"/>
              </a:p>
            </p:txBody>
          </p:sp>
          <p:sp>
            <p:nvSpPr>
              <p:cNvPr id="236" name="Shape 819"/>
              <p:cNvSpPr>
                <a:spLocks/>
              </p:cNvSpPr>
              <p:nvPr/>
            </p:nvSpPr>
            <p:spPr>
              <a:xfrm>
                <a:off x="-8099425" y="-1489075"/>
                <a:ext cx="936625" cy="222250"/>
              </a:xfrm>
              <a:custGeom>
                <a:avLst/>
                <a:gdLst/>
                <a:ahLst/>
                <a:cxnLst/>
                <a:rect l="0" t="0" r="0" b="0"/>
                <a:pathLst>
                  <a:path w="590" h="140" extrusionOk="0">
                    <a:moveTo>
                      <a:pt x="506" y="0"/>
                    </a:moveTo>
                    <a:lnTo>
                      <a:pt x="510" y="0"/>
                    </a:lnTo>
                    <a:lnTo>
                      <a:pt x="550" y="16"/>
                    </a:lnTo>
                    <a:lnTo>
                      <a:pt x="578" y="36"/>
                    </a:lnTo>
                    <a:lnTo>
                      <a:pt x="590" y="56"/>
                    </a:lnTo>
                    <a:lnTo>
                      <a:pt x="590" y="84"/>
                    </a:lnTo>
                    <a:lnTo>
                      <a:pt x="582" y="140"/>
                    </a:lnTo>
                    <a:lnTo>
                      <a:pt x="12" y="140"/>
                    </a:lnTo>
                    <a:lnTo>
                      <a:pt x="0" y="84"/>
                    </a:lnTo>
                    <a:lnTo>
                      <a:pt x="4" y="56"/>
                    </a:lnTo>
                    <a:lnTo>
                      <a:pt x="16" y="36"/>
                    </a:lnTo>
                    <a:lnTo>
                      <a:pt x="44" y="16"/>
                    </a:lnTo>
                    <a:lnTo>
                      <a:pt x="84" y="0"/>
                    </a:lnTo>
                    <a:lnTo>
                      <a:pt x="144" y="52"/>
                    </a:lnTo>
                    <a:lnTo>
                      <a:pt x="215" y="84"/>
                    </a:lnTo>
                    <a:lnTo>
                      <a:pt x="295" y="92"/>
                    </a:lnTo>
                    <a:lnTo>
                      <a:pt x="375" y="80"/>
                    </a:lnTo>
                    <a:lnTo>
                      <a:pt x="446" y="48"/>
                    </a:lnTo>
                    <a:lnTo>
                      <a:pt x="506" y="0"/>
                    </a:lnTo>
                    <a:close/>
                  </a:path>
                </a:pathLst>
              </a:custGeom>
              <a:solidFill>
                <a:schemeClr val="dk1"/>
              </a:solidFill>
              <a:ln>
                <a:noFill/>
              </a:ln>
            </p:spPr>
            <p:txBody>
              <a:bodyPr spcFirstLastPara="1" wrap="square" lIns="51431" tIns="25706" rIns="51431" bIns="25706" anchor="t" anchorCtr="0">
                <a:noAutofit/>
              </a:bodyPr>
              <a:lstStyle/>
              <a:p>
                <a:pPr defTabSz="457200">
                  <a:buClrTx/>
                  <a:buFontTx/>
                  <a:buNone/>
                </a:pPr>
                <a:endParaRPr sz="1013" kern="1200"/>
              </a:p>
            </p:txBody>
          </p:sp>
        </p:grpSp>
        <p:sp>
          <p:nvSpPr>
            <p:cNvPr id="214" name="Shape 820"/>
            <p:cNvSpPr>
              <a:spLocks/>
            </p:cNvSpPr>
            <p:nvPr/>
          </p:nvSpPr>
          <p:spPr>
            <a:xfrm>
              <a:off x="5756247" y="1120972"/>
              <a:ext cx="219218" cy="179581"/>
            </a:xfrm>
            <a:custGeom>
              <a:avLst/>
              <a:gdLst/>
              <a:ahLst/>
              <a:cxnLst/>
              <a:rect l="0" t="0" r="0" b="0"/>
              <a:pathLst>
                <a:path w="1626" h="1332" extrusionOk="0">
                  <a:moveTo>
                    <a:pt x="816" y="0"/>
                  </a:moveTo>
                  <a:lnTo>
                    <a:pt x="978" y="12"/>
                  </a:lnTo>
                  <a:lnTo>
                    <a:pt x="1128" y="48"/>
                  </a:lnTo>
                  <a:lnTo>
                    <a:pt x="1266" y="108"/>
                  </a:lnTo>
                  <a:lnTo>
                    <a:pt x="1386" y="186"/>
                  </a:lnTo>
                  <a:lnTo>
                    <a:pt x="1488" y="276"/>
                  </a:lnTo>
                  <a:lnTo>
                    <a:pt x="1560" y="384"/>
                  </a:lnTo>
                  <a:lnTo>
                    <a:pt x="1608" y="504"/>
                  </a:lnTo>
                  <a:lnTo>
                    <a:pt x="1626" y="630"/>
                  </a:lnTo>
                  <a:lnTo>
                    <a:pt x="1608" y="762"/>
                  </a:lnTo>
                  <a:lnTo>
                    <a:pt x="1560" y="882"/>
                  </a:lnTo>
                  <a:lnTo>
                    <a:pt x="1482" y="990"/>
                  </a:lnTo>
                  <a:lnTo>
                    <a:pt x="1374" y="1086"/>
                  </a:lnTo>
                  <a:lnTo>
                    <a:pt x="1422" y="1332"/>
                  </a:lnTo>
                  <a:lnTo>
                    <a:pt x="1104" y="1224"/>
                  </a:lnTo>
                  <a:lnTo>
                    <a:pt x="960" y="1254"/>
                  </a:lnTo>
                  <a:lnTo>
                    <a:pt x="816" y="1266"/>
                  </a:lnTo>
                  <a:lnTo>
                    <a:pt x="648" y="1248"/>
                  </a:lnTo>
                  <a:lnTo>
                    <a:pt x="498" y="1212"/>
                  </a:lnTo>
                  <a:lnTo>
                    <a:pt x="360" y="1158"/>
                  </a:lnTo>
                  <a:lnTo>
                    <a:pt x="240" y="1080"/>
                  </a:lnTo>
                  <a:lnTo>
                    <a:pt x="138" y="984"/>
                  </a:lnTo>
                  <a:lnTo>
                    <a:pt x="66" y="876"/>
                  </a:lnTo>
                  <a:lnTo>
                    <a:pt x="18" y="756"/>
                  </a:lnTo>
                  <a:lnTo>
                    <a:pt x="0" y="630"/>
                  </a:lnTo>
                  <a:lnTo>
                    <a:pt x="18" y="504"/>
                  </a:lnTo>
                  <a:lnTo>
                    <a:pt x="66" y="384"/>
                  </a:lnTo>
                  <a:lnTo>
                    <a:pt x="138" y="276"/>
                  </a:lnTo>
                  <a:lnTo>
                    <a:pt x="240" y="186"/>
                  </a:lnTo>
                  <a:lnTo>
                    <a:pt x="360" y="108"/>
                  </a:lnTo>
                  <a:lnTo>
                    <a:pt x="498" y="48"/>
                  </a:lnTo>
                  <a:lnTo>
                    <a:pt x="648" y="12"/>
                  </a:lnTo>
                  <a:lnTo>
                    <a:pt x="816" y="0"/>
                  </a:lnTo>
                  <a:close/>
                </a:path>
              </a:pathLst>
            </a:custGeom>
            <a:solidFill>
              <a:schemeClr val="dk1"/>
            </a:solidFill>
            <a:ln>
              <a:noFill/>
            </a:ln>
          </p:spPr>
          <p:txBody>
            <a:bodyPr spcFirstLastPara="1" wrap="square" lIns="68569" tIns="34275" rIns="68569" bIns="34275" anchor="t" anchorCtr="0">
              <a:noAutofit/>
            </a:bodyPr>
            <a:lstStyle/>
            <a:p>
              <a:pPr defTabSz="457200">
                <a:buClrTx/>
                <a:buFontTx/>
                <a:buNone/>
              </a:pPr>
              <a:endParaRPr sz="1350" kern="1200">
                <a:solidFill>
                  <a:srgbClr val="FFFFFF"/>
                </a:solidFill>
              </a:endParaRPr>
            </a:p>
          </p:txBody>
        </p:sp>
        <p:grpSp>
          <p:nvGrpSpPr>
            <p:cNvPr id="215" name="Shape 821"/>
            <p:cNvGrpSpPr/>
            <p:nvPr/>
          </p:nvGrpSpPr>
          <p:grpSpPr>
            <a:xfrm>
              <a:off x="7353185" y="1144896"/>
              <a:ext cx="219426" cy="132278"/>
              <a:chOff x="18316941" y="3878172"/>
              <a:chExt cx="240393" cy="144918"/>
            </a:xfrm>
          </p:grpSpPr>
          <p:sp>
            <p:nvSpPr>
              <p:cNvPr id="217" name="Shape 822"/>
              <p:cNvSpPr>
                <a:spLocks/>
              </p:cNvSpPr>
              <p:nvPr/>
            </p:nvSpPr>
            <p:spPr>
              <a:xfrm>
                <a:off x="18455039" y="3895221"/>
                <a:ext cx="17049" cy="16197"/>
              </a:xfrm>
              <a:custGeom>
                <a:avLst/>
                <a:gdLst/>
                <a:ahLst/>
                <a:cxnLst/>
                <a:rect l="0" t="0" r="0" b="0"/>
                <a:pathLst>
                  <a:path w="120" h="114" extrusionOk="0">
                    <a:moveTo>
                      <a:pt x="30" y="0"/>
                    </a:moveTo>
                    <a:lnTo>
                      <a:pt x="120" y="72"/>
                    </a:lnTo>
                    <a:lnTo>
                      <a:pt x="102" y="90"/>
                    </a:lnTo>
                    <a:lnTo>
                      <a:pt x="90" y="114"/>
                    </a:lnTo>
                    <a:lnTo>
                      <a:pt x="0" y="48"/>
                    </a:lnTo>
                    <a:lnTo>
                      <a:pt x="12" y="24"/>
                    </a:lnTo>
                    <a:lnTo>
                      <a:pt x="30" y="0"/>
                    </a:lnTo>
                    <a:close/>
                  </a:path>
                </a:pathLst>
              </a:custGeom>
              <a:solidFill>
                <a:schemeClr val="dk1"/>
              </a:solidFill>
              <a:ln>
                <a:noFill/>
              </a:ln>
            </p:spPr>
            <p:txBody>
              <a:bodyPr spcFirstLastPara="1" wrap="square" lIns="68569" tIns="34275" rIns="68569" bIns="34275" anchor="t" anchorCtr="0">
                <a:noAutofit/>
              </a:bodyPr>
              <a:lstStyle/>
              <a:p>
                <a:pPr defTabSz="457200">
                  <a:buClrTx/>
                  <a:buFontTx/>
                  <a:buNone/>
                </a:pPr>
                <a:endParaRPr sz="1350" kern="1200"/>
              </a:p>
            </p:txBody>
          </p:sp>
          <p:sp>
            <p:nvSpPr>
              <p:cNvPr id="218" name="Shape 823"/>
              <p:cNvSpPr>
                <a:spLocks/>
              </p:cNvSpPr>
              <p:nvPr/>
            </p:nvSpPr>
            <p:spPr>
              <a:xfrm>
                <a:off x="18465269" y="3882434"/>
                <a:ext cx="16197" cy="17902"/>
              </a:xfrm>
              <a:custGeom>
                <a:avLst/>
                <a:gdLst/>
                <a:ahLst/>
                <a:cxnLst/>
                <a:rect l="0" t="0" r="0" b="0"/>
                <a:pathLst>
                  <a:path w="114" h="126" extrusionOk="0">
                    <a:moveTo>
                      <a:pt x="54" y="0"/>
                    </a:moveTo>
                    <a:lnTo>
                      <a:pt x="114" y="96"/>
                    </a:lnTo>
                    <a:lnTo>
                      <a:pt x="96" y="108"/>
                    </a:lnTo>
                    <a:lnTo>
                      <a:pt x="78" y="126"/>
                    </a:lnTo>
                    <a:lnTo>
                      <a:pt x="0" y="48"/>
                    </a:lnTo>
                    <a:lnTo>
                      <a:pt x="24" y="24"/>
                    </a:lnTo>
                    <a:lnTo>
                      <a:pt x="54" y="0"/>
                    </a:lnTo>
                    <a:close/>
                  </a:path>
                </a:pathLst>
              </a:custGeom>
              <a:solidFill>
                <a:schemeClr val="dk1"/>
              </a:solidFill>
              <a:ln>
                <a:noFill/>
              </a:ln>
            </p:spPr>
            <p:txBody>
              <a:bodyPr spcFirstLastPara="1" wrap="square" lIns="68569" tIns="34275" rIns="68569" bIns="34275" anchor="t" anchorCtr="0">
                <a:noAutofit/>
              </a:bodyPr>
              <a:lstStyle/>
              <a:p>
                <a:pPr defTabSz="457200">
                  <a:buClrTx/>
                  <a:buFontTx/>
                  <a:buNone/>
                </a:pPr>
                <a:endParaRPr sz="1350" kern="1200"/>
              </a:p>
            </p:txBody>
          </p:sp>
          <p:sp>
            <p:nvSpPr>
              <p:cNvPr id="219" name="Shape 824"/>
              <p:cNvSpPr>
                <a:spLocks/>
              </p:cNvSpPr>
              <p:nvPr/>
            </p:nvSpPr>
            <p:spPr>
              <a:xfrm>
                <a:off x="18338252" y="3961712"/>
                <a:ext cx="17902" cy="14492"/>
              </a:xfrm>
              <a:custGeom>
                <a:avLst/>
                <a:gdLst/>
                <a:ahLst/>
                <a:cxnLst/>
                <a:rect l="0" t="0" r="0" b="0"/>
                <a:pathLst>
                  <a:path w="126" h="102" extrusionOk="0">
                    <a:moveTo>
                      <a:pt x="102" y="0"/>
                    </a:moveTo>
                    <a:lnTo>
                      <a:pt x="126" y="48"/>
                    </a:lnTo>
                    <a:lnTo>
                      <a:pt x="24" y="102"/>
                    </a:lnTo>
                    <a:lnTo>
                      <a:pt x="0" y="48"/>
                    </a:lnTo>
                    <a:lnTo>
                      <a:pt x="102" y="0"/>
                    </a:lnTo>
                    <a:close/>
                  </a:path>
                </a:pathLst>
              </a:custGeom>
              <a:solidFill>
                <a:schemeClr val="dk1"/>
              </a:solidFill>
              <a:ln>
                <a:noFill/>
              </a:ln>
            </p:spPr>
            <p:txBody>
              <a:bodyPr spcFirstLastPara="1" wrap="square" lIns="68569" tIns="34275" rIns="68569" bIns="34275" anchor="t" anchorCtr="0">
                <a:noAutofit/>
              </a:bodyPr>
              <a:lstStyle/>
              <a:p>
                <a:pPr defTabSz="457200">
                  <a:buClrTx/>
                  <a:buFontTx/>
                  <a:buNone/>
                </a:pPr>
                <a:endParaRPr sz="1350" kern="1200"/>
              </a:p>
            </p:txBody>
          </p:sp>
          <p:sp>
            <p:nvSpPr>
              <p:cNvPr id="220" name="Shape 825"/>
              <p:cNvSpPr>
                <a:spLocks/>
              </p:cNvSpPr>
              <p:nvPr/>
            </p:nvSpPr>
            <p:spPr>
              <a:xfrm>
                <a:off x="18482319" y="3878172"/>
                <a:ext cx="11934" cy="16197"/>
              </a:xfrm>
              <a:custGeom>
                <a:avLst/>
                <a:gdLst/>
                <a:ahLst/>
                <a:cxnLst/>
                <a:rect l="0" t="0" r="0" b="0"/>
                <a:pathLst>
                  <a:path w="84" h="114" extrusionOk="0">
                    <a:moveTo>
                      <a:pt x="36" y="0"/>
                    </a:moveTo>
                    <a:lnTo>
                      <a:pt x="60" y="0"/>
                    </a:lnTo>
                    <a:lnTo>
                      <a:pt x="84" y="6"/>
                    </a:lnTo>
                    <a:lnTo>
                      <a:pt x="54" y="114"/>
                    </a:lnTo>
                    <a:lnTo>
                      <a:pt x="36" y="108"/>
                    </a:lnTo>
                    <a:lnTo>
                      <a:pt x="24" y="108"/>
                    </a:lnTo>
                    <a:lnTo>
                      <a:pt x="0" y="0"/>
                    </a:lnTo>
                    <a:lnTo>
                      <a:pt x="36" y="0"/>
                    </a:lnTo>
                    <a:close/>
                  </a:path>
                </a:pathLst>
              </a:custGeom>
              <a:solidFill>
                <a:schemeClr val="dk1"/>
              </a:solidFill>
              <a:ln>
                <a:noFill/>
              </a:ln>
            </p:spPr>
            <p:txBody>
              <a:bodyPr spcFirstLastPara="1" wrap="square" lIns="68569" tIns="34275" rIns="68569" bIns="34275" anchor="t" anchorCtr="0">
                <a:noAutofit/>
              </a:bodyPr>
              <a:lstStyle/>
              <a:p>
                <a:pPr defTabSz="457200">
                  <a:buClrTx/>
                  <a:buFontTx/>
                  <a:buNone/>
                </a:pPr>
                <a:endParaRPr sz="1350" kern="1200"/>
              </a:p>
            </p:txBody>
          </p:sp>
          <p:sp>
            <p:nvSpPr>
              <p:cNvPr id="221" name="Shape 826"/>
              <p:cNvSpPr>
                <a:spLocks/>
              </p:cNvSpPr>
              <p:nvPr/>
            </p:nvSpPr>
            <p:spPr>
              <a:xfrm>
                <a:off x="18445663" y="3908860"/>
                <a:ext cx="17902" cy="15344"/>
              </a:xfrm>
              <a:custGeom>
                <a:avLst/>
                <a:gdLst/>
                <a:ahLst/>
                <a:cxnLst/>
                <a:rect l="0" t="0" r="0" b="0"/>
                <a:pathLst>
                  <a:path w="126" h="108" extrusionOk="0">
                    <a:moveTo>
                      <a:pt x="30" y="0"/>
                    </a:moveTo>
                    <a:lnTo>
                      <a:pt x="126" y="60"/>
                    </a:lnTo>
                    <a:lnTo>
                      <a:pt x="96" y="108"/>
                    </a:lnTo>
                    <a:lnTo>
                      <a:pt x="0" y="54"/>
                    </a:lnTo>
                    <a:lnTo>
                      <a:pt x="30" y="0"/>
                    </a:lnTo>
                    <a:close/>
                  </a:path>
                </a:pathLst>
              </a:custGeom>
              <a:solidFill>
                <a:schemeClr val="dk1"/>
              </a:solidFill>
              <a:ln>
                <a:noFill/>
              </a:ln>
            </p:spPr>
            <p:txBody>
              <a:bodyPr spcFirstLastPara="1" wrap="square" lIns="68569" tIns="34275" rIns="68569" bIns="34275" anchor="t" anchorCtr="0">
                <a:noAutofit/>
              </a:bodyPr>
              <a:lstStyle/>
              <a:p>
                <a:pPr defTabSz="457200">
                  <a:buClrTx/>
                  <a:buFontTx/>
                  <a:buNone/>
                </a:pPr>
                <a:endParaRPr sz="1350" kern="1200"/>
              </a:p>
            </p:txBody>
          </p:sp>
          <p:sp>
            <p:nvSpPr>
              <p:cNvPr id="222" name="Shape 827"/>
              <p:cNvSpPr>
                <a:spLocks/>
              </p:cNvSpPr>
              <p:nvPr/>
            </p:nvSpPr>
            <p:spPr>
              <a:xfrm>
                <a:off x="18512155" y="3910565"/>
                <a:ext cx="17902" cy="15344"/>
              </a:xfrm>
              <a:custGeom>
                <a:avLst/>
                <a:gdLst/>
                <a:ahLst/>
                <a:cxnLst/>
                <a:rect l="0" t="0" r="0" b="0"/>
                <a:pathLst>
                  <a:path w="126" h="108" extrusionOk="0">
                    <a:moveTo>
                      <a:pt x="96" y="0"/>
                    </a:moveTo>
                    <a:lnTo>
                      <a:pt x="126" y="48"/>
                    </a:lnTo>
                    <a:lnTo>
                      <a:pt x="24" y="108"/>
                    </a:lnTo>
                    <a:lnTo>
                      <a:pt x="0" y="60"/>
                    </a:lnTo>
                    <a:lnTo>
                      <a:pt x="96" y="0"/>
                    </a:lnTo>
                    <a:close/>
                  </a:path>
                </a:pathLst>
              </a:custGeom>
              <a:solidFill>
                <a:schemeClr val="dk1"/>
              </a:solidFill>
              <a:ln>
                <a:noFill/>
              </a:ln>
            </p:spPr>
            <p:txBody>
              <a:bodyPr spcFirstLastPara="1" wrap="square" lIns="68569" tIns="34275" rIns="68569" bIns="34275" anchor="t" anchorCtr="0">
                <a:noAutofit/>
              </a:bodyPr>
              <a:lstStyle/>
              <a:p>
                <a:pPr defTabSz="457200">
                  <a:buClrTx/>
                  <a:buFontTx/>
                  <a:buNone/>
                </a:pPr>
                <a:endParaRPr sz="1350" kern="1200"/>
              </a:p>
            </p:txBody>
          </p:sp>
          <p:sp>
            <p:nvSpPr>
              <p:cNvPr id="223" name="Shape 828"/>
              <p:cNvSpPr>
                <a:spLocks/>
              </p:cNvSpPr>
              <p:nvPr/>
            </p:nvSpPr>
            <p:spPr>
              <a:xfrm>
                <a:off x="18519827" y="3925057"/>
                <a:ext cx="17902" cy="14492"/>
              </a:xfrm>
              <a:custGeom>
                <a:avLst/>
                <a:gdLst/>
                <a:ahLst/>
                <a:cxnLst/>
                <a:rect l="0" t="0" r="0" b="0"/>
                <a:pathLst>
                  <a:path w="126" h="102" extrusionOk="0">
                    <a:moveTo>
                      <a:pt x="96" y="0"/>
                    </a:moveTo>
                    <a:lnTo>
                      <a:pt x="126" y="48"/>
                    </a:lnTo>
                    <a:lnTo>
                      <a:pt x="24" y="102"/>
                    </a:lnTo>
                    <a:lnTo>
                      <a:pt x="0" y="54"/>
                    </a:lnTo>
                    <a:lnTo>
                      <a:pt x="96" y="0"/>
                    </a:lnTo>
                    <a:close/>
                  </a:path>
                </a:pathLst>
              </a:custGeom>
              <a:solidFill>
                <a:schemeClr val="dk1"/>
              </a:solidFill>
              <a:ln>
                <a:noFill/>
              </a:ln>
            </p:spPr>
            <p:txBody>
              <a:bodyPr spcFirstLastPara="1" wrap="square" lIns="68569" tIns="34275" rIns="68569" bIns="34275" anchor="t" anchorCtr="0">
                <a:noAutofit/>
              </a:bodyPr>
              <a:lstStyle/>
              <a:p>
                <a:pPr defTabSz="457200">
                  <a:buClrTx/>
                  <a:buFontTx/>
                  <a:buNone/>
                </a:pPr>
                <a:endParaRPr sz="1350" kern="1200"/>
              </a:p>
            </p:txBody>
          </p:sp>
          <p:sp>
            <p:nvSpPr>
              <p:cNvPr id="224" name="Shape 829"/>
              <p:cNvSpPr>
                <a:spLocks/>
              </p:cNvSpPr>
              <p:nvPr/>
            </p:nvSpPr>
            <p:spPr>
              <a:xfrm>
                <a:off x="18494252" y="3884139"/>
                <a:ext cx="16197" cy="17049"/>
              </a:xfrm>
              <a:custGeom>
                <a:avLst/>
                <a:gdLst/>
                <a:ahLst/>
                <a:cxnLst/>
                <a:rect l="0" t="0" r="0" b="0"/>
                <a:pathLst>
                  <a:path w="114" h="120" extrusionOk="0">
                    <a:moveTo>
                      <a:pt x="66" y="0"/>
                    </a:moveTo>
                    <a:lnTo>
                      <a:pt x="90" y="18"/>
                    </a:lnTo>
                    <a:lnTo>
                      <a:pt x="114" y="42"/>
                    </a:lnTo>
                    <a:lnTo>
                      <a:pt x="36" y="120"/>
                    </a:lnTo>
                    <a:lnTo>
                      <a:pt x="18" y="102"/>
                    </a:lnTo>
                    <a:lnTo>
                      <a:pt x="0" y="90"/>
                    </a:lnTo>
                    <a:lnTo>
                      <a:pt x="66" y="0"/>
                    </a:lnTo>
                    <a:close/>
                  </a:path>
                </a:pathLst>
              </a:custGeom>
              <a:solidFill>
                <a:schemeClr val="dk1"/>
              </a:solidFill>
              <a:ln>
                <a:noFill/>
              </a:ln>
            </p:spPr>
            <p:txBody>
              <a:bodyPr spcFirstLastPara="1" wrap="square" lIns="68569" tIns="34275" rIns="68569" bIns="34275" anchor="t" anchorCtr="0">
                <a:noAutofit/>
              </a:bodyPr>
              <a:lstStyle/>
              <a:p>
                <a:pPr defTabSz="457200">
                  <a:buClrTx/>
                  <a:buFontTx/>
                  <a:buNone/>
                </a:pPr>
                <a:endParaRPr sz="1350" kern="1200"/>
              </a:p>
            </p:txBody>
          </p:sp>
          <p:sp>
            <p:nvSpPr>
              <p:cNvPr id="225" name="Shape 830"/>
              <p:cNvSpPr>
                <a:spLocks/>
              </p:cNvSpPr>
              <p:nvPr/>
            </p:nvSpPr>
            <p:spPr>
              <a:xfrm>
                <a:off x="18503630" y="3896926"/>
                <a:ext cx="17902" cy="15344"/>
              </a:xfrm>
              <a:custGeom>
                <a:avLst/>
                <a:gdLst/>
                <a:ahLst/>
                <a:cxnLst/>
                <a:rect l="0" t="0" r="0" b="0"/>
                <a:pathLst>
                  <a:path w="126" h="108" extrusionOk="0">
                    <a:moveTo>
                      <a:pt x="90" y="0"/>
                    </a:moveTo>
                    <a:lnTo>
                      <a:pt x="108" y="24"/>
                    </a:lnTo>
                    <a:lnTo>
                      <a:pt x="126" y="48"/>
                    </a:lnTo>
                    <a:lnTo>
                      <a:pt x="30" y="108"/>
                    </a:lnTo>
                    <a:lnTo>
                      <a:pt x="12" y="90"/>
                    </a:lnTo>
                    <a:lnTo>
                      <a:pt x="0" y="66"/>
                    </a:lnTo>
                    <a:lnTo>
                      <a:pt x="90" y="0"/>
                    </a:lnTo>
                    <a:close/>
                  </a:path>
                </a:pathLst>
              </a:custGeom>
              <a:solidFill>
                <a:schemeClr val="dk1"/>
              </a:solidFill>
              <a:ln>
                <a:noFill/>
              </a:ln>
            </p:spPr>
            <p:txBody>
              <a:bodyPr spcFirstLastPara="1" wrap="square" lIns="68569" tIns="34275" rIns="68569" bIns="34275" anchor="t" anchorCtr="0">
                <a:noAutofit/>
              </a:bodyPr>
              <a:lstStyle/>
              <a:p>
                <a:pPr defTabSz="457200">
                  <a:buClrTx/>
                  <a:buFontTx/>
                  <a:buNone/>
                </a:pPr>
                <a:endParaRPr sz="1350" kern="1200"/>
              </a:p>
            </p:txBody>
          </p:sp>
          <p:sp>
            <p:nvSpPr>
              <p:cNvPr id="226" name="Shape 831"/>
              <p:cNvSpPr>
                <a:spLocks/>
              </p:cNvSpPr>
              <p:nvPr/>
            </p:nvSpPr>
            <p:spPr>
              <a:xfrm>
                <a:off x="18354448" y="3988139"/>
                <a:ext cx="17902" cy="15344"/>
              </a:xfrm>
              <a:custGeom>
                <a:avLst/>
                <a:gdLst/>
                <a:ahLst/>
                <a:cxnLst/>
                <a:rect l="0" t="0" r="0" b="0"/>
                <a:pathLst>
                  <a:path w="126" h="108" extrusionOk="0">
                    <a:moveTo>
                      <a:pt x="90" y="0"/>
                    </a:moveTo>
                    <a:lnTo>
                      <a:pt x="126" y="42"/>
                    </a:lnTo>
                    <a:lnTo>
                      <a:pt x="36" y="108"/>
                    </a:lnTo>
                    <a:lnTo>
                      <a:pt x="18" y="90"/>
                    </a:lnTo>
                    <a:lnTo>
                      <a:pt x="0" y="60"/>
                    </a:lnTo>
                    <a:lnTo>
                      <a:pt x="90" y="0"/>
                    </a:lnTo>
                    <a:close/>
                  </a:path>
                </a:pathLst>
              </a:custGeom>
              <a:solidFill>
                <a:schemeClr val="dk1"/>
              </a:solidFill>
              <a:ln>
                <a:noFill/>
              </a:ln>
            </p:spPr>
            <p:txBody>
              <a:bodyPr spcFirstLastPara="1" wrap="square" lIns="68569" tIns="34275" rIns="68569" bIns="34275" anchor="t" anchorCtr="0">
                <a:noAutofit/>
              </a:bodyPr>
              <a:lstStyle/>
              <a:p>
                <a:pPr defTabSz="457200">
                  <a:buClrTx/>
                  <a:buFontTx/>
                  <a:buNone/>
                </a:pPr>
                <a:endParaRPr sz="1350" kern="1200"/>
              </a:p>
            </p:txBody>
          </p:sp>
          <p:sp>
            <p:nvSpPr>
              <p:cNvPr id="227" name="Shape 832"/>
              <p:cNvSpPr>
                <a:spLocks/>
              </p:cNvSpPr>
              <p:nvPr/>
            </p:nvSpPr>
            <p:spPr>
              <a:xfrm>
                <a:off x="18411564" y="3976204"/>
                <a:ext cx="17902" cy="15344"/>
              </a:xfrm>
              <a:custGeom>
                <a:avLst/>
                <a:gdLst/>
                <a:ahLst/>
                <a:cxnLst/>
                <a:rect l="0" t="0" r="0" b="0"/>
                <a:pathLst>
                  <a:path w="126" h="108" extrusionOk="0">
                    <a:moveTo>
                      <a:pt x="30" y="0"/>
                    </a:moveTo>
                    <a:lnTo>
                      <a:pt x="126" y="60"/>
                    </a:lnTo>
                    <a:lnTo>
                      <a:pt x="96" y="108"/>
                    </a:lnTo>
                    <a:lnTo>
                      <a:pt x="0" y="48"/>
                    </a:lnTo>
                    <a:lnTo>
                      <a:pt x="30" y="0"/>
                    </a:lnTo>
                    <a:close/>
                  </a:path>
                </a:pathLst>
              </a:custGeom>
              <a:solidFill>
                <a:schemeClr val="dk1"/>
              </a:solidFill>
              <a:ln>
                <a:noFill/>
              </a:ln>
            </p:spPr>
            <p:txBody>
              <a:bodyPr spcFirstLastPara="1" wrap="square" lIns="68569" tIns="34275" rIns="68569" bIns="34275" anchor="t" anchorCtr="0">
                <a:noAutofit/>
              </a:bodyPr>
              <a:lstStyle/>
              <a:p>
                <a:pPr defTabSz="457200">
                  <a:buClrTx/>
                  <a:buFontTx/>
                  <a:buNone/>
                </a:pPr>
                <a:endParaRPr sz="1350" kern="1200"/>
              </a:p>
            </p:txBody>
          </p:sp>
          <p:sp>
            <p:nvSpPr>
              <p:cNvPr id="228" name="Shape 833"/>
              <p:cNvSpPr>
                <a:spLocks/>
              </p:cNvSpPr>
              <p:nvPr/>
            </p:nvSpPr>
            <p:spPr>
              <a:xfrm>
                <a:off x="18403892" y="3989844"/>
                <a:ext cx="17049" cy="15344"/>
              </a:xfrm>
              <a:custGeom>
                <a:avLst/>
                <a:gdLst/>
                <a:ahLst/>
                <a:cxnLst/>
                <a:rect l="0" t="0" r="0" b="0"/>
                <a:pathLst>
                  <a:path w="120" h="108" extrusionOk="0">
                    <a:moveTo>
                      <a:pt x="30" y="0"/>
                    </a:moveTo>
                    <a:lnTo>
                      <a:pt x="120" y="60"/>
                    </a:lnTo>
                    <a:lnTo>
                      <a:pt x="84" y="108"/>
                    </a:lnTo>
                    <a:lnTo>
                      <a:pt x="0" y="42"/>
                    </a:lnTo>
                    <a:lnTo>
                      <a:pt x="12" y="18"/>
                    </a:lnTo>
                    <a:lnTo>
                      <a:pt x="30" y="0"/>
                    </a:lnTo>
                    <a:close/>
                  </a:path>
                </a:pathLst>
              </a:custGeom>
              <a:solidFill>
                <a:schemeClr val="dk1"/>
              </a:solidFill>
              <a:ln>
                <a:noFill/>
              </a:ln>
            </p:spPr>
            <p:txBody>
              <a:bodyPr spcFirstLastPara="1" wrap="square" lIns="68569" tIns="34275" rIns="68569" bIns="34275" anchor="t" anchorCtr="0">
                <a:noAutofit/>
              </a:bodyPr>
              <a:lstStyle/>
              <a:p>
                <a:pPr defTabSz="457200">
                  <a:buClrTx/>
                  <a:buFontTx/>
                  <a:buNone/>
                </a:pPr>
                <a:endParaRPr sz="1350" kern="1200"/>
              </a:p>
            </p:txBody>
          </p:sp>
          <p:sp>
            <p:nvSpPr>
              <p:cNvPr id="229" name="Shape 834"/>
              <p:cNvSpPr>
                <a:spLocks/>
              </p:cNvSpPr>
              <p:nvPr/>
            </p:nvSpPr>
            <p:spPr>
              <a:xfrm>
                <a:off x="18393663" y="4000925"/>
                <a:ext cx="16197" cy="17049"/>
              </a:xfrm>
              <a:custGeom>
                <a:avLst/>
                <a:gdLst/>
                <a:ahLst/>
                <a:cxnLst/>
                <a:rect l="0" t="0" r="0" b="0"/>
                <a:pathLst>
                  <a:path w="114" h="120" extrusionOk="0">
                    <a:moveTo>
                      <a:pt x="36" y="0"/>
                    </a:moveTo>
                    <a:lnTo>
                      <a:pt x="114" y="78"/>
                    </a:lnTo>
                    <a:lnTo>
                      <a:pt x="90" y="102"/>
                    </a:lnTo>
                    <a:lnTo>
                      <a:pt x="66" y="120"/>
                    </a:lnTo>
                    <a:lnTo>
                      <a:pt x="0" y="30"/>
                    </a:lnTo>
                    <a:lnTo>
                      <a:pt x="18" y="18"/>
                    </a:lnTo>
                    <a:lnTo>
                      <a:pt x="36" y="0"/>
                    </a:lnTo>
                    <a:close/>
                  </a:path>
                </a:pathLst>
              </a:custGeom>
              <a:solidFill>
                <a:schemeClr val="dk1"/>
              </a:solidFill>
              <a:ln>
                <a:noFill/>
              </a:ln>
            </p:spPr>
            <p:txBody>
              <a:bodyPr spcFirstLastPara="1" wrap="square" lIns="68569" tIns="34275" rIns="68569" bIns="34275" anchor="t" anchorCtr="0">
                <a:noAutofit/>
              </a:bodyPr>
              <a:lstStyle/>
              <a:p>
                <a:pPr defTabSz="457200">
                  <a:buClrTx/>
                  <a:buFontTx/>
                  <a:buNone/>
                </a:pPr>
                <a:endParaRPr sz="1350" kern="1200"/>
              </a:p>
            </p:txBody>
          </p:sp>
          <p:sp>
            <p:nvSpPr>
              <p:cNvPr id="230" name="Shape 835"/>
              <p:cNvSpPr>
                <a:spLocks/>
              </p:cNvSpPr>
              <p:nvPr/>
            </p:nvSpPr>
            <p:spPr>
              <a:xfrm>
                <a:off x="18345923" y="3975352"/>
                <a:ext cx="17902" cy="14492"/>
              </a:xfrm>
              <a:custGeom>
                <a:avLst/>
                <a:gdLst/>
                <a:ahLst/>
                <a:cxnLst/>
                <a:rect l="0" t="0" r="0" b="0"/>
                <a:pathLst>
                  <a:path w="126" h="102" extrusionOk="0">
                    <a:moveTo>
                      <a:pt x="96" y="0"/>
                    </a:moveTo>
                    <a:lnTo>
                      <a:pt x="126" y="48"/>
                    </a:lnTo>
                    <a:lnTo>
                      <a:pt x="30" y="102"/>
                    </a:lnTo>
                    <a:lnTo>
                      <a:pt x="0" y="54"/>
                    </a:lnTo>
                    <a:lnTo>
                      <a:pt x="96" y="0"/>
                    </a:lnTo>
                    <a:close/>
                  </a:path>
                </a:pathLst>
              </a:custGeom>
              <a:solidFill>
                <a:schemeClr val="dk1"/>
              </a:solidFill>
              <a:ln>
                <a:noFill/>
              </a:ln>
            </p:spPr>
            <p:txBody>
              <a:bodyPr spcFirstLastPara="1" wrap="square" lIns="68569" tIns="34275" rIns="68569" bIns="34275" anchor="t" anchorCtr="0">
                <a:noAutofit/>
              </a:bodyPr>
              <a:lstStyle/>
              <a:p>
                <a:pPr defTabSz="457200">
                  <a:buClrTx/>
                  <a:buFontTx/>
                  <a:buNone/>
                </a:pPr>
                <a:endParaRPr sz="1350" kern="1200"/>
              </a:p>
            </p:txBody>
          </p:sp>
          <p:sp>
            <p:nvSpPr>
              <p:cNvPr id="231" name="Shape 836"/>
              <p:cNvSpPr>
                <a:spLocks/>
              </p:cNvSpPr>
              <p:nvPr/>
            </p:nvSpPr>
            <p:spPr>
              <a:xfrm>
                <a:off x="18364678" y="4000073"/>
                <a:ext cx="16197" cy="17049"/>
              </a:xfrm>
              <a:custGeom>
                <a:avLst/>
                <a:gdLst/>
                <a:ahLst/>
                <a:cxnLst/>
                <a:rect l="0" t="0" r="0" b="0"/>
                <a:pathLst>
                  <a:path w="114" h="120" extrusionOk="0">
                    <a:moveTo>
                      <a:pt x="84" y="0"/>
                    </a:moveTo>
                    <a:lnTo>
                      <a:pt x="102" y="18"/>
                    </a:lnTo>
                    <a:lnTo>
                      <a:pt x="114" y="30"/>
                    </a:lnTo>
                    <a:lnTo>
                      <a:pt x="48" y="120"/>
                    </a:lnTo>
                    <a:lnTo>
                      <a:pt x="24" y="96"/>
                    </a:lnTo>
                    <a:lnTo>
                      <a:pt x="0" y="72"/>
                    </a:lnTo>
                    <a:lnTo>
                      <a:pt x="84" y="0"/>
                    </a:lnTo>
                    <a:close/>
                  </a:path>
                </a:pathLst>
              </a:custGeom>
              <a:solidFill>
                <a:schemeClr val="dk1"/>
              </a:solidFill>
              <a:ln>
                <a:noFill/>
              </a:ln>
            </p:spPr>
            <p:txBody>
              <a:bodyPr spcFirstLastPara="1" wrap="square" lIns="68569" tIns="34275" rIns="68569" bIns="34275" anchor="t" anchorCtr="0">
                <a:noAutofit/>
              </a:bodyPr>
              <a:lstStyle/>
              <a:p>
                <a:pPr defTabSz="457200">
                  <a:buClrTx/>
                  <a:buFontTx/>
                  <a:buNone/>
                </a:pPr>
                <a:endParaRPr sz="1350" kern="1200"/>
              </a:p>
            </p:txBody>
          </p:sp>
          <p:sp>
            <p:nvSpPr>
              <p:cNvPr id="232" name="Shape 837"/>
              <p:cNvSpPr>
                <a:spLocks/>
              </p:cNvSpPr>
              <p:nvPr/>
            </p:nvSpPr>
            <p:spPr>
              <a:xfrm>
                <a:off x="18380875" y="4006893"/>
                <a:ext cx="11934" cy="16197"/>
              </a:xfrm>
              <a:custGeom>
                <a:avLst/>
                <a:gdLst/>
                <a:ahLst/>
                <a:cxnLst/>
                <a:rect l="0" t="0" r="0" b="0"/>
                <a:pathLst>
                  <a:path w="84" h="114" extrusionOk="0">
                    <a:moveTo>
                      <a:pt x="36" y="0"/>
                    </a:moveTo>
                    <a:lnTo>
                      <a:pt x="48" y="0"/>
                    </a:lnTo>
                    <a:lnTo>
                      <a:pt x="60" y="0"/>
                    </a:lnTo>
                    <a:lnTo>
                      <a:pt x="84" y="108"/>
                    </a:lnTo>
                    <a:lnTo>
                      <a:pt x="54" y="114"/>
                    </a:lnTo>
                    <a:lnTo>
                      <a:pt x="24" y="108"/>
                    </a:lnTo>
                    <a:lnTo>
                      <a:pt x="0" y="108"/>
                    </a:lnTo>
                    <a:lnTo>
                      <a:pt x="36" y="0"/>
                    </a:lnTo>
                    <a:close/>
                  </a:path>
                </a:pathLst>
              </a:custGeom>
              <a:solidFill>
                <a:schemeClr val="dk1"/>
              </a:solidFill>
              <a:ln>
                <a:noFill/>
              </a:ln>
            </p:spPr>
            <p:txBody>
              <a:bodyPr spcFirstLastPara="1" wrap="square" lIns="68569" tIns="34275" rIns="68569" bIns="34275" anchor="t" anchorCtr="0">
                <a:noAutofit/>
              </a:bodyPr>
              <a:lstStyle/>
              <a:p>
                <a:pPr defTabSz="457200">
                  <a:buClrTx/>
                  <a:buFontTx/>
                  <a:buNone/>
                </a:pPr>
                <a:endParaRPr sz="1350" kern="1200"/>
              </a:p>
            </p:txBody>
          </p:sp>
          <p:sp>
            <p:nvSpPr>
              <p:cNvPr id="233" name="Shape 838"/>
              <p:cNvSpPr>
                <a:spLocks/>
              </p:cNvSpPr>
              <p:nvPr/>
            </p:nvSpPr>
            <p:spPr>
              <a:xfrm>
                <a:off x="18316941" y="3878172"/>
                <a:ext cx="240393" cy="144065"/>
              </a:xfrm>
              <a:custGeom>
                <a:avLst/>
                <a:gdLst/>
                <a:ahLst/>
                <a:cxnLst/>
                <a:rect l="0" t="0" r="0" b="0"/>
                <a:pathLst>
                  <a:path w="1692" h="1014" extrusionOk="0">
                    <a:moveTo>
                      <a:pt x="924" y="534"/>
                    </a:moveTo>
                    <a:lnTo>
                      <a:pt x="972" y="654"/>
                    </a:lnTo>
                    <a:lnTo>
                      <a:pt x="1026" y="756"/>
                    </a:lnTo>
                    <a:lnTo>
                      <a:pt x="1080" y="834"/>
                    </a:lnTo>
                    <a:lnTo>
                      <a:pt x="1134" y="876"/>
                    </a:lnTo>
                    <a:lnTo>
                      <a:pt x="1188" y="894"/>
                    </a:lnTo>
                    <a:lnTo>
                      <a:pt x="1188" y="894"/>
                    </a:lnTo>
                    <a:lnTo>
                      <a:pt x="1206" y="894"/>
                    </a:lnTo>
                    <a:lnTo>
                      <a:pt x="1236" y="882"/>
                    </a:lnTo>
                    <a:lnTo>
                      <a:pt x="1272" y="858"/>
                    </a:lnTo>
                    <a:lnTo>
                      <a:pt x="1314" y="816"/>
                    </a:lnTo>
                    <a:lnTo>
                      <a:pt x="1362" y="750"/>
                    </a:lnTo>
                    <a:lnTo>
                      <a:pt x="1410" y="660"/>
                    </a:lnTo>
                    <a:lnTo>
                      <a:pt x="1464" y="534"/>
                    </a:lnTo>
                    <a:lnTo>
                      <a:pt x="924" y="534"/>
                    </a:lnTo>
                    <a:close/>
                    <a:moveTo>
                      <a:pt x="504" y="120"/>
                    </a:moveTo>
                    <a:lnTo>
                      <a:pt x="444" y="138"/>
                    </a:lnTo>
                    <a:lnTo>
                      <a:pt x="390" y="180"/>
                    </a:lnTo>
                    <a:lnTo>
                      <a:pt x="336" y="252"/>
                    </a:lnTo>
                    <a:lnTo>
                      <a:pt x="282" y="354"/>
                    </a:lnTo>
                    <a:lnTo>
                      <a:pt x="234" y="474"/>
                    </a:lnTo>
                    <a:lnTo>
                      <a:pt x="780" y="474"/>
                    </a:lnTo>
                    <a:lnTo>
                      <a:pt x="732" y="348"/>
                    </a:lnTo>
                    <a:lnTo>
                      <a:pt x="678" y="252"/>
                    </a:lnTo>
                    <a:lnTo>
                      <a:pt x="624" y="180"/>
                    </a:lnTo>
                    <a:lnTo>
                      <a:pt x="564" y="132"/>
                    </a:lnTo>
                    <a:lnTo>
                      <a:pt x="504" y="120"/>
                    </a:lnTo>
                    <a:lnTo>
                      <a:pt x="504" y="120"/>
                    </a:lnTo>
                    <a:close/>
                    <a:moveTo>
                      <a:pt x="504" y="0"/>
                    </a:moveTo>
                    <a:lnTo>
                      <a:pt x="588" y="12"/>
                    </a:lnTo>
                    <a:lnTo>
                      <a:pt x="660" y="54"/>
                    </a:lnTo>
                    <a:lnTo>
                      <a:pt x="720" y="114"/>
                    </a:lnTo>
                    <a:lnTo>
                      <a:pt x="774" y="186"/>
                    </a:lnTo>
                    <a:lnTo>
                      <a:pt x="822" y="270"/>
                    </a:lnTo>
                    <a:lnTo>
                      <a:pt x="858" y="354"/>
                    </a:lnTo>
                    <a:lnTo>
                      <a:pt x="882" y="318"/>
                    </a:lnTo>
                    <a:lnTo>
                      <a:pt x="978" y="372"/>
                    </a:lnTo>
                    <a:lnTo>
                      <a:pt x="954" y="420"/>
                    </a:lnTo>
                    <a:lnTo>
                      <a:pt x="870" y="378"/>
                    </a:lnTo>
                    <a:lnTo>
                      <a:pt x="882" y="414"/>
                    </a:lnTo>
                    <a:lnTo>
                      <a:pt x="900" y="456"/>
                    </a:lnTo>
                    <a:lnTo>
                      <a:pt x="924" y="468"/>
                    </a:lnTo>
                    <a:lnTo>
                      <a:pt x="924" y="474"/>
                    </a:lnTo>
                    <a:lnTo>
                      <a:pt x="1494" y="474"/>
                    </a:lnTo>
                    <a:lnTo>
                      <a:pt x="1578" y="432"/>
                    </a:lnTo>
                    <a:lnTo>
                      <a:pt x="1596" y="474"/>
                    </a:lnTo>
                    <a:lnTo>
                      <a:pt x="1662" y="474"/>
                    </a:lnTo>
                    <a:lnTo>
                      <a:pt x="1680" y="474"/>
                    </a:lnTo>
                    <a:lnTo>
                      <a:pt x="1686" y="486"/>
                    </a:lnTo>
                    <a:lnTo>
                      <a:pt x="1692" y="498"/>
                    </a:lnTo>
                    <a:lnTo>
                      <a:pt x="1686" y="516"/>
                    </a:lnTo>
                    <a:lnTo>
                      <a:pt x="1680" y="528"/>
                    </a:lnTo>
                    <a:lnTo>
                      <a:pt x="1662" y="534"/>
                    </a:lnTo>
                    <a:lnTo>
                      <a:pt x="1584" y="534"/>
                    </a:lnTo>
                    <a:lnTo>
                      <a:pt x="1518" y="702"/>
                    </a:lnTo>
                    <a:lnTo>
                      <a:pt x="1446" y="840"/>
                    </a:lnTo>
                    <a:lnTo>
                      <a:pt x="1368" y="936"/>
                    </a:lnTo>
                    <a:lnTo>
                      <a:pt x="1278" y="996"/>
                    </a:lnTo>
                    <a:lnTo>
                      <a:pt x="1188" y="1014"/>
                    </a:lnTo>
                    <a:lnTo>
                      <a:pt x="1188" y="1014"/>
                    </a:lnTo>
                    <a:lnTo>
                      <a:pt x="1134" y="1008"/>
                    </a:lnTo>
                    <a:lnTo>
                      <a:pt x="1080" y="984"/>
                    </a:lnTo>
                    <a:lnTo>
                      <a:pt x="1026" y="942"/>
                    </a:lnTo>
                    <a:lnTo>
                      <a:pt x="966" y="876"/>
                    </a:lnTo>
                    <a:lnTo>
                      <a:pt x="900" y="786"/>
                    </a:lnTo>
                    <a:lnTo>
                      <a:pt x="846" y="660"/>
                    </a:lnTo>
                    <a:lnTo>
                      <a:pt x="822" y="702"/>
                    </a:lnTo>
                    <a:lnTo>
                      <a:pt x="726" y="648"/>
                    </a:lnTo>
                    <a:lnTo>
                      <a:pt x="750" y="600"/>
                    </a:lnTo>
                    <a:lnTo>
                      <a:pt x="840" y="642"/>
                    </a:lnTo>
                    <a:lnTo>
                      <a:pt x="822" y="606"/>
                    </a:lnTo>
                    <a:lnTo>
                      <a:pt x="810" y="564"/>
                    </a:lnTo>
                    <a:lnTo>
                      <a:pt x="774" y="546"/>
                    </a:lnTo>
                    <a:lnTo>
                      <a:pt x="786" y="534"/>
                    </a:lnTo>
                    <a:lnTo>
                      <a:pt x="222" y="534"/>
                    </a:lnTo>
                    <a:lnTo>
                      <a:pt x="222" y="540"/>
                    </a:lnTo>
                    <a:lnTo>
                      <a:pt x="126" y="588"/>
                    </a:lnTo>
                    <a:lnTo>
                      <a:pt x="102" y="534"/>
                    </a:lnTo>
                    <a:lnTo>
                      <a:pt x="114" y="534"/>
                    </a:lnTo>
                    <a:lnTo>
                      <a:pt x="30" y="534"/>
                    </a:lnTo>
                    <a:lnTo>
                      <a:pt x="18" y="528"/>
                    </a:lnTo>
                    <a:lnTo>
                      <a:pt x="6" y="516"/>
                    </a:lnTo>
                    <a:lnTo>
                      <a:pt x="0" y="498"/>
                    </a:lnTo>
                    <a:lnTo>
                      <a:pt x="6" y="486"/>
                    </a:lnTo>
                    <a:lnTo>
                      <a:pt x="18" y="474"/>
                    </a:lnTo>
                    <a:lnTo>
                      <a:pt x="30" y="474"/>
                    </a:lnTo>
                    <a:lnTo>
                      <a:pt x="114" y="474"/>
                    </a:lnTo>
                    <a:lnTo>
                      <a:pt x="174" y="306"/>
                    </a:lnTo>
                    <a:lnTo>
                      <a:pt x="240" y="180"/>
                    </a:lnTo>
                    <a:lnTo>
                      <a:pt x="324" y="78"/>
                    </a:lnTo>
                    <a:lnTo>
                      <a:pt x="408" y="24"/>
                    </a:lnTo>
                    <a:lnTo>
                      <a:pt x="504" y="0"/>
                    </a:lnTo>
                    <a:close/>
                  </a:path>
                </a:pathLst>
              </a:custGeom>
              <a:solidFill>
                <a:schemeClr val="dk1"/>
              </a:solidFill>
              <a:ln>
                <a:noFill/>
              </a:ln>
            </p:spPr>
            <p:txBody>
              <a:bodyPr spcFirstLastPara="1" wrap="square" lIns="68569" tIns="34275" rIns="68569" bIns="34275" anchor="t" anchorCtr="0">
                <a:noAutofit/>
              </a:bodyPr>
              <a:lstStyle/>
              <a:p>
                <a:pPr defTabSz="457200">
                  <a:buClrTx/>
                  <a:buFontTx/>
                  <a:buNone/>
                </a:pPr>
                <a:endParaRPr sz="1350" kern="1200"/>
              </a:p>
            </p:txBody>
          </p:sp>
        </p:grpSp>
        <p:sp>
          <p:nvSpPr>
            <p:cNvPr id="216" name="Shape 839"/>
            <p:cNvSpPr>
              <a:spLocks/>
            </p:cNvSpPr>
            <p:nvPr/>
          </p:nvSpPr>
          <p:spPr>
            <a:xfrm>
              <a:off x="5100546" y="1109442"/>
              <a:ext cx="102737" cy="184226"/>
            </a:xfrm>
            <a:custGeom>
              <a:avLst/>
              <a:gdLst/>
              <a:ahLst/>
              <a:cxnLst/>
              <a:rect l="0" t="0" r="0" b="0"/>
              <a:pathLst>
                <a:path w="964" h="1906" extrusionOk="0">
                  <a:moveTo>
                    <a:pt x="149" y="0"/>
                  </a:moveTo>
                  <a:lnTo>
                    <a:pt x="816" y="0"/>
                  </a:lnTo>
                  <a:lnTo>
                    <a:pt x="830" y="1"/>
                  </a:lnTo>
                  <a:lnTo>
                    <a:pt x="845" y="3"/>
                  </a:lnTo>
                  <a:lnTo>
                    <a:pt x="860" y="7"/>
                  </a:lnTo>
                  <a:lnTo>
                    <a:pt x="873" y="11"/>
                  </a:lnTo>
                  <a:lnTo>
                    <a:pt x="886" y="18"/>
                  </a:lnTo>
                  <a:lnTo>
                    <a:pt x="898" y="26"/>
                  </a:lnTo>
                  <a:lnTo>
                    <a:pt x="909" y="34"/>
                  </a:lnTo>
                  <a:lnTo>
                    <a:pt x="921" y="44"/>
                  </a:lnTo>
                  <a:lnTo>
                    <a:pt x="930" y="54"/>
                  </a:lnTo>
                  <a:lnTo>
                    <a:pt x="939" y="65"/>
                  </a:lnTo>
                  <a:lnTo>
                    <a:pt x="947" y="78"/>
                  </a:lnTo>
                  <a:lnTo>
                    <a:pt x="952" y="90"/>
                  </a:lnTo>
                  <a:lnTo>
                    <a:pt x="958" y="105"/>
                  </a:lnTo>
                  <a:lnTo>
                    <a:pt x="961" y="118"/>
                  </a:lnTo>
                  <a:lnTo>
                    <a:pt x="964" y="133"/>
                  </a:lnTo>
                  <a:lnTo>
                    <a:pt x="964" y="149"/>
                  </a:lnTo>
                  <a:lnTo>
                    <a:pt x="964" y="1758"/>
                  </a:lnTo>
                  <a:lnTo>
                    <a:pt x="964" y="1773"/>
                  </a:lnTo>
                  <a:lnTo>
                    <a:pt x="961" y="1788"/>
                  </a:lnTo>
                  <a:lnTo>
                    <a:pt x="958" y="1802"/>
                  </a:lnTo>
                  <a:lnTo>
                    <a:pt x="952" y="1816"/>
                  </a:lnTo>
                  <a:lnTo>
                    <a:pt x="947" y="1829"/>
                  </a:lnTo>
                  <a:lnTo>
                    <a:pt x="939" y="1841"/>
                  </a:lnTo>
                  <a:lnTo>
                    <a:pt x="930" y="1852"/>
                  </a:lnTo>
                  <a:lnTo>
                    <a:pt x="921" y="1863"/>
                  </a:lnTo>
                  <a:lnTo>
                    <a:pt x="909" y="1872"/>
                  </a:lnTo>
                  <a:lnTo>
                    <a:pt x="898" y="1881"/>
                  </a:lnTo>
                  <a:lnTo>
                    <a:pt x="886" y="1889"/>
                  </a:lnTo>
                  <a:lnTo>
                    <a:pt x="873" y="1895"/>
                  </a:lnTo>
                  <a:lnTo>
                    <a:pt x="860" y="1901"/>
                  </a:lnTo>
                  <a:lnTo>
                    <a:pt x="845" y="1904"/>
                  </a:lnTo>
                  <a:lnTo>
                    <a:pt x="830" y="1906"/>
                  </a:lnTo>
                  <a:lnTo>
                    <a:pt x="816" y="1906"/>
                  </a:lnTo>
                  <a:lnTo>
                    <a:pt x="149" y="1906"/>
                  </a:lnTo>
                  <a:lnTo>
                    <a:pt x="134" y="1906"/>
                  </a:lnTo>
                  <a:lnTo>
                    <a:pt x="119" y="1904"/>
                  </a:lnTo>
                  <a:lnTo>
                    <a:pt x="105" y="1901"/>
                  </a:lnTo>
                  <a:lnTo>
                    <a:pt x="92" y="1895"/>
                  </a:lnTo>
                  <a:lnTo>
                    <a:pt x="78" y="1889"/>
                  </a:lnTo>
                  <a:lnTo>
                    <a:pt x="66" y="1881"/>
                  </a:lnTo>
                  <a:lnTo>
                    <a:pt x="55" y="1872"/>
                  </a:lnTo>
                  <a:lnTo>
                    <a:pt x="44" y="1863"/>
                  </a:lnTo>
                  <a:lnTo>
                    <a:pt x="34" y="1852"/>
                  </a:lnTo>
                  <a:lnTo>
                    <a:pt x="26" y="1841"/>
                  </a:lnTo>
                  <a:lnTo>
                    <a:pt x="18" y="1829"/>
                  </a:lnTo>
                  <a:lnTo>
                    <a:pt x="13" y="1816"/>
                  </a:lnTo>
                  <a:lnTo>
                    <a:pt x="7" y="1802"/>
                  </a:lnTo>
                  <a:lnTo>
                    <a:pt x="4" y="1788"/>
                  </a:lnTo>
                  <a:lnTo>
                    <a:pt x="2" y="1773"/>
                  </a:lnTo>
                  <a:lnTo>
                    <a:pt x="0" y="1758"/>
                  </a:lnTo>
                  <a:lnTo>
                    <a:pt x="0" y="149"/>
                  </a:lnTo>
                  <a:lnTo>
                    <a:pt x="2" y="133"/>
                  </a:lnTo>
                  <a:lnTo>
                    <a:pt x="4" y="118"/>
                  </a:lnTo>
                  <a:lnTo>
                    <a:pt x="7" y="105"/>
                  </a:lnTo>
                  <a:lnTo>
                    <a:pt x="13" y="90"/>
                  </a:lnTo>
                  <a:lnTo>
                    <a:pt x="18" y="78"/>
                  </a:lnTo>
                  <a:lnTo>
                    <a:pt x="26" y="65"/>
                  </a:lnTo>
                  <a:lnTo>
                    <a:pt x="34" y="54"/>
                  </a:lnTo>
                  <a:lnTo>
                    <a:pt x="44" y="44"/>
                  </a:lnTo>
                  <a:lnTo>
                    <a:pt x="55" y="34"/>
                  </a:lnTo>
                  <a:lnTo>
                    <a:pt x="66" y="26"/>
                  </a:lnTo>
                  <a:lnTo>
                    <a:pt x="78" y="18"/>
                  </a:lnTo>
                  <a:lnTo>
                    <a:pt x="92" y="11"/>
                  </a:lnTo>
                  <a:lnTo>
                    <a:pt x="105" y="7"/>
                  </a:lnTo>
                  <a:lnTo>
                    <a:pt x="119" y="3"/>
                  </a:lnTo>
                  <a:lnTo>
                    <a:pt x="134" y="1"/>
                  </a:lnTo>
                  <a:lnTo>
                    <a:pt x="149" y="0"/>
                  </a:lnTo>
                  <a:close/>
                  <a:moveTo>
                    <a:pt x="489" y="1644"/>
                  </a:moveTo>
                  <a:lnTo>
                    <a:pt x="500" y="1644"/>
                  </a:lnTo>
                  <a:lnTo>
                    <a:pt x="510" y="1646"/>
                  </a:lnTo>
                  <a:lnTo>
                    <a:pt x="519" y="1649"/>
                  </a:lnTo>
                  <a:lnTo>
                    <a:pt x="528" y="1652"/>
                  </a:lnTo>
                  <a:lnTo>
                    <a:pt x="537" y="1657"/>
                  </a:lnTo>
                  <a:lnTo>
                    <a:pt x="545" y="1661"/>
                  </a:lnTo>
                  <a:lnTo>
                    <a:pt x="553" y="1667"/>
                  </a:lnTo>
                  <a:lnTo>
                    <a:pt x="559" y="1674"/>
                  </a:lnTo>
                  <a:lnTo>
                    <a:pt x="566" y="1680"/>
                  </a:lnTo>
                  <a:lnTo>
                    <a:pt x="572" y="1687"/>
                  </a:lnTo>
                  <a:lnTo>
                    <a:pt x="576" y="1696"/>
                  </a:lnTo>
                  <a:lnTo>
                    <a:pt x="581" y="1704"/>
                  </a:lnTo>
                  <a:lnTo>
                    <a:pt x="584" y="1713"/>
                  </a:lnTo>
                  <a:lnTo>
                    <a:pt x="586" y="1723"/>
                  </a:lnTo>
                  <a:lnTo>
                    <a:pt x="588" y="1732"/>
                  </a:lnTo>
                  <a:lnTo>
                    <a:pt x="589" y="1742"/>
                  </a:lnTo>
                  <a:lnTo>
                    <a:pt x="588" y="1753"/>
                  </a:lnTo>
                  <a:lnTo>
                    <a:pt x="586" y="1763"/>
                  </a:lnTo>
                  <a:lnTo>
                    <a:pt x="584" y="1772"/>
                  </a:lnTo>
                  <a:lnTo>
                    <a:pt x="581" y="1781"/>
                  </a:lnTo>
                  <a:lnTo>
                    <a:pt x="576" y="1790"/>
                  </a:lnTo>
                  <a:lnTo>
                    <a:pt x="572" y="1798"/>
                  </a:lnTo>
                  <a:lnTo>
                    <a:pt x="566" y="1805"/>
                  </a:lnTo>
                  <a:lnTo>
                    <a:pt x="559" y="1813"/>
                  </a:lnTo>
                  <a:lnTo>
                    <a:pt x="553" y="1818"/>
                  </a:lnTo>
                  <a:lnTo>
                    <a:pt x="545" y="1824"/>
                  </a:lnTo>
                  <a:lnTo>
                    <a:pt x="537" y="1829"/>
                  </a:lnTo>
                  <a:lnTo>
                    <a:pt x="528" y="1833"/>
                  </a:lnTo>
                  <a:lnTo>
                    <a:pt x="519" y="1836"/>
                  </a:lnTo>
                  <a:lnTo>
                    <a:pt x="510" y="1838"/>
                  </a:lnTo>
                  <a:lnTo>
                    <a:pt x="500" y="1841"/>
                  </a:lnTo>
                  <a:lnTo>
                    <a:pt x="489" y="1841"/>
                  </a:lnTo>
                  <a:lnTo>
                    <a:pt x="480" y="1841"/>
                  </a:lnTo>
                  <a:lnTo>
                    <a:pt x="470" y="1838"/>
                  </a:lnTo>
                  <a:lnTo>
                    <a:pt x="461" y="1836"/>
                  </a:lnTo>
                  <a:lnTo>
                    <a:pt x="452" y="1833"/>
                  </a:lnTo>
                  <a:lnTo>
                    <a:pt x="443" y="1829"/>
                  </a:lnTo>
                  <a:lnTo>
                    <a:pt x="435" y="1824"/>
                  </a:lnTo>
                  <a:lnTo>
                    <a:pt x="427" y="1818"/>
                  </a:lnTo>
                  <a:lnTo>
                    <a:pt x="420" y="1813"/>
                  </a:lnTo>
                  <a:lnTo>
                    <a:pt x="414" y="1805"/>
                  </a:lnTo>
                  <a:lnTo>
                    <a:pt x="408" y="1798"/>
                  </a:lnTo>
                  <a:lnTo>
                    <a:pt x="404" y="1790"/>
                  </a:lnTo>
                  <a:lnTo>
                    <a:pt x="399" y="1781"/>
                  </a:lnTo>
                  <a:lnTo>
                    <a:pt x="396" y="1772"/>
                  </a:lnTo>
                  <a:lnTo>
                    <a:pt x="393" y="1763"/>
                  </a:lnTo>
                  <a:lnTo>
                    <a:pt x="392" y="1753"/>
                  </a:lnTo>
                  <a:lnTo>
                    <a:pt x="391" y="1742"/>
                  </a:lnTo>
                  <a:lnTo>
                    <a:pt x="392" y="1732"/>
                  </a:lnTo>
                  <a:lnTo>
                    <a:pt x="393" y="1723"/>
                  </a:lnTo>
                  <a:lnTo>
                    <a:pt x="396" y="1713"/>
                  </a:lnTo>
                  <a:lnTo>
                    <a:pt x="399" y="1704"/>
                  </a:lnTo>
                  <a:lnTo>
                    <a:pt x="404" y="1696"/>
                  </a:lnTo>
                  <a:lnTo>
                    <a:pt x="408" y="1687"/>
                  </a:lnTo>
                  <a:lnTo>
                    <a:pt x="414" y="1680"/>
                  </a:lnTo>
                  <a:lnTo>
                    <a:pt x="420" y="1674"/>
                  </a:lnTo>
                  <a:lnTo>
                    <a:pt x="427" y="1667"/>
                  </a:lnTo>
                  <a:lnTo>
                    <a:pt x="435" y="1661"/>
                  </a:lnTo>
                  <a:lnTo>
                    <a:pt x="443" y="1657"/>
                  </a:lnTo>
                  <a:lnTo>
                    <a:pt x="452" y="1652"/>
                  </a:lnTo>
                  <a:lnTo>
                    <a:pt x="461" y="1649"/>
                  </a:lnTo>
                  <a:lnTo>
                    <a:pt x="470" y="1646"/>
                  </a:lnTo>
                  <a:lnTo>
                    <a:pt x="480" y="1644"/>
                  </a:lnTo>
                  <a:lnTo>
                    <a:pt x="489" y="1644"/>
                  </a:lnTo>
                  <a:close/>
                  <a:moveTo>
                    <a:pt x="66" y="317"/>
                  </a:moveTo>
                  <a:lnTo>
                    <a:pt x="900" y="317"/>
                  </a:lnTo>
                  <a:lnTo>
                    <a:pt x="900" y="1566"/>
                  </a:lnTo>
                  <a:lnTo>
                    <a:pt x="66" y="1566"/>
                  </a:lnTo>
                  <a:lnTo>
                    <a:pt x="66" y="317"/>
                  </a:lnTo>
                  <a:close/>
                  <a:moveTo>
                    <a:pt x="415" y="135"/>
                  </a:moveTo>
                  <a:lnTo>
                    <a:pt x="553" y="135"/>
                  </a:lnTo>
                  <a:lnTo>
                    <a:pt x="557" y="135"/>
                  </a:lnTo>
                  <a:lnTo>
                    <a:pt x="560" y="138"/>
                  </a:lnTo>
                  <a:lnTo>
                    <a:pt x="565" y="139"/>
                  </a:lnTo>
                  <a:lnTo>
                    <a:pt x="567" y="142"/>
                  </a:lnTo>
                  <a:lnTo>
                    <a:pt x="571" y="146"/>
                  </a:lnTo>
                  <a:lnTo>
                    <a:pt x="573" y="149"/>
                  </a:lnTo>
                  <a:lnTo>
                    <a:pt x="574" y="152"/>
                  </a:lnTo>
                  <a:lnTo>
                    <a:pt x="574" y="157"/>
                  </a:lnTo>
                  <a:lnTo>
                    <a:pt x="574" y="157"/>
                  </a:lnTo>
                  <a:lnTo>
                    <a:pt x="574" y="161"/>
                  </a:lnTo>
                  <a:lnTo>
                    <a:pt x="573" y="166"/>
                  </a:lnTo>
                  <a:lnTo>
                    <a:pt x="571" y="169"/>
                  </a:lnTo>
                  <a:lnTo>
                    <a:pt x="567" y="173"/>
                  </a:lnTo>
                  <a:lnTo>
                    <a:pt x="565" y="175"/>
                  </a:lnTo>
                  <a:lnTo>
                    <a:pt x="560" y="177"/>
                  </a:lnTo>
                  <a:lnTo>
                    <a:pt x="557" y="178"/>
                  </a:lnTo>
                  <a:lnTo>
                    <a:pt x="553" y="178"/>
                  </a:lnTo>
                  <a:lnTo>
                    <a:pt x="415" y="178"/>
                  </a:lnTo>
                  <a:lnTo>
                    <a:pt x="410" y="178"/>
                  </a:lnTo>
                  <a:lnTo>
                    <a:pt x="406" y="177"/>
                  </a:lnTo>
                  <a:lnTo>
                    <a:pt x="402" y="175"/>
                  </a:lnTo>
                  <a:lnTo>
                    <a:pt x="399" y="173"/>
                  </a:lnTo>
                  <a:lnTo>
                    <a:pt x="397" y="169"/>
                  </a:lnTo>
                  <a:lnTo>
                    <a:pt x="394" y="166"/>
                  </a:lnTo>
                  <a:lnTo>
                    <a:pt x="393" y="161"/>
                  </a:lnTo>
                  <a:lnTo>
                    <a:pt x="392" y="157"/>
                  </a:lnTo>
                  <a:lnTo>
                    <a:pt x="392" y="157"/>
                  </a:lnTo>
                  <a:lnTo>
                    <a:pt x="393" y="152"/>
                  </a:lnTo>
                  <a:lnTo>
                    <a:pt x="394" y="149"/>
                  </a:lnTo>
                  <a:lnTo>
                    <a:pt x="397" y="146"/>
                  </a:lnTo>
                  <a:lnTo>
                    <a:pt x="399" y="142"/>
                  </a:lnTo>
                  <a:lnTo>
                    <a:pt x="402" y="139"/>
                  </a:lnTo>
                  <a:lnTo>
                    <a:pt x="406" y="138"/>
                  </a:lnTo>
                  <a:lnTo>
                    <a:pt x="410" y="135"/>
                  </a:lnTo>
                  <a:lnTo>
                    <a:pt x="415" y="135"/>
                  </a:lnTo>
                  <a:close/>
                  <a:moveTo>
                    <a:pt x="320" y="133"/>
                  </a:moveTo>
                  <a:lnTo>
                    <a:pt x="324" y="134"/>
                  </a:lnTo>
                  <a:lnTo>
                    <a:pt x="329" y="135"/>
                  </a:lnTo>
                  <a:lnTo>
                    <a:pt x="334" y="138"/>
                  </a:lnTo>
                  <a:lnTo>
                    <a:pt x="337" y="140"/>
                  </a:lnTo>
                  <a:lnTo>
                    <a:pt x="339" y="143"/>
                  </a:lnTo>
                  <a:lnTo>
                    <a:pt x="341" y="147"/>
                  </a:lnTo>
                  <a:lnTo>
                    <a:pt x="343" y="151"/>
                  </a:lnTo>
                  <a:lnTo>
                    <a:pt x="343" y="156"/>
                  </a:lnTo>
                  <a:lnTo>
                    <a:pt x="343" y="160"/>
                  </a:lnTo>
                  <a:lnTo>
                    <a:pt x="341" y="165"/>
                  </a:lnTo>
                  <a:lnTo>
                    <a:pt x="339" y="169"/>
                  </a:lnTo>
                  <a:lnTo>
                    <a:pt x="337" y="172"/>
                  </a:lnTo>
                  <a:lnTo>
                    <a:pt x="334" y="175"/>
                  </a:lnTo>
                  <a:lnTo>
                    <a:pt x="329" y="177"/>
                  </a:lnTo>
                  <a:lnTo>
                    <a:pt x="324" y="178"/>
                  </a:lnTo>
                  <a:lnTo>
                    <a:pt x="320" y="178"/>
                  </a:lnTo>
                  <a:lnTo>
                    <a:pt x="315" y="178"/>
                  </a:lnTo>
                  <a:lnTo>
                    <a:pt x="311" y="177"/>
                  </a:lnTo>
                  <a:lnTo>
                    <a:pt x="308" y="175"/>
                  </a:lnTo>
                  <a:lnTo>
                    <a:pt x="304" y="172"/>
                  </a:lnTo>
                  <a:lnTo>
                    <a:pt x="302" y="169"/>
                  </a:lnTo>
                  <a:lnTo>
                    <a:pt x="300" y="165"/>
                  </a:lnTo>
                  <a:lnTo>
                    <a:pt x="299" y="160"/>
                  </a:lnTo>
                  <a:lnTo>
                    <a:pt x="297" y="156"/>
                  </a:lnTo>
                  <a:lnTo>
                    <a:pt x="299" y="151"/>
                  </a:lnTo>
                  <a:lnTo>
                    <a:pt x="300" y="147"/>
                  </a:lnTo>
                  <a:lnTo>
                    <a:pt x="302" y="143"/>
                  </a:lnTo>
                  <a:lnTo>
                    <a:pt x="304" y="140"/>
                  </a:lnTo>
                  <a:lnTo>
                    <a:pt x="308" y="138"/>
                  </a:lnTo>
                  <a:lnTo>
                    <a:pt x="311" y="135"/>
                  </a:lnTo>
                  <a:lnTo>
                    <a:pt x="315" y="134"/>
                  </a:lnTo>
                  <a:lnTo>
                    <a:pt x="320" y="133"/>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68569" tIns="34275" rIns="68569" bIns="34275" anchor="t" anchorCtr="0">
              <a:noAutofit/>
            </a:bodyPr>
            <a:lstStyle/>
            <a:p>
              <a:pPr defTabSz="457200">
                <a:buClrTx/>
                <a:buFontTx/>
                <a:buNone/>
              </a:pPr>
              <a:endParaRPr sz="600" kern="1200"/>
            </a:p>
          </p:txBody>
        </p:sp>
      </p:grpSp>
      <p:sp>
        <p:nvSpPr>
          <p:cNvPr id="702" name="Shape 702"/>
          <p:cNvSpPr txBox="1">
            <a:spLocks/>
          </p:cNvSpPr>
          <p:nvPr/>
        </p:nvSpPr>
        <p:spPr>
          <a:xfrm>
            <a:off x="487571" y="1185865"/>
            <a:ext cx="811091" cy="235421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68569" tIns="34275" rIns="68569" bIns="34275" anchor="ctr" anchorCtr="0">
            <a:noAutofit/>
          </a:bodyPr>
          <a:lstStyle/>
          <a:p>
            <a:pPr algn="ctr" defTabSz="457200">
              <a:buClrTx/>
              <a:buFontTx/>
              <a:buNone/>
            </a:pPr>
            <a:r>
              <a:rPr lang="en-US" sz="1000" b="1" kern="1200" dirty="0" smtClean="0">
                <a:solidFill>
                  <a:srgbClr val="FFFFFF"/>
                </a:solidFill>
              </a:rPr>
              <a:t>AI/ML Serving Layer</a:t>
            </a:r>
            <a:endParaRPr sz="1600" kern="1200" dirty="0">
              <a:latin typeface="NeueHaasGroteskText Std"/>
              <a:ea typeface="+mn-ea"/>
              <a:cs typeface="+mn-cs"/>
            </a:endParaRPr>
          </a:p>
        </p:txBody>
      </p:sp>
      <p:sp>
        <p:nvSpPr>
          <p:cNvPr id="755" name="Shape 755"/>
          <p:cNvSpPr txBox="1">
            <a:spLocks/>
          </p:cNvSpPr>
          <p:nvPr/>
        </p:nvSpPr>
        <p:spPr>
          <a:xfrm>
            <a:off x="5601373" y="1530607"/>
            <a:ext cx="532797" cy="101149"/>
          </a:xfrm>
          <a:prstGeom prst="rect">
            <a:avLst/>
          </a:prstGeom>
          <a:noFill/>
          <a:ln>
            <a:noFill/>
          </a:ln>
        </p:spPr>
        <p:txBody>
          <a:bodyPr spcFirstLastPara="1" wrap="square" lIns="0" tIns="0" rIns="0" bIns="0" anchor="t" anchorCtr="0">
            <a:noAutofit/>
          </a:bodyPr>
          <a:lstStyle/>
          <a:p>
            <a:pPr defTabSz="457200">
              <a:buClrTx/>
              <a:buFontTx/>
              <a:buNone/>
            </a:pPr>
            <a:r>
              <a:rPr lang="en-US" sz="450" kern="1200" dirty="0"/>
              <a:t>API for Predictive Scores</a:t>
            </a:r>
            <a:endParaRPr sz="450" kern="1200" dirty="0"/>
          </a:p>
        </p:txBody>
      </p:sp>
      <p:sp>
        <p:nvSpPr>
          <p:cNvPr id="757" name="Shape 757"/>
          <p:cNvSpPr txBox="1">
            <a:spLocks/>
          </p:cNvSpPr>
          <p:nvPr/>
        </p:nvSpPr>
        <p:spPr>
          <a:xfrm>
            <a:off x="2963773" y="1538059"/>
            <a:ext cx="274114" cy="138500"/>
          </a:xfrm>
          <a:prstGeom prst="rect">
            <a:avLst/>
          </a:prstGeom>
          <a:noFill/>
          <a:ln>
            <a:noFill/>
          </a:ln>
        </p:spPr>
        <p:txBody>
          <a:bodyPr spcFirstLastPara="1" wrap="square" lIns="0" tIns="0" rIns="0" bIns="0" anchor="t" anchorCtr="0">
            <a:noAutofit/>
          </a:bodyPr>
          <a:lstStyle/>
          <a:p>
            <a:pPr defTabSz="457200">
              <a:buClrTx/>
              <a:buFontTx/>
              <a:buNone/>
            </a:pPr>
            <a:r>
              <a:rPr lang="en-US" sz="500" kern="1200" dirty="0"/>
              <a:t>Real-time </a:t>
            </a:r>
            <a:endParaRPr sz="500" kern="1200" dirty="0">
              <a:latin typeface="NeueHaasGroteskText Std"/>
              <a:ea typeface="+mn-ea"/>
              <a:cs typeface="+mn-cs"/>
            </a:endParaRPr>
          </a:p>
          <a:p>
            <a:pPr defTabSz="457200">
              <a:buClrTx/>
              <a:buFontTx/>
              <a:buNone/>
            </a:pPr>
            <a:r>
              <a:rPr lang="en-US" sz="450" kern="1200" dirty="0"/>
              <a:t>Triggers</a:t>
            </a:r>
            <a:endParaRPr sz="450" kern="1200" dirty="0"/>
          </a:p>
        </p:txBody>
      </p:sp>
      <p:cxnSp>
        <p:nvCxnSpPr>
          <p:cNvPr id="758" name="Shape 758"/>
          <p:cNvCxnSpPr/>
          <p:nvPr/>
        </p:nvCxnSpPr>
        <p:spPr>
          <a:xfrm flipV="1">
            <a:off x="2893367" y="1485097"/>
            <a:ext cx="0" cy="488259"/>
          </a:xfrm>
          <a:prstGeom prst="straightConnector1">
            <a:avLst/>
          </a:prstGeom>
          <a:ln>
            <a:solidFill>
              <a:schemeClr val="tx1"/>
            </a:solidFill>
            <a:tailEnd type="triangle"/>
          </a:ln>
        </p:spPr>
        <p:style>
          <a:lnRef idx="1">
            <a:schemeClr val="accent1"/>
          </a:lnRef>
          <a:fillRef idx="0">
            <a:schemeClr val="accent1"/>
          </a:fillRef>
          <a:effectRef idx="1">
            <a:schemeClr val="accent1"/>
          </a:effectRef>
          <a:fontRef idx="minor">
            <a:schemeClr val="tx1"/>
          </a:fontRef>
        </p:style>
      </p:cxnSp>
      <p:cxnSp>
        <p:nvCxnSpPr>
          <p:cNvPr id="760" name="Shape 760"/>
          <p:cNvCxnSpPr/>
          <p:nvPr/>
        </p:nvCxnSpPr>
        <p:spPr>
          <a:xfrm flipV="1">
            <a:off x="5569934" y="1476387"/>
            <a:ext cx="0" cy="406827"/>
          </a:xfrm>
          <a:prstGeom prst="straightConnector1">
            <a:avLst/>
          </a:prstGeom>
          <a:ln>
            <a:solidFill>
              <a:schemeClr val="tx1"/>
            </a:solidFill>
            <a:tailEnd type="triangle"/>
          </a:ln>
        </p:spPr>
        <p:style>
          <a:lnRef idx="1">
            <a:schemeClr val="accent1"/>
          </a:lnRef>
          <a:fillRef idx="0">
            <a:schemeClr val="accent1"/>
          </a:fillRef>
          <a:effectRef idx="1">
            <a:schemeClr val="accent1"/>
          </a:effectRef>
          <a:fontRef idx="minor">
            <a:schemeClr val="tx1"/>
          </a:fontRef>
        </p:style>
      </p:cxnSp>
      <p:sp>
        <p:nvSpPr>
          <p:cNvPr id="756" name="Shape 756"/>
          <p:cNvSpPr txBox="1">
            <a:spLocks/>
          </p:cNvSpPr>
          <p:nvPr/>
        </p:nvSpPr>
        <p:spPr>
          <a:xfrm>
            <a:off x="4314722" y="1519828"/>
            <a:ext cx="628270" cy="170960"/>
          </a:xfrm>
          <a:prstGeom prst="rect">
            <a:avLst/>
          </a:prstGeom>
          <a:noFill/>
          <a:ln>
            <a:noFill/>
          </a:ln>
        </p:spPr>
        <p:txBody>
          <a:bodyPr spcFirstLastPara="1" wrap="square" lIns="0" tIns="0" rIns="0" bIns="0" anchor="t" anchorCtr="0">
            <a:noAutofit/>
          </a:bodyPr>
          <a:lstStyle/>
          <a:p>
            <a:pPr defTabSz="457200">
              <a:buClrTx/>
              <a:buFontTx/>
              <a:buNone/>
            </a:pPr>
            <a:r>
              <a:rPr lang="en-US" sz="450" kern="1200" dirty="0"/>
              <a:t>API for Real-time</a:t>
            </a:r>
            <a:endParaRPr sz="450" kern="1200" dirty="0"/>
          </a:p>
          <a:p>
            <a:pPr defTabSz="457200">
              <a:buClrTx/>
              <a:buFontTx/>
              <a:buNone/>
            </a:pPr>
            <a:r>
              <a:rPr lang="en-US" sz="450" kern="1200" dirty="0"/>
              <a:t>Contextual Insights</a:t>
            </a:r>
            <a:endParaRPr sz="450" kern="1200" dirty="0"/>
          </a:p>
        </p:txBody>
      </p:sp>
      <p:cxnSp>
        <p:nvCxnSpPr>
          <p:cNvPr id="759" name="Shape 759"/>
          <p:cNvCxnSpPr/>
          <p:nvPr/>
        </p:nvCxnSpPr>
        <p:spPr>
          <a:xfrm flipV="1">
            <a:off x="4261981" y="1469494"/>
            <a:ext cx="0" cy="406827"/>
          </a:xfrm>
          <a:prstGeom prst="straightConnector1">
            <a:avLst/>
          </a:prstGeom>
          <a:ln>
            <a:solidFill>
              <a:schemeClr val="tx1"/>
            </a:solidFill>
            <a:tailEnd type="triangle"/>
          </a:ln>
        </p:spPr>
        <p:style>
          <a:lnRef idx="1">
            <a:schemeClr val="accent1"/>
          </a:lnRef>
          <a:fillRef idx="0">
            <a:schemeClr val="accent1"/>
          </a:fillRef>
          <a:effectRef idx="1">
            <a:schemeClr val="accent1"/>
          </a:effectRef>
          <a:fontRef idx="minor">
            <a:schemeClr val="tx1"/>
          </a:fontRef>
        </p:style>
      </p:cxnSp>
      <p:sp>
        <p:nvSpPr>
          <p:cNvPr id="190" name="Shape 645"/>
          <p:cNvSpPr txBox="1">
            <a:spLocks/>
          </p:cNvSpPr>
          <p:nvPr/>
        </p:nvSpPr>
        <p:spPr>
          <a:xfrm>
            <a:off x="484143" y="3589326"/>
            <a:ext cx="814519" cy="1030381"/>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algn="ctr" defTabSz="457200">
              <a:buClrTx/>
              <a:buFontTx/>
              <a:buNone/>
            </a:pPr>
            <a:r>
              <a:rPr lang="en-US" sz="900" b="1" kern="1200" dirty="0" smtClean="0">
                <a:solidFill>
                  <a:srgbClr val="FFFFFF"/>
                </a:solidFill>
              </a:rPr>
              <a:t>BIG AI/ML </a:t>
            </a:r>
          </a:p>
          <a:p>
            <a:pPr algn="ctr" defTabSz="457200">
              <a:buClrTx/>
              <a:buFontTx/>
              <a:buNone/>
            </a:pPr>
            <a:r>
              <a:rPr lang="en-US" sz="900" b="1" kern="1200" dirty="0" smtClean="0">
                <a:solidFill>
                  <a:srgbClr val="FFFFFF"/>
                </a:solidFill>
              </a:rPr>
              <a:t>Dev Layer</a:t>
            </a:r>
            <a:endParaRPr sz="1200" kern="1200" dirty="0">
              <a:latin typeface="NeueHaasGroteskText Std"/>
              <a:ea typeface="+mn-ea"/>
              <a:cs typeface="+mn-cs"/>
            </a:endParaRPr>
          </a:p>
        </p:txBody>
      </p:sp>
      <p:sp>
        <p:nvSpPr>
          <p:cNvPr id="191" name="Oval 190"/>
          <p:cNvSpPr>
            <a:spLocks/>
          </p:cNvSpPr>
          <p:nvPr/>
        </p:nvSpPr>
        <p:spPr>
          <a:xfrm>
            <a:off x="767175" y="3655273"/>
            <a:ext cx="248453" cy="247723"/>
          </a:xfrm>
          <a:prstGeom prst="ellipse">
            <a:avLst/>
          </a:prstGeom>
          <a:solidFill>
            <a:srgbClr val="C00000"/>
          </a:solidFill>
          <a:ln>
            <a:noFill/>
          </a:ln>
        </p:spPr>
        <p:style>
          <a:lnRef idx="1">
            <a:schemeClr val="accent1"/>
          </a:lnRef>
          <a:fillRef idx="1">
            <a:schemeClr val="accent1"/>
          </a:fillRef>
          <a:effectRef idx="0">
            <a:schemeClr val="accent1"/>
          </a:effectRef>
          <a:fontRef idx="minor">
            <a:schemeClr val="lt1"/>
          </a:fontRef>
        </p:style>
        <p:txBody>
          <a:bodyPr rtlCol="0" anchor="ctr"/>
          <a:lstStyle/>
          <a:p>
            <a:pPr algn="ctr" defTabSz="457200">
              <a:buClrTx/>
              <a:buFontTx/>
              <a:buNone/>
            </a:pPr>
            <a:r>
              <a:rPr lang="en-US" b="1" kern="1200" dirty="0" smtClean="0">
                <a:solidFill>
                  <a:srgbClr val="FFFFFF"/>
                </a:solidFill>
              </a:rPr>
              <a:t>2</a:t>
            </a:r>
            <a:endParaRPr lang="en-US" b="1" kern="1200" dirty="0">
              <a:solidFill>
                <a:srgbClr val="FFFFFF"/>
              </a:solidFill>
            </a:endParaRPr>
          </a:p>
        </p:txBody>
      </p:sp>
      <p:sp>
        <p:nvSpPr>
          <p:cNvPr id="192" name="Oval 191"/>
          <p:cNvSpPr>
            <a:spLocks/>
          </p:cNvSpPr>
          <p:nvPr/>
        </p:nvSpPr>
        <p:spPr>
          <a:xfrm>
            <a:off x="756989" y="1811382"/>
            <a:ext cx="248453" cy="247723"/>
          </a:xfrm>
          <a:prstGeom prst="ellipse">
            <a:avLst/>
          </a:prstGeom>
          <a:solidFill>
            <a:srgbClr val="C00000"/>
          </a:solidFill>
          <a:ln>
            <a:noFill/>
          </a:ln>
        </p:spPr>
        <p:style>
          <a:lnRef idx="1">
            <a:schemeClr val="accent1"/>
          </a:lnRef>
          <a:fillRef idx="1">
            <a:schemeClr val="accent1"/>
          </a:fillRef>
          <a:effectRef idx="0">
            <a:schemeClr val="accent1"/>
          </a:effectRef>
          <a:fontRef idx="minor">
            <a:schemeClr val="lt1"/>
          </a:fontRef>
        </p:style>
        <p:txBody>
          <a:bodyPr rtlCol="0" anchor="ctr"/>
          <a:lstStyle/>
          <a:p>
            <a:pPr algn="ctr" defTabSz="457200">
              <a:buClrTx/>
              <a:buFontTx/>
              <a:buNone/>
            </a:pPr>
            <a:r>
              <a:rPr lang="en-US" b="1" kern="1200" dirty="0" smtClean="0">
                <a:solidFill>
                  <a:srgbClr val="FFFFFF"/>
                </a:solidFill>
              </a:rPr>
              <a:t>3</a:t>
            </a:r>
            <a:endParaRPr lang="en-US" b="1" kern="1200" dirty="0">
              <a:solidFill>
                <a:srgbClr val="FFFFFF"/>
              </a:solidFill>
            </a:endParaRPr>
          </a:p>
        </p:txBody>
      </p:sp>
      <p:cxnSp>
        <p:nvCxnSpPr>
          <p:cNvPr id="137" name="Shape 785"/>
          <p:cNvCxnSpPr/>
          <p:nvPr/>
        </p:nvCxnSpPr>
        <p:spPr>
          <a:xfrm flipV="1">
            <a:off x="3452407" y="2571504"/>
            <a:ext cx="267952" cy="1"/>
          </a:xfrm>
          <a:prstGeom prst="straightConnector1">
            <a:avLst/>
          </a:prstGeom>
          <a:ln>
            <a:solidFill>
              <a:schemeClr val="tx1"/>
            </a:solidFill>
            <a:tailEnd type="triangle"/>
          </a:ln>
        </p:spPr>
        <p:style>
          <a:lnRef idx="1">
            <a:schemeClr val="accent1"/>
          </a:lnRef>
          <a:fillRef idx="0">
            <a:schemeClr val="accent1"/>
          </a:fillRef>
          <a:effectRef idx="1">
            <a:schemeClr val="accent1"/>
          </a:effectRef>
          <a:fontRef idx="minor">
            <a:schemeClr val="tx1"/>
          </a:fontRef>
        </p:style>
      </p:cxnSp>
      <p:cxnSp>
        <p:nvCxnSpPr>
          <p:cNvPr id="141" name="Shape 785"/>
          <p:cNvCxnSpPr/>
          <p:nvPr/>
        </p:nvCxnSpPr>
        <p:spPr>
          <a:xfrm flipV="1">
            <a:off x="4871718" y="2568935"/>
            <a:ext cx="267952" cy="1"/>
          </a:xfrm>
          <a:prstGeom prst="straightConnector1">
            <a:avLst/>
          </a:prstGeom>
          <a:ln>
            <a:solidFill>
              <a:schemeClr val="tx1"/>
            </a:solidFill>
            <a:tailEnd type="triangle"/>
          </a:ln>
        </p:spPr>
        <p:style>
          <a:lnRef idx="1">
            <a:schemeClr val="accent1"/>
          </a:lnRef>
          <a:fillRef idx="0">
            <a:schemeClr val="accent1"/>
          </a:fillRef>
          <a:effectRef idx="1">
            <a:schemeClr val="accent1"/>
          </a:effectRef>
          <a:fontRef idx="minor">
            <a:schemeClr val="tx1"/>
          </a:fontRef>
        </p:style>
      </p:cxnSp>
      <p:sp>
        <p:nvSpPr>
          <p:cNvPr id="114" name="Shape 585"/>
          <p:cNvSpPr>
            <a:spLocks/>
          </p:cNvSpPr>
          <p:nvPr/>
        </p:nvSpPr>
        <p:spPr>
          <a:xfrm>
            <a:off x="1298655" y="4660829"/>
            <a:ext cx="6589624" cy="257282"/>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algn="ctr" defTabSz="457200">
              <a:buClrTx/>
              <a:buFontTx/>
              <a:buNone/>
            </a:pPr>
            <a:r>
              <a:rPr lang="en-US" sz="1050" b="1" kern="1200" dirty="0" smtClean="0">
                <a:latin typeface="NeueHaasGroteskText Std"/>
              </a:rPr>
              <a:t>Oath: Big Data Layer (HDFS)</a:t>
            </a:r>
            <a:endParaRPr sz="1050" b="1" kern="1200" dirty="0">
              <a:latin typeface="NeueHaasGroteskText Std"/>
            </a:endParaRPr>
          </a:p>
        </p:txBody>
      </p:sp>
      <p:sp>
        <p:nvSpPr>
          <p:cNvPr id="116" name="Shape 645"/>
          <p:cNvSpPr txBox="1">
            <a:spLocks/>
          </p:cNvSpPr>
          <p:nvPr/>
        </p:nvSpPr>
        <p:spPr>
          <a:xfrm>
            <a:off x="477365" y="4660829"/>
            <a:ext cx="814519" cy="257282"/>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algn="ctr" defTabSz="457200">
              <a:buClrTx/>
              <a:buFontTx/>
              <a:buNone/>
            </a:pPr>
            <a:endParaRPr sz="1200" kern="1200" dirty="0">
              <a:latin typeface="NeueHaasGroteskText Std"/>
              <a:ea typeface="+mn-ea"/>
              <a:cs typeface="+mn-cs"/>
            </a:endParaRPr>
          </a:p>
        </p:txBody>
      </p:sp>
      <p:sp>
        <p:nvSpPr>
          <p:cNvPr id="142" name="Oval 141"/>
          <p:cNvSpPr>
            <a:spLocks/>
          </p:cNvSpPr>
          <p:nvPr/>
        </p:nvSpPr>
        <p:spPr>
          <a:xfrm>
            <a:off x="756988" y="4654918"/>
            <a:ext cx="248453" cy="247723"/>
          </a:xfrm>
          <a:prstGeom prst="ellipse">
            <a:avLst/>
          </a:prstGeom>
          <a:solidFill>
            <a:srgbClr val="C00000"/>
          </a:solidFill>
          <a:ln>
            <a:noFill/>
          </a:ln>
        </p:spPr>
        <p:style>
          <a:lnRef idx="1">
            <a:schemeClr val="accent1"/>
          </a:lnRef>
          <a:fillRef idx="1">
            <a:schemeClr val="accent1"/>
          </a:fillRef>
          <a:effectRef idx="0">
            <a:schemeClr val="accent1"/>
          </a:effectRef>
          <a:fontRef idx="minor">
            <a:schemeClr val="lt1"/>
          </a:fontRef>
        </p:style>
        <p:txBody>
          <a:bodyPr rtlCol="0" anchor="ctr"/>
          <a:lstStyle/>
          <a:p>
            <a:pPr algn="ctr" defTabSz="457200">
              <a:buClrTx/>
              <a:buFontTx/>
              <a:buNone/>
            </a:pPr>
            <a:r>
              <a:rPr lang="en-US" b="1" kern="1200" dirty="0" smtClean="0">
                <a:solidFill>
                  <a:srgbClr val="FFFFFF"/>
                </a:solidFill>
              </a:rPr>
              <a:t>1</a:t>
            </a:r>
            <a:endParaRPr lang="en-US" b="1" kern="1200" dirty="0">
              <a:solidFill>
                <a:srgbClr val="FFFFFF"/>
              </a:solidFill>
            </a:endParaRPr>
          </a:p>
        </p:txBody>
      </p:sp>
      <p:sp>
        <p:nvSpPr>
          <p:cNvPr id="130" name="Shape 748"/>
          <p:cNvSpPr>
            <a:spLocks/>
          </p:cNvSpPr>
          <p:nvPr/>
        </p:nvSpPr>
        <p:spPr>
          <a:xfrm>
            <a:off x="1579779" y="1718208"/>
            <a:ext cx="1810150" cy="1701456"/>
          </a:xfrm>
          <a:prstGeom prst="rect">
            <a:avLst/>
          </a:prstGeom>
          <a:ln w="19050">
            <a:solidFill>
              <a:srgbClr val="C00000"/>
            </a:solidFill>
            <a:headEnd type="none" w="sm" len="sm"/>
            <a:tailEnd type="none" w="sm" len="sm"/>
          </a:ln>
        </p:spPr>
        <p:style>
          <a:lnRef idx="2">
            <a:schemeClr val="accent2"/>
          </a:lnRef>
          <a:fillRef idx="1">
            <a:schemeClr val="lt1"/>
          </a:fillRef>
          <a:effectRef idx="0">
            <a:schemeClr val="accent2"/>
          </a:effectRef>
          <a:fontRef idx="minor">
            <a:schemeClr val="dk1"/>
          </a:fontRef>
        </p:style>
        <p:txBody>
          <a:bodyPr spcFirstLastPara="1" wrap="square" lIns="68569" tIns="34275" rIns="68569" bIns="34275" anchor="ctr" anchorCtr="0">
            <a:noAutofit/>
          </a:bodyPr>
          <a:lstStyle/>
          <a:p>
            <a:pPr algn="ctr" defTabSz="457200">
              <a:buClrTx/>
              <a:buFontTx/>
              <a:buNone/>
            </a:pPr>
            <a:r>
              <a:rPr lang="en-US" sz="1600" b="1" kern="1200" dirty="0">
                <a:solidFill>
                  <a:srgbClr val="000000"/>
                </a:solidFill>
                <a:ea typeface="Arial"/>
                <a:cs typeface="Arial"/>
              </a:rPr>
              <a:t>Real-time  </a:t>
            </a:r>
          </a:p>
          <a:p>
            <a:pPr algn="ctr" defTabSz="457200">
              <a:buClrTx/>
              <a:buFontTx/>
              <a:buNone/>
            </a:pPr>
            <a:r>
              <a:rPr lang="en-US" sz="1600" b="1" kern="1200" dirty="0">
                <a:solidFill>
                  <a:srgbClr val="000000"/>
                </a:solidFill>
                <a:ea typeface="Arial"/>
                <a:cs typeface="Arial"/>
              </a:rPr>
              <a:t>Streaming</a:t>
            </a:r>
          </a:p>
        </p:txBody>
      </p:sp>
      <p:sp>
        <p:nvSpPr>
          <p:cNvPr id="143" name="Oval 142"/>
          <p:cNvSpPr>
            <a:spLocks/>
          </p:cNvSpPr>
          <p:nvPr/>
        </p:nvSpPr>
        <p:spPr>
          <a:xfrm>
            <a:off x="2363595" y="2044337"/>
            <a:ext cx="248453" cy="247723"/>
          </a:xfrm>
          <a:prstGeom prst="ellipse">
            <a:avLst/>
          </a:prstGeom>
          <a:solidFill>
            <a:srgbClr val="C00000"/>
          </a:solidFill>
          <a:ln>
            <a:noFill/>
          </a:ln>
        </p:spPr>
        <p:style>
          <a:lnRef idx="1">
            <a:schemeClr val="accent1"/>
          </a:lnRef>
          <a:fillRef idx="1">
            <a:schemeClr val="accent1"/>
          </a:fillRef>
          <a:effectRef idx="0">
            <a:schemeClr val="accent1"/>
          </a:effectRef>
          <a:fontRef idx="minor">
            <a:schemeClr val="lt1"/>
          </a:fontRef>
        </p:style>
        <p:txBody>
          <a:bodyPr rtlCol="0" anchor="ctr"/>
          <a:lstStyle/>
          <a:p>
            <a:pPr algn="ctr" defTabSz="457200">
              <a:buClrTx/>
              <a:buFontTx/>
              <a:buNone/>
            </a:pPr>
            <a:r>
              <a:rPr lang="en-US" b="1" kern="1200" dirty="0" smtClean="0">
                <a:solidFill>
                  <a:srgbClr val="FFFFFF"/>
                </a:solidFill>
              </a:rPr>
              <a:t>A</a:t>
            </a:r>
            <a:endParaRPr lang="en-US" b="1" kern="1200" dirty="0">
              <a:solidFill>
                <a:srgbClr val="FFFFFF"/>
              </a:solidFill>
            </a:endParaRPr>
          </a:p>
        </p:txBody>
      </p:sp>
      <p:sp>
        <p:nvSpPr>
          <p:cNvPr id="131" name="Shape 748"/>
          <p:cNvSpPr>
            <a:spLocks/>
          </p:cNvSpPr>
          <p:nvPr/>
        </p:nvSpPr>
        <p:spPr>
          <a:xfrm>
            <a:off x="3770665" y="1718209"/>
            <a:ext cx="1074392" cy="1701456"/>
          </a:xfrm>
          <a:prstGeom prst="rect">
            <a:avLst/>
          </a:prstGeom>
          <a:ln w="19050">
            <a:solidFill>
              <a:srgbClr val="C00000"/>
            </a:solidFill>
            <a:headEnd type="none" w="sm" len="sm"/>
            <a:tailEnd type="none" w="sm" len="sm"/>
          </a:ln>
        </p:spPr>
        <p:style>
          <a:lnRef idx="2">
            <a:schemeClr val="accent2"/>
          </a:lnRef>
          <a:fillRef idx="1">
            <a:schemeClr val="lt1"/>
          </a:fillRef>
          <a:effectRef idx="0">
            <a:schemeClr val="accent2"/>
          </a:effectRef>
          <a:fontRef idx="minor">
            <a:schemeClr val="dk1"/>
          </a:fontRef>
        </p:style>
        <p:txBody>
          <a:bodyPr spcFirstLastPara="1" wrap="square" lIns="68569" tIns="34275" rIns="68569" bIns="34275" anchor="ctr" anchorCtr="0">
            <a:noAutofit/>
          </a:bodyPr>
          <a:lstStyle/>
          <a:p>
            <a:pPr algn="ctr" defTabSz="457200">
              <a:buClrTx/>
              <a:buFontTx/>
              <a:buNone/>
            </a:pPr>
            <a:r>
              <a:rPr lang="en-US" sz="1600" b="1" kern="1200" dirty="0" smtClean="0">
                <a:solidFill>
                  <a:srgbClr val="000000"/>
                </a:solidFill>
                <a:ea typeface="Arial"/>
                <a:cs typeface="Arial"/>
              </a:rPr>
              <a:t>Insights </a:t>
            </a:r>
            <a:endParaRPr lang="en-US" sz="1600" b="1" kern="1200" dirty="0">
              <a:solidFill>
                <a:srgbClr val="000000"/>
              </a:solidFill>
              <a:ea typeface="Arial"/>
              <a:cs typeface="Arial"/>
            </a:endParaRPr>
          </a:p>
          <a:p>
            <a:pPr algn="ctr" defTabSz="457200">
              <a:buClrTx/>
              <a:buFontTx/>
              <a:buNone/>
            </a:pPr>
            <a:r>
              <a:rPr lang="en-US" sz="1600" b="1" kern="1200" dirty="0">
                <a:solidFill>
                  <a:srgbClr val="000000"/>
                </a:solidFill>
                <a:ea typeface="Arial"/>
                <a:cs typeface="Arial"/>
              </a:rPr>
              <a:t>Store</a:t>
            </a:r>
          </a:p>
        </p:txBody>
      </p:sp>
      <p:sp>
        <p:nvSpPr>
          <p:cNvPr id="144" name="Oval 143"/>
          <p:cNvSpPr>
            <a:spLocks/>
          </p:cNvSpPr>
          <p:nvPr/>
        </p:nvSpPr>
        <p:spPr>
          <a:xfrm>
            <a:off x="4182132" y="2044337"/>
            <a:ext cx="248453" cy="247723"/>
          </a:xfrm>
          <a:prstGeom prst="ellipse">
            <a:avLst/>
          </a:prstGeom>
          <a:solidFill>
            <a:srgbClr val="C00000"/>
          </a:solidFill>
          <a:ln>
            <a:noFill/>
          </a:ln>
        </p:spPr>
        <p:style>
          <a:lnRef idx="1">
            <a:schemeClr val="accent1"/>
          </a:lnRef>
          <a:fillRef idx="1">
            <a:schemeClr val="accent1"/>
          </a:fillRef>
          <a:effectRef idx="0">
            <a:schemeClr val="accent1"/>
          </a:effectRef>
          <a:fontRef idx="minor">
            <a:schemeClr val="lt1"/>
          </a:fontRef>
        </p:style>
        <p:txBody>
          <a:bodyPr rtlCol="0" anchor="ctr"/>
          <a:lstStyle/>
          <a:p>
            <a:pPr algn="ctr" defTabSz="457200">
              <a:buClrTx/>
              <a:buFontTx/>
              <a:buNone/>
            </a:pPr>
            <a:r>
              <a:rPr lang="en-US" b="1" kern="1200" dirty="0" smtClean="0">
                <a:solidFill>
                  <a:srgbClr val="FFFFFF"/>
                </a:solidFill>
              </a:rPr>
              <a:t>B</a:t>
            </a:r>
            <a:endParaRPr lang="en-US" b="1" kern="1200" dirty="0">
              <a:solidFill>
                <a:srgbClr val="FFFFFF"/>
              </a:solidFill>
            </a:endParaRPr>
          </a:p>
        </p:txBody>
      </p:sp>
      <p:sp>
        <p:nvSpPr>
          <p:cNvPr id="132" name="Shape 748"/>
          <p:cNvSpPr>
            <a:spLocks/>
          </p:cNvSpPr>
          <p:nvPr/>
        </p:nvSpPr>
        <p:spPr>
          <a:xfrm>
            <a:off x="5163315" y="1720887"/>
            <a:ext cx="1651944" cy="1701456"/>
          </a:xfrm>
          <a:prstGeom prst="rect">
            <a:avLst/>
          </a:prstGeom>
          <a:ln w="19050">
            <a:solidFill>
              <a:srgbClr val="C00000"/>
            </a:solidFill>
            <a:headEnd type="none" w="sm" len="sm"/>
            <a:tailEnd type="none" w="sm" len="sm"/>
          </a:ln>
        </p:spPr>
        <p:style>
          <a:lnRef idx="2">
            <a:schemeClr val="accent2"/>
          </a:lnRef>
          <a:fillRef idx="1">
            <a:schemeClr val="lt1"/>
          </a:fillRef>
          <a:effectRef idx="0">
            <a:schemeClr val="accent2"/>
          </a:effectRef>
          <a:fontRef idx="minor">
            <a:schemeClr val="dk1"/>
          </a:fontRef>
        </p:style>
        <p:txBody>
          <a:bodyPr spcFirstLastPara="1" wrap="square" lIns="68569" tIns="34275" rIns="68569" bIns="34275" anchor="ctr" anchorCtr="0">
            <a:noAutofit/>
          </a:bodyPr>
          <a:lstStyle/>
          <a:p>
            <a:pPr algn="ctr" defTabSz="457200">
              <a:buClrTx/>
              <a:buFontTx/>
              <a:buNone/>
            </a:pPr>
            <a:r>
              <a:rPr lang="en-US" sz="1600" b="1" kern="1200" dirty="0">
                <a:solidFill>
                  <a:srgbClr val="000000"/>
                </a:solidFill>
                <a:ea typeface="Arial"/>
                <a:cs typeface="Arial"/>
              </a:rPr>
              <a:t>AI Processor</a:t>
            </a:r>
          </a:p>
        </p:txBody>
      </p:sp>
      <p:grpSp>
        <p:nvGrpSpPr>
          <p:cNvPr id="5" name="Group 4"/>
          <p:cNvGrpSpPr/>
          <p:nvPr/>
        </p:nvGrpSpPr>
        <p:grpSpPr>
          <a:xfrm>
            <a:off x="1553748" y="1221984"/>
            <a:ext cx="5261512" cy="249131"/>
            <a:chOff x="1553748" y="1221984"/>
            <a:chExt cx="5261512" cy="249131"/>
          </a:xfrm>
        </p:grpSpPr>
        <p:sp>
          <p:nvSpPr>
            <p:cNvPr id="169" name="Shape 743"/>
            <p:cNvSpPr>
              <a:spLocks/>
            </p:cNvSpPr>
            <p:nvPr/>
          </p:nvSpPr>
          <p:spPr>
            <a:xfrm>
              <a:off x="1553748" y="1221984"/>
              <a:ext cx="5261512" cy="248564"/>
            </a:xfrm>
            <a:prstGeom prst="rect">
              <a:avLst/>
            </a:prstGeom>
            <a:noFill/>
            <a:ln w="19050" cap="flat" cmpd="sng">
              <a:solidFill>
                <a:srgbClr val="C00000"/>
              </a:solidFill>
              <a:prstDash val="solid"/>
              <a:round/>
              <a:headEnd type="none" w="sm" len="sm"/>
              <a:tailEnd type="none" w="sm" len="sm"/>
            </a:ln>
          </p:spPr>
          <p:txBody>
            <a:bodyPr spcFirstLastPara="1" wrap="square" lIns="68569" tIns="34275" rIns="68569" bIns="34275" anchor="ctr" anchorCtr="0">
              <a:noAutofit/>
            </a:bodyPr>
            <a:lstStyle/>
            <a:p>
              <a:pPr algn="ctr" defTabSz="457200">
                <a:buClrTx/>
                <a:buFontTx/>
                <a:buNone/>
              </a:pPr>
              <a:r>
                <a:rPr lang="en-US" b="1" kern="1200" dirty="0" smtClean="0"/>
                <a:t>Decision Engine</a:t>
              </a:r>
              <a:endParaRPr sz="3600" kern="1200" dirty="0">
                <a:latin typeface="NeueHaasGroteskText Std"/>
                <a:ea typeface="+mn-ea"/>
                <a:cs typeface="+mn-cs"/>
              </a:endParaRPr>
            </a:p>
          </p:txBody>
        </p:sp>
        <p:sp>
          <p:nvSpPr>
            <p:cNvPr id="146" name="Oval 145"/>
            <p:cNvSpPr>
              <a:spLocks/>
            </p:cNvSpPr>
            <p:nvPr/>
          </p:nvSpPr>
          <p:spPr>
            <a:xfrm>
              <a:off x="3146010" y="1223392"/>
              <a:ext cx="248453" cy="247723"/>
            </a:xfrm>
            <a:prstGeom prst="ellipse">
              <a:avLst/>
            </a:prstGeom>
            <a:solidFill>
              <a:srgbClr val="C00000"/>
            </a:solidFill>
            <a:ln>
              <a:noFill/>
            </a:ln>
          </p:spPr>
          <p:style>
            <a:lnRef idx="1">
              <a:schemeClr val="accent1"/>
            </a:lnRef>
            <a:fillRef idx="1">
              <a:schemeClr val="accent1"/>
            </a:fillRef>
            <a:effectRef idx="0">
              <a:schemeClr val="accent1"/>
            </a:effectRef>
            <a:fontRef idx="minor">
              <a:schemeClr val="lt1"/>
            </a:fontRef>
          </p:style>
          <p:txBody>
            <a:bodyPr rtlCol="0" anchor="ctr"/>
            <a:lstStyle/>
            <a:p>
              <a:pPr algn="ctr" defTabSz="457200">
                <a:buClrTx/>
                <a:buFontTx/>
                <a:buNone/>
              </a:pPr>
              <a:r>
                <a:rPr lang="en-US" sz="1200" b="1" kern="1200" dirty="0" smtClean="0">
                  <a:solidFill>
                    <a:srgbClr val="FFFFFF"/>
                  </a:solidFill>
                </a:rPr>
                <a:t>D</a:t>
              </a:r>
              <a:endParaRPr lang="en-US" sz="1200" b="1" kern="1200" dirty="0">
                <a:solidFill>
                  <a:srgbClr val="FFFFFF"/>
                </a:solidFill>
              </a:endParaRPr>
            </a:p>
          </p:txBody>
        </p:sp>
      </p:grpSp>
      <p:sp>
        <p:nvSpPr>
          <p:cNvPr id="102" name="Rectangle 101"/>
          <p:cNvSpPr/>
          <p:nvPr/>
        </p:nvSpPr>
        <p:spPr>
          <a:xfrm>
            <a:off x="487571" y="3587680"/>
            <a:ext cx="7400708" cy="1016950"/>
          </a:xfrm>
          <a:prstGeom prst="rect">
            <a:avLst/>
          </a:prstGeom>
          <a:noFill/>
          <a:ln w="9525">
            <a:solidFill>
              <a:schemeClr val="tx1"/>
            </a:solidFill>
          </a:ln>
        </p:spPr>
        <p:style>
          <a:lnRef idx="1">
            <a:schemeClr val="accent1"/>
          </a:lnRef>
          <a:fillRef idx="1">
            <a:schemeClr val="accent1"/>
          </a:fillRef>
          <a:effectRef idx="0">
            <a:schemeClr val="accent1"/>
          </a:effectRef>
          <a:fontRef idx="minor">
            <a:schemeClr val="lt1"/>
          </a:fontRef>
        </p:style>
        <p:txBody>
          <a:bodyPr rtlCol="0" anchor="ctr"/>
          <a:lstStyle/>
          <a:p>
            <a:pPr algn="ctr" defTabSz="457200">
              <a:buClrTx/>
              <a:buFontTx/>
              <a:buNone/>
            </a:pPr>
            <a:endParaRPr lang="en-US" sz="1800" kern="1200">
              <a:solidFill>
                <a:srgbClr val="FFFFFF"/>
              </a:solidFill>
            </a:endParaRPr>
          </a:p>
        </p:txBody>
      </p:sp>
      <p:grpSp>
        <p:nvGrpSpPr>
          <p:cNvPr id="10" name="Group 9"/>
          <p:cNvGrpSpPr/>
          <p:nvPr/>
        </p:nvGrpSpPr>
        <p:grpSpPr>
          <a:xfrm>
            <a:off x="7058175" y="1673304"/>
            <a:ext cx="657684" cy="786853"/>
            <a:chOff x="7059567" y="1559005"/>
            <a:chExt cx="657684" cy="786853"/>
          </a:xfrm>
        </p:grpSpPr>
        <p:sp>
          <p:nvSpPr>
            <p:cNvPr id="741" name="Shape 741"/>
            <p:cNvSpPr>
              <a:spLocks/>
            </p:cNvSpPr>
            <p:nvPr/>
          </p:nvSpPr>
          <p:spPr>
            <a:xfrm>
              <a:off x="7059567" y="1705419"/>
              <a:ext cx="657684" cy="640439"/>
            </a:xfrm>
            <a:prstGeom prst="rect">
              <a:avLst/>
            </a:prstGeom>
            <a:solidFill>
              <a:srgbClr val="F2F2F2"/>
            </a:solidFill>
            <a:ln w="19050" cap="flat" cmpd="sng">
              <a:solidFill>
                <a:schemeClr val="accent1"/>
              </a:solidFill>
              <a:prstDash val="solid"/>
              <a:round/>
              <a:headEnd type="none" w="sm" len="sm"/>
              <a:tailEnd type="none" w="sm" len="sm"/>
            </a:ln>
          </p:spPr>
          <p:txBody>
            <a:bodyPr spcFirstLastPara="1" wrap="square" lIns="20569" tIns="34275" rIns="20569" bIns="34275" anchor="b" anchorCtr="0">
              <a:noAutofit/>
            </a:bodyPr>
            <a:lstStyle/>
            <a:p>
              <a:pPr algn="ctr" defTabSz="457200">
                <a:buClrTx/>
                <a:buFontTx/>
                <a:buNone/>
              </a:pPr>
              <a:r>
                <a:rPr lang="en-US" sz="525" b="1" kern="1200" dirty="0"/>
                <a:t>AI Portal</a:t>
              </a:r>
              <a:endParaRPr sz="525" b="1" kern="1200" dirty="0"/>
            </a:p>
            <a:p>
              <a:pPr algn="ctr" defTabSz="457200">
                <a:buClrTx/>
                <a:buFontTx/>
                <a:buNone/>
              </a:pPr>
              <a:r>
                <a:rPr lang="en-US" sz="525" kern="1200" dirty="0"/>
                <a:t>(Model Registry, Documentation,  Performance monitoring  dashboards)</a:t>
              </a:r>
              <a:endParaRPr sz="525" kern="1200" dirty="0"/>
            </a:p>
          </p:txBody>
        </p:sp>
        <p:sp>
          <p:nvSpPr>
            <p:cNvPr id="97" name="Oval 96"/>
            <p:cNvSpPr>
              <a:spLocks/>
            </p:cNvSpPr>
            <p:nvPr/>
          </p:nvSpPr>
          <p:spPr>
            <a:xfrm>
              <a:off x="7246628" y="1559005"/>
              <a:ext cx="248453" cy="247723"/>
            </a:xfrm>
            <a:prstGeom prst="ellipse">
              <a:avLst/>
            </a:prstGeom>
            <a:solidFill>
              <a:srgbClr val="C00000"/>
            </a:solidFill>
            <a:ln>
              <a:noFill/>
            </a:ln>
          </p:spPr>
          <p:style>
            <a:lnRef idx="1">
              <a:schemeClr val="accent1"/>
            </a:lnRef>
            <a:fillRef idx="1">
              <a:schemeClr val="accent1"/>
            </a:fillRef>
            <a:effectRef idx="0">
              <a:schemeClr val="accent1"/>
            </a:effectRef>
            <a:fontRef idx="minor">
              <a:schemeClr val="lt1"/>
            </a:fontRef>
          </p:style>
          <p:txBody>
            <a:bodyPr rtlCol="0" anchor="ctr"/>
            <a:lstStyle/>
            <a:p>
              <a:pPr algn="ctr" defTabSz="457200">
                <a:buClrTx/>
                <a:buFontTx/>
                <a:buNone/>
              </a:pPr>
              <a:r>
                <a:rPr lang="en-US" b="1" kern="1200" dirty="0" smtClean="0">
                  <a:solidFill>
                    <a:srgbClr val="FFFFFF"/>
                  </a:solidFill>
                </a:rPr>
                <a:t>E</a:t>
              </a:r>
              <a:endParaRPr lang="en-US" b="1" kern="1200" dirty="0">
                <a:solidFill>
                  <a:srgbClr val="FFFFFF"/>
                </a:solidFill>
              </a:endParaRPr>
            </a:p>
          </p:txBody>
        </p:sp>
      </p:grpSp>
      <p:grpSp>
        <p:nvGrpSpPr>
          <p:cNvPr id="9" name="Group 8"/>
          <p:cNvGrpSpPr/>
          <p:nvPr/>
        </p:nvGrpSpPr>
        <p:grpSpPr>
          <a:xfrm>
            <a:off x="6966774" y="2585264"/>
            <a:ext cx="857605" cy="800871"/>
            <a:chOff x="6971087" y="2407200"/>
            <a:chExt cx="857605" cy="800871"/>
          </a:xfrm>
        </p:grpSpPr>
        <p:sp>
          <p:nvSpPr>
            <p:cNvPr id="742" name="Shape 742"/>
            <p:cNvSpPr>
              <a:spLocks/>
            </p:cNvSpPr>
            <p:nvPr/>
          </p:nvSpPr>
          <p:spPr>
            <a:xfrm>
              <a:off x="6971087" y="2533742"/>
              <a:ext cx="857605" cy="674329"/>
            </a:xfrm>
            <a:prstGeom prst="rect">
              <a:avLst/>
            </a:prstGeom>
            <a:solidFill>
              <a:srgbClr val="F2F2F2"/>
            </a:solidFill>
            <a:ln w="19050" cap="flat" cmpd="sng">
              <a:solidFill>
                <a:schemeClr val="accent1"/>
              </a:solidFill>
              <a:prstDash val="solid"/>
              <a:round/>
              <a:headEnd type="none" w="sm" len="sm"/>
              <a:tailEnd type="none" w="sm" len="sm"/>
            </a:ln>
          </p:spPr>
          <p:txBody>
            <a:bodyPr spcFirstLastPara="1" wrap="square" lIns="20569" tIns="34275" rIns="20569" bIns="34275" anchor="ctr" anchorCtr="0">
              <a:noAutofit/>
            </a:bodyPr>
            <a:lstStyle/>
            <a:p>
              <a:pPr algn="ctr" defTabSz="457200">
                <a:buClrTx/>
                <a:buFontTx/>
                <a:buNone/>
              </a:pPr>
              <a:r>
                <a:rPr lang="en-US" sz="525" b="1" kern="1200" dirty="0"/>
                <a:t>Data Visualization Tools</a:t>
              </a:r>
              <a:endParaRPr sz="450" b="1" kern="1200" dirty="0"/>
            </a:p>
            <a:p>
              <a:pPr algn="ctr" defTabSz="457200">
                <a:buClrTx/>
                <a:buFontTx/>
                <a:buNone/>
              </a:pPr>
              <a:r>
                <a:rPr lang="en-US" sz="450" kern="1200" dirty="0"/>
                <a:t>(Customer Timeline View,</a:t>
              </a:r>
              <a:endParaRPr sz="1350" kern="1200" dirty="0">
                <a:latin typeface="NeueHaasGroteskText Std"/>
                <a:ea typeface="+mn-ea"/>
                <a:cs typeface="+mn-cs"/>
              </a:endParaRPr>
            </a:p>
            <a:p>
              <a:pPr algn="ctr" defTabSz="457200">
                <a:buClrTx/>
                <a:buFontTx/>
                <a:buNone/>
              </a:pPr>
              <a:r>
                <a:rPr lang="en-US" sz="450" kern="1200" dirty="0"/>
                <a:t>Sankey Diagram tools, </a:t>
              </a:r>
              <a:br>
                <a:rPr lang="en-US" sz="450" kern="1200" dirty="0"/>
              </a:br>
              <a:r>
                <a:rPr lang="en-US" sz="450" kern="1200" dirty="0"/>
                <a:t>Data visualization tools,</a:t>
              </a:r>
              <a:endParaRPr sz="1350" kern="1200" dirty="0">
                <a:latin typeface="NeueHaasGroteskText Std"/>
                <a:ea typeface="+mn-ea"/>
                <a:cs typeface="+mn-cs"/>
              </a:endParaRPr>
            </a:p>
            <a:p>
              <a:pPr algn="ctr" defTabSz="457200">
                <a:buClrTx/>
                <a:buFontTx/>
                <a:buNone/>
              </a:pPr>
              <a:r>
                <a:rPr lang="en-US" sz="450" kern="1200" dirty="0"/>
                <a:t>Feature Explore Tools)</a:t>
              </a:r>
              <a:endParaRPr sz="1350" kern="1200" dirty="0">
                <a:latin typeface="NeueHaasGroteskText Std"/>
                <a:ea typeface="+mn-ea"/>
                <a:cs typeface="+mn-cs"/>
              </a:endParaRPr>
            </a:p>
          </p:txBody>
        </p:sp>
        <p:sp>
          <p:nvSpPr>
            <p:cNvPr id="98" name="Oval 97"/>
            <p:cNvSpPr>
              <a:spLocks/>
            </p:cNvSpPr>
            <p:nvPr/>
          </p:nvSpPr>
          <p:spPr>
            <a:xfrm>
              <a:off x="7269342" y="2407200"/>
              <a:ext cx="248453" cy="247723"/>
            </a:xfrm>
            <a:prstGeom prst="ellipse">
              <a:avLst/>
            </a:prstGeom>
            <a:solidFill>
              <a:srgbClr val="C00000"/>
            </a:solidFill>
            <a:ln>
              <a:noFill/>
            </a:ln>
          </p:spPr>
          <p:style>
            <a:lnRef idx="1">
              <a:schemeClr val="accent1"/>
            </a:lnRef>
            <a:fillRef idx="1">
              <a:schemeClr val="accent1"/>
            </a:fillRef>
            <a:effectRef idx="0">
              <a:schemeClr val="accent1"/>
            </a:effectRef>
            <a:fontRef idx="minor">
              <a:schemeClr val="lt1"/>
            </a:fontRef>
          </p:style>
          <p:txBody>
            <a:bodyPr rtlCol="0" anchor="ctr"/>
            <a:lstStyle/>
            <a:p>
              <a:pPr algn="ctr" defTabSz="457200">
                <a:buClrTx/>
                <a:buFontTx/>
                <a:buNone/>
              </a:pPr>
              <a:r>
                <a:rPr lang="en-US" b="1" kern="1200" dirty="0">
                  <a:solidFill>
                    <a:srgbClr val="FFFFFF"/>
                  </a:solidFill>
                </a:rPr>
                <a:t>F</a:t>
              </a:r>
            </a:p>
          </p:txBody>
        </p:sp>
      </p:grpSp>
      <p:sp>
        <p:nvSpPr>
          <p:cNvPr id="99" name="Oval 98"/>
          <p:cNvSpPr>
            <a:spLocks/>
          </p:cNvSpPr>
          <p:nvPr/>
        </p:nvSpPr>
        <p:spPr>
          <a:xfrm>
            <a:off x="5894695" y="2046514"/>
            <a:ext cx="248453" cy="247723"/>
          </a:xfrm>
          <a:prstGeom prst="ellipse">
            <a:avLst/>
          </a:prstGeom>
          <a:solidFill>
            <a:srgbClr val="C00000"/>
          </a:solidFill>
          <a:ln>
            <a:noFill/>
          </a:ln>
        </p:spPr>
        <p:style>
          <a:lnRef idx="1">
            <a:schemeClr val="accent1"/>
          </a:lnRef>
          <a:fillRef idx="1">
            <a:schemeClr val="accent1"/>
          </a:fillRef>
          <a:effectRef idx="0">
            <a:schemeClr val="accent1"/>
          </a:effectRef>
          <a:fontRef idx="minor">
            <a:schemeClr val="lt1"/>
          </a:fontRef>
        </p:style>
        <p:txBody>
          <a:bodyPr rtlCol="0" anchor="ctr"/>
          <a:lstStyle/>
          <a:p>
            <a:pPr algn="ctr" defTabSz="457200">
              <a:buClrTx/>
              <a:buFontTx/>
              <a:buNone/>
            </a:pPr>
            <a:r>
              <a:rPr lang="en-US" b="1" kern="1200" dirty="0">
                <a:solidFill>
                  <a:srgbClr val="FFFFFF"/>
                </a:solidFill>
              </a:rPr>
              <a:t>C</a:t>
            </a:r>
          </a:p>
        </p:txBody>
      </p:sp>
      <p:grpSp>
        <p:nvGrpSpPr>
          <p:cNvPr id="11" name="Group 10"/>
          <p:cNvGrpSpPr/>
          <p:nvPr/>
        </p:nvGrpSpPr>
        <p:grpSpPr>
          <a:xfrm>
            <a:off x="1553714" y="3826343"/>
            <a:ext cx="5955311" cy="503556"/>
            <a:chOff x="1553714" y="3826343"/>
            <a:chExt cx="5955311" cy="503556"/>
          </a:xfrm>
        </p:grpSpPr>
        <p:sp>
          <p:nvSpPr>
            <p:cNvPr id="166" name="Shape 625"/>
            <p:cNvSpPr>
              <a:spLocks/>
            </p:cNvSpPr>
            <p:nvPr/>
          </p:nvSpPr>
          <p:spPr>
            <a:xfrm>
              <a:off x="1553714" y="3826343"/>
              <a:ext cx="1188766" cy="474540"/>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algn="ctr" defTabSz="457200">
                <a:buClrTx/>
                <a:buFontTx/>
                <a:buNone/>
              </a:pPr>
              <a:r>
                <a:rPr lang="en-US" sz="1000" kern="1200" dirty="0"/>
                <a:t>Data </a:t>
              </a:r>
              <a:br>
                <a:rPr lang="en-US" sz="1000" kern="1200" dirty="0"/>
              </a:br>
              <a:r>
                <a:rPr lang="en-US" sz="1000" kern="1200" dirty="0" smtClean="0"/>
                <a:t>Prep</a:t>
              </a:r>
              <a:endParaRPr sz="2000" kern="1200" dirty="0">
                <a:latin typeface="NeueHaasGroteskText Std"/>
                <a:ea typeface="+mn-ea"/>
                <a:cs typeface="+mn-cs"/>
              </a:endParaRPr>
            </a:p>
          </p:txBody>
        </p:sp>
        <p:sp>
          <p:nvSpPr>
            <p:cNvPr id="167" name="Shape 626"/>
            <p:cNvSpPr>
              <a:spLocks/>
            </p:cNvSpPr>
            <p:nvPr/>
          </p:nvSpPr>
          <p:spPr>
            <a:xfrm>
              <a:off x="3142562" y="3826343"/>
              <a:ext cx="1188766" cy="474540"/>
            </a:xfrm>
            <a:prstGeom prst="rect">
              <a:avLst/>
            </a:prstGeom>
            <a:solidFill>
              <a:schemeClr val="bg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algn="ctr" defTabSz="457200">
                <a:buClrTx/>
                <a:buFontTx/>
                <a:buNone/>
              </a:pPr>
              <a:r>
                <a:rPr lang="en-US" sz="1000" kern="1200" dirty="0"/>
                <a:t>Feature </a:t>
              </a:r>
              <a:endParaRPr lang="en-US" sz="1000" kern="1200" dirty="0" smtClean="0"/>
            </a:p>
            <a:p>
              <a:pPr algn="ctr" defTabSz="457200">
                <a:buClrTx/>
                <a:buFontTx/>
                <a:buNone/>
              </a:pPr>
              <a:r>
                <a:rPr lang="en-US" sz="1000" kern="1200" dirty="0" smtClean="0"/>
                <a:t>Engineering</a:t>
              </a:r>
              <a:endParaRPr sz="2000" kern="1200" dirty="0">
                <a:latin typeface="NeueHaasGroteskText Std"/>
                <a:ea typeface="+mn-ea"/>
                <a:cs typeface="+mn-cs"/>
              </a:endParaRPr>
            </a:p>
          </p:txBody>
        </p:sp>
        <p:sp>
          <p:nvSpPr>
            <p:cNvPr id="187" name="Shape 628"/>
            <p:cNvSpPr>
              <a:spLocks/>
            </p:cNvSpPr>
            <p:nvPr/>
          </p:nvSpPr>
          <p:spPr>
            <a:xfrm>
              <a:off x="4731410" y="3845028"/>
              <a:ext cx="1188767" cy="474540"/>
            </a:xfrm>
            <a:prstGeom prst="rect">
              <a:avLst/>
            </a:prstGeom>
            <a:solidFill>
              <a:schemeClr val="bg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algn="ctr" defTabSz="457200">
                <a:buClrTx/>
                <a:buFontTx/>
                <a:buNone/>
              </a:pPr>
              <a:r>
                <a:rPr lang="en-US" sz="1000" kern="1200" dirty="0" smtClean="0"/>
                <a:t>Build &amp; Train </a:t>
              </a:r>
            </a:p>
            <a:p>
              <a:pPr algn="ctr" defTabSz="457200">
                <a:buClrTx/>
                <a:buFontTx/>
                <a:buNone/>
              </a:pPr>
              <a:r>
                <a:rPr lang="en-US" sz="1000" kern="1200" dirty="0" smtClean="0"/>
                <a:t>Model</a:t>
              </a:r>
              <a:endParaRPr sz="2000" kern="1200" dirty="0">
                <a:latin typeface="NeueHaasGroteskText Std"/>
                <a:ea typeface="+mn-ea"/>
                <a:cs typeface="+mn-cs"/>
              </a:endParaRPr>
            </a:p>
          </p:txBody>
        </p:sp>
        <p:sp>
          <p:nvSpPr>
            <p:cNvPr id="101" name="Shape 625"/>
            <p:cNvSpPr>
              <a:spLocks/>
            </p:cNvSpPr>
            <p:nvPr/>
          </p:nvSpPr>
          <p:spPr>
            <a:xfrm>
              <a:off x="6320259" y="3855359"/>
              <a:ext cx="1188766" cy="474540"/>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algn="ctr" defTabSz="457200">
                <a:buClrTx/>
                <a:buFontTx/>
                <a:buNone/>
              </a:pPr>
              <a:r>
                <a:rPr lang="en-US" sz="800" kern="1200" dirty="0" smtClean="0"/>
                <a:t>   </a:t>
              </a:r>
              <a:r>
                <a:rPr lang="en-US" sz="1000" kern="1200" dirty="0" smtClean="0"/>
                <a:t>Evaluate</a:t>
              </a:r>
            </a:p>
            <a:p>
              <a:pPr algn="ctr" defTabSz="457200">
                <a:buClrTx/>
                <a:buFontTx/>
                <a:buNone/>
              </a:pPr>
              <a:r>
                <a:rPr lang="en-US" sz="1000" kern="1200" dirty="0" smtClean="0"/>
                <a:t>   Model</a:t>
              </a:r>
              <a:endParaRPr sz="2000" kern="1200" dirty="0">
                <a:latin typeface="NeueHaasGroteskText Std"/>
                <a:ea typeface="+mn-ea"/>
                <a:cs typeface="+mn-cs"/>
              </a:endParaRPr>
            </a:p>
          </p:txBody>
        </p:sp>
        <p:cxnSp>
          <p:nvCxnSpPr>
            <p:cNvPr id="110" name="Shape 638"/>
            <p:cNvCxnSpPr/>
            <p:nvPr/>
          </p:nvCxnSpPr>
          <p:spPr>
            <a:xfrm>
              <a:off x="2757847" y="4069296"/>
              <a:ext cx="365760" cy="0"/>
            </a:xfrm>
            <a:prstGeom prst="straightConnector1">
              <a:avLst/>
            </a:prstGeom>
            <a:solidFill>
              <a:schemeClr val="accent1"/>
            </a:solidFill>
            <a:ln w="9525" cap="sq" cmpd="sng">
              <a:solidFill>
                <a:schemeClr val="dk1"/>
              </a:solidFill>
              <a:prstDash val="solid"/>
              <a:round/>
              <a:headEnd type="none" w="sm" len="sm"/>
              <a:tailEnd type="triangle" w="med" len="med"/>
            </a:ln>
          </p:spPr>
        </p:cxnSp>
        <p:cxnSp>
          <p:nvCxnSpPr>
            <p:cNvPr id="111" name="Shape 638"/>
            <p:cNvCxnSpPr/>
            <p:nvPr/>
          </p:nvCxnSpPr>
          <p:spPr>
            <a:xfrm>
              <a:off x="4347597" y="4069296"/>
              <a:ext cx="365760" cy="0"/>
            </a:xfrm>
            <a:prstGeom prst="straightConnector1">
              <a:avLst/>
            </a:prstGeom>
            <a:solidFill>
              <a:schemeClr val="accent1"/>
            </a:solidFill>
            <a:ln w="9525" cap="sq" cmpd="sng">
              <a:solidFill>
                <a:schemeClr val="dk1"/>
              </a:solidFill>
              <a:prstDash val="solid"/>
              <a:round/>
              <a:headEnd type="none" w="sm" len="sm"/>
              <a:tailEnd type="triangle" w="med" len="med"/>
            </a:ln>
          </p:spPr>
        </p:cxnSp>
        <p:cxnSp>
          <p:nvCxnSpPr>
            <p:cNvPr id="112" name="Shape 638"/>
            <p:cNvCxnSpPr/>
            <p:nvPr/>
          </p:nvCxnSpPr>
          <p:spPr>
            <a:xfrm>
              <a:off x="5931447" y="4069296"/>
              <a:ext cx="365760" cy="0"/>
            </a:xfrm>
            <a:prstGeom prst="straightConnector1">
              <a:avLst/>
            </a:prstGeom>
            <a:solidFill>
              <a:schemeClr val="accent1"/>
            </a:solidFill>
            <a:ln w="9525" cap="sq" cmpd="sng">
              <a:solidFill>
                <a:schemeClr val="dk1"/>
              </a:solidFill>
              <a:prstDash val="solid"/>
              <a:round/>
              <a:headEnd type="none" w="sm" len="sm"/>
              <a:tailEnd type="triangle" w="med" len="med"/>
            </a:ln>
          </p:spPr>
        </p:cxnSp>
      </p:grpSp>
      <p:cxnSp>
        <p:nvCxnSpPr>
          <p:cNvPr id="788" name="Shape 788"/>
          <p:cNvCxnSpPr/>
          <p:nvPr/>
        </p:nvCxnSpPr>
        <p:spPr>
          <a:xfrm>
            <a:off x="6815260" y="1975383"/>
            <a:ext cx="245297" cy="0"/>
          </a:xfrm>
          <a:prstGeom prst="straightConnector1">
            <a:avLst/>
          </a:prstGeom>
          <a:solidFill>
            <a:schemeClr val="accent1"/>
          </a:solidFill>
          <a:ln w="9525" cap="sq" cmpd="sng">
            <a:solidFill>
              <a:schemeClr val="dk1"/>
            </a:solidFill>
            <a:prstDash val="solid"/>
            <a:round/>
            <a:headEnd type="none" w="sm" len="sm"/>
            <a:tailEnd type="triangle" w="sm" len="sm"/>
          </a:ln>
        </p:spPr>
      </p:cxnSp>
      <p:sp>
        <p:nvSpPr>
          <p:cNvPr id="115" name="Shape 625"/>
          <p:cNvSpPr>
            <a:spLocks/>
          </p:cNvSpPr>
          <p:nvPr/>
        </p:nvSpPr>
        <p:spPr>
          <a:xfrm>
            <a:off x="5267549" y="2767426"/>
            <a:ext cx="1432498" cy="250968"/>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algn="ctr" defTabSz="457200">
              <a:buClrTx/>
              <a:buFontTx/>
              <a:buNone/>
            </a:pPr>
            <a:r>
              <a:rPr lang="en-US" sz="800" kern="1200" dirty="0" smtClean="0"/>
              <a:t>   Run Models @scale</a:t>
            </a:r>
            <a:endParaRPr sz="2000" kern="1200" dirty="0">
              <a:latin typeface="NeueHaasGroteskText Std"/>
              <a:ea typeface="+mn-ea"/>
              <a:cs typeface="+mn-cs"/>
            </a:endParaRPr>
          </a:p>
        </p:txBody>
      </p:sp>
      <p:sp>
        <p:nvSpPr>
          <p:cNvPr id="118" name="Shape 625"/>
          <p:cNvSpPr>
            <a:spLocks/>
          </p:cNvSpPr>
          <p:nvPr/>
        </p:nvSpPr>
        <p:spPr>
          <a:xfrm>
            <a:off x="5275134" y="3062589"/>
            <a:ext cx="1432498" cy="250968"/>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algn="ctr" defTabSz="457200">
              <a:buClrTx/>
              <a:buFontTx/>
              <a:buNone/>
            </a:pPr>
            <a:r>
              <a:rPr lang="en-US" sz="800" kern="1200" dirty="0" smtClean="0"/>
              <a:t> Model Deployment</a:t>
            </a:r>
            <a:endParaRPr sz="2000" kern="1200" dirty="0">
              <a:latin typeface="NeueHaasGroteskText Std"/>
              <a:ea typeface="+mn-ea"/>
              <a:cs typeface="+mn-cs"/>
            </a:endParaRPr>
          </a:p>
        </p:txBody>
      </p:sp>
      <p:sp>
        <p:nvSpPr>
          <p:cNvPr id="87" name="Rectangle 86"/>
          <p:cNvSpPr/>
          <p:nvPr/>
        </p:nvSpPr>
        <p:spPr>
          <a:xfrm>
            <a:off x="487571" y="1182313"/>
            <a:ext cx="7400708" cy="2357762"/>
          </a:xfrm>
          <a:prstGeom prst="rect">
            <a:avLst/>
          </a:prstGeom>
          <a:noFill/>
          <a:ln w="9525">
            <a:solidFill>
              <a:schemeClr val="tx1"/>
            </a:solidFill>
          </a:ln>
        </p:spPr>
        <p:style>
          <a:lnRef idx="1">
            <a:schemeClr val="accent1"/>
          </a:lnRef>
          <a:fillRef idx="1">
            <a:schemeClr val="accent1"/>
          </a:fillRef>
          <a:effectRef idx="0">
            <a:schemeClr val="accent1"/>
          </a:effectRef>
          <a:fontRef idx="minor">
            <a:schemeClr val="lt1"/>
          </a:fontRef>
        </p:style>
        <p:txBody>
          <a:bodyPr rtlCol="0" anchor="ctr"/>
          <a:lstStyle/>
          <a:p>
            <a:pPr algn="ctr" defTabSz="457200">
              <a:buClrTx/>
              <a:buFontTx/>
              <a:buNone/>
            </a:pPr>
            <a:endParaRPr lang="en-US" sz="1800" kern="1200">
              <a:solidFill>
                <a:srgbClr val="FFFFFF"/>
              </a:solidFill>
            </a:endParaRPr>
          </a:p>
        </p:txBody>
      </p:sp>
      <p:cxnSp>
        <p:nvCxnSpPr>
          <p:cNvPr id="3" name="Elbow Connector 2"/>
          <p:cNvCxnSpPr>
            <a:stCxn id="101" idx="0"/>
            <a:endCxn id="118" idx="2"/>
          </p:cNvCxnSpPr>
          <p:nvPr/>
        </p:nvCxnSpPr>
        <p:spPr>
          <a:xfrm rot="16200000" flipV="1">
            <a:off x="6182112" y="3122828"/>
            <a:ext cx="541802" cy="923259"/>
          </a:xfrm>
          <a:prstGeom prst="bentConnector3">
            <a:avLst>
              <a:gd name="adj1" fmla="val 32130"/>
            </a:avLst>
          </a:prstGeom>
          <a:ln>
            <a:solidFill>
              <a:schemeClr val="tx1"/>
            </a:solidFill>
            <a:tailEnd type="triangle"/>
          </a:ln>
        </p:spPr>
        <p:style>
          <a:lnRef idx="1">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2767004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700"/>
        <p:cNvGrpSpPr/>
        <p:nvPr/>
      </p:nvGrpSpPr>
      <p:grpSpPr>
        <a:xfrm>
          <a:off x="0" y="0"/>
          <a:ext cx="0" cy="0"/>
          <a:chOff x="0" y="0"/>
          <a:chExt cx="0" cy="0"/>
        </a:xfrm>
      </p:grpSpPr>
      <p:sp>
        <p:nvSpPr>
          <p:cNvPr id="701" name="Shape 701"/>
          <p:cNvSpPr>
            <a:spLocks/>
          </p:cNvSpPr>
          <p:nvPr/>
        </p:nvSpPr>
        <p:spPr>
          <a:xfrm>
            <a:off x="0" y="763073"/>
            <a:ext cx="9144000" cy="4219275"/>
          </a:xfrm>
          <a:prstGeom prst="rect">
            <a:avLst/>
          </a:prstGeom>
          <a:solidFill>
            <a:srgbClr val="F2F2F2"/>
          </a:solidFill>
          <a:ln>
            <a:noFill/>
          </a:ln>
        </p:spPr>
        <p:txBody>
          <a:bodyPr spcFirstLastPara="1" wrap="square" lIns="68569" tIns="34275" rIns="68569" bIns="34275" anchor="ctr" anchorCtr="0">
            <a:noAutofit/>
          </a:bodyPr>
          <a:lstStyle/>
          <a:p>
            <a:pPr algn="ctr" defTabSz="457200">
              <a:buClrTx/>
              <a:buFontTx/>
              <a:buNone/>
            </a:pPr>
            <a:endParaRPr sz="1350" kern="1200" dirty="0">
              <a:solidFill>
                <a:srgbClr val="FFFFFF"/>
              </a:solidFill>
            </a:endParaRPr>
          </a:p>
        </p:txBody>
      </p:sp>
      <p:sp>
        <p:nvSpPr>
          <p:cNvPr id="704" name="Shape 704"/>
          <p:cNvSpPr txBox="1">
            <a:spLocks noGrp="1"/>
          </p:cNvSpPr>
          <p:nvPr>
            <p:ph type="sldNum" idx="12"/>
          </p:nvPr>
        </p:nvSpPr>
        <p:spPr>
          <a:xfrm>
            <a:off x="8776598" y="4810899"/>
            <a:ext cx="171450" cy="171450"/>
          </a:xfrm>
          <a:prstGeom prst="rect">
            <a:avLst/>
          </a:prstGeom>
          <a:noFill/>
          <a:ln>
            <a:noFill/>
          </a:ln>
        </p:spPr>
        <p:txBody>
          <a:bodyPr spcFirstLastPara="1" vert="horz" wrap="square" lIns="0" tIns="0" rIns="0" bIns="0" rtlCol="0" anchor="b" anchorCtr="0">
            <a:noAutofit/>
          </a:bodyPr>
          <a:lstStyle/>
          <a:p>
            <a:fld id="{00000000-1234-1234-1234-123412341234}" type="slidenum">
              <a:rPr lang="en-US"/>
              <a:pPr/>
              <a:t>13</a:t>
            </a:fld>
            <a:endParaRPr/>
          </a:p>
        </p:txBody>
      </p:sp>
      <p:sp>
        <p:nvSpPr>
          <p:cNvPr id="705" name="Shape 705"/>
          <p:cNvSpPr txBox="1">
            <a:spLocks noGrp="1"/>
          </p:cNvSpPr>
          <p:nvPr>
            <p:ph type="title"/>
          </p:nvPr>
        </p:nvSpPr>
        <p:spPr>
          <a:xfrm>
            <a:off x="473531" y="435429"/>
            <a:ext cx="6683542" cy="254151"/>
          </a:xfrm>
          <a:prstGeom prst="rect">
            <a:avLst/>
          </a:prstGeom>
          <a:noFill/>
          <a:ln>
            <a:noFill/>
          </a:ln>
        </p:spPr>
        <p:txBody>
          <a:bodyPr spcFirstLastPara="1" vert="horz" wrap="square" lIns="0" tIns="0" rIns="0" bIns="0" rtlCol="0" anchor="t" anchorCtr="0">
            <a:normAutofit fontScale="90000"/>
          </a:bodyPr>
          <a:lstStyle/>
          <a:p>
            <a:pPr>
              <a:spcBef>
                <a:spcPct val="0"/>
              </a:spcBef>
            </a:pPr>
            <a:r>
              <a:rPr lang="en-US" sz="2400" dirty="0">
                <a:solidFill>
                  <a:schemeClr val="tx1"/>
                </a:solidFill>
              </a:rPr>
              <a:t>Verizon.ai </a:t>
            </a:r>
            <a:r>
              <a:rPr lang="en-US" sz="2400" dirty="0" smtClean="0">
                <a:solidFill>
                  <a:schemeClr val="tx1"/>
                </a:solidFill>
                <a:uFillTx/>
                <a:latin typeface="+mj-lt"/>
                <a:ea typeface="+mj-ea"/>
                <a:cs typeface="+mj-cs"/>
              </a:rPr>
              <a:t>Architecture – Deep Dive</a:t>
            </a:r>
            <a:endParaRPr sz="2400" dirty="0">
              <a:solidFill>
                <a:schemeClr val="tx1"/>
              </a:solidFill>
              <a:uFillTx/>
              <a:latin typeface="+mj-lt"/>
              <a:ea typeface="+mj-ea"/>
              <a:cs typeface="+mj-cs"/>
            </a:endParaRPr>
          </a:p>
        </p:txBody>
      </p:sp>
      <p:sp>
        <p:nvSpPr>
          <p:cNvPr id="706" name="Shape 706"/>
          <p:cNvSpPr txBox="1">
            <a:spLocks/>
          </p:cNvSpPr>
          <p:nvPr/>
        </p:nvSpPr>
        <p:spPr>
          <a:xfrm>
            <a:off x="487571" y="801941"/>
            <a:ext cx="811091" cy="285837"/>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68569" tIns="34275" rIns="68569" bIns="34275" anchor="ctr" anchorCtr="0">
            <a:noAutofit/>
          </a:bodyPr>
          <a:lstStyle/>
          <a:p>
            <a:pPr algn="ctr" defTabSz="457200">
              <a:buClrTx/>
              <a:buFontTx/>
              <a:buNone/>
            </a:pPr>
            <a:r>
              <a:rPr lang="en-US" sz="825" b="1" kern="1200" dirty="0">
                <a:solidFill>
                  <a:srgbClr val="FFFFFF"/>
                </a:solidFill>
              </a:rPr>
              <a:t>System of Engagement</a:t>
            </a:r>
            <a:endParaRPr sz="825" b="1" kern="1200" dirty="0">
              <a:solidFill>
                <a:srgbClr val="FFFFFF"/>
              </a:solidFill>
            </a:endParaRPr>
          </a:p>
        </p:txBody>
      </p:sp>
      <p:sp>
        <p:nvSpPr>
          <p:cNvPr id="707" name="Shape 707"/>
          <p:cNvSpPr>
            <a:spLocks/>
          </p:cNvSpPr>
          <p:nvPr/>
        </p:nvSpPr>
        <p:spPr>
          <a:xfrm>
            <a:off x="1305432" y="801941"/>
            <a:ext cx="6582847" cy="285837"/>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68569" tIns="34275" rIns="68569" bIns="34275" anchor="ctr" anchorCtr="0">
            <a:noAutofit/>
          </a:bodyPr>
          <a:lstStyle/>
          <a:p>
            <a:pPr algn="ctr" defTabSz="457200">
              <a:buClrTx/>
              <a:buFontTx/>
              <a:buNone/>
            </a:pPr>
            <a:endParaRPr sz="1350" kern="1200">
              <a:solidFill>
                <a:srgbClr val="FFFFFF"/>
              </a:solidFill>
            </a:endParaRPr>
          </a:p>
        </p:txBody>
      </p:sp>
      <p:grpSp>
        <p:nvGrpSpPr>
          <p:cNvPr id="44" name="Group 43"/>
          <p:cNvGrpSpPr/>
          <p:nvPr/>
        </p:nvGrpSpPr>
        <p:grpSpPr>
          <a:xfrm>
            <a:off x="1626989" y="845441"/>
            <a:ext cx="5882009" cy="205749"/>
            <a:chOff x="1690602" y="1103875"/>
            <a:chExt cx="5882009" cy="205749"/>
          </a:xfrm>
        </p:grpSpPr>
        <p:grpSp>
          <p:nvGrpSpPr>
            <p:cNvPr id="209" name="Shape 793"/>
            <p:cNvGrpSpPr/>
            <p:nvPr/>
          </p:nvGrpSpPr>
          <p:grpSpPr>
            <a:xfrm>
              <a:off x="3248927" y="1125522"/>
              <a:ext cx="229636" cy="165659"/>
              <a:chOff x="4391465" y="1323216"/>
              <a:chExt cx="239009" cy="172423"/>
            </a:xfrm>
          </p:grpSpPr>
          <p:sp>
            <p:nvSpPr>
              <p:cNvPr id="243" name="Shape 794"/>
              <p:cNvSpPr>
                <a:spLocks/>
              </p:cNvSpPr>
              <p:nvPr/>
            </p:nvSpPr>
            <p:spPr>
              <a:xfrm>
                <a:off x="4413194" y="1344243"/>
                <a:ext cx="195553" cy="111444"/>
              </a:xfrm>
              <a:prstGeom prst="rect">
                <a:avLst/>
              </a:prstGeom>
              <a:solidFill>
                <a:schemeClr val="dk1"/>
              </a:solidFill>
              <a:ln>
                <a:noFill/>
              </a:ln>
            </p:spPr>
            <p:txBody>
              <a:bodyPr spcFirstLastPara="1" wrap="square" lIns="51431" tIns="25706" rIns="51431" bIns="25706" anchor="t" anchorCtr="0">
                <a:noAutofit/>
              </a:bodyPr>
              <a:lstStyle/>
              <a:p>
                <a:pPr defTabSz="457200">
                  <a:buClrTx/>
                  <a:buFontTx/>
                  <a:buNone/>
                </a:pPr>
                <a:endParaRPr sz="1013" kern="1200">
                  <a:solidFill>
                    <a:srgbClr val="D8D8D8"/>
                  </a:solidFill>
                </a:endParaRPr>
              </a:p>
            </p:txBody>
          </p:sp>
          <p:sp>
            <p:nvSpPr>
              <p:cNvPr id="244" name="Shape 795"/>
              <p:cNvSpPr>
                <a:spLocks/>
              </p:cNvSpPr>
              <p:nvPr/>
            </p:nvSpPr>
            <p:spPr>
              <a:xfrm>
                <a:off x="4391465" y="1323216"/>
                <a:ext cx="239009" cy="172423"/>
              </a:xfrm>
              <a:custGeom>
                <a:avLst/>
                <a:gdLst/>
                <a:ahLst/>
                <a:cxnLst/>
                <a:rect l="0" t="0" r="0" b="0"/>
                <a:pathLst>
                  <a:path w="2046" h="1476" extrusionOk="0">
                    <a:moveTo>
                      <a:pt x="186" y="96"/>
                    </a:moveTo>
                    <a:lnTo>
                      <a:pt x="156" y="96"/>
                    </a:lnTo>
                    <a:lnTo>
                      <a:pt x="138" y="108"/>
                    </a:lnTo>
                    <a:lnTo>
                      <a:pt x="120" y="126"/>
                    </a:lnTo>
                    <a:lnTo>
                      <a:pt x="108" y="150"/>
                    </a:lnTo>
                    <a:lnTo>
                      <a:pt x="102" y="174"/>
                    </a:lnTo>
                    <a:lnTo>
                      <a:pt x="102" y="1140"/>
                    </a:lnTo>
                    <a:lnTo>
                      <a:pt x="108" y="1164"/>
                    </a:lnTo>
                    <a:lnTo>
                      <a:pt x="120" y="1188"/>
                    </a:lnTo>
                    <a:lnTo>
                      <a:pt x="138" y="1206"/>
                    </a:lnTo>
                    <a:lnTo>
                      <a:pt x="156" y="1218"/>
                    </a:lnTo>
                    <a:lnTo>
                      <a:pt x="186" y="1224"/>
                    </a:lnTo>
                    <a:lnTo>
                      <a:pt x="1866" y="1224"/>
                    </a:lnTo>
                    <a:lnTo>
                      <a:pt x="1890" y="1218"/>
                    </a:lnTo>
                    <a:lnTo>
                      <a:pt x="1914" y="1206"/>
                    </a:lnTo>
                    <a:lnTo>
                      <a:pt x="1932" y="1188"/>
                    </a:lnTo>
                    <a:lnTo>
                      <a:pt x="1944" y="1164"/>
                    </a:lnTo>
                    <a:lnTo>
                      <a:pt x="1944" y="1140"/>
                    </a:lnTo>
                    <a:lnTo>
                      <a:pt x="1944" y="174"/>
                    </a:lnTo>
                    <a:lnTo>
                      <a:pt x="1944" y="150"/>
                    </a:lnTo>
                    <a:lnTo>
                      <a:pt x="1932" y="126"/>
                    </a:lnTo>
                    <a:lnTo>
                      <a:pt x="1914" y="108"/>
                    </a:lnTo>
                    <a:lnTo>
                      <a:pt x="1890" y="96"/>
                    </a:lnTo>
                    <a:lnTo>
                      <a:pt x="1866" y="96"/>
                    </a:lnTo>
                    <a:lnTo>
                      <a:pt x="186" y="96"/>
                    </a:lnTo>
                    <a:close/>
                    <a:moveTo>
                      <a:pt x="72" y="0"/>
                    </a:moveTo>
                    <a:lnTo>
                      <a:pt x="1974" y="0"/>
                    </a:lnTo>
                    <a:lnTo>
                      <a:pt x="1998" y="6"/>
                    </a:lnTo>
                    <a:lnTo>
                      <a:pt x="2016" y="18"/>
                    </a:lnTo>
                    <a:lnTo>
                      <a:pt x="2034" y="30"/>
                    </a:lnTo>
                    <a:lnTo>
                      <a:pt x="2040" y="54"/>
                    </a:lnTo>
                    <a:lnTo>
                      <a:pt x="2046" y="78"/>
                    </a:lnTo>
                    <a:lnTo>
                      <a:pt x="2046" y="1266"/>
                    </a:lnTo>
                    <a:lnTo>
                      <a:pt x="2040" y="1290"/>
                    </a:lnTo>
                    <a:lnTo>
                      <a:pt x="2034" y="1314"/>
                    </a:lnTo>
                    <a:lnTo>
                      <a:pt x="2016" y="1326"/>
                    </a:lnTo>
                    <a:lnTo>
                      <a:pt x="1998" y="1338"/>
                    </a:lnTo>
                    <a:lnTo>
                      <a:pt x="1974" y="1344"/>
                    </a:lnTo>
                    <a:lnTo>
                      <a:pt x="1140" y="1344"/>
                    </a:lnTo>
                    <a:lnTo>
                      <a:pt x="1140" y="1392"/>
                    </a:lnTo>
                    <a:lnTo>
                      <a:pt x="1584" y="1392"/>
                    </a:lnTo>
                    <a:lnTo>
                      <a:pt x="1602" y="1398"/>
                    </a:lnTo>
                    <a:lnTo>
                      <a:pt x="1614" y="1404"/>
                    </a:lnTo>
                    <a:lnTo>
                      <a:pt x="1626" y="1416"/>
                    </a:lnTo>
                    <a:lnTo>
                      <a:pt x="1626" y="1434"/>
                    </a:lnTo>
                    <a:lnTo>
                      <a:pt x="1626" y="1452"/>
                    </a:lnTo>
                    <a:lnTo>
                      <a:pt x="1614" y="1464"/>
                    </a:lnTo>
                    <a:lnTo>
                      <a:pt x="1602" y="1476"/>
                    </a:lnTo>
                    <a:lnTo>
                      <a:pt x="1584" y="1476"/>
                    </a:lnTo>
                    <a:lnTo>
                      <a:pt x="474" y="1476"/>
                    </a:lnTo>
                    <a:lnTo>
                      <a:pt x="456" y="1476"/>
                    </a:lnTo>
                    <a:lnTo>
                      <a:pt x="444" y="1464"/>
                    </a:lnTo>
                    <a:lnTo>
                      <a:pt x="438" y="1452"/>
                    </a:lnTo>
                    <a:lnTo>
                      <a:pt x="432" y="1434"/>
                    </a:lnTo>
                    <a:lnTo>
                      <a:pt x="438" y="1416"/>
                    </a:lnTo>
                    <a:lnTo>
                      <a:pt x="444" y="1404"/>
                    </a:lnTo>
                    <a:lnTo>
                      <a:pt x="456" y="1398"/>
                    </a:lnTo>
                    <a:lnTo>
                      <a:pt x="474" y="1392"/>
                    </a:lnTo>
                    <a:lnTo>
                      <a:pt x="906" y="1392"/>
                    </a:lnTo>
                    <a:lnTo>
                      <a:pt x="906" y="1344"/>
                    </a:lnTo>
                    <a:lnTo>
                      <a:pt x="72" y="1344"/>
                    </a:lnTo>
                    <a:lnTo>
                      <a:pt x="48" y="1338"/>
                    </a:lnTo>
                    <a:lnTo>
                      <a:pt x="30" y="1326"/>
                    </a:lnTo>
                    <a:lnTo>
                      <a:pt x="12" y="1314"/>
                    </a:lnTo>
                    <a:lnTo>
                      <a:pt x="6" y="1290"/>
                    </a:lnTo>
                    <a:lnTo>
                      <a:pt x="0" y="1266"/>
                    </a:lnTo>
                    <a:lnTo>
                      <a:pt x="0" y="78"/>
                    </a:lnTo>
                    <a:lnTo>
                      <a:pt x="6" y="54"/>
                    </a:lnTo>
                    <a:lnTo>
                      <a:pt x="12" y="30"/>
                    </a:lnTo>
                    <a:lnTo>
                      <a:pt x="30" y="18"/>
                    </a:lnTo>
                    <a:lnTo>
                      <a:pt x="48" y="6"/>
                    </a:lnTo>
                    <a:lnTo>
                      <a:pt x="72" y="0"/>
                    </a:lnTo>
                    <a:close/>
                  </a:path>
                </a:pathLst>
              </a:custGeom>
              <a:solidFill>
                <a:schemeClr val="dk1"/>
              </a:solidFill>
              <a:ln>
                <a:noFill/>
              </a:ln>
            </p:spPr>
            <p:txBody>
              <a:bodyPr spcFirstLastPara="1" wrap="square" lIns="51431" tIns="25706" rIns="51431" bIns="25706" anchor="t" anchorCtr="0">
                <a:noAutofit/>
              </a:bodyPr>
              <a:lstStyle/>
              <a:p>
                <a:pPr defTabSz="457200">
                  <a:buClrTx/>
                  <a:buFontTx/>
                  <a:buNone/>
                </a:pPr>
                <a:endParaRPr sz="1013" kern="1200">
                  <a:solidFill>
                    <a:srgbClr val="D8D8D8"/>
                  </a:solidFill>
                </a:endParaRPr>
              </a:p>
            </p:txBody>
          </p:sp>
        </p:grpSp>
        <p:sp>
          <p:nvSpPr>
            <p:cNvPr id="210" name="Shape 796"/>
            <p:cNvSpPr txBox="1">
              <a:spLocks/>
            </p:cNvSpPr>
            <p:nvPr/>
          </p:nvSpPr>
          <p:spPr>
            <a:xfrm>
              <a:off x="6433602" y="1124958"/>
              <a:ext cx="420802" cy="184666"/>
            </a:xfrm>
            <a:prstGeom prst="rect">
              <a:avLst/>
            </a:prstGeom>
            <a:noFill/>
            <a:ln>
              <a:noFill/>
            </a:ln>
          </p:spPr>
          <p:txBody>
            <a:bodyPr spcFirstLastPara="1" wrap="square" lIns="68569" tIns="34275" rIns="68569" bIns="34275" anchor="t" anchorCtr="0">
              <a:noAutofit/>
            </a:bodyPr>
            <a:lstStyle/>
            <a:p>
              <a:pPr algn="ctr" defTabSz="457200">
                <a:buClrTx/>
                <a:buFontTx/>
                <a:buNone/>
              </a:pPr>
              <a:r>
                <a:rPr lang="en-US" sz="750" b="1" kern="1200" dirty="0"/>
                <a:t>1-800</a:t>
              </a:r>
              <a:endParaRPr sz="1350" kern="1200" dirty="0">
                <a:latin typeface="NeueHaasGroteskText Std"/>
                <a:ea typeface="+mn-ea"/>
                <a:cs typeface="+mn-cs"/>
              </a:endParaRPr>
            </a:p>
          </p:txBody>
        </p:sp>
        <p:grpSp>
          <p:nvGrpSpPr>
            <p:cNvPr id="211" name="Shape 798"/>
            <p:cNvGrpSpPr/>
            <p:nvPr/>
          </p:nvGrpSpPr>
          <p:grpSpPr>
            <a:xfrm>
              <a:off x="4166992" y="1122650"/>
              <a:ext cx="204482" cy="171130"/>
              <a:chOff x="622938" y="9143248"/>
              <a:chExt cx="347661" cy="320053"/>
            </a:xfrm>
          </p:grpSpPr>
          <p:sp>
            <p:nvSpPr>
              <p:cNvPr id="240" name="Shape 799"/>
              <p:cNvSpPr>
                <a:spLocks/>
              </p:cNvSpPr>
              <p:nvPr/>
            </p:nvSpPr>
            <p:spPr>
              <a:xfrm>
                <a:off x="622938" y="9143248"/>
                <a:ext cx="347661" cy="278129"/>
              </a:xfrm>
              <a:custGeom>
                <a:avLst/>
                <a:gdLst/>
                <a:ahLst/>
                <a:cxnLst/>
                <a:rect l="0" t="0" r="0" b="0"/>
                <a:pathLst>
                  <a:path w="2040" h="1632" extrusionOk="0">
                    <a:moveTo>
                      <a:pt x="204" y="120"/>
                    </a:moveTo>
                    <a:lnTo>
                      <a:pt x="180" y="126"/>
                    </a:lnTo>
                    <a:lnTo>
                      <a:pt x="156" y="138"/>
                    </a:lnTo>
                    <a:lnTo>
                      <a:pt x="138" y="156"/>
                    </a:lnTo>
                    <a:lnTo>
                      <a:pt x="126" y="180"/>
                    </a:lnTo>
                    <a:lnTo>
                      <a:pt x="126" y="204"/>
                    </a:lnTo>
                    <a:lnTo>
                      <a:pt x="126" y="1428"/>
                    </a:lnTo>
                    <a:lnTo>
                      <a:pt x="126" y="1452"/>
                    </a:lnTo>
                    <a:lnTo>
                      <a:pt x="138" y="1476"/>
                    </a:lnTo>
                    <a:lnTo>
                      <a:pt x="156" y="1494"/>
                    </a:lnTo>
                    <a:lnTo>
                      <a:pt x="180" y="1506"/>
                    </a:lnTo>
                    <a:lnTo>
                      <a:pt x="204" y="1506"/>
                    </a:lnTo>
                    <a:lnTo>
                      <a:pt x="1836" y="1506"/>
                    </a:lnTo>
                    <a:lnTo>
                      <a:pt x="1860" y="1506"/>
                    </a:lnTo>
                    <a:lnTo>
                      <a:pt x="1884" y="1494"/>
                    </a:lnTo>
                    <a:lnTo>
                      <a:pt x="1902" y="1476"/>
                    </a:lnTo>
                    <a:lnTo>
                      <a:pt x="1914" y="1452"/>
                    </a:lnTo>
                    <a:lnTo>
                      <a:pt x="1920" y="1428"/>
                    </a:lnTo>
                    <a:lnTo>
                      <a:pt x="1920" y="204"/>
                    </a:lnTo>
                    <a:lnTo>
                      <a:pt x="1914" y="180"/>
                    </a:lnTo>
                    <a:lnTo>
                      <a:pt x="1902" y="156"/>
                    </a:lnTo>
                    <a:lnTo>
                      <a:pt x="1884" y="138"/>
                    </a:lnTo>
                    <a:lnTo>
                      <a:pt x="1860" y="126"/>
                    </a:lnTo>
                    <a:lnTo>
                      <a:pt x="1836" y="120"/>
                    </a:lnTo>
                    <a:lnTo>
                      <a:pt x="204" y="120"/>
                    </a:lnTo>
                    <a:close/>
                    <a:moveTo>
                      <a:pt x="204" y="0"/>
                    </a:moveTo>
                    <a:lnTo>
                      <a:pt x="1836" y="0"/>
                    </a:lnTo>
                    <a:lnTo>
                      <a:pt x="1914" y="18"/>
                    </a:lnTo>
                    <a:lnTo>
                      <a:pt x="1980" y="60"/>
                    </a:lnTo>
                    <a:lnTo>
                      <a:pt x="2022" y="126"/>
                    </a:lnTo>
                    <a:lnTo>
                      <a:pt x="2040" y="204"/>
                    </a:lnTo>
                    <a:lnTo>
                      <a:pt x="2040" y="1428"/>
                    </a:lnTo>
                    <a:lnTo>
                      <a:pt x="2022" y="1506"/>
                    </a:lnTo>
                    <a:lnTo>
                      <a:pt x="1980" y="1572"/>
                    </a:lnTo>
                    <a:lnTo>
                      <a:pt x="1914" y="1614"/>
                    </a:lnTo>
                    <a:lnTo>
                      <a:pt x="1836" y="1632"/>
                    </a:lnTo>
                    <a:lnTo>
                      <a:pt x="204" y="1632"/>
                    </a:lnTo>
                    <a:lnTo>
                      <a:pt x="126" y="1614"/>
                    </a:lnTo>
                    <a:lnTo>
                      <a:pt x="60" y="1572"/>
                    </a:lnTo>
                    <a:lnTo>
                      <a:pt x="18" y="1506"/>
                    </a:lnTo>
                    <a:lnTo>
                      <a:pt x="0" y="1428"/>
                    </a:lnTo>
                    <a:lnTo>
                      <a:pt x="0" y="204"/>
                    </a:lnTo>
                    <a:lnTo>
                      <a:pt x="18" y="126"/>
                    </a:lnTo>
                    <a:lnTo>
                      <a:pt x="60" y="60"/>
                    </a:lnTo>
                    <a:lnTo>
                      <a:pt x="126" y="18"/>
                    </a:lnTo>
                    <a:lnTo>
                      <a:pt x="204" y="0"/>
                    </a:lnTo>
                    <a:close/>
                  </a:path>
                </a:pathLst>
              </a:custGeom>
              <a:solidFill>
                <a:schemeClr val="dk1"/>
              </a:solidFill>
              <a:ln>
                <a:noFill/>
              </a:ln>
            </p:spPr>
            <p:txBody>
              <a:bodyPr spcFirstLastPara="1" wrap="square" lIns="51431" tIns="25706" rIns="51431" bIns="25706" anchor="t" anchorCtr="0">
                <a:noAutofit/>
              </a:bodyPr>
              <a:lstStyle/>
              <a:p>
                <a:pPr defTabSz="457200">
                  <a:buClrTx/>
                  <a:buFontTx/>
                  <a:buNone/>
                </a:pPr>
                <a:endParaRPr sz="1013" kern="1200"/>
              </a:p>
            </p:txBody>
          </p:sp>
          <p:sp>
            <p:nvSpPr>
              <p:cNvPr id="241" name="Shape 800"/>
              <p:cNvSpPr>
                <a:spLocks/>
              </p:cNvSpPr>
              <p:nvPr/>
            </p:nvSpPr>
            <p:spPr>
              <a:xfrm>
                <a:off x="623960" y="9442850"/>
                <a:ext cx="346639" cy="20451"/>
              </a:xfrm>
              <a:custGeom>
                <a:avLst/>
                <a:gdLst/>
                <a:ahLst/>
                <a:cxnLst/>
                <a:rect l="0" t="0" r="0" b="0"/>
                <a:pathLst>
                  <a:path w="2034" h="120" extrusionOk="0">
                    <a:moveTo>
                      <a:pt x="60" y="0"/>
                    </a:moveTo>
                    <a:lnTo>
                      <a:pt x="1974" y="0"/>
                    </a:lnTo>
                    <a:lnTo>
                      <a:pt x="1992" y="6"/>
                    </a:lnTo>
                    <a:lnTo>
                      <a:pt x="2010" y="12"/>
                    </a:lnTo>
                    <a:lnTo>
                      <a:pt x="2022" y="24"/>
                    </a:lnTo>
                    <a:lnTo>
                      <a:pt x="2028" y="42"/>
                    </a:lnTo>
                    <a:lnTo>
                      <a:pt x="2034" y="60"/>
                    </a:lnTo>
                    <a:lnTo>
                      <a:pt x="2028" y="78"/>
                    </a:lnTo>
                    <a:lnTo>
                      <a:pt x="2022" y="96"/>
                    </a:lnTo>
                    <a:lnTo>
                      <a:pt x="2010" y="108"/>
                    </a:lnTo>
                    <a:lnTo>
                      <a:pt x="1992" y="120"/>
                    </a:lnTo>
                    <a:lnTo>
                      <a:pt x="1974" y="120"/>
                    </a:lnTo>
                    <a:lnTo>
                      <a:pt x="60" y="120"/>
                    </a:lnTo>
                    <a:lnTo>
                      <a:pt x="36" y="120"/>
                    </a:lnTo>
                    <a:lnTo>
                      <a:pt x="24" y="108"/>
                    </a:lnTo>
                    <a:lnTo>
                      <a:pt x="12" y="96"/>
                    </a:lnTo>
                    <a:lnTo>
                      <a:pt x="0" y="78"/>
                    </a:lnTo>
                    <a:lnTo>
                      <a:pt x="0" y="60"/>
                    </a:lnTo>
                    <a:lnTo>
                      <a:pt x="0" y="42"/>
                    </a:lnTo>
                    <a:lnTo>
                      <a:pt x="12" y="24"/>
                    </a:lnTo>
                    <a:lnTo>
                      <a:pt x="24" y="12"/>
                    </a:lnTo>
                    <a:lnTo>
                      <a:pt x="36" y="6"/>
                    </a:lnTo>
                    <a:lnTo>
                      <a:pt x="60" y="0"/>
                    </a:lnTo>
                    <a:close/>
                  </a:path>
                </a:pathLst>
              </a:custGeom>
              <a:solidFill>
                <a:schemeClr val="dk1"/>
              </a:solidFill>
              <a:ln>
                <a:noFill/>
              </a:ln>
            </p:spPr>
            <p:txBody>
              <a:bodyPr spcFirstLastPara="1" wrap="square" lIns="51431" tIns="25706" rIns="51431" bIns="25706" anchor="t" anchorCtr="0">
                <a:noAutofit/>
              </a:bodyPr>
              <a:lstStyle/>
              <a:p>
                <a:pPr defTabSz="457200">
                  <a:buClrTx/>
                  <a:buFontTx/>
                  <a:buNone/>
                </a:pPr>
                <a:endParaRPr sz="1013" kern="1200"/>
              </a:p>
            </p:txBody>
          </p:sp>
          <p:sp>
            <p:nvSpPr>
              <p:cNvPr id="242" name="Shape 801"/>
              <p:cNvSpPr>
                <a:spLocks/>
              </p:cNvSpPr>
              <p:nvPr/>
            </p:nvSpPr>
            <p:spPr>
              <a:xfrm>
                <a:off x="664861" y="9184149"/>
                <a:ext cx="263813" cy="194281"/>
              </a:xfrm>
              <a:custGeom>
                <a:avLst/>
                <a:gdLst/>
                <a:ahLst/>
                <a:cxnLst/>
                <a:rect l="0" t="0" r="0" b="0"/>
                <a:pathLst>
                  <a:path w="1548" h="1140" extrusionOk="0">
                    <a:moveTo>
                      <a:pt x="102" y="114"/>
                    </a:moveTo>
                    <a:lnTo>
                      <a:pt x="216" y="528"/>
                    </a:lnTo>
                    <a:lnTo>
                      <a:pt x="318" y="420"/>
                    </a:lnTo>
                    <a:lnTo>
                      <a:pt x="588" y="690"/>
                    </a:lnTo>
                    <a:lnTo>
                      <a:pt x="600" y="696"/>
                    </a:lnTo>
                    <a:lnTo>
                      <a:pt x="618" y="702"/>
                    </a:lnTo>
                    <a:lnTo>
                      <a:pt x="630" y="708"/>
                    </a:lnTo>
                    <a:lnTo>
                      <a:pt x="648" y="702"/>
                    </a:lnTo>
                    <a:lnTo>
                      <a:pt x="660" y="696"/>
                    </a:lnTo>
                    <a:lnTo>
                      <a:pt x="678" y="690"/>
                    </a:lnTo>
                    <a:lnTo>
                      <a:pt x="684" y="672"/>
                    </a:lnTo>
                    <a:lnTo>
                      <a:pt x="690" y="654"/>
                    </a:lnTo>
                    <a:lnTo>
                      <a:pt x="690" y="636"/>
                    </a:lnTo>
                    <a:lnTo>
                      <a:pt x="684" y="618"/>
                    </a:lnTo>
                    <a:lnTo>
                      <a:pt x="678" y="600"/>
                    </a:lnTo>
                    <a:lnTo>
                      <a:pt x="408" y="336"/>
                    </a:lnTo>
                    <a:lnTo>
                      <a:pt x="516" y="228"/>
                    </a:lnTo>
                    <a:lnTo>
                      <a:pt x="102" y="114"/>
                    </a:lnTo>
                    <a:close/>
                    <a:moveTo>
                      <a:pt x="60" y="0"/>
                    </a:moveTo>
                    <a:lnTo>
                      <a:pt x="1488" y="0"/>
                    </a:lnTo>
                    <a:lnTo>
                      <a:pt x="1506" y="6"/>
                    </a:lnTo>
                    <a:lnTo>
                      <a:pt x="1524" y="12"/>
                    </a:lnTo>
                    <a:lnTo>
                      <a:pt x="1536" y="24"/>
                    </a:lnTo>
                    <a:lnTo>
                      <a:pt x="1548" y="42"/>
                    </a:lnTo>
                    <a:lnTo>
                      <a:pt x="1548" y="60"/>
                    </a:lnTo>
                    <a:lnTo>
                      <a:pt x="1548" y="1080"/>
                    </a:lnTo>
                    <a:lnTo>
                      <a:pt x="1548" y="1098"/>
                    </a:lnTo>
                    <a:lnTo>
                      <a:pt x="1536" y="1116"/>
                    </a:lnTo>
                    <a:lnTo>
                      <a:pt x="1524" y="1128"/>
                    </a:lnTo>
                    <a:lnTo>
                      <a:pt x="1506" y="1140"/>
                    </a:lnTo>
                    <a:lnTo>
                      <a:pt x="1488" y="1140"/>
                    </a:lnTo>
                    <a:lnTo>
                      <a:pt x="60" y="1140"/>
                    </a:lnTo>
                    <a:lnTo>
                      <a:pt x="42" y="1140"/>
                    </a:lnTo>
                    <a:lnTo>
                      <a:pt x="24" y="1128"/>
                    </a:lnTo>
                    <a:lnTo>
                      <a:pt x="12" y="1116"/>
                    </a:lnTo>
                    <a:lnTo>
                      <a:pt x="6" y="1098"/>
                    </a:lnTo>
                    <a:lnTo>
                      <a:pt x="0" y="1080"/>
                    </a:lnTo>
                    <a:lnTo>
                      <a:pt x="0" y="60"/>
                    </a:lnTo>
                    <a:lnTo>
                      <a:pt x="6" y="42"/>
                    </a:lnTo>
                    <a:lnTo>
                      <a:pt x="12" y="24"/>
                    </a:lnTo>
                    <a:lnTo>
                      <a:pt x="24" y="12"/>
                    </a:lnTo>
                    <a:lnTo>
                      <a:pt x="42" y="6"/>
                    </a:lnTo>
                    <a:lnTo>
                      <a:pt x="60" y="0"/>
                    </a:lnTo>
                    <a:close/>
                  </a:path>
                </a:pathLst>
              </a:custGeom>
              <a:solidFill>
                <a:schemeClr val="dk1"/>
              </a:solidFill>
              <a:ln>
                <a:noFill/>
              </a:ln>
            </p:spPr>
            <p:txBody>
              <a:bodyPr spcFirstLastPara="1" wrap="square" lIns="51431" tIns="25706" rIns="51431" bIns="25706" anchor="t" anchorCtr="0">
                <a:noAutofit/>
              </a:bodyPr>
              <a:lstStyle/>
              <a:p>
                <a:pPr defTabSz="457200">
                  <a:buClrTx/>
                  <a:buFontTx/>
                  <a:buNone/>
                </a:pPr>
                <a:endParaRPr sz="1013" kern="1200"/>
              </a:p>
            </p:txBody>
          </p:sp>
        </p:grpSp>
        <p:grpSp>
          <p:nvGrpSpPr>
            <p:cNvPr id="212" name="Shape 802"/>
            <p:cNvGrpSpPr/>
            <p:nvPr/>
          </p:nvGrpSpPr>
          <p:grpSpPr>
            <a:xfrm>
              <a:off x="2418155" y="1137937"/>
              <a:ext cx="237170" cy="137206"/>
              <a:chOff x="2726473" y="3971221"/>
              <a:chExt cx="249091" cy="144102"/>
            </a:xfrm>
          </p:grpSpPr>
          <p:sp>
            <p:nvSpPr>
              <p:cNvPr id="237" name="Shape 803"/>
              <p:cNvSpPr>
                <a:spLocks/>
              </p:cNvSpPr>
              <p:nvPr/>
            </p:nvSpPr>
            <p:spPr>
              <a:xfrm>
                <a:off x="2726473" y="3971221"/>
                <a:ext cx="199684" cy="59700"/>
              </a:xfrm>
              <a:custGeom>
                <a:avLst/>
                <a:gdLst/>
                <a:ahLst/>
                <a:cxnLst/>
                <a:rect l="0" t="0" r="0" b="0"/>
                <a:pathLst>
                  <a:path w="1746" h="522" extrusionOk="0">
                    <a:moveTo>
                      <a:pt x="84" y="0"/>
                    </a:moveTo>
                    <a:lnTo>
                      <a:pt x="1656" y="0"/>
                    </a:lnTo>
                    <a:lnTo>
                      <a:pt x="1686" y="6"/>
                    </a:lnTo>
                    <a:lnTo>
                      <a:pt x="1710" y="18"/>
                    </a:lnTo>
                    <a:lnTo>
                      <a:pt x="1728" y="36"/>
                    </a:lnTo>
                    <a:lnTo>
                      <a:pt x="1740" y="60"/>
                    </a:lnTo>
                    <a:lnTo>
                      <a:pt x="1746" y="84"/>
                    </a:lnTo>
                    <a:lnTo>
                      <a:pt x="1746" y="156"/>
                    </a:lnTo>
                    <a:lnTo>
                      <a:pt x="1746" y="198"/>
                    </a:lnTo>
                    <a:lnTo>
                      <a:pt x="1734" y="216"/>
                    </a:lnTo>
                    <a:lnTo>
                      <a:pt x="1704" y="234"/>
                    </a:lnTo>
                    <a:lnTo>
                      <a:pt x="1644" y="252"/>
                    </a:lnTo>
                    <a:lnTo>
                      <a:pt x="1632" y="258"/>
                    </a:lnTo>
                    <a:lnTo>
                      <a:pt x="1590" y="270"/>
                    </a:lnTo>
                    <a:lnTo>
                      <a:pt x="1530" y="294"/>
                    </a:lnTo>
                    <a:lnTo>
                      <a:pt x="1458" y="318"/>
                    </a:lnTo>
                    <a:lnTo>
                      <a:pt x="1374" y="348"/>
                    </a:lnTo>
                    <a:lnTo>
                      <a:pt x="1290" y="384"/>
                    </a:lnTo>
                    <a:lnTo>
                      <a:pt x="1200" y="414"/>
                    </a:lnTo>
                    <a:lnTo>
                      <a:pt x="1116" y="444"/>
                    </a:lnTo>
                    <a:lnTo>
                      <a:pt x="1044" y="468"/>
                    </a:lnTo>
                    <a:lnTo>
                      <a:pt x="984" y="492"/>
                    </a:lnTo>
                    <a:lnTo>
                      <a:pt x="942" y="504"/>
                    </a:lnTo>
                    <a:lnTo>
                      <a:pt x="930" y="510"/>
                    </a:lnTo>
                    <a:lnTo>
                      <a:pt x="912" y="516"/>
                    </a:lnTo>
                    <a:lnTo>
                      <a:pt x="894" y="522"/>
                    </a:lnTo>
                    <a:lnTo>
                      <a:pt x="870" y="522"/>
                    </a:lnTo>
                    <a:lnTo>
                      <a:pt x="852" y="522"/>
                    </a:lnTo>
                    <a:lnTo>
                      <a:pt x="834" y="516"/>
                    </a:lnTo>
                    <a:lnTo>
                      <a:pt x="816" y="510"/>
                    </a:lnTo>
                    <a:lnTo>
                      <a:pt x="798" y="504"/>
                    </a:lnTo>
                    <a:lnTo>
                      <a:pt x="762" y="492"/>
                    </a:lnTo>
                    <a:lnTo>
                      <a:pt x="702" y="468"/>
                    </a:lnTo>
                    <a:lnTo>
                      <a:pt x="630" y="444"/>
                    </a:lnTo>
                    <a:lnTo>
                      <a:pt x="546" y="414"/>
                    </a:lnTo>
                    <a:lnTo>
                      <a:pt x="456" y="384"/>
                    </a:lnTo>
                    <a:lnTo>
                      <a:pt x="366" y="348"/>
                    </a:lnTo>
                    <a:lnTo>
                      <a:pt x="282" y="318"/>
                    </a:lnTo>
                    <a:lnTo>
                      <a:pt x="210" y="294"/>
                    </a:lnTo>
                    <a:lnTo>
                      <a:pt x="150" y="270"/>
                    </a:lnTo>
                    <a:lnTo>
                      <a:pt x="114" y="258"/>
                    </a:lnTo>
                    <a:lnTo>
                      <a:pt x="96" y="252"/>
                    </a:lnTo>
                    <a:lnTo>
                      <a:pt x="42" y="234"/>
                    </a:lnTo>
                    <a:lnTo>
                      <a:pt x="12" y="216"/>
                    </a:lnTo>
                    <a:lnTo>
                      <a:pt x="0" y="198"/>
                    </a:lnTo>
                    <a:lnTo>
                      <a:pt x="0" y="156"/>
                    </a:lnTo>
                    <a:lnTo>
                      <a:pt x="0" y="84"/>
                    </a:lnTo>
                    <a:lnTo>
                      <a:pt x="0" y="60"/>
                    </a:lnTo>
                    <a:lnTo>
                      <a:pt x="18" y="36"/>
                    </a:lnTo>
                    <a:lnTo>
                      <a:pt x="36" y="18"/>
                    </a:lnTo>
                    <a:lnTo>
                      <a:pt x="60" y="6"/>
                    </a:lnTo>
                    <a:lnTo>
                      <a:pt x="84" y="0"/>
                    </a:lnTo>
                    <a:close/>
                  </a:path>
                </a:pathLst>
              </a:custGeom>
              <a:solidFill>
                <a:schemeClr val="dk1"/>
              </a:solidFill>
              <a:ln>
                <a:noFill/>
              </a:ln>
            </p:spPr>
            <p:txBody>
              <a:bodyPr spcFirstLastPara="1" wrap="square" lIns="51431" tIns="25706" rIns="51431" bIns="25706" anchor="t" anchorCtr="0">
                <a:noAutofit/>
              </a:bodyPr>
              <a:lstStyle/>
              <a:p>
                <a:pPr defTabSz="457200">
                  <a:buClrTx/>
                  <a:buFontTx/>
                  <a:buNone/>
                </a:pPr>
                <a:endParaRPr sz="1013" kern="1200"/>
              </a:p>
            </p:txBody>
          </p:sp>
          <p:sp>
            <p:nvSpPr>
              <p:cNvPr id="238" name="Shape 804"/>
              <p:cNvSpPr>
                <a:spLocks/>
              </p:cNvSpPr>
              <p:nvPr/>
            </p:nvSpPr>
            <p:spPr>
              <a:xfrm>
                <a:off x="2849989" y="4044644"/>
                <a:ext cx="125575" cy="70679"/>
              </a:xfrm>
              <a:custGeom>
                <a:avLst/>
                <a:gdLst/>
                <a:ahLst/>
                <a:cxnLst/>
                <a:rect l="0" t="0" r="0" b="0"/>
                <a:pathLst>
                  <a:path w="1098" h="618" extrusionOk="0">
                    <a:moveTo>
                      <a:pt x="534" y="0"/>
                    </a:moveTo>
                    <a:lnTo>
                      <a:pt x="564" y="0"/>
                    </a:lnTo>
                    <a:lnTo>
                      <a:pt x="570" y="0"/>
                    </a:lnTo>
                    <a:lnTo>
                      <a:pt x="600" y="6"/>
                    </a:lnTo>
                    <a:lnTo>
                      <a:pt x="600" y="6"/>
                    </a:lnTo>
                    <a:lnTo>
                      <a:pt x="630" y="12"/>
                    </a:lnTo>
                    <a:lnTo>
                      <a:pt x="636" y="12"/>
                    </a:lnTo>
                    <a:lnTo>
                      <a:pt x="702" y="36"/>
                    </a:lnTo>
                    <a:lnTo>
                      <a:pt x="774" y="66"/>
                    </a:lnTo>
                    <a:lnTo>
                      <a:pt x="864" y="120"/>
                    </a:lnTo>
                    <a:lnTo>
                      <a:pt x="924" y="186"/>
                    </a:lnTo>
                    <a:lnTo>
                      <a:pt x="960" y="252"/>
                    </a:lnTo>
                    <a:lnTo>
                      <a:pt x="978" y="318"/>
                    </a:lnTo>
                    <a:lnTo>
                      <a:pt x="978" y="378"/>
                    </a:lnTo>
                    <a:lnTo>
                      <a:pt x="966" y="432"/>
                    </a:lnTo>
                    <a:lnTo>
                      <a:pt x="1014" y="468"/>
                    </a:lnTo>
                    <a:lnTo>
                      <a:pt x="1050" y="504"/>
                    </a:lnTo>
                    <a:lnTo>
                      <a:pt x="1074" y="528"/>
                    </a:lnTo>
                    <a:lnTo>
                      <a:pt x="1086" y="540"/>
                    </a:lnTo>
                    <a:lnTo>
                      <a:pt x="1092" y="552"/>
                    </a:lnTo>
                    <a:lnTo>
                      <a:pt x="1098" y="570"/>
                    </a:lnTo>
                    <a:lnTo>
                      <a:pt x="1092" y="588"/>
                    </a:lnTo>
                    <a:lnTo>
                      <a:pt x="1080" y="606"/>
                    </a:lnTo>
                    <a:lnTo>
                      <a:pt x="1074" y="612"/>
                    </a:lnTo>
                    <a:lnTo>
                      <a:pt x="1068" y="618"/>
                    </a:lnTo>
                    <a:lnTo>
                      <a:pt x="1050" y="618"/>
                    </a:lnTo>
                    <a:lnTo>
                      <a:pt x="1038" y="618"/>
                    </a:lnTo>
                    <a:lnTo>
                      <a:pt x="1026" y="612"/>
                    </a:lnTo>
                    <a:lnTo>
                      <a:pt x="1014" y="606"/>
                    </a:lnTo>
                    <a:lnTo>
                      <a:pt x="1008" y="600"/>
                    </a:lnTo>
                    <a:lnTo>
                      <a:pt x="1002" y="594"/>
                    </a:lnTo>
                    <a:lnTo>
                      <a:pt x="990" y="576"/>
                    </a:lnTo>
                    <a:lnTo>
                      <a:pt x="972" y="564"/>
                    </a:lnTo>
                    <a:lnTo>
                      <a:pt x="948" y="540"/>
                    </a:lnTo>
                    <a:lnTo>
                      <a:pt x="918" y="516"/>
                    </a:lnTo>
                    <a:lnTo>
                      <a:pt x="870" y="558"/>
                    </a:lnTo>
                    <a:lnTo>
                      <a:pt x="810" y="588"/>
                    </a:lnTo>
                    <a:lnTo>
                      <a:pt x="684" y="612"/>
                    </a:lnTo>
                    <a:lnTo>
                      <a:pt x="588" y="600"/>
                    </a:lnTo>
                    <a:lnTo>
                      <a:pt x="498" y="558"/>
                    </a:lnTo>
                    <a:lnTo>
                      <a:pt x="414" y="486"/>
                    </a:lnTo>
                    <a:lnTo>
                      <a:pt x="408" y="480"/>
                    </a:lnTo>
                    <a:lnTo>
                      <a:pt x="390" y="456"/>
                    </a:lnTo>
                    <a:lnTo>
                      <a:pt x="306" y="360"/>
                    </a:lnTo>
                    <a:lnTo>
                      <a:pt x="240" y="294"/>
                    </a:lnTo>
                    <a:lnTo>
                      <a:pt x="186" y="252"/>
                    </a:lnTo>
                    <a:lnTo>
                      <a:pt x="150" y="222"/>
                    </a:lnTo>
                    <a:lnTo>
                      <a:pt x="126" y="210"/>
                    </a:lnTo>
                    <a:lnTo>
                      <a:pt x="120" y="204"/>
                    </a:lnTo>
                    <a:lnTo>
                      <a:pt x="0" y="162"/>
                    </a:lnTo>
                    <a:lnTo>
                      <a:pt x="114" y="114"/>
                    </a:lnTo>
                    <a:lnTo>
                      <a:pt x="228" y="72"/>
                    </a:lnTo>
                    <a:lnTo>
                      <a:pt x="342" y="30"/>
                    </a:lnTo>
                    <a:lnTo>
                      <a:pt x="444" y="6"/>
                    </a:lnTo>
                    <a:lnTo>
                      <a:pt x="534" y="0"/>
                    </a:lnTo>
                    <a:close/>
                  </a:path>
                </a:pathLst>
              </a:custGeom>
              <a:solidFill>
                <a:schemeClr val="dk1"/>
              </a:solidFill>
              <a:ln>
                <a:noFill/>
              </a:ln>
            </p:spPr>
            <p:txBody>
              <a:bodyPr spcFirstLastPara="1" wrap="square" lIns="51431" tIns="25706" rIns="51431" bIns="25706" anchor="t" anchorCtr="0">
                <a:noAutofit/>
              </a:bodyPr>
              <a:lstStyle/>
              <a:p>
                <a:pPr defTabSz="457200">
                  <a:buClrTx/>
                  <a:buFontTx/>
                  <a:buNone/>
                </a:pPr>
                <a:endParaRPr sz="1013" kern="1200"/>
              </a:p>
            </p:txBody>
          </p:sp>
          <p:sp>
            <p:nvSpPr>
              <p:cNvPr id="239" name="Shape 805"/>
              <p:cNvSpPr>
                <a:spLocks/>
              </p:cNvSpPr>
              <p:nvPr/>
            </p:nvSpPr>
            <p:spPr>
              <a:xfrm>
                <a:off x="2726473" y="4009649"/>
                <a:ext cx="199684" cy="93323"/>
              </a:xfrm>
              <a:custGeom>
                <a:avLst/>
                <a:gdLst/>
                <a:ahLst/>
                <a:cxnLst/>
                <a:rect l="0" t="0" r="0" b="0"/>
                <a:pathLst>
                  <a:path w="1746" h="816" extrusionOk="0">
                    <a:moveTo>
                      <a:pt x="1710" y="0"/>
                    </a:moveTo>
                    <a:lnTo>
                      <a:pt x="1722" y="6"/>
                    </a:lnTo>
                    <a:lnTo>
                      <a:pt x="1734" y="12"/>
                    </a:lnTo>
                    <a:lnTo>
                      <a:pt x="1740" y="24"/>
                    </a:lnTo>
                    <a:lnTo>
                      <a:pt x="1746" y="36"/>
                    </a:lnTo>
                    <a:lnTo>
                      <a:pt x="1746" y="240"/>
                    </a:lnTo>
                    <a:lnTo>
                      <a:pt x="1614" y="222"/>
                    </a:lnTo>
                    <a:lnTo>
                      <a:pt x="1512" y="228"/>
                    </a:lnTo>
                    <a:lnTo>
                      <a:pt x="1404" y="252"/>
                    </a:lnTo>
                    <a:lnTo>
                      <a:pt x="1278" y="300"/>
                    </a:lnTo>
                    <a:lnTo>
                      <a:pt x="1164" y="342"/>
                    </a:lnTo>
                    <a:lnTo>
                      <a:pt x="1050" y="390"/>
                    </a:lnTo>
                    <a:lnTo>
                      <a:pt x="1026" y="408"/>
                    </a:lnTo>
                    <a:lnTo>
                      <a:pt x="1014" y="426"/>
                    </a:lnTo>
                    <a:lnTo>
                      <a:pt x="1002" y="450"/>
                    </a:lnTo>
                    <a:lnTo>
                      <a:pt x="996" y="474"/>
                    </a:lnTo>
                    <a:lnTo>
                      <a:pt x="1002" y="498"/>
                    </a:lnTo>
                    <a:lnTo>
                      <a:pt x="1014" y="522"/>
                    </a:lnTo>
                    <a:lnTo>
                      <a:pt x="1032" y="540"/>
                    </a:lnTo>
                    <a:lnTo>
                      <a:pt x="1056" y="552"/>
                    </a:lnTo>
                    <a:lnTo>
                      <a:pt x="1170" y="588"/>
                    </a:lnTo>
                    <a:lnTo>
                      <a:pt x="1182" y="600"/>
                    </a:lnTo>
                    <a:lnTo>
                      <a:pt x="1212" y="624"/>
                    </a:lnTo>
                    <a:lnTo>
                      <a:pt x="1260" y="660"/>
                    </a:lnTo>
                    <a:lnTo>
                      <a:pt x="1320" y="726"/>
                    </a:lnTo>
                    <a:lnTo>
                      <a:pt x="1404" y="816"/>
                    </a:lnTo>
                    <a:lnTo>
                      <a:pt x="174" y="816"/>
                    </a:lnTo>
                    <a:lnTo>
                      <a:pt x="108" y="804"/>
                    </a:lnTo>
                    <a:lnTo>
                      <a:pt x="48" y="762"/>
                    </a:lnTo>
                    <a:lnTo>
                      <a:pt x="12" y="708"/>
                    </a:lnTo>
                    <a:lnTo>
                      <a:pt x="0" y="642"/>
                    </a:lnTo>
                    <a:lnTo>
                      <a:pt x="0" y="36"/>
                    </a:lnTo>
                    <a:lnTo>
                      <a:pt x="0" y="24"/>
                    </a:lnTo>
                    <a:lnTo>
                      <a:pt x="6" y="12"/>
                    </a:lnTo>
                    <a:lnTo>
                      <a:pt x="18" y="6"/>
                    </a:lnTo>
                    <a:lnTo>
                      <a:pt x="30" y="0"/>
                    </a:lnTo>
                    <a:lnTo>
                      <a:pt x="42" y="6"/>
                    </a:lnTo>
                    <a:lnTo>
                      <a:pt x="60" y="6"/>
                    </a:lnTo>
                    <a:lnTo>
                      <a:pt x="822" y="282"/>
                    </a:lnTo>
                    <a:lnTo>
                      <a:pt x="846" y="288"/>
                    </a:lnTo>
                    <a:lnTo>
                      <a:pt x="870" y="294"/>
                    </a:lnTo>
                    <a:lnTo>
                      <a:pt x="888" y="288"/>
                    </a:lnTo>
                    <a:lnTo>
                      <a:pt x="912" y="288"/>
                    </a:lnTo>
                    <a:lnTo>
                      <a:pt x="924" y="282"/>
                    </a:lnTo>
                    <a:lnTo>
                      <a:pt x="1686" y="6"/>
                    </a:lnTo>
                    <a:lnTo>
                      <a:pt x="1698" y="6"/>
                    </a:lnTo>
                    <a:lnTo>
                      <a:pt x="1710" y="0"/>
                    </a:lnTo>
                    <a:close/>
                  </a:path>
                </a:pathLst>
              </a:custGeom>
              <a:solidFill>
                <a:schemeClr val="dk1"/>
              </a:solidFill>
              <a:ln>
                <a:noFill/>
              </a:ln>
            </p:spPr>
            <p:txBody>
              <a:bodyPr spcFirstLastPara="1" wrap="square" lIns="51431" tIns="25706" rIns="51431" bIns="25706" anchor="t" anchorCtr="0">
                <a:noAutofit/>
              </a:bodyPr>
              <a:lstStyle/>
              <a:p>
                <a:pPr defTabSz="457200">
                  <a:buClrTx/>
                  <a:buFontTx/>
                  <a:buNone/>
                </a:pPr>
                <a:endParaRPr sz="1013" kern="1200"/>
              </a:p>
            </p:txBody>
          </p:sp>
        </p:grpSp>
        <p:grpSp>
          <p:nvGrpSpPr>
            <p:cNvPr id="213" name="Shape 816"/>
            <p:cNvGrpSpPr/>
            <p:nvPr/>
          </p:nvGrpSpPr>
          <p:grpSpPr>
            <a:xfrm>
              <a:off x="1690602" y="1103875"/>
              <a:ext cx="194905" cy="189793"/>
              <a:chOff x="-8131175" y="-2209800"/>
              <a:chExt cx="968375" cy="942975"/>
            </a:xfrm>
          </p:grpSpPr>
          <p:sp>
            <p:nvSpPr>
              <p:cNvPr id="234" name="Shape 817"/>
              <p:cNvSpPr>
                <a:spLocks/>
              </p:cNvSpPr>
              <p:nvPr/>
            </p:nvSpPr>
            <p:spPr>
              <a:xfrm>
                <a:off x="-7947025" y="-2095500"/>
                <a:ext cx="568325" cy="587375"/>
              </a:xfrm>
              <a:custGeom>
                <a:avLst/>
                <a:gdLst/>
                <a:ahLst/>
                <a:cxnLst/>
                <a:rect l="0" t="0" r="0" b="0"/>
                <a:pathLst>
                  <a:path w="358" h="370" extrusionOk="0">
                    <a:moveTo>
                      <a:pt x="179" y="0"/>
                    </a:moveTo>
                    <a:lnTo>
                      <a:pt x="235" y="8"/>
                    </a:lnTo>
                    <a:lnTo>
                      <a:pt x="287" y="36"/>
                    </a:lnTo>
                    <a:lnTo>
                      <a:pt x="326" y="76"/>
                    </a:lnTo>
                    <a:lnTo>
                      <a:pt x="350" y="123"/>
                    </a:lnTo>
                    <a:lnTo>
                      <a:pt x="358" y="183"/>
                    </a:lnTo>
                    <a:lnTo>
                      <a:pt x="350" y="243"/>
                    </a:lnTo>
                    <a:lnTo>
                      <a:pt x="326" y="295"/>
                    </a:lnTo>
                    <a:lnTo>
                      <a:pt x="287" y="334"/>
                    </a:lnTo>
                    <a:lnTo>
                      <a:pt x="235" y="358"/>
                    </a:lnTo>
                    <a:lnTo>
                      <a:pt x="179" y="370"/>
                    </a:lnTo>
                    <a:lnTo>
                      <a:pt x="123" y="358"/>
                    </a:lnTo>
                    <a:lnTo>
                      <a:pt x="72" y="334"/>
                    </a:lnTo>
                    <a:lnTo>
                      <a:pt x="32" y="295"/>
                    </a:lnTo>
                    <a:lnTo>
                      <a:pt x="8" y="243"/>
                    </a:lnTo>
                    <a:lnTo>
                      <a:pt x="0" y="183"/>
                    </a:lnTo>
                    <a:lnTo>
                      <a:pt x="8" y="123"/>
                    </a:lnTo>
                    <a:lnTo>
                      <a:pt x="32" y="76"/>
                    </a:lnTo>
                    <a:lnTo>
                      <a:pt x="72" y="36"/>
                    </a:lnTo>
                    <a:lnTo>
                      <a:pt x="123" y="8"/>
                    </a:lnTo>
                    <a:lnTo>
                      <a:pt x="179" y="0"/>
                    </a:lnTo>
                    <a:close/>
                  </a:path>
                </a:pathLst>
              </a:custGeom>
              <a:solidFill>
                <a:schemeClr val="dk1"/>
              </a:solidFill>
              <a:ln>
                <a:noFill/>
              </a:ln>
            </p:spPr>
            <p:txBody>
              <a:bodyPr spcFirstLastPara="1" wrap="square" lIns="51431" tIns="25706" rIns="51431" bIns="25706" anchor="t" anchorCtr="0">
                <a:noAutofit/>
              </a:bodyPr>
              <a:lstStyle/>
              <a:p>
                <a:pPr defTabSz="457200">
                  <a:buClrTx/>
                  <a:buFontTx/>
                  <a:buNone/>
                </a:pPr>
                <a:endParaRPr sz="1013" kern="1200"/>
              </a:p>
            </p:txBody>
          </p:sp>
          <p:sp>
            <p:nvSpPr>
              <p:cNvPr id="235" name="Shape 818"/>
              <p:cNvSpPr>
                <a:spLocks/>
              </p:cNvSpPr>
              <p:nvPr/>
            </p:nvSpPr>
            <p:spPr>
              <a:xfrm>
                <a:off x="-8131175" y="-2209800"/>
                <a:ext cx="936625" cy="835025"/>
              </a:xfrm>
              <a:custGeom>
                <a:avLst/>
                <a:gdLst/>
                <a:ahLst/>
                <a:cxnLst/>
                <a:rect l="0" t="0" r="0" b="0"/>
                <a:pathLst>
                  <a:path w="590" h="526" extrusionOk="0">
                    <a:moveTo>
                      <a:pt x="295" y="0"/>
                    </a:moveTo>
                    <a:lnTo>
                      <a:pt x="371" y="12"/>
                    </a:lnTo>
                    <a:lnTo>
                      <a:pt x="438" y="40"/>
                    </a:lnTo>
                    <a:lnTo>
                      <a:pt x="490" y="92"/>
                    </a:lnTo>
                    <a:lnTo>
                      <a:pt x="530" y="151"/>
                    </a:lnTo>
                    <a:lnTo>
                      <a:pt x="534" y="151"/>
                    </a:lnTo>
                    <a:lnTo>
                      <a:pt x="562" y="151"/>
                    </a:lnTo>
                    <a:lnTo>
                      <a:pt x="574" y="151"/>
                    </a:lnTo>
                    <a:lnTo>
                      <a:pt x="582" y="159"/>
                    </a:lnTo>
                    <a:lnTo>
                      <a:pt x="590" y="167"/>
                    </a:lnTo>
                    <a:lnTo>
                      <a:pt x="590" y="179"/>
                    </a:lnTo>
                    <a:lnTo>
                      <a:pt x="590" y="331"/>
                    </a:lnTo>
                    <a:lnTo>
                      <a:pt x="590" y="343"/>
                    </a:lnTo>
                    <a:lnTo>
                      <a:pt x="582" y="351"/>
                    </a:lnTo>
                    <a:lnTo>
                      <a:pt x="574" y="359"/>
                    </a:lnTo>
                    <a:lnTo>
                      <a:pt x="562" y="359"/>
                    </a:lnTo>
                    <a:lnTo>
                      <a:pt x="534" y="359"/>
                    </a:lnTo>
                    <a:lnTo>
                      <a:pt x="526" y="359"/>
                    </a:lnTo>
                    <a:lnTo>
                      <a:pt x="514" y="351"/>
                    </a:lnTo>
                    <a:lnTo>
                      <a:pt x="510" y="343"/>
                    </a:lnTo>
                    <a:lnTo>
                      <a:pt x="506" y="335"/>
                    </a:lnTo>
                    <a:lnTo>
                      <a:pt x="518" y="295"/>
                    </a:lnTo>
                    <a:lnTo>
                      <a:pt x="522" y="255"/>
                    </a:lnTo>
                    <a:lnTo>
                      <a:pt x="518" y="215"/>
                    </a:lnTo>
                    <a:lnTo>
                      <a:pt x="506" y="179"/>
                    </a:lnTo>
                    <a:lnTo>
                      <a:pt x="474" y="120"/>
                    </a:lnTo>
                    <a:lnTo>
                      <a:pt x="426" y="72"/>
                    </a:lnTo>
                    <a:lnTo>
                      <a:pt x="367" y="40"/>
                    </a:lnTo>
                    <a:lnTo>
                      <a:pt x="295" y="28"/>
                    </a:lnTo>
                    <a:lnTo>
                      <a:pt x="227" y="40"/>
                    </a:lnTo>
                    <a:lnTo>
                      <a:pt x="164" y="72"/>
                    </a:lnTo>
                    <a:lnTo>
                      <a:pt x="116" y="120"/>
                    </a:lnTo>
                    <a:lnTo>
                      <a:pt x="84" y="179"/>
                    </a:lnTo>
                    <a:lnTo>
                      <a:pt x="72" y="215"/>
                    </a:lnTo>
                    <a:lnTo>
                      <a:pt x="68" y="255"/>
                    </a:lnTo>
                    <a:lnTo>
                      <a:pt x="72" y="295"/>
                    </a:lnTo>
                    <a:lnTo>
                      <a:pt x="84" y="335"/>
                    </a:lnTo>
                    <a:lnTo>
                      <a:pt x="116" y="394"/>
                    </a:lnTo>
                    <a:lnTo>
                      <a:pt x="168" y="442"/>
                    </a:lnTo>
                    <a:lnTo>
                      <a:pt x="231" y="474"/>
                    </a:lnTo>
                    <a:lnTo>
                      <a:pt x="243" y="466"/>
                    </a:lnTo>
                    <a:lnTo>
                      <a:pt x="251" y="466"/>
                    </a:lnTo>
                    <a:lnTo>
                      <a:pt x="335" y="466"/>
                    </a:lnTo>
                    <a:lnTo>
                      <a:pt x="347" y="466"/>
                    </a:lnTo>
                    <a:lnTo>
                      <a:pt x="355" y="474"/>
                    </a:lnTo>
                    <a:lnTo>
                      <a:pt x="363" y="482"/>
                    </a:lnTo>
                    <a:lnTo>
                      <a:pt x="363" y="494"/>
                    </a:lnTo>
                    <a:lnTo>
                      <a:pt x="363" y="506"/>
                    </a:lnTo>
                    <a:lnTo>
                      <a:pt x="355" y="514"/>
                    </a:lnTo>
                    <a:lnTo>
                      <a:pt x="347" y="522"/>
                    </a:lnTo>
                    <a:lnTo>
                      <a:pt x="335" y="526"/>
                    </a:lnTo>
                    <a:lnTo>
                      <a:pt x="251" y="526"/>
                    </a:lnTo>
                    <a:lnTo>
                      <a:pt x="243" y="522"/>
                    </a:lnTo>
                    <a:lnTo>
                      <a:pt x="235" y="518"/>
                    </a:lnTo>
                    <a:lnTo>
                      <a:pt x="227" y="510"/>
                    </a:lnTo>
                    <a:lnTo>
                      <a:pt x="223" y="502"/>
                    </a:lnTo>
                    <a:lnTo>
                      <a:pt x="156" y="470"/>
                    </a:lnTo>
                    <a:lnTo>
                      <a:pt x="100" y="422"/>
                    </a:lnTo>
                    <a:lnTo>
                      <a:pt x="60" y="359"/>
                    </a:lnTo>
                    <a:lnTo>
                      <a:pt x="56" y="359"/>
                    </a:lnTo>
                    <a:lnTo>
                      <a:pt x="28" y="359"/>
                    </a:lnTo>
                    <a:lnTo>
                      <a:pt x="16" y="359"/>
                    </a:lnTo>
                    <a:lnTo>
                      <a:pt x="8" y="351"/>
                    </a:lnTo>
                    <a:lnTo>
                      <a:pt x="0" y="343"/>
                    </a:lnTo>
                    <a:lnTo>
                      <a:pt x="0" y="331"/>
                    </a:lnTo>
                    <a:lnTo>
                      <a:pt x="0" y="179"/>
                    </a:lnTo>
                    <a:lnTo>
                      <a:pt x="0" y="167"/>
                    </a:lnTo>
                    <a:lnTo>
                      <a:pt x="8" y="159"/>
                    </a:lnTo>
                    <a:lnTo>
                      <a:pt x="16" y="151"/>
                    </a:lnTo>
                    <a:lnTo>
                      <a:pt x="28" y="151"/>
                    </a:lnTo>
                    <a:lnTo>
                      <a:pt x="56" y="151"/>
                    </a:lnTo>
                    <a:lnTo>
                      <a:pt x="60" y="151"/>
                    </a:lnTo>
                    <a:lnTo>
                      <a:pt x="100" y="92"/>
                    </a:lnTo>
                    <a:lnTo>
                      <a:pt x="156" y="40"/>
                    </a:lnTo>
                    <a:lnTo>
                      <a:pt x="219" y="12"/>
                    </a:lnTo>
                    <a:lnTo>
                      <a:pt x="295" y="0"/>
                    </a:lnTo>
                    <a:close/>
                  </a:path>
                </a:pathLst>
              </a:custGeom>
              <a:solidFill>
                <a:schemeClr val="dk1"/>
              </a:solidFill>
              <a:ln>
                <a:noFill/>
              </a:ln>
            </p:spPr>
            <p:txBody>
              <a:bodyPr spcFirstLastPara="1" wrap="square" lIns="51431" tIns="25706" rIns="51431" bIns="25706" anchor="t" anchorCtr="0">
                <a:noAutofit/>
              </a:bodyPr>
              <a:lstStyle/>
              <a:p>
                <a:pPr defTabSz="457200">
                  <a:buClrTx/>
                  <a:buFontTx/>
                  <a:buNone/>
                </a:pPr>
                <a:endParaRPr sz="1013" kern="1200"/>
              </a:p>
            </p:txBody>
          </p:sp>
          <p:sp>
            <p:nvSpPr>
              <p:cNvPr id="236" name="Shape 819"/>
              <p:cNvSpPr>
                <a:spLocks/>
              </p:cNvSpPr>
              <p:nvPr/>
            </p:nvSpPr>
            <p:spPr>
              <a:xfrm>
                <a:off x="-8099425" y="-1489075"/>
                <a:ext cx="936625" cy="222250"/>
              </a:xfrm>
              <a:custGeom>
                <a:avLst/>
                <a:gdLst/>
                <a:ahLst/>
                <a:cxnLst/>
                <a:rect l="0" t="0" r="0" b="0"/>
                <a:pathLst>
                  <a:path w="590" h="140" extrusionOk="0">
                    <a:moveTo>
                      <a:pt x="506" y="0"/>
                    </a:moveTo>
                    <a:lnTo>
                      <a:pt x="510" y="0"/>
                    </a:lnTo>
                    <a:lnTo>
                      <a:pt x="550" y="16"/>
                    </a:lnTo>
                    <a:lnTo>
                      <a:pt x="578" y="36"/>
                    </a:lnTo>
                    <a:lnTo>
                      <a:pt x="590" y="56"/>
                    </a:lnTo>
                    <a:lnTo>
                      <a:pt x="590" y="84"/>
                    </a:lnTo>
                    <a:lnTo>
                      <a:pt x="582" y="140"/>
                    </a:lnTo>
                    <a:lnTo>
                      <a:pt x="12" y="140"/>
                    </a:lnTo>
                    <a:lnTo>
                      <a:pt x="0" y="84"/>
                    </a:lnTo>
                    <a:lnTo>
                      <a:pt x="4" y="56"/>
                    </a:lnTo>
                    <a:lnTo>
                      <a:pt x="16" y="36"/>
                    </a:lnTo>
                    <a:lnTo>
                      <a:pt x="44" y="16"/>
                    </a:lnTo>
                    <a:lnTo>
                      <a:pt x="84" y="0"/>
                    </a:lnTo>
                    <a:lnTo>
                      <a:pt x="144" y="52"/>
                    </a:lnTo>
                    <a:lnTo>
                      <a:pt x="215" y="84"/>
                    </a:lnTo>
                    <a:lnTo>
                      <a:pt x="295" y="92"/>
                    </a:lnTo>
                    <a:lnTo>
                      <a:pt x="375" y="80"/>
                    </a:lnTo>
                    <a:lnTo>
                      <a:pt x="446" y="48"/>
                    </a:lnTo>
                    <a:lnTo>
                      <a:pt x="506" y="0"/>
                    </a:lnTo>
                    <a:close/>
                  </a:path>
                </a:pathLst>
              </a:custGeom>
              <a:solidFill>
                <a:schemeClr val="dk1"/>
              </a:solidFill>
              <a:ln>
                <a:noFill/>
              </a:ln>
            </p:spPr>
            <p:txBody>
              <a:bodyPr spcFirstLastPara="1" wrap="square" lIns="51431" tIns="25706" rIns="51431" bIns="25706" anchor="t" anchorCtr="0">
                <a:noAutofit/>
              </a:bodyPr>
              <a:lstStyle/>
              <a:p>
                <a:pPr defTabSz="457200">
                  <a:buClrTx/>
                  <a:buFontTx/>
                  <a:buNone/>
                </a:pPr>
                <a:endParaRPr sz="1013" kern="1200"/>
              </a:p>
            </p:txBody>
          </p:sp>
        </p:grpSp>
        <p:sp>
          <p:nvSpPr>
            <p:cNvPr id="214" name="Shape 820"/>
            <p:cNvSpPr>
              <a:spLocks/>
            </p:cNvSpPr>
            <p:nvPr/>
          </p:nvSpPr>
          <p:spPr>
            <a:xfrm>
              <a:off x="5756247" y="1120972"/>
              <a:ext cx="219218" cy="179581"/>
            </a:xfrm>
            <a:custGeom>
              <a:avLst/>
              <a:gdLst/>
              <a:ahLst/>
              <a:cxnLst/>
              <a:rect l="0" t="0" r="0" b="0"/>
              <a:pathLst>
                <a:path w="1626" h="1332" extrusionOk="0">
                  <a:moveTo>
                    <a:pt x="816" y="0"/>
                  </a:moveTo>
                  <a:lnTo>
                    <a:pt x="978" y="12"/>
                  </a:lnTo>
                  <a:lnTo>
                    <a:pt x="1128" y="48"/>
                  </a:lnTo>
                  <a:lnTo>
                    <a:pt x="1266" y="108"/>
                  </a:lnTo>
                  <a:lnTo>
                    <a:pt x="1386" y="186"/>
                  </a:lnTo>
                  <a:lnTo>
                    <a:pt x="1488" y="276"/>
                  </a:lnTo>
                  <a:lnTo>
                    <a:pt x="1560" y="384"/>
                  </a:lnTo>
                  <a:lnTo>
                    <a:pt x="1608" y="504"/>
                  </a:lnTo>
                  <a:lnTo>
                    <a:pt x="1626" y="630"/>
                  </a:lnTo>
                  <a:lnTo>
                    <a:pt x="1608" y="762"/>
                  </a:lnTo>
                  <a:lnTo>
                    <a:pt x="1560" y="882"/>
                  </a:lnTo>
                  <a:lnTo>
                    <a:pt x="1482" y="990"/>
                  </a:lnTo>
                  <a:lnTo>
                    <a:pt x="1374" y="1086"/>
                  </a:lnTo>
                  <a:lnTo>
                    <a:pt x="1422" y="1332"/>
                  </a:lnTo>
                  <a:lnTo>
                    <a:pt x="1104" y="1224"/>
                  </a:lnTo>
                  <a:lnTo>
                    <a:pt x="960" y="1254"/>
                  </a:lnTo>
                  <a:lnTo>
                    <a:pt x="816" y="1266"/>
                  </a:lnTo>
                  <a:lnTo>
                    <a:pt x="648" y="1248"/>
                  </a:lnTo>
                  <a:lnTo>
                    <a:pt x="498" y="1212"/>
                  </a:lnTo>
                  <a:lnTo>
                    <a:pt x="360" y="1158"/>
                  </a:lnTo>
                  <a:lnTo>
                    <a:pt x="240" y="1080"/>
                  </a:lnTo>
                  <a:lnTo>
                    <a:pt x="138" y="984"/>
                  </a:lnTo>
                  <a:lnTo>
                    <a:pt x="66" y="876"/>
                  </a:lnTo>
                  <a:lnTo>
                    <a:pt x="18" y="756"/>
                  </a:lnTo>
                  <a:lnTo>
                    <a:pt x="0" y="630"/>
                  </a:lnTo>
                  <a:lnTo>
                    <a:pt x="18" y="504"/>
                  </a:lnTo>
                  <a:lnTo>
                    <a:pt x="66" y="384"/>
                  </a:lnTo>
                  <a:lnTo>
                    <a:pt x="138" y="276"/>
                  </a:lnTo>
                  <a:lnTo>
                    <a:pt x="240" y="186"/>
                  </a:lnTo>
                  <a:lnTo>
                    <a:pt x="360" y="108"/>
                  </a:lnTo>
                  <a:lnTo>
                    <a:pt x="498" y="48"/>
                  </a:lnTo>
                  <a:lnTo>
                    <a:pt x="648" y="12"/>
                  </a:lnTo>
                  <a:lnTo>
                    <a:pt x="816" y="0"/>
                  </a:lnTo>
                  <a:close/>
                </a:path>
              </a:pathLst>
            </a:custGeom>
            <a:solidFill>
              <a:schemeClr val="dk1"/>
            </a:solidFill>
            <a:ln>
              <a:noFill/>
            </a:ln>
          </p:spPr>
          <p:txBody>
            <a:bodyPr spcFirstLastPara="1" wrap="square" lIns="68569" tIns="34275" rIns="68569" bIns="34275" anchor="t" anchorCtr="0">
              <a:noAutofit/>
            </a:bodyPr>
            <a:lstStyle/>
            <a:p>
              <a:pPr defTabSz="457200">
                <a:buClrTx/>
                <a:buFontTx/>
                <a:buNone/>
              </a:pPr>
              <a:endParaRPr sz="1350" kern="1200">
                <a:solidFill>
                  <a:srgbClr val="FFFFFF"/>
                </a:solidFill>
              </a:endParaRPr>
            </a:p>
          </p:txBody>
        </p:sp>
        <p:grpSp>
          <p:nvGrpSpPr>
            <p:cNvPr id="215" name="Shape 821"/>
            <p:cNvGrpSpPr/>
            <p:nvPr/>
          </p:nvGrpSpPr>
          <p:grpSpPr>
            <a:xfrm>
              <a:off x="7353185" y="1144896"/>
              <a:ext cx="219426" cy="132278"/>
              <a:chOff x="18316941" y="3878172"/>
              <a:chExt cx="240393" cy="144918"/>
            </a:xfrm>
          </p:grpSpPr>
          <p:sp>
            <p:nvSpPr>
              <p:cNvPr id="217" name="Shape 822"/>
              <p:cNvSpPr>
                <a:spLocks/>
              </p:cNvSpPr>
              <p:nvPr/>
            </p:nvSpPr>
            <p:spPr>
              <a:xfrm>
                <a:off x="18455039" y="3895221"/>
                <a:ext cx="17049" cy="16197"/>
              </a:xfrm>
              <a:custGeom>
                <a:avLst/>
                <a:gdLst/>
                <a:ahLst/>
                <a:cxnLst/>
                <a:rect l="0" t="0" r="0" b="0"/>
                <a:pathLst>
                  <a:path w="120" h="114" extrusionOk="0">
                    <a:moveTo>
                      <a:pt x="30" y="0"/>
                    </a:moveTo>
                    <a:lnTo>
                      <a:pt x="120" y="72"/>
                    </a:lnTo>
                    <a:lnTo>
                      <a:pt x="102" y="90"/>
                    </a:lnTo>
                    <a:lnTo>
                      <a:pt x="90" y="114"/>
                    </a:lnTo>
                    <a:lnTo>
                      <a:pt x="0" y="48"/>
                    </a:lnTo>
                    <a:lnTo>
                      <a:pt x="12" y="24"/>
                    </a:lnTo>
                    <a:lnTo>
                      <a:pt x="30" y="0"/>
                    </a:lnTo>
                    <a:close/>
                  </a:path>
                </a:pathLst>
              </a:custGeom>
              <a:solidFill>
                <a:schemeClr val="dk1"/>
              </a:solidFill>
              <a:ln>
                <a:noFill/>
              </a:ln>
            </p:spPr>
            <p:txBody>
              <a:bodyPr spcFirstLastPara="1" wrap="square" lIns="68569" tIns="34275" rIns="68569" bIns="34275" anchor="t" anchorCtr="0">
                <a:noAutofit/>
              </a:bodyPr>
              <a:lstStyle/>
              <a:p>
                <a:pPr defTabSz="457200">
                  <a:buClrTx/>
                  <a:buFontTx/>
                  <a:buNone/>
                </a:pPr>
                <a:endParaRPr sz="1350" kern="1200"/>
              </a:p>
            </p:txBody>
          </p:sp>
          <p:sp>
            <p:nvSpPr>
              <p:cNvPr id="218" name="Shape 823"/>
              <p:cNvSpPr>
                <a:spLocks/>
              </p:cNvSpPr>
              <p:nvPr/>
            </p:nvSpPr>
            <p:spPr>
              <a:xfrm>
                <a:off x="18465269" y="3882434"/>
                <a:ext cx="16197" cy="17902"/>
              </a:xfrm>
              <a:custGeom>
                <a:avLst/>
                <a:gdLst/>
                <a:ahLst/>
                <a:cxnLst/>
                <a:rect l="0" t="0" r="0" b="0"/>
                <a:pathLst>
                  <a:path w="114" h="126" extrusionOk="0">
                    <a:moveTo>
                      <a:pt x="54" y="0"/>
                    </a:moveTo>
                    <a:lnTo>
                      <a:pt x="114" y="96"/>
                    </a:lnTo>
                    <a:lnTo>
                      <a:pt x="96" y="108"/>
                    </a:lnTo>
                    <a:lnTo>
                      <a:pt x="78" y="126"/>
                    </a:lnTo>
                    <a:lnTo>
                      <a:pt x="0" y="48"/>
                    </a:lnTo>
                    <a:lnTo>
                      <a:pt x="24" y="24"/>
                    </a:lnTo>
                    <a:lnTo>
                      <a:pt x="54" y="0"/>
                    </a:lnTo>
                    <a:close/>
                  </a:path>
                </a:pathLst>
              </a:custGeom>
              <a:solidFill>
                <a:schemeClr val="dk1"/>
              </a:solidFill>
              <a:ln>
                <a:noFill/>
              </a:ln>
            </p:spPr>
            <p:txBody>
              <a:bodyPr spcFirstLastPara="1" wrap="square" lIns="68569" tIns="34275" rIns="68569" bIns="34275" anchor="t" anchorCtr="0">
                <a:noAutofit/>
              </a:bodyPr>
              <a:lstStyle/>
              <a:p>
                <a:pPr defTabSz="457200">
                  <a:buClrTx/>
                  <a:buFontTx/>
                  <a:buNone/>
                </a:pPr>
                <a:endParaRPr sz="1350" kern="1200"/>
              </a:p>
            </p:txBody>
          </p:sp>
          <p:sp>
            <p:nvSpPr>
              <p:cNvPr id="219" name="Shape 824"/>
              <p:cNvSpPr>
                <a:spLocks/>
              </p:cNvSpPr>
              <p:nvPr/>
            </p:nvSpPr>
            <p:spPr>
              <a:xfrm>
                <a:off x="18338252" y="3961712"/>
                <a:ext cx="17902" cy="14492"/>
              </a:xfrm>
              <a:custGeom>
                <a:avLst/>
                <a:gdLst/>
                <a:ahLst/>
                <a:cxnLst/>
                <a:rect l="0" t="0" r="0" b="0"/>
                <a:pathLst>
                  <a:path w="126" h="102" extrusionOk="0">
                    <a:moveTo>
                      <a:pt x="102" y="0"/>
                    </a:moveTo>
                    <a:lnTo>
                      <a:pt x="126" y="48"/>
                    </a:lnTo>
                    <a:lnTo>
                      <a:pt x="24" y="102"/>
                    </a:lnTo>
                    <a:lnTo>
                      <a:pt x="0" y="48"/>
                    </a:lnTo>
                    <a:lnTo>
                      <a:pt x="102" y="0"/>
                    </a:lnTo>
                    <a:close/>
                  </a:path>
                </a:pathLst>
              </a:custGeom>
              <a:solidFill>
                <a:schemeClr val="dk1"/>
              </a:solidFill>
              <a:ln>
                <a:noFill/>
              </a:ln>
            </p:spPr>
            <p:txBody>
              <a:bodyPr spcFirstLastPara="1" wrap="square" lIns="68569" tIns="34275" rIns="68569" bIns="34275" anchor="t" anchorCtr="0">
                <a:noAutofit/>
              </a:bodyPr>
              <a:lstStyle/>
              <a:p>
                <a:pPr defTabSz="457200">
                  <a:buClrTx/>
                  <a:buFontTx/>
                  <a:buNone/>
                </a:pPr>
                <a:endParaRPr sz="1350" kern="1200"/>
              </a:p>
            </p:txBody>
          </p:sp>
          <p:sp>
            <p:nvSpPr>
              <p:cNvPr id="220" name="Shape 825"/>
              <p:cNvSpPr>
                <a:spLocks/>
              </p:cNvSpPr>
              <p:nvPr/>
            </p:nvSpPr>
            <p:spPr>
              <a:xfrm>
                <a:off x="18482319" y="3878172"/>
                <a:ext cx="11934" cy="16197"/>
              </a:xfrm>
              <a:custGeom>
                <a:avLst/>
                <a:gdLst/>
                <a:ahLst/>
                <a:cxnLst/>
                <a:rect l="0" t="0" r="0" b="0"/>
                <a:pathLst>
                  <a:path w="84" h="114" extrusionOk="0">
                    <a:moveTo>
                      <a:pt x="36" y="0"/>
                    </a:moveTo>
                    <a:lnTo>
                      <a:pt x="60" y="0"/>
                    </a:lnTo>
                    <a:lnTo>
                      <a:pt x="84" y="6"/>
                    </a:lnTo>
                    <a:lnTo>
                      <a:pt x="54" y="114"/>
                    </a:lnTo>
                    <a:lnTo>
                      <a:pt x="36" y="108"/>
                    </a:lnTo>
                    <a:lnTo>
                      <a:pt x="24" y="108"/>
                    </a:lnTo>
                    <a:lnTo>
                      <a:pt x="0" y="0"/>
                    </a:lnTo>
                    <a:lnTo>
                      <a:pt x="36" y="0"/>
                    </a:lnTo>
                    <a:close/>
                  </a:path>
                </a:pathLst>
              </a:custGeom>
              <a:solidFill>
                <a:schemeClr val="dk1"/>
              </a:solidFill>
              <a:ln>
                <a:noFill/>
              </a:ln>
            </p:spPr>
            <p:txBody>
              <a:bodyPr spcFirstLastPara="1" wrap="square" lIns="68569" tIns="34275" rIns="68569" bIns="34275" anchor="t" anchorCtr="0">
                <a:noAutofit/>
              </a:bodyPr>
              <a:lstStyle/>
              <a:p>
                <a:pPr defTabSz="457200">
                  <a:buClrTx/>
                  <a:buFontTx/>
                  <a:buNone/>
                </a:pPr>
                <a:endParaRPr sz="1350" kern="1200"/>
              </a:p>
            </p:txBody>
          </p:sp>
          <p:sp>
            <p:nvSpPr>
              <p:cNvPr id="221" name="Shape 826"/>
              <p:cNvSpPr>
                <a:spLocks/>
              </p:cNvSpPr>
              <p:nvPr/>
            </p:nvSpPr>
            <p:spPr>
              <a:xfrm>
                <a:off x="18445663" y="3908860"/>
                <a:ext cx="17902" cy="15344"/>
              </a:xfrm>
              <a:custGeom>
                <a:avLst/>
                <a:gdLst/>
                <a:ahLst/>
                <a:cxnLst/>
                <a:rect l="0" t="0" r="0" b="0"/>
                <a:pathLst>
                  <a:path w="126" h="108" extrusionOk="0">
                    <a:moveTo>
                      <a:pt x="30" y="0"/>
                    </a:moveTo>
                    <a:lnTo>
                      <a:pt x="126" y="60"/>
                    </a:lnTo>
                    <a:lnTo>
                      <a:pt x="96" y="108"/>
                    </a:lnTo>
                    <a:lnTo>
                      <a:pt x="0" y="54"/>
                    </a:lnTo>
                    <a:lnTo>
                      <a:pt x="30" y="0"/>
                    </a:lnTo>
                    <a:close/>
                  </a:path>
                </a:pathLst>
              </a:custGeom>
              <a:solidFill>
                <a:schemeClr val="dk1"/>
              </a:solidFill>
              <a:ln>
                <a:noFill/>
              </a:ln>
            </p:spPr>
            <p:txBody>
              <a:bodyPr spcFirstLastPara="1" wrap="square" lIns="68569" tIns="34275" rIns="68569" bIns="34275" anchor="t" anchorCtr="0">
                <a:noAutofit/>
              </a:bodyPr>
              <a:lstStyle/>
              <a:p>
                <a:pPr defTabSz="457200">
                  <a:buClrTx/>
                  <a:buFontTx/>
                  <a:buNone/>
                </a:pPr>
                <a:endParaRPr sz="1350" kern="1200"/>
              </a:p>
            </p:txBody>
          </p:sp>
          <p:sp>
            <p:nvSpPr>
              <p:cNvPr id="222" name="Shape 827"/>
              <p:cNvSpPr>
                <a:spLocks/>
              </p:cNvSpPr>
              <p:nvPr/>
            </p:nvSpPr>
            <p:spPr>
              <a:xfrm>
                <a:off x="18512155" y="3910565"/>
                <a:ext cx="17902" cy="15344"/>
              </a:xfrm>
              <a:custGeom>
                <a:avLst/>
                <a:gdLst/>
                <a:ahLst/>
                <a:cxnLst/>
                <a:rect l="0" t="0" r="0" b="0"/>
                <a:pathLst>
                  <a:path w="126" h="108" extrusionOk="0">
                    <a:moveTo>
                      <a:pt x="96" y="0"/>
                    </a:moveTo>
                    <a:lnTo>
                      <a:pt x="126" y="48"/>
                    </a:lnTo>
                    <a:lnTo>
                      <a:pt x="24" y="108"/>
                    </a:lnTo>
                    <a:lnTo>
                      <a:pt x="0" y="60"/>
                    </a:lnTo>
                    <a:lnTo>
                      <a:pt x="96" y="0"/>
                    </a:lnTo>
                    <a:close/>
                  </a:path>
                </a:pathLst>
              </a:custGeom>
              <a:solidFill>
                <a:schemeClr val="dk1"/>
              </a:solidFill>
              <a:ln>
                <a:noFill/>
              </a:ln>
            </p:spPr>
            <p:txBody>
              <a:bodyPr spcFirstLastPara="1" wrap="square" lIns="68569" tIns="34275" rIns="68569" bIns="34275" anchor="t" anchorCtr="0">
                <a:noAutofit/>
              </a:bodyPr>
              <a:lstStyle/>
              <a:p>
                <a:pPr defTabSz="457200">
                  <a:buClrTx/>
                  <a:buFontTx/>
                  <a:buNone/>
                </a:pPr>
                <a:endParaRPr sz="1350" kern="1200"/>
              </a:p>
            </p:txBody>
          </p:sp>
          <p:sp>
            <p:nvSpPr>
              <p:cNvPr id="223" name="Shape 828"/>
              <p:cNvSpPr>
                <a:spLocks/>
              </p:cNvSpPr>
              <p:nvPr/>
            </p:nvSpPr>
            <p:spPr>
              <a:xfrm>
                <a:off x="18519827" y="3925057"/>
                <a:ext cx="17902" cy="14492"/>
              </a:xfrm>
              <a:custGeom>
                <a:avLst/>
                <a:gdLst/>
                <a:ahLst/>
                <a:cxnLst/>
                <a:rect l="0" t="0" r="0" b="0"/>
                <a:pathLst>
                  <a:path w="126" h="102" extrusionOk="0">
                    <a:moveTo>
                      <a:pt x="96" y="0"/>
                    </a:moveTo>
                    <a:lnTo>
                      <a:pt x="126" y="48"/>
                    </a:lnTo>
                    <a:lnTo>
                      <a:pt x="24" y="102"/>
                    </a:lnTo>
                    <a:lnTo>
                      <a:pt x="0" y="54"/>
                    </a:lnTo>
                    <a:lnTo>
                      <a:pt x="96" y="0"/>
                    </a:lnTo>
                    <a:close/>
                  </a:path>
                </a:pathLst>
              </a:custGeom>
              <a:solidFill>
                <a:schemeClr val="dk1"/>
              </a:solidFill>
              <a:ln>
                <a:noFill/>
              </a:ln>
            </p:spPr>
            <p:txBody>
              <a:bodyPr spcFirstLastPara="1" wrap="square" lIns="68569" tIns="34275" rIns="68569" bIns="34275" anchor="t" anchorCtr="0">
                <a:noAutofit/>
              </a:bodyPr>
              <a:lstStyle/>
              <a:p>
                <a:pPr defTabSz="457200">
                  <a:buClrTx/>
                  <a:buFontTx/>
                  <a:buNone/>
                </a:pPr>
                <a:endParaRPr sz="1350" kern="1200"/>
              </a:p>
            </p:txBody>
          </p:sp>
          <p:sp>
            <p:nvSpPr>
              <p:cNvPr id="224" name="Shape 829"/>
              <p:cNvSpPr>
                <a:spLocks/>
              </p:cNvSpPr>
              <p:nvPr/>
            </p:nvSpPr>
            <p:spPr>
              <a:xfrm>
                <a:off x="18494252" y="3884139"/>
                <a:ext cx="16197" cy="17049"/>
              </a:xfrm>
              <a:custGeom>
                <a:avLst/>
                <a:gdLst/>
                <a:ahLst/>
                <a:cxnLst/>
                <a:rect l="0" t="0" r="0" b="0"/>
                <a:pathLst>
                  <a:path w="114" h="120" extrusionOk="0">
                    <a:moveTo>
                      <a:pt x="66" y="0"/>
                    </a:moveTo>
                    <a:lnTo>
                      <a:pt x="90" y="18"/>
                    </a:lnTo>
                    <a:lnTo>
                      <a:pt x="114" y="42"/>
                    </a:lnTo>
                    <a:lnTo>
                      <a:pt x="36" y="120"/>
                    </a:lnTo>
                    <a:lnTo>
                      <a:pt x="18" y="102"/>
                    </a:lnTo>
                    <a:lnTo>
                      <a:pt x="0" y="90"/>
                    </a:lnTo>
                    <a:lnTo>
                      <a:pt x="66" y="0"/>
                    </a:lnTo>
                    <a:close/>
                  </a:path>
                </a:pathLst>
              </a:custGeom>
              <a:solidFill>
                <a:schemeClr val="dk1"/>
              </a:solidFill>
              <a:ln>
                <a:noFill/>
              </a:ln>
            </p:spPr>
            <p:txBody>
              <a:bodyPr spcFirstLastPara="1" wrap="square" lIns="68569" tIns="34275" rIns="68569" bIns="34275" anchor="t" anchorCtr="0">
                <a:noAutofit/>
              </a:bodyPr>
              <a:lstStyle/>
              <a:p>
                <a:pPr defTabSz="457200">
                  <a:buClrTx/>
                  <a:buFontTx/>
                  <a:buNone/>
                </a:pPr>
                <a:endParaRPr sz="1350" kern="1200"/>
              </a:p>
            </p:txBody>
          </p:sp>
          <p:sp>
            <p:nvSpPr>
              <p:cNvPr id="225" name="Shape 830"/>
              <p:cNvSpPr>
                <a:spLocks/>
              </p:cNvSpPr>
              <p:nvPr/>
            </p:nvSpPr>
            <p:spPr>
              <a:xfrm>
                <a:off x="18503630" y="3896926"/>
                <a:ext cx="17902" cy="15344"/>
              </a:xfrm>
              <a:custGeom>
                <a:avLst/>
                <a:gdLst/>
                <a:ahLst/>
                <a:cxnLst/>
                <a:rect l="0" t="0" r="0" b="0"/>
                <a:pathLst>
                  <a:path w="126" h="108" extrusionOk="0">
                    <a:moveTo>
                      <a:pt x="90" y="0"/>
                    </a:moveTo>
                    <a:lnTo>
                      <a:pt x="108" y="24"/>
                    </a:lnTo>
                    <a:lnTo>
                      <a:pt x="126" y="48"/>
                    </a:lnTo>
                    <a:lnTo>
                      <a:pt x="30" y="108"/>
                    </a:lnTo>
                    <a:lnTo>
                      <a:pt x="12" y="90"/>
                    </a:lnTo>
                    <a:lnTo>
                      <a:pt x="0" y="66"/>
                    </a:lnTo>
                    <a:lnTo>
                      <a:pt x="90" y="0"/>
                    </a:lnTo>
                    <a:close/>
                  </a:path>
                </a:pathLst>
              </a:custGeom>
              <a:solidFill>
                <a:schemeClr val="dk1"/>
              </a:solidFill>
              <a:ln>
                <a:noFill/>
              </a:ln>
            </p:spPr>
            <p:txBody>
              <a:bodyPr spcFirstLastPara="1" wrap="square" lIns="68569" tIns="34275" rIns="68569" bIns="34275" anchor="t" anchorCtr="0">
                <a:noAutofit/>
              </a:bodyPr>
              <a:lstStyle/>
              <a:p>
                <a:pPr defTabSz="457200">
                  <a:buClrTx/>
                  <a:buFontTx/>
                  <a:buNone/>
                </a:pPr>
                <a:endParaRPr sz="1350" kern="1200"/>
              </a:p>
            </p:txBody>
          </p:sp>
          <p:sp>
            <p:nvSpPr>
              <p:cNvPr id="226" name="Shape 831"/>
              <p:cNvSpPr>
                <a:spLocks/>
              </p:cNvSpPr>
              <p:nvPr/>
            </p:nvSpPr>
            <p:spPr>
              <a:xfrm>
                <a:off x="18354448" y="3988139"/>
                <a:ext cx="17902" cy="15344"/>
              </a:xfrm>
              <a:custGeom>
                <a:avLst/>
                <a:gdLst/>
                <a:ahLst/>
                <a:cxnLst/>
                <a:rect l="0" t="0" r="0" b="0"/>
                <a:pathLst>
                  <a:path w="126" h="108" extrusionOk="0">
                    <a:moveTo>
                      <a:pt x="90" y="0"/>
                    </a:moveTo>
                    <a:lnTo>
                      <a:pt x="126" y="42"/>
                    </a:lnTo>
                    <a:lnTo>
                      <a:pt x="36" y="108"/>
                    </a:lnTo>
                    <a:lnTo>
                      <a:pt x="18" y="90"/>
                    </a:lnTo>
                    <a:lnTo>
                      <a:pt x="0" y="60"/>
                    </a:lnTo>
                    <a:lnTo>
                      <a:pt x="90" y="0"/>
                    </a:lnTo>
                    <a:close/>
                  </a:path>
                </a:pathLst>
              </a:custGeom>
              <a:solidFill>
                <a:schemeClr val="dk1"/>
              </a:solidFill>
              <a:ln>
                <a:noFill/>
              </a:ln>
            </p:spPr>
            <p:txBody>
              <a:bodyPr spcFirstLastPara="1" wrap="square" lIns="68569" tIns="34275" rIns="68569" bIns="34275" anchor="t" anchorCtr="0">
                <a:noAutofit/>
              </a:bodyPr>
              <a:lstStyle/>
              <a:p>
                <a:pPr defTabSz="457200">
                  <a:buClrTx/>
                  <a:buFontTx/>
                  <a:buNone/>
                </a:pPr>
                <a:endParaRPr sz="1350" kern="1200"/>
              </a:p>
            </p:txBody>
          </p:sp>
          <p:sp>
            <p:nvSpPr>
              <p:cNvPr id="227" name="Shape 832"/>
              <p:cNvSpPr>
                <a:spLocks/>
              </p:cNvSpPr>
              <p:nvPr/>
            </p:nvSpPr>
            <p:spPr>
              <a:xfrm>
                <a:off x="18411564" y="3976204"/>
                <a:ext cx="17902" cy="15344"/>
              </a:xfrm>
              <a:custGeom>
                <a:avLst/>
                <a:gdLst/>
                <a:ahLst/>
                <a:cxnLst/>
                <a:rect l="0" t="0" r="0" b="0"/>
                <a:pathLst>
                  <a:path w="126" h="108" extrusionOk="0">
                    <a:moveTo>
                      <a:pt x="30" y="0"/>
                    </a:moveTo>
                    <a:lnTo>
                      <a:pt x="126" y="60"/>
                    </a:lnTo>
                    <a:lnTo>
                      <a:pt x="96" y="108"/>
                    </a:lnTo>
                    <a:lnTo>
                      <a:pt x="0" y="48"/>
                    </a:lnTo>
                    <a:lnTo>
                      <a:pt x="30" y="0"/>
                    </a:lnTo>
                    <a:close/>
                  </a:path>
                </a:pathLst>
              </a:custGeom>
              <a:solidFill>
                <a:schemeClr val="dk1"/>
              </a:solidFill>
              <a:ln>
                <a:noFill/>
              </a:ln>
            </p:spPr>
            <p:txBody>
              <a:bodyPr spcFirstLastPara="1" wrap="square" lIns="68569" tIns="34275" rIns="68569" bIns="34275" anchor="t" anchorCtr="0">
                <a:noAutofit/>
              </a:bodyPr>
              <a:lstStyle/>
              <a:p>
                <a:pPr defTabSz="457200">
                  <a:buClrTx/>
                  <a:buFontTx/>
                  <a:buNone/>
                </a:pPr>
                <a:endParaRPr sz="1350" kern="1200"/>
              </a:p>
            </p:txBody>
          </p:sp>
          <p:sp>
            <p:nvSpPr>
              <p:cNvPr id="228" name="Shape 833"/>
              <p:cNvSpPr>
                <a:spLocks/>
              </p:cNvSpPr>
              <p:nvPr/>
            </p:nvSpPr>
            <p:spPr>
              <a:xfrm>
                <a:off x="18403892" y="3989844"/>
                <a:ext cx="17049" cy="15344"/>
              </a:xfrm>
              <a:custGeom>
                <a:avLst/>
                <a:gdLst/>
                <a:ahLst/>
                <a:cxnLst/>
                <a:rect l="0" t="0" r="0" b="0"/>
                <a:pathLst>
                  <a:path w="120" h="108" extrusionOk="0">
                    <a:moveTo>
                      <a:pt x="30" y="0"/>
                    </a:moveTo>
                    <a:lnTo>
                      <a:pt x="120" y="60"/>
                    </a:lnTo>
                    <a:lnTo>
                      <a:pt x="84" y="108"/>
                    </a:lnTo>
                    <a:lnTo>
                      <a:pt x="0" y="42"/>
                    </a:lnTo>
                    <a:lnTo>
                      <a:pt x="12" y="18"/>
                    </a:lnTo>
                    <a:lnTo>
                      <a:pt x="30" y="0"/>
                    </a:lnTo>
                    <a:close/>
                  </a:path>
                </a:pathLst>
              </a:custGeom>
              <a:solidFill>
                <a:schemeClr val="dk1"/>
              </a:solidFill>
              <a:ln>
                <a:noFill/>
              </a:ln>
            </p:spPr>
            <p:txBody>
              <a:bodyPr spcFirstLastPara="1" wrap="square" lIns="68569" tIns="34275" rIns="68569" bIns="34275" anchor="t" anchorCtr="0">
                <a:noAutofit/>
              </a:bodyPr>
              <a:lstStyle/>
              <a:p>
                <a:pPr defTabSz="457200">
                  <a:buClrTx/>
                  <a:buFontTx/>
                  <a:buNone/>
                </a:pPr>
                <a:endParaRPr sz="1350" kern="1200"/>
              </a:p>
            </p:txBody>
          </p:sp>
          <p:sp>
            <p:nvSpPr>
              <p:cNvPr id="229" name="Shape 834"/>
              <p:cNvSpPr>
                <a:spLocks/>
              </p:cNvSpPr>
              <p:nvPr/>
            </p:nvSpPr>
            <p:spPr>
              <a:xfrm>
                <a:off x="18393663" y="4000925"/>
                <a:ext cx="16197" cy="17049"/>
              </a:xfrm>
              <a:custGeom>
                <a:avLst/>
                <a:gdLst/>
                <a:ahLst/>
                <a:cxnLst/>
                <a:rect l="0" t="0" r="0" b="0"/>
                <a:pathLst>
                  <a:path w="114" h="120" extrusionOk="0">
                    <a:moveTo>
                      <a:pt x="36" y="0"/>
                    </a:moveTo>
                    <a:lnTo>
                      <a:pt x="114" y="78"/>
                    </a:lnTo>
                    <a:lnTo>
                      <a:pt x="90" y="102"/>
                    </a:lnTo>
                    <a:lnTo>
                      <a:pt x="66" y="120"/>
                    </a:lnTo>
                    <a:lnTo>
                      <a:pt x="0" y="30"/>
                    </a:lnTo>
                    <a:lnTo>
                      <a:pt x="18" y="18"/>
                    </a:lnTo>
                    <a:lnTo>
                      <a:pt x="36" y="0"/>
                    </a:lnTo>
                    <a:close/>
                  </a:path>
                </a:pathLst>
              </a:custGeom>
              <a:solidFill>
                <a:schemeClr val="dk1"/>
              </a:solidFill>
              <a:ln>
                <a:noFill/>
              </a:ln>
            </p:spPr>
            <p:txBody>
              <a:bodyPr spcFirstLastPara="1" wrap="square" lIns="68569" tIns="34275" rIns="68569" bIns="34275" anchor="t" anchorCtr="0">
                <a:noAutofit/>
              </a:bodyPr>
              <a:lstStyle/>
              <a:p>
                <a:pPr defTabSz="457200">
                  <a:buClrTx/>
                  <a:buFontTx/>
                  <a:buNone/>
                </a:pPr>
                <a:endParaRPr sz="1350" kern="1200"/>
              </a:p>
            </p:txBody>
          </p:sp>
          <p:sp>
            <p:nvSpPr>
              <p:cNvPr id="230" name="Shape 835"/>
              <p:cNvSpPr>
                <a:spLocks/>
              </p:cNvSpPr>
              <p:nvPr/>
            </p:nvSpPr>
            <p:spPr>
              <a:xfrm>
                <a:off x="18345923" y="3975352"/>
                <a:ext cx="17902" cy="14492"/>
              </a:xfrm>
              <a:custGeom>
                <a:avLst/>
                <a:gdLst/>
                <a:ahLst/>
                <a:cxnLst/>
                <a:rect l="0" t="0" r="0" b="0"/>
                <a:pathLst>
                  <a:path w="126" h="102" extrusionOk="0">
                    <a:moveTo>
                      <a:pt x="96" y="0"/>
                    </a:moveTo>
                    <a:lnTo>
                      <a:pt x="126" y="48"/>
                    </a:lnTo>
                    <a:lnTo>
                      <a:pt x="30" y="102"/>
                    </a:lnTo>
                    <a:lnTo>
                      <a:pt x="0" y="54"/>
                    </a:lnTo>
                    <a:lnTo>
                      <a:pt x="96" y="0"/>
                    </a:lnTo>
                    <a:close/>
                  </a:path>
                </a:pathLst>
              </a:custGeom>
              <a:solidFill>
                <a:schemeClr val="dk1"/>
              </a:solidFill>
              <a:ln>
                <a:noFill/>
              </a:ln>
            </p:spPr>
            <p:txBody>
              <a:bodyPr spcFirstLastPara="1" wrap="square" lIns="68569" tIns="34275" rIns="68569" bIns="34275" anchor="t" anchorCtr="0">
                <a:noAutofit/>
              </a:bodyPr>
              <a:lstStyle/>
              <a:p>
                <a:pPr defTabSz="457200">
                  <a:buClrTx/>
                  <a:buFontTx/>
                  <a:buNone/>
                </a:pPr>
                <a:endParaRPr sz="1350" kern="1200"/>
              </a:p>
            </p:txBody>
          </p:sp>
          <p:sp>
            <p:nvSpPr>
              <p:cNvPr id="231" name="Shape 836"/>
              <p:cNvSpPr>
                <a:spLocks/>
              </p:cNvSpPr>
              <p:nvPr/>
            </p:nvSpPr>
            <p:spPr>
              <a:xfrm>
                <a:off x="18364678" y="4000073"/>
                <a:ext cx="16197" cy="17049"/>
              </a:xfrm>
              <a:custGeom>
                <a:avLst/>
                <a:gdLst/>
                <a:ahLst/>
                <a:cxnLst/>
                <a:rect l="0" t="0" r="0" b="0"/>
                <a:pathLst>
                  <a:path w="114" h="120" extrusionOk="0">
                    <a:moveTo>
                      <a:pt x="84" y="0"/>
                    </a:moveTo>
                    <a:lnTo>
                      <a:pt x="102" y="18"/>
                    </a:lnTo>
                    <a:lnTo>
                      <a:pt x="114" y="30"/>
                    </a:lnTo>
                    <a:lnTo>
                      <a:pt x="48" y="120"/>
                    </a:lnTo>
                    <a:lnTo>
                      <a:pt x="24" y="96"/>
                    </a:lnTo>
                    <a:lnTo>
                      <a:pt x="0" y="72"/>
                    </a:lnTo>
                    <a:lnTo>
                      <a:pt x="84" y="0"/>
                    </a:lnTo>
                    <a:close/>
                  </a:path>
                </a:pathLst>
              </a:custGeom>
              <a:solidFill>
                <a:schemeClr val="dk1"/>
              </a:solidFill>
              <a:ln>
                <a:noFill/>
              </a:ln>
            </p:spPr>
            <p:txBody>
              <a:bodyPr spcFirstLastPara="1" wrap="square" lIns="68569" tIns="34275" rIns="68569" bIns="34275" anchor="t" anchorCtr="0">
                <a:noAutofit/>
              </a:bodyPr>
              <a:lstStyle/>
              <a:p>
                <a:pPr defTabSz="457200">
                  <a:buClrTx/>
                  <a:buFontTx/>
                  <a:buNone/>
                </a:pPr>
                <a:endParaRPr sz="1350" kern="1200"/>
              </a:p>
            </p:txBody>
          </p:sp>
          <p:sp>
            <p:nvSpPr>
              <p:cNvPr id="232" name="Shape 837"/>
              <p:cNvSpPr>
                <a:spLocks/>
              </p:cNvSpPr>
              <p:nvPr/>
            </p:nvSpPr>
            <p:spPr>
              <a:xfrm>
                <a:off x="18380875" y="4006893"/>
                <a:ext cx="11934" cy="16197"/>
              </a:xfrm>
              <a:custGeom>
                <a:avLst/>
                <a:gdLst/>
                <a:ahLst/>
                <a:cxnLst/>
                <a:rect l="0" t="0" r="0" b="0"/>
                <a:pathLst>
                  <a:path w="84" h="114" extrusionOk="0">
                    <a:moveTo>
                      <a:pt x="36" y="0"/>
                    </a:moveTo>
                    <a:lnTo>
                      <a:pt x="48" y="0"/>
                    </a:lnTo>
                    <a:lnTo>
                      <a:pt x="60" y="0"/>
                    </a:lnTo>
                    <a:lnTo>
                      <a:pt x="84" y="108"/>
                    </a:lnTo>
                    <a:lnTo>
                      <a:pt x="54" y="114"/>
                    </a:lnTo>
                    <a:lnTo>
                      <a:pt x="24" y="108"/>
                    </a:lnTo>
                    <a:lnTo>
                      <a:pt x="0" y="108"/>
                    </a:lnTo>
                    <a:lnTo>
                      <a:pt x="36" y="0"/>
                    </a:lnTo>
                    <a:close/>
                  </a:path>
                </a:pathLst>
              </a:custGeom>
              <a:solidFill>
                <a:schemeClr val="dk1"/>
              </a:solidFill>
              <a:ln>
                <a:noFill/>
              </a:ln>
            </p:spPr>
            <p:txBody>
              <a:bodyPr spcFirstLastPara="1" wrap="square" lIns="68569" tIns="34275" rIns="68569" bIns="34275" anchor="t" anchorCtr="0">
                <a:noAutofit/>
              </a:bodyPr>
              <a:lstStyle/>
              <a:p>
                <a:pPr defTabSz="457200">
                  <a:buClrTx/>
                  <a:buFontTx/>
                  <a:buNone/>
                </a:pPr>
                <a:endParaRPr sz="1350" kern="1200"/>
              </a:p>
            </p:txBody>
          </p:sp>
          <p:sp>
            <p:nvSpPr>
              <p:cNvPr id="233" name="Shape 838"/>
              <p:cNvSpPr>
                <a:spLocks/>
              </p:cNvSpPr>
              <p:nvPr/>
            </p:nvSpPr>
            <p:spPr>
              <a:xfrm>
                <a:off x="18316941" y="3878172"/>
                <a:ext cx="240393" cy="144065"/>
              </a:xfrm>
              <a:custGeom>
                <a:avLst/>
                <a:gdLst/>
                <a:ahLst/>
                <a:cxnLst/>
                <a:rect l="0" t="0" r="0" b="0"/>
                <a:pathLst>
                  <a:path w="1692" h="1014" extrusionOk="0">
                    <a:moveTo>
                      <a:pt x="924" y="534"/>
                    </a:moveTo>
                    <a:lnTo>
                      <a:pt x="972" y="654"/>
                    </a:lnTo>
                    <a:lnTo>
                      <a:pt x="1026" y="756"/>
                    </a:lnTo>
                    <a:lnTo>
                      <a:pt x="1080" y="834"/>
                    </a:lnTo>
                    <a:lnTo>
                      <a:pt x="1134" y="876"/>
                    </a:lnTo>
                    <a:lnTo>
                      <a:pt x="1188" y="894"/>
                    </a:lnTo>
                    <a:lnTo>
                      <a:pt x="1188" y="894"/>
                    </a:lnTo>
                    <a:lnTo>
                      <a:pt x="1206" y="894"/>
                    </a:lnTo>
                    <a:lnTo>
                      <a:pt x="1236" y="882"/>
                    </a:lnTo>
                    <a:lnTo>
                      <a:pt x="1272" y="858"/>
                    </a:lnTo>
                    <a:lnTo>
                      <a:pt x="1314" y="816"/>
                    </a:lnTo>
                    <a:lnTo>
                      <a:pt x="1362" y="750"/>
                    </a:lnTo>
                    <a:lnTo>
                      <a:pt x="1410" y="660"/>
                    </a:lnTo>
                    <a:lnTo>
                      <a:pt x="1464" y="534"/>
                    </a:lnTo>
                    <a:lnTo>
                      <a:pt x="924" y="534"/>
                    </a:lnTo>
                    <a:close/>
                    <a:moveTo>
                      <a:pt x="504" y="120"/>
                    </a:moveTo>
                    <a:lnTo>
                      <a:pt x="444" y="138"/>
                    </a:lnTo>
                    <a:lnTo>
                      <a:pt x="390" y="180"/>
                    </a:lnTo>
                    <a:lnTo>
                      <a:pt x="336" y="252"/>
                    </a:lnTo>
                    <a:lnTo>
                      <a:pt x="282" y="354"/>
                    </a:lnTo>
                    <a:lnTo>
                      <a:pt x="234" y="474"/>
                    </a:lnTo>
                    <a:lnTo>
                      <a:pt x="780" y="474"/>
                    </a:lnTo>
                    <a:lnTo>
                      <a:pt x="732" y="348"/>
                    </a:lnTo>
                    <a:lnTo>
                      <a:pt x="678" y="252"/>
                    </a:lnTo>
                    <a:lnTo>
                      <a:pt x="624" y="180"/>
                    </a:lnTo>
                    <a:lnTo>
                      <a:pt x="564" y="132"/>
                    </a:lnTo>
                    <a:lnTo>
                      <a:pt x="504" y="120"/>
                    </a:lnTo>
                    <a:lnTo>
                      <a:pt x="504" y="120"/>
                    </a:lnTo>
                    <a:close/>
                    <a:moveTo>
                      <a:pt x="504" y="0"/>
                    </a:moveTo>
                    <a:lnTo>
                      <a:pt x="588" y="12"/>
                    </a:lnTo>
                    <a:lnTo>
                      <a:pt x="660" y="54"/>
                    </a:lnTo>
                    <a:lnTo>
                      <a:pt x="720" y="114"/>
                    </a:lnTo>
                    <a:lnTo>
                      <a:pt x="774" y="186"/>
                    </a:lnTo>
                    <a:lnTo>
                      <a:pt x="822" y="270"/>
                    </a:lnTo>
                    <a:lnTo>
                      <a:pt x="858" y="354"/>
                    </a:lnTo>
                    <a:lnTo>
                      <a:pt x="882" y="318"/>
                    </a:lnTo>
                    <a:lnTo>
                      <a:pt x="978" y="372"/>
                    </a:lnTo>
                    <a:lnTo>
                      <a:pt x="954" y="420"/>
                    </a:lnTo>
                    <a:lnTo>
                      <a:pt x="870" y="378"/>
                    </a:lnTo>
                    <a:lnTo>
                      <a:pt x="882" y="414"/>
                    </a:lnTo>
                    <a:lnTo>
                      <a:pt x="900" y="456"/>
                    </a:lnTo>
                    <a:lnTo>
                      <a:pt x="924" y="468"/>
                    </a:lnTo>
                    <a:lnTo>
                      <a:pt x="924" y="474"/>
                    </a:lnTo>
                    <a:lnTo>
                      <a:pt x="1494" y="474"/>
                    </a:lnTo>
                    <a:lnTo>
                      <a:pt x="1578" y="432"/>
                    </a:lnTo>
                    <a:lnTo>
                      <a:pt x="1596" y="474"/>
                    </a:lnTo>
                    <a:lnTo>
                      <a:pt x="1662" y="474"/>
                    </a:lnTo>
                    <a:lnTo>
                      <a:pt x="1680" y="474"/>
                    </a:lnTo>
                    <a:lnTo>
                      <a:pt x="1686" y="486"/>
                    </a:lnTo>
                    <a:lnTo>
                      <a:pt x="1692" y="498"/>
                    </a:lnTo>
                    <a:lnTo>
                      <a:pt x="1686" y="516"/>
                    </a:lnTo>
                    <a:lnTo>
                      <a:pt x="1680" y="528"/>
                    </a:lnTo>
                    <a:lnTo>
                      <a:pt x="1662" y="534"/>
                    </a:lnTo>
                    <a:lnTo>
                      <a:pt x="1584" y="534"/>
                    </a:lnTo>
                    <a:lnTo>
                      <a:pt x="1518" y="702"/>
                    </a:lnTo>
                    <a:lnTo>
                      <a:pt x="1446" y="840"/>
                    </a:lnTo>
                    <a:lnTo>
                      <a:pt x="1368" y="936"/>
                    </a:lnTo>
                    <a:lnTo>
                      <a:pt x="1278" y="996"/>
                    </a:lnTo>
                    <a:lnTo>
                      <a:pt x="1188" y="1014"/>
                    </a:lnTo>
                    <a:lnTo>
                      <a:pt x="1188" y="1014"/>
                    </a:lnTo>
                    <a:lnTo>
                      <a:pt x="1134" y="1008"/>
                    </a:lnTo>
                    <a:lnTo>
                      <a:pt x="1080" y="984"/>
                    </a:lnTo>
                    <a:lnTo>
                      <a:pt x="1026" y="942"/>
                    </a:lnTo>
                    <a:lnTo>
                      <a:pt x="966" y="876"/>
                    </a:lnTo>
                    <a:lnTo>
                      <a:pt x="900" y="786"/>
                    </a:lnTo>
                    <a:lnTo>
                      <a:pt x="846" y="660"/>
                    </a:lnTo>
                    <a:lnTo>
                      <a:pt x="822" y="702"/>
                    </a:lnTo>
                    <a:lnTo>
                      <a:pt x="726" y="648"/>
                    </a:lnTo>
                    <a:lnTo>
                      <a:pt x="750" y="600"/>
                    </a:lnTo>
                    <a:lnTo>
                      <a:pt x="840" y="642"/>
                    </a:lnTo>
                    <a:lnTo>
                      <a:pt x="822" y="606"/>
                    </a:lnTo>
                    <a:lnTo>
                      <a:pt x="810" y="564"/>
                    </a:lnTo>
                    <a:lnTo>
                      <a:pt x="774" y="546"/>
                    </a:lnTo>
                    <a:lnTo>
                      <a:pt x="786" y="534"/>
                    </a:lnTo>
                    <a:lnTo>
                      <a:pt x="222" y="534"/>
                    </a:lnTo>
                    <a:lnTo>
                      <a:pt x="222" y="540"/>
                    </a:lnTo>
                    <a:lnTo>
                      <a:pt x="126" y="588"/>
                    </a:lnTo>
                    <a:lnTo>
                      <a:pt x="102" y="534"/>
                    </a:lnTo>
                    <a:lnTo>
                      <a:pt x="114" y="534"/>
                    </a:lnTo>
                    <a:lnTo>
                      <a:pt x="30" y="534"/>
                    </a:lnTo>
                    <a:lnTo>
                      <a:pt x="18" y="528"/>
                    </a:lnTo>
                    <a:lnTo>
                      <a:pt x="6" y="516"/>
                    </a:lnTo>
                    <a:lnTo>
                      <a:pt x="0" y="498"/>
                    </a:lnTo>
                    <a:lnTo>
                      <a:pt x="6" y="486"/>
                    </a:lnTo>
                    <a:lnTo>
                      <a:pt x="18" y="474"/>
                    </a:lnTo>
                    <a:lnTo>
                      <a:pt x="30" y="474"/>
                    </a:lnTo>
                    <a:lnTo>
                      <a:pt x="114" y="474"/>
                    </a:lnTo>
                    <a:lnTo>
                      <a:pt x="174" y="306"/>
                    </a:lnTo>
                    <a:lnTo>
                      <a:pt x="240" y="180"/>
                    </a:lnTo>
                    <a:lnTo>
                      <a:pt x="324" y="78"/>
                    </a:lnTo>
                    <a:lnTo>
                      <a:pt x="408" y="24"/>
                    </a:lnTo>
                    <a:lnTo>
                      <a:pt x="504" y="0"/>
                    </a:lnTo>
                    <a:close/>
                  </a:path>
                </a:pathLst>
              </a:custGeom>
              <a:solidFill>
                <a:schemeClr val="dk1"/>
              </a:solidFill>
              <a:ln>
                <a:noFill/>
              </a:ln>
            </p:spPr>
            <p:txBody>
              <a:bodyPr spcFirstLastPara="1" wrap="square" lIns="68569" tIns="34275" rIns="68569" bIns="34275" anchor="t" anchorCtr="0">
                <a:noAutofit/>
              </a:bodyPr>
              <a:lstStyle/>
              <a:p>
                <a:pPr defTabSz="457200">
                  <a:buClrTx/>
                  <a:buFontTx/>
                  <a:buNone/>
                </a:pPr>
                <a:endParaRPr sz="1350" kern="1200"/>
              </a:p>
            </p:txBody>
          </p:sp>
        </p:grpSp>
        <p:sp>
          <p:nvSpPr>
            <p:cNvPr id="216" name="Shape 839"/>
            <p:cNvSpPr>
              <a:spLocks/>
            </p:cNvSpPr>
            <p:nvPr/>
          </p:nvSpPr>
          <p:spPr>
            <a:xfrm>
              <a:off x="5100546" y="1109442"/>
              <a:ext cx="102737" cy="184226"/>
            </a:xfrm>
            <a:custGeom>
              <a:avLst/>
              <a:gdLst/>
              <a:ahLst/>
              <a:cxnLst/>
              <a:rect l="0" t="0" r="0" b="0"/>
              <a:pathLst>
                <a:path w="964" h="1906" extrusionOk="0">
                  <a:moveTo>
                    <a:pt x="149" y="0"/>
                  </a:moveTo>
                  <a:lnTo>
                    <a:pt x="816" y="0"/>
                  </a:lnTo>
                  <a:lnTo>
                    <a:pt x="830" y="1"/>
                  </a:lnTo>
                  <a:lnTo>
                    <a:pt x="845" y="3"/>
                  </a:lnTo>
                  <a:lnTo>
                    <a:pt x="860" y="7"/>
                  </a:lnTo>
                  <a:lnTo>
                    <a:pt x="873" y="11"/>
                  </a:lnTo>
                  <a:lnTo>
                    <a:pt x="886" y="18"/>
                  </a:lnTo>
                  <a:lnTo>
                    <a:pt x="898" y="26"/>
                  </a:lnTo>
                  <a:lnTo>
                    <a:pt x="909" y="34"/>
                  </a:lnTo>
                  <a:lnTo>
                    <a:pt x="921" y="44"/>
                  </a:lnTo>
                  <a:lnTo>
                    <a:pt x="930" y="54"/>
                  </a:lnTo>
                  <a:lnTo>
                    <a:pt x="939" y="65"/>
                  </a:lnTo>
                  <a:lnTo>
                    <a:pt x="947" y="78"/>
                  </a:lnTo>
                  <a:lnTo>
                    <a:pt x="952" y="90"/>
                  </a:lnTo>
                  <a:lnTo>
                    <a:pt x="958" y="105"/>
                  </a:lnTo>
                  <a:lnTo>
                    <a:pt x="961" y="118"/>
                  </a:lnTo>
                  <a:lnTo>
                    <a:pt x="964" y="133"/>
                  </a:lnTo>
                  <a:lnTo>
                    <a:pt x="964" y="149"/>
                  </a:lnTo>
                  <a:lnTo>
                    <a:pt x="964" y="1758"/>
                  </a:lnTo>
                  <a:lnTo>
                    <a:pt x="964" y="1773"/>
                  </a:lnTo>
                  <a:lnTo>
                    <a:pt x="961" y="1788"/>
                  </a:lnTo>
                  <a:lnTo>
                    <a:pt x="958" y="1802"/>
                  </a:lnTo>
                  <a:lnTo>
                    <a:pt x="952" y="1816"/>
                  </a:lnTo>
                  <a:lnTo>
                    <a:pt x="947" y="1829"/>
                  </a:lnTo>
                  <a:lnTo>
                    <a:pt x="939" y="1841"/>
                  </a:lnTo>
                  <a:lnTo>
                    <a:pt x="930" y="1852"/>
                  </a:lnTo>
                  <a:lnTo>
                    <a:pt x="921" y="1863"/>
                  </a:lnTo>
                  <a:lnTo>
                    <a:pt x="909" y="1872"/>
                  </a:lnTo>
                  <a:lnTo>
                    <a:pt x="898" y="1881"/>
                  </a:lnTo>
                  <a:lnTo>
                    <a:pt x="886" y="1889"/>
                  </a:lnTo>
                  <a:lnTo>
                    <a:pt x="873" y="1895"/>
                  </a:lnTo>
                  <a:lnTo>
                    <a:pt x="860" y="1901"/>
                  </a:lnTo>
                  <a:lnTo>
                    <a:pt x="845" y="1904"/>
                  </a:lnTo>
                  <a:lnTo>
                    <a:pt x="830" y="1906"/>
                  </a:lnTo>
                  <a:lnTo>
                    <a:pt x="816" y="1906"/>
                  </a:lnTo>
                  <a:lnTo>
                    <a:pt x="149" y="1906"/>
                  </a:lnTo>
                  <a:lnTo>
                    <a:pt x="134" y="1906"/>
                  </a:lnTo>
                  <a:lnTo>
                    <a:pt x="119" y="1904"/>
                  </a:lnTo>
                  <a:lnTo>
                    <a:pt x="105" y="1901"/>
                  </a:lnTo>
                  <a:lnTo>
                    <a:pt x="92" y="1895"/>
                  </a:lnTo>
                  <a:lnTo>
                    <a:pt x="78" y="1889"/>
                  </a:lnTo>
                  <a:lnTo>
                    <a:pt x="66" y="1881"/>
                  </a:lnTo>
                  <a:lnTo>
                    <a:pt x="55" y="1872"/>
                  </a:lnTo>
                  <a:lnTo>
                    <a:pt x="44" y="1863"/>
                  </a:lnTo>
                  <a:lnTo>
                    <a:pt x="34" y="1852"/>
                  </a:lnTo>
                  <a:lnTo>
                    <a:pt x="26" y="1841"/>
                  </a:lnTo>
                  <a:lnTo>
                    <a:pt x="18" y="1829"/>
                  </a:lnTo>
                  <a:lnTo>
                    <a:pt x="13" y="1816"/>
                  </a:lnTo>
                  <a:lnTo>
                    <a:pt x="7" y="1802"/>
                  </a:lnTo>
                  <a:lnTo>
                    <a:pt x="4" y="1788"/>
                  </a:lnTo>
                  <a:lnTo>
                    <a:pt x="2" y="1773"/>
                  </a:lnTo>
                  <a:lnTo>
                    <a:pt x="0" y="1758"/>
                  </a:lnTo>
                  <a:lnTo>
                    <a:pt x="0" y="149"/>
                  </a:lnTo>
                  <a:lnTo>
                    <a:pt x="2" y="133"/>
                  </a:lnTo>
                  <a:lnTo>
                    <a:pt x="4" y="118"/>
                  </a:lnTo>
                  <a:lnTo>
                    <a:pt x="7" y="105"/>
                  </a:lnTo>
                  <a:lnTo>
                    <a:pt x="13" y="90"/>
                  </a:lnTo>
                  <a:lnTo>
                    <a:pt x="18" y="78"/>
                  </a:lnTo>
                  <a:lnTo>
                    <a:pt x="26" y="65"/>
                  </a:lnTo>
                  <a:lnTo>
                    <a:pt x="34" y="54"/>
                  </a:lnTo>
                  <a:lnTo>
                    <a:pt x="44" y="44"/>
                  </a:lnTo>
                  <a:lnTo>
                    <a:pt x="55" y="34"/>
                  </a:lnTo>
                  <a:lnTo>
                    <a:pt x="66" y="26"/>
                  </a:lnTo>
                  <a:lnTo>
                    <a:pt x="78" y="18"/>
                  </a:lnTo>
                  <a:lnTo>
                    <a:pt x="92" y="11"/>
                  </a:lnTo>
                  <a:lnTo>
                    <a:pt x="105" y="7"/>
                  </a:lnTo>
                  <a:lnTo>
                    <a:pt x="119" y="3"/>
                  </a:lnTo>
                  <a:lnTo>
                    <a:pt x="134" y="1"/>
                  </a:lnTo>
                  <a:lnTo>
                    <a:pt x="149" y="0"/>
                  </a:lnTo>
                  <a:close/>
                  <a:moveTo>
                    <a:pt x="489" y="1644"/>
                  </a:moveTo>
                  <a:lnTo>
                    <a:pt x="500" y="1644"/>
                  </a:lnTo>
                  <a:lnTo>
                    <a:pt x="510" y="1646"/>
                  </a:lnTo>
                  <a:lnTo>
                    <a:pt x="519" y="1649"/>
                  </a:lnTo>
                  <a:lnTo>
                    <a:pt x="528" y="1652"/>
                  </a:lnTo>
                  <a:lnTo>
                    <a:pt x="537" y="1657"/>
                  </a:lnTo>
                  <a:lnTo>
                    <a:pt x="545" y="1661"/>
                  </a:lnTo>
                  <a:lnTo>
                    <a:pt x="553" y="1667"/>
                  </a:lnTo>
                  <a:lnTo>
                    <a:pt x="559" y="1674"/>
                  </a:lnTo>
                  <a:lnTo>
                    <a:pt x="566" y="1680"/>
                  </a:lnTo>
                  <a:lnTo>
                    <a:pt x="572" y="1687"/>
                  </a:lnTo>
                  <a:lnTo>
                    <a:pt x="576" y="1696"/>
                  </a:lnTo>
                  <a:lnTo>
                    <a:pt x="581" y="1704"/>
                  </a:lnTo>
                  <a:lnTo>
                    <a:pt x="584" y="1713"/>
                  </a:lnTo>
                  <a:lnTo>
                    <a:pt x="586" y="1723"/>
                  </a:lnTo>
                  <a:lnTo>
                    <a:pt x="588" y="1732"/>
                  </a:lnTo>
                  <a:lnTo>
                    <a:pt x="589" y="1742"/>
                  </a:lnTo>
                  <a:lnTo>
                    <a:pt x="588" y="1753"/>
                  </a:lnTo>
                  <a:lnTo>
                    <a:pt x="586" y="1763"/>
                  </a:lnTo>
                  <a:lnTo>
                    <a:pt x="584" y="1772"/>
                  </a:lnTo>
                  <a:lnTo>
                    <a:pt x="581" y="1781"/>
                  </a:lnTo>
                  <a:lnTo>
                    <a:pt x="576" y="1790"/>
                  </a:lnTo>
                  <a:lnTo>
                    <a:pt x="572" y="1798"/>
                  </a:lnTo>
                  <a:lnTo>
                    <a:pt x="566" y="1805"/>
                  </a:lnTo>
                  <a:lnTo>
                    <a:pt x="559" y="1813"/>
                  </a:lnTo>
                  <a:lnTo>
                    <a:pt x="553" y="1818"/>
                  </a:lnTo>
                  <a:lnTo>
                    <a:pt x="545" y="1824"/>
                  </a:lnTo>
                  <a:lnTo>
                    <a:pt x="537" y="1829"/>
                  </a:lnTo>
                  <a:lnTo>
                    <a:pt x="528" y="1833"/>
                  </a:lnTo>
                  <a:lnTo>
                    <a:pt x="519" y="1836"/>
                  </a:lnTo>
                  <a:lnTo>
                    <a:pt x="510" y="1838"/>
                  </a:lnTo>
                  <a:lnTo>
                    <a:pt x="500" y="1841"/>
                  </a:lnTo>
                  <a:lnTo>
                    <a:pt x="489" y="1841"/>
                  </a:lnTo>
                  <a:lnTo>
                    <a:pt x="480" y="1841"/>
                  </a:lnTo>
                  <a:lnTo>
                    <a:pt x="470" y="1838"/>
                  </a:lnTo>
                  <a:lnTo>
                    <a:pt x="461" y="1836"/>
                  </a:lnTo>
                  <a:lnTo>
                    <a:pt x="452" y="1833"/>
                  </a:lnTo>
                  <a:lnTo>
                    <a:pt x="443" y="1829"/>
                  </a:lnTo>
                  <a:lnTo>
                    <a:pt x="435" y="1824"/>
                  </a:lnTo>
                  <a:lnTo>
                    <a:pt x="427" y="1818"/>
                  </a:lnTo>
                  <a:lnTo>
                    <a:pt x="420" y="1813"/>
                  </a:lnTo>
                  <a:lnTo>
                    <a:pt x="414" y="1805"/>
                  </a:lnTo>
                  <a:lnTo>
                    <a:pt x="408" y="1798"/>
                  </a:lnTo>
                  <a:lnTo>
                    <a:pt x="404" y="1790"/>
                  </a:lnTo>
                  <a:lnTo>
                    <a:pt x="399" y="1781"/>
                  </a:lnTo>
                  <a:lnTo>
                    <a:pt x="396" y="1772"/>
                  </a:lnTo>
                  <a:lnTo>
                    <a:pt x="393" y="1763"/>
                  </a:lnTo>
                  <a:lnTo>
                    <a:pt x="392" y="1753"/>
                  </a:lnTo>
                  <a:lnTo>
                    <a:pt x="391" y="1742"/>
                  </a:lnTo>
                  <a:lnTo>
                    <a:pt x="392" y="1732"/>
                  </a:lnTo>
                  <a:lnTo>
                    <a:pt x="393" y="1723"/>
                  </a:lnTo>
                  <a:lnTo>
                    <a:pt x="396" y="1713"/>
                  </a:lnTo>
                  <a:lnTo>
                    <a:pt x="399" y="1704"/>
                  </a:lnTo>
                  <a:lnTo>
                    <a:pt x="404" y="1696"/>
                  </a:lnTo>
                  <a:lnTo>
                    <a:pt x="408" y="1687"/>
                  </a:lnTo>
                  <a:lnTo>
                    <a:pt x="414" y="1680"/>
                  </a:lnTo>
                  <a:lnTo>
                    <a:pt x="420" y="1674"/>
                  </a:lnTo>
                  <a:lnTo>
                    <a:pt x="427" y="1667"/>
                  </a:lnTo>
                  <a:lnTo>
                    <a:pt x="435" y="1661"/>
                  </a:lnTo>
                  <a:lnTo>
                    <a:pt x="443" y="1657"/>
                  </a:lnTo>
                  <a:lnTo>
                    <a:pt x="452" y="1652"/>
                  </a:lnTo>
                  <a:lnTo>
                    <a:pt x="461" y="1649"/>
                  </a:lnTo>
                  <a:lnTo>
                    <a:pt x="470" y="1646"/>
                  </a:lnTo>
                  <a:lnTo>
                    <a:pt x="480" y="1644"/>
                  </a:lnTo>
                  <a:lnTo>
                    <a:pt x="489" y="1644"/>
                  </a:lnTo>
                  <a:close/>
                  <a:moveTo>
                    <a:pt x="66" y="317"/>
                  </a:moveTo>
                  <a:lnTo>
                    <a:pt x="900" y="317"/>
                  </a:lnTo>
                  <a:lnTo>
                    <a:pt x="900" y="1566"/>
                  </a:lnTo>
                  <a:lnTo>
                    <a:pt x="66" y="1566"/>
                  </a:lnTo>
                  <a:lnTo>
                    <a:pt x="66" y="317"/>
                  </a:lnTo>
                  <a:close/>
                  <a:moveTo>
                    <a:pt x="415" y="135"/>
                  </a:moveTo>
                  <a:lnTo>
                    <a:pt x="553" y="135"/>
                  </a:lnTo>
                  <a:lnTo>
                    <a:pt x="557" y="135"/>
                  </a:lnTo>
                  <a:lnTo>
                    <a:pt x="560" y="138"/>
                  </a:lnTo>
                  <a:lnTo>
                    <a:pt x="565" y="139"/>
                  </a:lnTo>
                  <a:lnTo>
                    <a:pt x="567" y="142"/>
                  </a:lnTo>
                  <a:lnTo>
                    <a:pt x="571" y="146"/>
                  </a:lnTo>
                  <a:lnTo>
                    <a:pt x="573" y="149"/>
                  </a:lnTo>
                  <a:lnTo>
                    <a:pt x="574" y="152"/>
                  </a:lnTo>
                  <a:lnTo>
                    <a:pt x="574" y="157"/>
                  </a:lnTo>
                  <a:lnTo>
                    <a:pt x="574" y="157"/>
                  </a:lnTo>
                  <a:lnTo>
                    <a:pt x="574" y="161"/>
                  </a:lnTo>
                  <a:lnTo>
                    <a:pt x="573" y="166"/>
                  </a:lnTo>
                  <a:lnTo>
                    <a:pt x="571" y="169"/>
                  </a:lnTo>
                  <a:lnTo>
                    <a:pt x="567" y="173"/>
                  </a:lnTo>
                  <a:lnTo>
                    <a:pt x="565" y="175"/>
                  </a:lnTo>
                  <a:lnTo>
                    <a:pt x="560" y="177"/>
                  </a:lnTo>
                  <a:lnTo>
                    <a:pt x="557" y="178"/>
                  </a:lnTo>
                  <a:lnTo>
                    <a:pt x="553" y="178"/>
                  </a:lnTo>
                  <a:lnTo>
                    <a:pt x="415" y="178"/>
                  </a:lnTo>
                  <a:lnTo>
                    <a:pt x="410" y="178"/>
                  </a:lnTo>
                  <a:lnTo>
                    <a:pt x="406" y="177"/>
                  </a:lnTo>
                  <a:lnTo>
                    <a:pt x="402" y="175"/>
                  </a:lnTo>
                  <a:lnTo>
                    <a:pt x="399" y="173"/>
                  </a:lnTo>
                  <a:lnTo>
                    <a:pt x="397" y="169"/>
                  </a:lnTo>
                  <a:lnTo>
                    <a:pt x="394" y="166"/>
                  </a:lnTo>
                  <a:lnTo>
                    <a:pt x="393" y="161"/>
                  </a:lnTo>
                  <a:lnTo>
                    <a:pt x="392" y="157"/>
                  </a:lnTo>
                  <a:lnTo>
                    <a:pt x="392" y="157"/>
                  </a:lnTo>
                  <a:lnTo>
                    <a:pt x="393" y="152"/>
                  </a:lnTo>
                  <a:lnTo>
                    <a:pt x="394" y="149"/>
                  </a:lnTo>
                  <a:lnTo>
                    <a:pt x="397" y="146"/>
                  </a:lnTo>
                  <a:lnTo>
                    <a:pt x="399" y="142"/>
                  </a:lnTo>
                  <a:lnTo>
                    <a:pt x="402" y="139"/>
                  </a:lnTo>
                  <a:lnTo>
                    <a:pt x="406" y="138"/>
                  </a:lnTo>
                  <a:lnTo>
                    <a:pt x="410" y="135"/>
                  </a:lnTo>
                  <a:lnTo>
                    <a:pt x="415" y="135"/>
                  </a:lnTo>
                  <a:close/>
                  <a:moveTo>
                    <a:pt x="320" y="133"/>
                  </a:moveTo>
                  <a:lnTo>
                    <a:pt x="324" y="134"/>
                  </a:lnTo>
                  <a:lnTo>
                    <a:pt x="329" y="135"/>
                  </a:lnTo>
                  <a:lnTo>
                    <a:pt x="334" y="138"/>
                  </a:lnTo>
                  <a:lnTo>
                    <a:pt x="337" y="140"/>
                  </a:lnTo>
                  <a:lnTo>
                    <a:pt x="339" y="143"/>
                  </a:lnTo>
                  <a:lnTo>
                    <a:pt x="341" y="147"/>
                  </a:lnTo>
                  <a:lnTo>
                    <a:pt x="343" y="151"/>
                  </a:lnTo>
                  <a:lnTo>
                    <a:pt x="343" y="156"/>
                  </a:lnTo>
                  <a:lnTo>
                    <a:pt x="343" y="160"/>
                  </a:lnTo>
                  <a:lnTo>
                    <a:pt x="341" y="165"/>
                  </a:lnTo>
                  <a:lnTo>
                    <a:pt x="339" y="169"/>
                  </a:lnTo>
                  <a:lnTo>
                    <a:pt x="337" y="172"/>
                  </a:lnTo>
                  <a:lnTo>
                    <a:pt x="334" y="175"/>
                  </a:lnTo>
                  <a:lnTo>
                    <a:pt x="329" y="177"/>
                  </a:lnTo>
                  <a:lnTo>
                    <a:pt x="324" y="178"/>
                  </a:lnTo>
                  <a:lnTo>
                    <a:pt x="320" y="178"/>
                  </a:lnTo>
                  <a:lnTo>
                    <a:pt x="315" y="178"/>
                  </a:lnTo>
                  <a:lnTo>
                    <a:pt x="311" y="177"/>
                  </a:lnTo>
                  <a:lnTo>
                    <a:pt x="308" y="175"/>
                  </a:lnTo>
                  <a:lnTo>
                    <a:pt x="304" y="172"/>
                  </a:lnTo>
                  <a:lnTo>
                    <a:pt x="302" y="169"/>
                  </a:lnTo>
                  <a:lnTo>
                    <a:pt x="300" y="165"/>
                  </a:lnTo>
                  <a:lnTo>
                    <a:pt x="299" y="160"/>
                  </a:lnTo>
                  <a:lnTo>
                    <a:pt x="297" y="156"/>
                  </a:lnTo>
                  <a:lnTo>
                    <a:pt x="299" y="151"/>
                  </a:lnTo>
                  <a:lnTo>
                    <a:pt x="300" y="147"/>
                  </a:lnTo>
                  <a:lnTo>
                    <a:pt x="302" y="143"/>
                  </a:lnTo>
                  <a:lnTo>
                    <a:pt x="304" y="140"/>
                  </a:lnTo>
                  <a:lnTo>
                    <a:pt x="308" y="138"/>
                  </a:lnTo>
                  <a:lnTo>
                    <a:pt x="311" y="135"/>
                  </a:lnTo>
                  <a:lnTo>
                    <a:pt x="315" y="134"/>
                  </a:lnTo>
                  <a:lnTo>
                    <a:pt x="320" y="133"/>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68569" tIns="34275" rIns="68569" bIns="34275" anchor="t" anchorCtr="0">
              <a:noAutofit/>
            </a:bodyPr>
            <a:lstStyle/>
            <a:p>
              <a:pPr defTabSz="457200">
                <a:buClrTx/>
                <a:buFontTx/>
                <a:buNone/>
              </a:pPr>
              <a:endParaRPr sz="600" kern="1200"/>
            </a:p>
          </p:txBody>
        </p:sp>
      </p:grpSp>
      <p:sp>
        <p:nvSpPr>
          <p:cNvPr id="702" name="Shape 702"/>
          <p:cNvSpPr txBox="1">
            <a:spLocks/>
          </p:cNvSpPr>
          <p:nvPr/>
        </p:nvSpPr>
        <p:spPr>
          <a:xfrm>
            <a:off x="487571" y="1185865"/>
            <a:ext cx="811091" cy="235421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68569" tIns="34275" rIns="68569" bIns="34275" anchor="ctr" anchorCtr="0">
            <a:noAutofit/>
          </a:bodyPr>
          <a:lstStyle/>
          <a:p>
            <a:pPr algn="ctr" defTabSz="457200">
              <a:buClrTx/>
              <a:buFontTx/>
              <a:buNone/>
            </a:pPr>
            <a:r>
              <a:rPr lang="en-US" sz="1000" b="1" kern="1200" dirty="0" smtClean="0">
                <a:solidFill>
                  <a:srgbClr val="FFFFFF"/>
                </a:solidFill>
              </a:rPr>
              <a:t>AI/ML Serving Layer</a:t>
            </a:r>
            <a:endParaRPr sz="1600" kern="1200" dirty="0">
              <a:latin typeface="NeueHaasGroteskText Std"/>
              <a:ea typeface="+mn-ea"/>
              <a:cs typeface="+mn-cs"/>
            </a:endParaRPr>
          </a:p>
        </p:txBody>
      </p:sp>
      <p:sp>
        <p:nvSpPr>
          <p:cNvPr id="703" name="Shape 703"/>
          <p:cNvSpPr>
            <a:spLocks/>
          </p:cNvSpPr>
          <p:nvPr/>
        </p:nvSpPr>
        <p:spPr>
          <a:xfrm>
            <a:off x="1298662" y="1185865"/>
            <a:ext cx="6596394" cy="2352294"/>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68569" tIns="34275" rIns="68569" bIns="34275" anchor="ctr" anchorCtr="0">
            <a:noAutofit/>
          </a:bodyPr>
          <a:lstStyle/>
          <a:p>
            <a:pPr algn="ctr" defTabSz="457200">
              <a:buClrTx/>
              <a:buFontTx/>
              <a:buNone/>
            </a:pPr>
            <a:endParaRPr sz="1350" kern="1200">
              <a:solidFill>
                <a:srgbClr val="FFFFFF"/>
              </a:solidFill>
            </a:endParaRPr>
          </a:p>
        </p:txBody>
      </p:sp>
      <p:sp>
        <p:nvSpPr>
          <p:cNvPr id="735" name="Shape 735"/>
          <p:cNvSpPr>
            <a:spLocks/>
          </p:cNvSpPr>
          <p:nvPr/>
        </p:nvSpPr>
        <p:spPr>
          <a:xfrm>
            <a:off x="1378449" y="1718209"/>
            <a:ext cx="149168" cy="1697525"/>
          </a:xfrm>
          <a:prstGeom prst="rect">
            <a:avLst/>
          </a:prstGeom>
          <a:solidFill>
            <a:srgbClr val="FFFFFF"/>
          </a:solidFill>
          <a:ln w="9525" cap="sq" cmpd="sng">
            <a:solidFill>
              <a:srgbClr val="000000"/>
            </a:solidFill>
            <a:prstDash val="solid"/>
            <a:round/>
            <a:headEnd type="none" w="sm" len="sm"/>
            <a:tailEnd type="none" w="sm" len="sm"/>
          </a:ln>
        </p:spPr>
        <p:txBody>
          <a:bodyPr spcFirstLastPara="1" vert="vert270" wrap="square" lIns="68569" tIns="34275" rIns="68569" bIns="34275" anchor="ctr" anchorCtr="0">
            <a:noAutofit/>
          </a:bodyPr>
          <a:lstStyle/>
          <a:p>
            <a:pPr algn="ctr" defTabSz="457200">
              <a:buSzPts val="700"/>
              <a:buFontTx/>
              <a:buNone/>
            </a:pPr>
            <a:r>
              <a:rPr lang="en-US" sz="600" b="1" kern="1200" dirty="0" smtClean="0"/>
              <a:t>DATA INGEST</a:t>
            </a:r>
            <a:endParaRPr kern="1200" dirty="0">
              <a:latin typeface="NeueHaasGroteskText Std"/>
              <a:ea typeface="+mn-ea"/>
              <a:cs typeface="+mn-cs"/>
            </a:endParaRPr>
          </a:p>
        </p:txBody>
      </p:sp>
      <p:sp>
        <p:nvSpPr>
          <p:cNvPr id="744" name="Shape 744"/>
          <p:cNvSpPr>
            <a:spLocks/>
          </p:cNvSpPr>
          <p:nvPr/>
        </p:nvSpPr>
        <p:spPr>
          <a:xfrm>
            <a:off x="1755338" y="1718208"/>
            <a:ext cx="1790062" cy="864599"/>
          </a:xfrm>
          <a:prstGeom prst="rect">
            <a:avLst/>
          </a:prstGeom>
          <a:solidFill>
            <a:srgbClr val="FFFFFF"/>
          </a:solidFill>
          <a:ln w="9525" cap="sq" cmpd="sng">
            <a:solidFill>
              <a:srgbClr val="C00000"/>
            </a:solidFill>
            <a:prstDash val="solid"/>
            <a:round/>
            <a:headEnd type="none" w="sm" len="sm"/>
            <a:tailEnd type="none" w="sm" len="sm"/>
          </a:ln>
        </p:spPr>
        <p:txBody>
          <a:bodyPr spcFirstLastPara="1" wrap="square" lIns="68569" tIns="34275" rIns="68569" bIns="34275" anchor="t" anchorCtr="0">
            <a:noAutofit/>
          </a:bodyPr>
          <a:lstStyle/>
          <a:p>
            <a:pPr defTabSz="457200">
              <a:buClrTx/>
              <a:buFontTx/>
              <a:buNone/>
            </a:pPr>
            <a:r>
              <a:rPr lang="en-US" sz="525" b="1" kern="1200" dirty="0" smtClean="0"/>
              <a:t>REAL-TIME STREAMING</a:t>
            </a:r>
            <a:endParaRPr sz="1350" kern="1200" dirty="0">
              <a:latin typeface="NeueHaasGroteskText Std"/>
              <a:ea typeface="+mn-ea"/>
              <a:cs typeface="+mn-cs"/>
            </a:endParaRPr>
          </a:p>
        </p:txBody>
      </p:sp>
      <p:grpSp>
        <p:nvGrpSpPr>
          <p:cNvPr id="749" name="Shape 749"/>
          <p:cNvGrpSpPr/>
          <p:nvPr/>
        </p:nvGrpSpPr>
        <p:grpSpPr>
          <a:xfrm>
            <a:off x="5941041" y="2096337"/>
            <a:ext cx="751970" cy="397545"/>
            <a:chOff x="6280928" y="3151353"/>
            <a:chExt cx="894436" cy="530060"/>
          </a:xfrm>
        </p:grpSpPr>
        <p:sp>
          <p:nvSpPr>
            <p:cNvPr id="750" name="Shape 750"/>
            <p:cNvSpPr>
              <a:spLocks/>
            </p:cNvSpPr>
            <p:nvPr/>
          </p:nvSpPr>
          <p:spPr>
            <a:xfrm>
              <a:off x="6280928" y="3151353"/>
              <a:ext cx="894436" cy="530060"/>
            </a:xfrm>
            <a:prstGeom prst="rect">
              <a:avLst/>
            </a:prstGeom>
            <a:solidFill>
              <a:schemeClr val="tx2">
                <a:lumMod val="75000"/>
                <a:lumOff val="25000"/>
              </a:schemeClr>
            </a:solidFill>
            <a:ln w="9525" cap="flat" cmpd="sng">
              <a:solidFill>
                <a:srgbClr val="D8D8D8"/>
              </a:solidFill>
              <a:prstDash val="solid"/>
              <a:round/>
              <a:headEnd type="none" w="sm" len="sm"/>
              <a:tailEnd type="none" w="sm" len="sm"/>
            </a:ln>
          </p:spPr>
          <p:txBody>
            <a:bodyPr spcFirstLastPara="1" wrap="square" lIns="20569" tIns="34275" rIns="20569" bIns="34275" anchor="t" anchorCtr="0">
              <a:noAutofit/>
            </a:bodyPr>
            <a:lstStyle/>
            <a:p>
              <a:pPr algn="ctr" defTabSz="457200">
                <a:buClrTx/>
                <a:buFontTx/>
                <a:buNone/>
              </a:pPr>
              <a:r>
                <a:rPr lang="en-US" sz="525" b="1" kern="1200">
                  <a:solidFill>
                    <a:srgbClr val="FFFFFF"/>
                  </a:solidFill>
                </a:rPr>
                <a:t>Real-Time </a:t>
              </a:r>
              <a:endParaRPr sz="1350" kern="1200">
                <a:solidFill>
                  <a:srgbClr val="FFFFFF"/>
                </a:solidFill>
                <a:latin typeface="NeueHaasGroteskText Std"/>
                <a:ea typeface="+mn-ea"/>
                <a:cs typeface="+mn-cs"/>
              </a:endParaRPr>
            </a:p>
            <a:p>
              <a:pPr algn="ctr" defTabSz="457200">
                <a:buClrTx/>
                <a:buFontTx/>
                <a:buNone/>
              </a:pPr>
              <a:r>
                <a:rPr lang="en-US" sz="525" b="1" kern="1200">
                  <a:solidFill>
                    <a:srgbClr val="FFFFFF"/>
                  </a:solidFill>
                </a:rPr>
                <a:t>Predictive Service</a:t>
              </a:r>
              <a:endParaRPr sz="1350" kern="1200">
                <a:solidFill>
                  <a:srgbClr val="FFFFFF"/>
                </a:solidFill>
                <a:latin typeface="NeueHaasGroteskText Std"/>
                <a:ea typeface="+mn-ea"/>
                <a:cs typeface="+mn-cs"/>
              </a:endParaRPr>
            </a:p>
          </p:txBody>
        </p:sp>
        <p:sp>
          <p:nvSpPr>
            <p:cNvPr id="751" name="Shape 751"/>
            <p:cNvSpPr>
              <a:spLocks/>
            </p:cNvSpPr>
            <p:nvPr/>
          </p:nvSpPr>
          <p:spPr>
            <a:xfrm>
              <a:off x="6327294" y="3455570"/>
              <a:ext cx="801705" cy="185402"/>
            </a:xfrm>
            <a:prstGeom prst="rect">
              <a:avLst/>
            </a:prstGeom>
            <a:solidFill>
              <a:srgbClr val="D8D8D8"/>
            </a:solidFill>
            <a:ln w="9525" cap="flat" cmpd="sng">
              <a:solidFill>
                <a:srgbClr val="BFBFBF"/>
              </a:solidFill>
              <a:prstDash val="solid"/>
              <a:round/>
              <a:headEnd type="none" w="sm" len="sm"/>
              <a:tailEnd type="none" w="sm" len="sm"/>
            </a:ln>
          </p:spPr>
          <p:txBody>
            <a:bodyPr spcFirstLastPara="1" wrap="square" lIns="0" tIns="34275" rIns="0" bIns="34275" anchor="ctr" anchorCtr="0">
              <a:noAutofit/>
            </a:bodyPr>
            <a:lstStyle/>
            <a:p>
              <a:pPr algn="ctr" defTabSz="457200">
                <a:buClrTx/>
                <a:buFontTx/>
                <a:buNone/>
              </a:pPr>
              <a:r>
                <a:rPr lang="en-US" sz="525" kern="1200"/>
                <a:t>Trained Models</a:t>
              </a:r>
              <a:endParaRPr sz="1350" kern="1200">
                <a:latin typeface="NeueHaasGroteskText Std"/>
                <a:ea typeface="+mn-ea"/>
                <a:cs typeface="+mn-cs"/>
              </a:endParaRPr>
            </a:p>
          </p:txBody>
        </p:sp>
      </p:grpSp>
      <p:grpSp>
        <p:nvGrpSpPr>
          <p:cNvPr id="752" name="Shape 752"/>
          <p:cNvGrpSpPr/>
          <p:nvPr/>
        </p:nvGrpSpPr>
        <p:grpSpPr>
          <a:xfrm>
            <a:off x="5105527" y="2096336"/>
            <a:ext cx="724541" cy="397545"/>
            <a:chOff x="5276888" y="2973437"/>
            <a:chExt cx="889804" cy="530060"/>
          </a:xfrm>
        </p:grpSpPr>
        <p:sp>
          <p:nvSpPr>
            <p:cNvPr id="753" name="Shape 753"/>
            <p:cNvSpPr>
              <a:spLocks/>
            </p:cNvSpPr>
            <p:nvPr/>
          </p:nvSpPr>
          <p:spPr>
            <a:xfrm>
              <a:off x="5276888" y="2973437"/>
              <a:ext cx="889804" cy="530060"/>
            </a:xfrm>
            <a:prstGeom prst="rect">
              <a:avLst/>
            </a:prstGeom>
            <a:solidFill>
              <a:schemeClr val="tx2">
                <a:lumMod val="75000"/>
                <a:lumOff val="25000"/>
              </a:schemeClr>
            </a:solidFill>
            <a:ln w="9525" cap="flat" cmpd="sng">
              <a:solidFill>
                <a:srgbClr val="D8D8D8"/>
              </a:solidFill>
              <a:prstDash val="solid"/>
              <a:round/>
              <a:headEnd type="none" w="sm" len="sm"/>
              <a:tailEnd type="none" w="sm" len="sm"/>
            </a:ln>
          </p:spPr>
          <p:txBody>
            <a:bodyPr spcFirstLastPara="1" wrap="square" lIns="20569" tIns="34275" rIns="20569" bIns="34275" anchor="t" anchorCtr="0">
              <a:noAutofit/>
            </a:bodyPr>
            <a:lstStyle/>
            <a:p>
              <a:pPr algn="ctr" defTabSz="457200">
                <a:buClrTx/>
                <a:buFontTx/>
                <a:buNone/>
              </a:pPr>
              <a:r>
                <a:rPr lang="en-US" sz="525" b="1" kern="1200">
                  <a:solidFill>
                    <a:srgbClr val="FFFFFF"/>
                  </a:solidFill>
                </a:rPr>
                <a:t>Real-Time </a:t>
              </a:r>
              <a:br>
                <a:rPr lang="en-US" sz="525" b="1" kern="1200">
                  <a:solidFill>
                    <a:srgbClr val="FFFFFF"/>
                  </a:solidFill>
                </a:rPr>
              </a:br>
              <a:r>
                <a:rPr lang="en-US" sz="525" b="1" kern="1200">
                  <a:solidFill>
                    <a:srgbClr val="FFFFFF"/>
                  </a:solidFill>
                </a:rPr>
                <a:t>Training Models</a:t>
              </a:r>
              <a:endParaRPr sz="1350" kern="1200">
                <a:solidFill>
                  <a:srgbClr val="FFFFFF"/>
                </a:solidFill>
                <a:latin typeface="NeueHaasGroteskText Std"/>
                <a:ea typeface="+mn-ea"/>
                <a:cs typeface="+mn-cs"/>
              </a:endParaRPr>
            </a:p>
          </p:txBody>
        </p:sp>
        <p:sp>
          <p:nvSpPr>
            <p:cNvPr id="754" name="Shape 754"/>
            <p:cNvSpPr>
              <a:spLocks/>
            </p:cNvSpPr>
            <p:nvPr/>
          </p:nvSpPr>
          <p:spPr>
            <a:xfrm>
              <a:off x="5320938" y="3260150"/>
              <a:ext cx="801705" cy="202906"/>
            </a:xfrm>
            <a:prstGeom prst="rect">
              <a:avLst/>
            </a:prstGeom>
            <a:solidFill>
              <a:srgbClr val="D8D8D8"/>
            </a:solidFill>
            <a:ln w="9525" cap="flat" cmpd="sng">
              <a:solidFill>
                <a:srgbClr val="BFBFBF"/>
              </a:solidFill>
              <a:prstDash val="solid"/>
              <a:round/>
              <a:headEnd type="none" w="sm" len="sm"/>
              <a:tailEnd type="none" w="sm" len="sm"/>
            </a:ln>
          </p:spPr>
          <p:txBody>
            <a:bodyPr spcFirstLastPara="1" wrap="square" lIns="0" tIns="34275" rIns="0" bIns="34275" anchor="ctr" anchorCtr="0">
              <a:noAutofit/>
            </a:bodyPr>
            <a:lstStyle/>
            <a:p>
              <a:pPr algn="ctr" defTabSz="457200">
                <a:buClrTx/>
                <a:buFontTx/>
                <a:buNone/>
              </a:pPr>
              <a:r>
                <a:rPr lang="en-US" sz="525" kern="1200" dirty="0"/>
                <a:t>Adaptive Models</a:t>
              </a:r>
              <a:endParaRPr sz="1350" kern="1200" dirty="0">
                <a:latin typeface="NeueHaasGroteskText Std"/>
                <a:ea typeface="+mn-ea"/>
                <a:cs typeface="+mn-cs"/>
              </a:endParaRPr>
            </a:p>
          </p:txBody>
        </p:sp>
      </p:grpSp>
      <p:sp>
        <p:nvSpPr>
          <p:cNvPr id="755" name="Shape 755"/>
          <p:cNvSpPr txBox="1">
            <a:spLocks/>
          </p:cNvSpPr>
          <p:nvPr/>
        </p:nvSpPr>
        <p:spPr>
          <a:xfrm>
            <a:off x="5236212" y="1585982"/>
            <a:ext cx="532797" cy="101149"/>
          </a:xfrm>
          <a:prstGeom prst="rect">
            <a:avLst/>
          </a:prstGeom>
          <a:noFill/>
          <a:ln>
            <a:noFill/>
          </a:ln>
        </p:spPr>
        <p:txBody>
          <a:bodyPr spcFirstLastPara="1" wrap="square" lIns="0" tIns="0" rIns="0" bIns="0" anchor="t" anchorCtr="0">
            <a:noAutofit/>
          </a:bodyPr>
          <a:lstStyle/>
          <a:p>
            <a:pPr defTabSz="457200">
              <a:buClrTx/>
              <a:buFontTx/>
              <a:buNone/>
            </a:pPr>
            <a:r>
              <a:rPr lang="en-US" sz="450" kern="1200" dirty="0"/>
              <a:t>API for Predictive Scores</a:t>
            </a:r>
            <a:endParaRPr sz="450" kern="1200" dirty="0"/>
          </a:p>
        </p:txBody>
      </p:sp>
      <p:sp>
        <p:nvSpPr>
          <p:cNvPr id="757" name="Shape 757"/>
          <p:cNvSpPr txBox="1">
            <a:spLocks/>
          </p:cNvSpPr>
          <p:nvPr/>
        </p:nvSpPr>
        <p:spPr>
          <a:xfrm>
            <a:off x="2963773" y="1538059"/>
            <a:ext cx="274114" cy="138500"/>
          </a:xfrm>
          <a:prstGeom prst="rect">
            <a:avLst/>
          </a:prstGeom>
          <a:noFill/>
          <a:ln>
            <a:noFill/>
          </a:ln>
        </p:spPr>
        <p:txBody>
          <a:bodyPr spcFirstLastPara="1" wrap="square" lIns="0" tIns="0" rIns="0" bIns="0" anchor="t" anchorCtr="0">
            <a:noAutofit/>
          </a:bodyPr>
          <a:lstStyle/>
          <a:p>
            <a:pPr defTabSz="457200">
              <a:buClrTx/>
              <a:buFontTx/>
              <a:buNone/>
            </a:pPr>
            <a:r>
              <a:rPr lang="en-US" sz="500" kern="1200" dirty="0"/>
              <a:t>Real-time </a:t>
            </a:r>
            <a:endParaRPr sz="500" kern="1200" dirty="0">
              <a:latin typeface="NeueHaasGroteskText Std"/>
              <a:ea typeface="+mn-ea"/>
              <a:cs typeface="+mn-cs"/>
            </a:endParaRPr>
          </a:p>
          <a:p>
            <a:pPr defTabSz="457200">
              <a:buClrTx/>
              <a:buFontTx/>
              <a:buNone/>
            </a:pPr>
            <a:r>
              <a:rPr lang="en-US" sz="450" kern="1200" dirty="0"/>
              <a:t>Triggers</a:t>
            </a:r>
            <a:endParaRPr sz="450" kern="1200" dirty="0"/>
          </a:p>
        </p:txBody>
      </p:sp>
      <p:cxnSp>
        <p:nvCxnSpPr>
          <p:cNvPr id="758" name="Shape 758"/>
          <p:cNvCxnSpPr/>
          <p:nvPr/>
        </p:nvCxnSpPr>
        <p:spPr>
          <a:xfrm flipV="1">
            <a:off x="2893367" y="1476388"/>
            <a:ext cx="0" cy="488259"/>
          </a:xfrm>
          <a:prstGeom prst="straightConnector1">
            <a:avLst/>
          </a:prstGeom>
          <a:solidFill>
            <a:schemeClr val="accent1"/>
          </a:solidFill>
          <a:ln w="9525" cap="sq" cmpd="sng">
            <a:solidFill>
              <a:schemeClr val="dk1"/>
            </a:solidFill>
            <a:prstDash val="solid"/>
            <a:round/>
            <a:headEnd type="none" w="sm" len="sm"/>
            <a:tailEnd type="triangle" w="sm" len="sm"/>
          </a:ln>
        </p:spPr>
      </p:cxnSp>
      <p:cxnSp>
        <p:nvCxnSpPr>
          <p:cNvPr id="760" name="Shape 760"/>
          <p:cNvCxnSpPr/>
          <p:nvPr/>
        </p:nvCxnSpPr>
        <p:spPr>
          <a:xfrm flipV="1">
            <a:off x="5179857" y="1476388"/>
            <a:ext cx="0" cy="406825"/>
          </a:xfrm>
          <a:prstGeom prst="straightConnector1">
            <a:avLst/>
          </a:prstGeom>
          <a:solidFill>
            <a:schemeClr val="accent1"/>
          </a:solidFill>
          <a:ln w="9525" cap="sq" cmpd="sng">
            <a:solidFill>
              <a:schemeClr val="dk1"/>
            </a:solidFill>
            <a:prstDash val="solid"/>
            <a:round/>
            <a:headEnd type="none" w="sm" len="sm"/>
            <a:tailEnd type="triangle" w="sm" len="sm"/>
          </a:ln>
        </p:spPr>
      </p:cxnSp>
      <p:cxnSp>
        <p:nvCxnSpPr>
          <p:cNvPr id="761" name="Shape 761"/>
          <p:cNvCxnSpPr/>
          <p:nvPr/>
        </p:nvCxnSpPr>
        <p:spPr>
          <a:xfrm flipV="1">
            <a:off x="5750718" y="1470548"/>
            <a:ext cx="0" cy="412665"/>
          </a:xfrm>
          <a:prstGeom prst="straightConnector1">
            <a:avLst/>
          </a:prstGeom>
          <a:solidFill>
            <a:schemeClr val="accent1"/>
          </a:solidFill>
          <a:ln w="9525" cap="sq" cmpd="sng">
            <a:solidFill>
              <a:schemeClr val="dk1"/>
            </a:solidFill>
            <a:prstDash val="solid"/>
            <a:round/>
            <a:headEnd type="none" w="sm" len="sm"/>
            <a:tailEnd type="triangle" w="sm" len="sm"/>
          </a:ln>
        </p:spPr>
      </p:cxnSp>
      <p:sp>
        <p:nvSpPr>
          <p:cNvPr id="762" name="Shape 762"/>
          <p:cNvSpPr>
            <a:spLocks/>
          </p:cNvSpPr>
          <p:nvPr/>
        </p:nvSpPr>
        <p:spPr>
          <a:xfrm>
            <a:off x="1755337" y="2620992"/>
            <a:ext cx="1790063" cy="794740"/>
          </a:xfrm>
          <a:prstGeom prst="rect">
            <a:avLst/>
          </a:prstGeom>
          <a:solidFill>
            <a:srgbClr val="FFFFFF"/>
          </a:solidFill>
          <a:ln w="9525" cap="sq" cmpd="sng">
            <a:solidFill>
              <a:srgbClr val="C00000"/>
            </a:solidFill>
            <a:prstDash val="solid"/>
            <a:round/>
            <a:headEnd type="none" w="sm" len="sm"/>
            <a:tailEnd type="none" w="sm" len="sm"/>
          </a:ln>
        </p:spPr>
        <p:txBody>
          <a:bodyPr spcFirstLastPara="1" wrap="square" lIns="68569" tIns="34275" rIns="68569" bIns="34275" anchor="t" anchorCtr="0">
            <a:noAutofit/>
          </a:bodyPr>
          <a:lstStyle/>
          <a:p>
            <a:pPr defTabSz="457200">
              <a:buClrTx/>
              <a:buFontTx/>
              <a:buNone/>
            </a:pPr>
            <a:r>
              <a:rPr lang="en-US" sz="525" b="1" kern="1200"/>
              <a:t>HISTORIC/BATCH</a:t>
            </a:r>
            <a:endParaRPr sz="1350" kern="1200">
              <a:latin typeface="NeueHaasGroteskText Std"/>
              <a:ea typeface="+mn-ea"/>
              <a:cs typeface="+mn-cs"/>
            </a:endParaRPr>
          </a:p>
        </p:txBody>
      </p:sp>
      <p:sp>
        <p:nvSpPr>
          <p:cNvPr id="763" name="Shape 763"/>
          <p:cNvSpPr>
            <a:spLocks/>
          </p:cNvSpPr>
          <p:nvPr/>
        </p:nvSpPr>
        <p:spPr>
          <a:xfrm>
            <a:off x="1859236" y="2860087"/>
            <a:ext cx="586338" cy="509751"/>
          </a:xfrm>
          <a:prstGeom prst="rect">
            <a:avLst/>
          </a:prstGeom>
          <a:solidFill>
            <a:schemeClr val="bg1">
              <a:lumMod val="50000"/>
            </a:schemeClr>
          </a:solidFill>
          <a:ln w="9525" cap="flat" cmpd="sng">
            <a:solidFill>
              <a:srgbClr val="262626"/>
            </a:solidFill>
            <a:prstDash val="solid"/>
            <a:round/>
            <a:headEnd type="none" w="sm" len="sm"/>
            <a:tailEnd type="none" w="sm" len="sm"/>
          </a:ln>
        </p:spPr>
        <p:txBody>
          <a:bodyPr spcFirstLastPara="1" wrap="square" lIns="0" tIns="34275" rIns="0" bIns="34275" anchor="ctr" anchorCtr="0">
            <a:noAutofit/>
          </a:bodyPr>
          <a:lstStyle/>
          <a:p>
            <a:pPr algn="ctr" defTabSz="457200">
              <a:buClrTx/>
              <a:buFontTx/>
              <a:buNone/>
            </a:pPr>
            <a:r>
              <a:rPr lang="en-US" sz="700" kern="1200" dirty="0">
                <a:solidFill>
                  <a:srgbClr val="FFFFFF"/>
                </a:solidFill>
              </a:rPr>
              <a:t>Feature </a:t>
            </a:r>
            <a:br>
              <a:rPr lang="en-US" sz="700" kern="1200" dirty="0">
                <a:solidFill>
                  <a:srgbClr val="FFFFFF"/>
                </a:solidFill>
              </a:rPr>
            </a:br>
            <a:r>
              <a:rPr lang="en-US" sz="700" kern="1200" dirty="0">
                <a:solidFill>
                  <a:srgbClr val="FFFFFF"/>
                </a:solidFill>
              </a:rPr>
              <a:t>Engineering</a:t>
            </a:r>
            <a:endParaRPr sz="700" kern="1200" dirty="0">
              <a:latin typeface="NeueHaasGroteskText Std"/>
              <a:ea typeface="+mn-ea"/>
              <a:cs typeface="+mn-cs"/>
            </a:endParaRPr>
          </a:p>
        </p:txBody>
      </p:sp>
      <p:sp>
        <p:nvSpPr>
          <p:cNvPr id="764" name="Shape 764"/>
          <p:cNvSpPr>
            <a:spLocks/>
          </p:cNvSpPr>
          <p:nvPr/>
        </p:nvSpPr>
        <p:spPr>
          <a:xfrm>
            <a:off x="2711120" y="2860196"/>
            <a:ext cx="638085" cy="509532"/>
          </a:xfrm>
          <a:prstGeom prst="rect">
            <a:avLst/>
          </a:prstGeom>
          <a:solidFill>
            <a:schemeClr val="bg1">
              <a:lumMod val="50000"/>
            </a:schemeClr>
          </a:solidFill>
          <a:ln w="9525" cap="flat" cmpd="sng">
            <a:solidFill>
              <a:srgbClr val="262626"/>
            </a:solidFill>
            <a:prstDash val="solid"/>
            <a:round/>
            <a:headEnd type="none" w="sm" len="sm"/>
            <a:tailEnd type="none" w="sm" len="sm"/>
          </a:ln>
        </p:spPr>
        <p:txBody>
          <a:bodyPr spcFirstLastPara="1" wrap="square" lIns="0" tIns="34275" rIns="0" bIns="34275" anchor="ctr" anchorCtr="0">
            <a:noAutofit/>
          </a:bodyPr>
          <a:lstStyle/>
          <a:p>
            <a:pPr algn="ctr" defTabSz="457200">
              <a:buClrTx/>
              <a:buFontTx/>
              <a:buNone/>
            </a:pPr>
            <a:r>
              <a:rPr lang="en-US" sz="700" kern="1200" dirty="0">
                <a:solidFill>
                  <a:srgbClr val="FFFFFF"/>
                </a:solidFill>
              </a:rPr>
              <a:t>Batch </a:t>
            </a:r>
            <a:br>
              <a:rPr lang="en-US" sz="700" kern="1200" dirty="0">
                <a:solidFill>
                  <a:srgbClr val="FFFFFF"/>
                </a:solidFill>
              </a:rPr>
            </a:br>
            <a:r>
              <a:rPr lang="en-US" sz="700" kern="1200" dirty="0">
                <a:solidFill>
                  <a:srgbClr val="FFFFFF"/>
                </a:solidFill>
              </a:rPr>
              <a:t>Precompute </a:t>
            </a:r>
            <a:br>
              <a:rPr lang="en-US" sz="700" kern="1200" dirty="0">
                <a:solidFill>
                  <a:srgbClr val="FFFFFF"/>
                </a:solidFill>
              </a:rPr>
            </a:br>
            <a:r>
              <a:rPr lang="en-US" sz="700" kern="1200" dirty="0">
                <a:solidFill>
                  <a:srgbClr val="FFFFFF"/>
                </a:solidFill>
              </a:rPr>
              <a:t>Event History</a:t>
            </a:r>
            <a:endParaRPr sz="700" kern="1200" dirty="0">
              <a:latin typeface="NeueHaasGroteskText Std"/>
              <a:ea typeface="+mn-ea"/>
              <a:cs typeface="+mn-cs"/>
            </a:endParaRPr>
          </a:p>
        </p:txBody>
      </p:sp>
      <p:grpSp>
        <p:nvGrpSpPr>
          <p:cNvPr id="766" name="Shape 766"/>
          <p:cNvGrpSpPr/>
          <p:nvPr/>
        </p:nvGrpSpPr>
        <p:grpSpPr>
          <a:xfrm>
            <a:off x="5107953" y="2934238"/>
            <a:ext cx="719689" cy="391886"/>
            <a:chOff x="5276888" y="2974826"/>
            <a:chExt cx="889804" cy="530060"/>
          </a:xfrm>
        </p:grpSpPr>
        <p:sp>
          <p:nvSpPr>
            <p:cNvPr id="767" name="Shape 767"/>
            <p:cNvSpPr>
              <a:spLocks/>
            </p:cNvSpPr>
            <p:nvPr/>
          </p:nvSpPr>
          <p:spPr>
            <a:xfrm>
              <a:off x="5276888" y="2974826"/>
              <a:ext cx="889804" cy="530060"/>
            </a:xfrm>
            <a:prstGeom prst="rect">
              <a:avLst/>
            </a:prstGeom>
            <a:solidFill>
              <a:schemeClr val="bg1">
                <a:lumMod val="95000"/>
              </a:schemeClr>
            </a:solidFill>
            <a:ln w="9525" cap="flat" cmpd="sng">
              <a:solidFill>
                <a:schemeClr val="tx1"/>
              </a:solidFill>
              <a:prstDash val="solid"/>
              <a:round/>
              <a:headEnd type="none" w="sm" len="sm"/>
              <a:tailEnd type="none" w="sm" len="sm"/>
            </a:ln>
          </p:spPr>
          <p:txBody>
            <a:bodyPr spcFirstLastPara="1" wrap="square" lIns="20569" tIns="34275" rIns="20569" bIns="34275" anchor="t" anchorCtr="0">
              <a:noAutofit/>
            </a:bodyPr>
            <a:lstStyle/>
            <a:p>
              <a:pPr algn="ctr" defTabSz="457200">
                <a:buClrTx/>
                <a:buFontTx/>
                <a:buNone/>
              </a:pPr>
              <a:r>
                <a:rPr lang="en-US" sz="488" b="1" kern="1200"/>
                <a:t>Batch </a:t>
              </a:r>
              <a:br>
                <a:rPr lang="en-US" sz="488" b="1" kern="1200"/>
              </a:br>
              <a:r>
                <a:rPr lang="en-US" sz="488" b="1" kern="1200"/>
                <a:t>Training Jobs</a:t>
              </a:r>
              <a:endParaRPr sz="1350" kern="1200">
                <a:latin typeface="NeueHaasGroteskText Std"/>
                <a:ea typeface="+mn-ea"/>
                <a:cs typeface="+mn-cs"/>
              </a:endParaRPr>
            </a:p>
          </p:txBody>
        </p:sp>
        <p:sp>
          <p:nvSpPr>
            <p:cNvPr id="768" name="Shape 768"/>
            <p:cNvSpPr>
              <a:spLocks/>
            </p:cNvSpPr>
            <p:nvPr/>
          </p:nvSpPr>
          <p:spPr>
            <a:xfrm>
              <a:off x="5320938" y="3260150"/>
              <a:ext cx="801705" cy="202906"/>
            </a:xfrm>
            <a:prstGeom prst="rect">
              <a:avLst/>
            </a:prstGeom>
            <a:solidFill>
              <a:srgbClr val="D8D8D8"/>
            </a:solidFill>
            <a:ln w="9525" cap="flat" cmpd="sng">
              <a:solidFill>
                <a:srgbClr val="BFBFBF"/>
              </a:solidFill>
              <a:prstDash val="solid"/>
              <a:round/>
              <a:headEnd type="none" w="sm" len="sm"/>
              <a:tailEnd type="none" w="sm" len="sm"/>
            </a:ln>
          </p:spPr>
          <p:txBody>
            <a:bodyPr spcFirstLastPara="1" wrap="square" lIns="0" tIns="34275" rIns="0" bIns="34275" anchor="ctr" anchorCtr="0">
              <a:noAutofit/>
            </a:bodyPr>
            <a:lstStyle/>
            <a:p>
              <a:pPr algn="ctr" defTabSz="457200">
                <a:buClrTx/>
                <a:buFontTx/>
                <a:buNone/>
              </a:pPr>
              <a:r>
                <a:rPr lang="en-US" sz="488" kern="1200"/>
                <a:t>Training Models</a:t>
              </a:r>
              <a:endParaRPr sz="1350" kern="1200">
                <a:latin typeface="NeueHaasGroteskText Std"/>
                <a:ea typeface="+mn-ea"/>
                <a:cs typeface="+mn-cs"/>
              </a:endParaRPr>
            </a:p>
          </p:txBody>
        </p:sp>
      </p:grpSp>
      <p:grpSp>
        <p:nvGrpSpPr>
          <p:cNvPr id="769" name="Shape 769"/>
          <p:cNvGrpSpPr/>
          <p:nvPr/>
        </p:nvGrpSpPr>
        <p:grpSpPr>
          <a:xfrm>
            <a:off x="5934330" y="2931951"/>
            <a:ext cx="765392" cy="394173"/>
            <a:chOff x="5276888" y="2973437"/>
            <a:chExt cx="889804" cy="530060"/>
          </a:xfrm>
        </p:grpSpPr>
        <p:sp>
          <p:nvSpPr>
            <p:cNvPr id="770" name="Shape 770"/>
            <p:cNvSpPr>
              <a:spLocks/>
            </p:cNvSpPr>
            <p:nvPr/>
          </p:nvSpPr>
          <p:spPr>
            <a:xfrm>
              <a:off x="5276888" y="2973437"/>
              <a:ext cx="889804" cy="530060"/>
            </a:xfrm>
            <a:prstGeom prst="rect">
              <a:avLst/>
            </a:prstGeom>
            <a:solidFill>
              <a:srgbClr val="F2F2F2"/>
            </a:solidFill>
            <a:ln w="9525" cap="flat" cmpd="sng">
              <a:solidFill>
                <a:schemeClr val="tx1"/>
              </a:solidFill>
              <a:prstDash val="solid"/>
              <a:round/>
              <a:headEnd type="none" w="sm" len="sm"/>
              <a:tailEnd type="none" w="sm" len="sm"/>
            </a:ln>
          </p:spPr>
          <p:txBody>
            <a:bodyPr spcFirstLastPara="1" wrap="square" lIns="20569" tIns="34275" rIns="20569" bIns="34275" anchor="t" anchorCtr="0">
              <a:noAutofit/>
            </a:bodyPr>
            <a:lstStyle/>
            <a:p>
              <a:pPr algn="ctr" defTabSz="457200">
                <a:buClrTx/>
                <a:buFontTx/>
                <a:buNone/>
              </a:pPr>
              <a:r>
                <a:rPr lang="en-US" sz="488" b="1" kern="1200"/>
                <a:t>Batch </a:t>
              </a:r>
              <a:br>
                <a:rPr lang="en-US" sz="488" b="1" kern="1200"/>
              </a:br>
              <a:r>
                <a:rPr lang="en-US" sz="488" b="1" kern="1200"/>
                <a:t>Predict Jobs</a:t>
              </a:r>
              <a:endParaRPr sz="1350" kern="1200">
                <a:latin typeface="NeueHaasGroteskText Std"/>
                <a:ea typeface="+mn-ea"/>
                <a:cs typeface="+mn-cs"/>
              </a:endParaRPr>
            </a:p>
          </p:txBody>
        </p:sp>
        <p:sp>
          <p:nvSpPr>
            <p:cNvPr id="771" name="Shape 771"/>
            <p:cNvSpPr>
              <a:spLocks/>
            </p:cNvSpPr>
            <p:nvPr/>
          </p:nvSpPr>
          <p:spPr>
            <a:xfrm>
              <a:off x="5320938" y="3260150"/>
              <a:ext cx="801705" cy="202906"/>
            </a:xfrm>
            <a:prstGeom prst="rect">
              <a:avLst/>
            </a:prstGeom>
            <a:solidFill>
              <a:srgbClr val="D8D8D8"/>
            </a:solidFill>
            <a:ln w="9525" cap="flat" cmpd="sng">
              <a:solidFill>
                <a:srgbClr val="BFBFBF"/>
              </a:solidFill>
              <a:prstDash val="solid"/>
              <a:round/>
              <a:headEnd type="none" w="sm" len="sm"/>
              <a:tailEnd type="none" w="sm" len="sm"/>
            </a:ln>
          </p:spPr>
          <p:txBody>
            <a:bodyPr spcFirstLastPara="1" wrap="square" lIns="0" tIns="34275" rIns="0" bIns="34275" anchor="ctr" anchorCtr="0">
              <a:noAutofit/>
            </a:bodyPr>
            <a:lstStyle/>
            <a:p>
              <a:pPr algn="ctr" defTabSz="457200">
                <a:buClrTx/>
                <a:buFontTx/>
                <a:buNone/>
              </a:pPr>
              <a:r>
                <a:rPr lang="en-US" sz="488" kern="1200"/>
                <a:t>Trained Models</a:t>
              </a:r>
              <a:endParaRPr sz="1350" kern="1200">
                <a:latin typeface="NeueHaasGroteskText Std"/>
                <a:ea typeface="+mn-ea"/>
                <a:cs typeface="+mn-cs"/>
              </a:endParaRPr>
            </a:p>
          </p:txBody>
        </p:sp>
      </p:grpSp>
      <p:cxnSp>
        <p:nvCxnSpPr>
          <p:cNvPr id="774" name="Shape 774"/>
          <p:cNvCxnSpPr/>
          <p:nvPr/>
        </p:nvCxnSpPr>
        <p:spPr>
          <a:xfrm>
            <a:off x="1527617" y="2179842"/>
            <a:ext cx="381923" cy="0"/>
          </a:xfrm>
          <a:prstGeom prst="straightConnector1">
            <a:avLst/>
          </a:prstGeom>
          <a:solidFill>
            <a:schemeClr val="accent1"/>
          </a:solidFill>
          <a:ln w="9525" cap="sq" cmpd="sng">
            <a:solidFill>
              <a:schemeClr val="dk1"/>
            </a:solidFill>
            <a:prstDash val="solid"/>
            <a:round/>
            <a:headEnd type="none" w="sm" len="sm"/>
            <a:tailEnd type="triangle" w="sm" len="sm"/>
          </a:ln>
        </p:spPr>
      </p:cxnSp>
      <p:grpSp>
        <p:nvGrpSpPr>
          <p:cNvPr id="12" name="Group 11"/>
          <p:cNvGrpSpPr/>
          <p:nvPr/>
        </p:nvGrpSpPr>
        <p:grpSpPr>
          <a:xfrm>
            <a:off x="1538122" y="2182323"/>
            <a:ext cx="361907" cy="991649"/>
            <a:chOff x="3227348" y="2554172"/>
            <a:chExt cx="314924" cy="991649"/>
          </a:xfrm>
        </p:grpSpPr>
        <p:cxnSp>
          <p:nvCxnSpPr>
            <p:cNvPr id="776" name="Shape 776"/>
            <p:cNvCxnSpPr/>
            <p:nvPr/>
          </p:nvCxnSpPr>
          <p:spPr>
            <a:xfrm rot="16200000">
              <a:off x="2992372" y="2995921"/>
              <a:ext cx="878850" cy="220950"/>
            </a:xfrm>
            <a:prstGeom prst="bentConnector2">
              <a:avLst/>
            </a:prstGeom>
            <a:solidFill>
              <a:schemeClr val="accent1"/>
            </a:solidFill>
            <a:ln w="9525" cap="sq" cmpd="sng">
              <a:solidFill>
                <a:schemeClr val="dk1"/>
              </a:solidFill>
              <a:prstDash val="solid"/>
              <a:round/>
              <a:headEnd type="oval" w="sm" len="sm"/>
              <a:tailEnd type="triangle" w="sm" len="sm"/>
            </a:ln>
          </p:spPr>
        </p:cxnSp>
        <p:grpSp>
          <p:nvGrpSpPr>
            <p:cNvPr id="21" name="Group 20"/>
            <p:cNvGrpSpPr/>
            <p:nvPr/>
          </p:nvGrpSpPr>
          <p:grpSpPr>
            <a:xfrm>
              <a:off x="3227348" y="2554172"/>
              <a:ext cx="276934" cy="987407"/>
              <a:chOff x="3228015" y="2554172"/>
              <a:chExt cx="237072" cy="987407"/>
            </a:xfrm>
          </p:grpSpPr>
          <p:cxnSp>
            <p:nvCxnSpPr>
              <p:cNvPr id="775" name="Shape 775"/>
              <p:cNvCxnSpPr/>
              <p:nvPr/>
            </p:nvCxnSpPr>
            <p:spPr>
              <a:xfrm>
                <a:off x="3228015" y="3541579"/>
                <a:ext cx="235407" cy="0"/>
              </a:xfrm>
              <a:prstGeom prst="straightConnector1">
                <a:avLst/>
              </a:prstGeom>
              <a:solidFill>
                <a:schemeClr val="accent1"/>
              </a:solidFill>
              <a:ln w="9525" cap="sq" cmpd="sng">
                <a:solidFill>
                  <a:schemeClr val="dk1"/>
                </a:solidFill>
                <a:prstDash val="solid"/>
                <a:round/>
                <a:headEnd type="none" w="sm" len="sm"/>
                <a:tailEnd type="triangle" w="sm" len="sm"/>
              </a:ln>
            </p:spPr>
          </p:cxnSp>
          <p:cxnSp>
            <p:nvCxnSpPr>
              <p:cNvPr id="777" name="Shape 777"/>
              <p:cNvCxnSpPr/>
              <p:nvPr/>
            </p:nvCxnSpPr>
            <p:spPr>
              <a:xfrm rot="-5400000" flipH="1">
                <a:off x="2973687" y="2935997"/>
                <a:ext cx="873225" cy="109575"/>
              </a:xfrm>
              <a:prstGeom prst="bentConnector2">
                <a:avLst/>
              </a:prstGeom>
              <a:solidFill>
                <a:schemeClr val="accent1"/>
              </a:solidFill>
              <a:ln w="9525" cap="sq" cmpd="sng">
                <a:solidFill>
                  <a:schemeClr val="dk1"/>
                </a:solidFill>
                <a:prstDash val="solid"/>
                <a:round/>
                <a:headEnd type="oval" w="sm" len="sm"/>
                <a:tailEnd type="triangle" w="sm" len="sm"/>
              </a:ln>
            </p:spPr>
          </p:cxnSp>
        </p:grpSp>
      </p:grpSp>
      <p:cxnSp>
        <p:nvCxnSpPr>
          <p:cNvPr id="778" name="Shape 778"/>
          <p:cNvCxnSpPr>
            <a:stCxn id="763" idx="3"/>
            <a:endCxn id="764" idx="1"/>
          </p:cNvCxnSpPr>
          <p:nvPr/>
        </p:nvCxnSpPr>
        <p:spPr>
          <a:xfrm flipV="1">
            <a:off x="2445574" y="3114962"/>
            <a:ext cx="265546" cy="1"/>
          </a:xfrm>
          <a:prstGeom prst="straightConnector1">
            <a:avLst/>
          </a:prstGeom>
          <a:solidFill>
            <a:schemeClr val="accent1"/>
          </a:solidFill>
          <a:ln w="9525" cap="sq" cmpd="sng">
            <a:solidFill>
              <a:schemeClr val="dk1"/>
            </a:solidFill>
            <a:prstDash val="solid"/>
            <a:round/>
            <a:headEnd type="none" w="sm" len="sm"/>
            <a:tailEnd type="triangle" w="sm" len="sm"/>
          </a:ln>
        </p:spPr>
      </p:cxnSp>
      <p:sp>
        <p:nvSpPr>
          <p:cNvPr id="745" name="Shape 745"/>
          <p:cNvSpPr>
            <a:spLocks/>
          </p:cNvSpPr>
          <p:nvPr/>
        </p:nvSpPr>
        <p:spPr>
          <a:xfrm>
            <a:off x="3895077" y="1971287"/>
            <a:ext cx="733809" cy="976873"/>
          </a:xfrm>
          <a:prstGeom prst="rect">
            <a:avLst/>
          </a:prstGeom>
          <a:solidFill>
            <a:srgbClr val="BFBFBF"/>
          </a:solidFill>
          <a:ln w="12700" cap="sq" cmpd="sng">
            <a:solidFill>
              <a:srgbClr val="7F7F7F"/>
            </a:solidFill>
            <a:prstDash val="solid"/>
            <a:round/>
            <a:headEnd type="none" w="sm" len="sm"/>
            <a:tailEnd type="none" w="sm" len="sm"/>
          </a:ln>
        </p:spPr>
        <p:txBody>
          <a:bodyPr spcFirstLastPara="1" wrap="square" lIns="34275" tIns="34275" rIns="34275" bIns="34275" anchor="t" anchorCtr="0">
            <a:noAutofit/>
          </a:bodyPr>
          <a:lstStyle/>
          <a:p>
            <a:pPr algn="ctr" defTabSz="457200">
              <a:buClrTx/>
              <a:buFontTx/>
              <a:buNone/>
            </a:pPr>
            <a:endParaRPr lang="en-US" sz="700" b="1" kern="1200" dirty="0" smtClean="0"/>
          </a:p>
          <a:p>
            <a:pPr algn="ctr" defTabSz="457200">
              <a:buClrTx/>
              <a:buFontTx/>
              <a:buNone/>
            </a:pPr>
            <a:endParaRPr lang="en-US" sz="700" b="1" kern="1200" dirty="0" smtClean="0"/>
          </a:p>
          <a:p>
            <a:pPr algn="ctr" defTabSz="457200">
              <a:buClrTx/>
              <a:buFontTx/>
              <a:buNone/>
            </a:pPr>
            <a:r>
              <a:rPr lang="en-US" sz="700" b="1" kern="1200" dirty="0" smtClean="0"/>
              <a:t>Insight </a:t>
            </a:r>
            <a:r>
              <a:rPr lang="en-US" sz="700" b="1" kern="1200" dirty="0"/>
              <a:t>Store </a:t>
            </a:r>
            <a:endParaRPr sz="1600" kern="1200" dirty="0">
              <a:latin typeface="NeueHaasGroteskText Std"/>
              <a:ea typeface="+mn-ea"/>
              <a:cs typeface="+mn-cs"/>
            </a:endParaRPr>
          </a:p>
          <a:p>
            <a:pPr algn="ctr" defTabSz="457200">
              <a:buClrTx/>
              <a:buFontTx/>
              <a:buNone/>
            </a:pPr>
            <a:r>
              <a:rPr lang="en-US" sz="550" kern="1200" dirty="0" smtClean="0"/>
              <a:t>Real-time </a:t>
            </a:r>
            <a:r>
              <a:rPr lang="en-US" sz="550" kern="1200" dirty="0"/>
              <a:t>+ Historic Insights</a:t>
            </a:r>
            <a:endParaRPr sz="550" kern="1200" dirty="0">
              <a:latin typeface="NeueHaasGroteskText Std"/>
              <a:ea typeface="+mn-ea"/>
              <a:cs typeface="+mn-cs"/>
            </a:endParaRPr>
          </a:p>
        </p:txBody>
      </p:sp>
      <p:sp>
        <p:nvSpPr>
          <p:cNvPr id="756" name="Shape 756"/>
          <p:cNvSpPr txBox="1">
            <a:spLocks/>
          </p:cNvSpPr>
          <p:nvPr/>
        </p:nvSpPr>
        <p:spPr>
          <a:xfrm>
            <a:off x="4314722" y="1519828"/>
            <a:ext cx="628270" cy="170960"/>
          </a:xfrm>
          <a:prstGeom prst="rect">
            <a:avLst/>
          </a:prstGeom>
          <a:noFill/>
          <a:ln>
            <a:noFill/>
          </a:ln>
        </p:spPr>
        <p:txBody>
          <a:bodyPr spcFirstLastPara="1" wrap="square" lIns="0" tIns="0" rIns="0" bIns="0" anchor="t" anchorCtr="0">
            <a:noAutofit/>
          </a:bodyPr>
          <a:lstStyle/>
          <a:p>
            <a:pPr defTabSz="457200">
              <a:buClrTx/>
              <a:buFontTx/>
              <a:buNone/>
            </a:pPr>
            <a:r>
              <a:rPr lang="en-US" sz="450" kern="1200" dirty="0"/>
              <a:t>API for Real-time</a:t>
            </a:r>
            <a:endParaRPr sz="450" kern="1200" dirty="0"/>
          </a:p>
          <a:p>
            <a:pPr defTabSz="457200">
              <a:buClrTx/>
              <a:buFontTx/>
              <a:buNone/>
            </a:pPr>
            <a:r>
              <a:rPr lang="en-US" sz="450" kern="1200" dirty="0"/>
              <a:t>Contextual Insights</a:t>
            </a:r>
            <a:endParaRPr sz="450" kern="1200" dirty="0"/>
          </a:p>
        </p:txBody>
      </p:sp>
      <p:cxnSp>
        <p:nvCxnSpPr>
          <p:cNvPr id="759" name="Shape 759"/>
          <p:cNvCxnSpPr/>
          <p:nvPr/>
        </p:nvCxnSpPr>
        <p:spPr>
          <a:xfrm flipV="1">
            <a:off x="4261981" y="1469495"/>
            <a:ext cx="0" cy="495152"/>
          </a:xfrm>
          <a:prstGeom prst="straightConnector1">
            <a:avLst/>
          </a:prstGeom>
          <a:solidFill>
            <a:schemeClr val="accent1"/>
          </a:solidFill>
          <a:ln w="9525" cap="sq" cmpd="sng">
            <a:solidFill>
              <a:schemeClr val="dk1"/>
            </a:solidFill>
            <a:prstDash val="solid"/>
            <a:round/>
            <a:headEnd type="none" w="sm" len="sm"/>
            <a:tailEnd type="triangle" w="sm" len="sm"/>
          </a:ln>
        </p:spPr>
      </p:cxnSp>
      <p:sp>
        <p:nvSpPr>
          <p:cNvPr id="773" name="Shape 773"/>
          <p:cNvSpPr txBox="1">
            <a:spLocks/>
          </p:cNvSpPr>
          <p:nvPr/>
        </p:nvSpPr>
        <p:spPr>
          <a:xfrm>
            <a:off x="3807570" y="3152115"/>
            <a:ext cx="342487" cy="152666"/>
          </a:xfrm>
          <a:prstGeom prst="rect">
            <a:avLst/>
          </a:prstGeom>
          <a:noFill/>
          <a:ln>
            <a:noFill/>
          </a:ln>
        </p:spPr>
        <p:txBody>
          <a:bodyPr spcFirstLastPara="1" wrap="square" lIns="0" tIns="0" rIns="0" bIns="0" anchor="t" anchorCtr="0">
            <a:noAutofit/>
          </a:bodyPr>
          <a:lstStyle/>
          <a:p>
            <a:pPr defTabSz="457200">
              <a:buClrTx/>
              <a:buFontTx/>
              <a:buNone/>
            </a:pPr>
            <a:r>
              <a:rPr lang="en-US" sz="450" kern="1200" dirty="0"/>
              <a:t>Historic</a:t>
            </a:r>
            <a:endParaRPr sz="1350" kern="1200" dirty="0">
              <a:latin typeface="NeueHaasGroteskText Std"/>
              <a:ea typeface="+mn-ea"/>
              <a:cs typeface="+mn-cs"/>
            </a:endParaRPr>
          </a:p>
          <a:p>
            <a:pPr defTabSz="457200">
              <a:buClrTx/>
              <a:buFontTx/>
              <a:buNone/>
            </a:pPr>
            <a:r>
              <a:rPr lang="en-US" sz="450" kern="1200" dirty="0" smtClean="0"/>
              <a:t>Precomputed Views</a:t>
            </a:r>
            <a:endParaRPr sz="1350" kern="1200" dirty="0">
              <a:latin typeface="NeueHaasGroteskText Std"/>
              <a:ea typeface="+mn-ea"/>
              <a:cs typeface="+mn-cs"/>
            </a:endParaRPr>
          </a:p>
        </p:txBody>
      </p:sp>
      <p:sp>
        <p:nvSpPr>
          <p:cNvPr id="748" name="Shape 748"/>
          <p:cNvSpPr>
            <a:spLocks/>
          </p:cNvSpPr>
          <p:nvPr/>
        </p:nvSpPr>
        <p:spPr>
          <a:xfrm>
            <a:off x="1902433" y="1964647"/>
            <a:ext cx="1433718" cy="476401"/>
          </a:xfrm>
          <a:prstGeom prst="rect">
            <a:avLst/>
          </a:prstGeom>
          <a:solidFill>
            <a:srgbClr val="595959"/>
          </a:solidFill>
          <a:ln w="9525" cap="flat" cmpd="sng">
            <a:solidFill>
              <a:srgbClr val="262626"/>
            </a:solidFill>
            <a:prstDash val="solid"/>
            <a:round/>
            <a:headEnd type="none" w="sm" len="sm"/>
            <a:tailEnd type="none" w="sm" len="sm"/>
          </a:ln>
        </p:spPr>
        <p:txBody>
          <a:bodyPr spcFirstLastPara="1" wrap="square" lIns="0" tIns="34275" rIns="0" bIns="34275" anchor="ctr" anchorCtr="0">
            <a:noAutofit/>
          </a:bodyPr>
          <a:lstStyle/>
          <a:p>
            <a:pPr algn="ctr" defTabSz="457200">
              <a:buClrTx/>
              <a:buFontTx/>
              <a:buNone/>
            </a:pPr>
            <a:r>
              <a:rPr lang="en-US" sz="700" kern="1200" dirty="0">
                <a:solidFill>
                  <a:srgbClr val="FFFFFF"/>
                </a:solidFill>
              </a:rPr>
              <a:t>Real-time </a:t>
            </a:r>
            <a:endParaRPr sz="700" kern="1200" dirty="0">
              <a:latin typeface="NeueHaasGroteskText Std"/>
              <a:ea typeface="+mn-ea"/>
              <a:cs typeface="+mn-cs"/>
            </a:endParaRPr>
          </a:p>
          <a:p>
            <a:pPr algn="ctr" defTabSz="457200">
              <a:buClrTx/>
              <a:buFontTx/>
              <a:buNone/>
            </a:pPr>
            <a:r>
              <a:rPr lang="en-US" sz="700" kern="1200" dirty="0">
                <a:solidFill>
                  <a:srgbClr val="FFFFFF"/>
                </a:solidFill>
              </a:rPr>
              <a:t>Feature Engineering </a:t>
            </a:r>
            <a:endParaRPr sz="700" kern="1200" dirty="0">
              <a:latin typeface="NeueHaasGroteskText Std"/>
              <a:ea typeface="+mn-ea"/>
              <a:cs typeface="+mn-cs"/>
            </a:endParaRPr>
          </a:p>
          <a:p>
            <a:pPr algn="ctr" defTabSz="457200">
              <a:buClrTx/>
              <a:buFontTx/>
              <a:buNone/>
            </a:pPr>
            <a:r>
              <a:rPr lang="en-US" sz="700" kern="1200" dirty="0">
                <a:solidFill>
                  <a:srgbClr val="FFFFFF"/>
                </a:solidFill>
              </a:rPr>
              <a:t>Data Pipes</a:t>
            </a:r>
            <a:endParaRPr sz="700" kern="1200" dirty="0">
              <a:latin typeface="NeueHaasGroteskText Std"/>
              <a:ea typeface="+mn-ea"/>
              <a:cs typeface="+mn-cs"/>
            </a:endParaRPr>
          </a:p>
        </p:txBody>
      </p:sp>
      <p:sp>
        <p:nvSpPr>
          <p:cNvPr id="169" name="Shape 743"/>
          <p:cNvSpPr>
            <a:spLocks/>
          </p:cNvSpPr>
          <p:nvPr/>
        </p:nvSpPr>
        <p:spPr>
          <a:xfrm>
            <a:off x="1553748" y="1221984"/>
            <a:ext cx="1897017" cy="248564"/>
          </a:xfrm>
          <a:prstGeom prst="rect">
            <a:avLst/>
          </a:prstGeom>
          <a:solidFill>
            <a:srgbClr val="F2F2F2"/>
          </a:solidFill>
          <a:ln w="9525" cap="flat" cmpd="sng">
            <a:solidFill>
              <a:schemeClr val="dk1"/>
            </a:solidFill>
            <a:prstDash val="solid"/>
            <a:round/>
            <a:headEnd type="none" w="sm" len="sm"/>
            <a:tailEnd type="none" w="sm" len="sm"/>
          </a:ln>
        </p:spPr>
        <p:txBody>
          <a:bodyPr spcFirstLastPara="1" wrap="square" lIns="68569" tIns="34275" rIns="68569" bIns="34275" anchor="ctr" anchorCtr="0">
            <a:noAutofit/>
          </a:bodyPr>
          <a:lstStyle/>
          <a:p>
            <a:pPr algn="ctr" defTabSz="457200">
              <a:buClrTx/>
              <a:buFontTx/>
              <a:buNone/>
            </a:pPr>
            <a:r>
              <a:rPr lang="en-US" sz="800" b="1" kern="1200" dirty="0"/>
              <a:t>DECISIONING ENGINE</a:t>
            </a:r>
            <a:endParaRPr sz="1600" kern="1200" dirty="0">
              <a:latin typeface="NeueHaasGroteskText Std"/>
              <a:ea typeface="+mn-ea"/>
              <a:cs typeface="+mn-cs"/>
            </a:endParaRPr>
          </a:p>
        </p:txBody>
      </p:sp>
      <p:sp>
        <p:nvSpPr>
          <p:cNvPr id="170" name="Shape 743"/>
          <p:cNvSpPr>
            <a:spLocks/>
          </p:cNvSpPr>
          <p:nvPr/>
        </p:nvSpPr>
        <p:spPr>
          <a:xfrm>
            <a:off x="4103379" y="1221984"/>
            <a:ext cx="2115906" cy="248565"/>
          </a:xfrm>
          <a:prstGeom prst="rect">
            <a:avLst/>
          </a:prstGeom>
          <a:solidFill>
            <a:srgbClr val="F2F2F2"/>
          </a:solidFill>
          <a:ln w="9525" cap="flat" cmpd="sng">
            <a:solidFill>
              <a:srgbClr val="C00000"/>
            </a:solidFill>
            <a:prstDash val="solid"/>
            <a:round/>
            <a:headEnd type="none" w="sm" len="sm"/>
            <a:tailEnd type="none" w="sm" len="sm"/>
          </a:ln>
        </p:spPr>
        <p:txBody>
          <a:bodyPr spcFirstLastPara="1" wrap="square" lIns="68569" tIns="34275" rIns="68569" bIns="34275" anchor="ctr" anchorCtr="0">
            <a:noAutofit/>
          </a:bodyPr>
          <a:lstStyle/>
          <a:p>
            <a:pPr algn="ctr" defTabSz="457200">
              <a:buClrTx/>
              <a:buFontTx/>
              <a:buNone/>
            </a:pPr>
            <a:r>
              <a:rPr lang="en-US" sz="800" b="1" kern="1200" dirty="0" smtClean="0"/>
              <a:t>AI MARKET PLACE</a:t>
            </a:r>
            <a:endParaRPr sz="1600" kern="1200" dirty="0">
              <a:latin typeface="NeueHaasGroteskText Std"/>
              <a:ea typeface="+mn-ea"/>
              <a:cs typeface="+mn-cs"/>
            </a:endParaRPr>
          </a:p>
        </p:txBody>
      </p:sp>
      <p:cxnSp>
        <p:nvCxnSpPr>
          <p:cNvPr id="171" name="Shape 788"/>
          <p:cNvCxnSpPr>
            <a:stCxn id="169" idx="3"/>
            <a:endCxn id="170" idx="1"/>
          </p:cNvCxnSpPr>
          <p:nvPr/>
        </p:nvCxnSpPr>
        <p:spPr>
          <a:xfrm>
            <a:off x="3450765" y="1346266"/>
            <a:ext cx="652614" cy="1"/>
          </a:xfrm>
          <a:prstGeom prst="straightConnector1">
            <a:avLst/>
          </a:prstGeom>
          <a:solidFill>
            <a:schemeClr val="accent1"/>
          </a:solidFill>
          <a:ln w="9525" cap="sq" cmpd="sng">
            <a:solidFill>
              <a:schemeClr val="dk1"/>
            </a:solidFill>
            <a:prstDash val="solid"/>
            <a:round/>
            <a:headEnd type="none" w="sm" len="sm"/>
            <a:tailEnd type="triangle" w="sm" len="sm"/>
          </a:ln>
        </p:spPr>
      </p:cxnSp>
      <p:sp>
        <p:nvSpPr>
          <p:cNvPr id="203" name="Shape 744"/>
          <p:cNvSpPr>
            <a:spLocks/>
          </p:cNvSpPr>
          <p:nvPr/>
        </p:nvSpPr>
        <p:spPr>
          <a:xfrm>
            <a:off x="4973507" y="1893340"/>
            <a:ext cx="1841753" cy="1522391"/>
          </a:xfrm>
          <a:prstGeom prst="rect">
            <a:avLst/>
          </a:prstGeom>
          <a:noFill/>
          <a:ln w="9525" cap="sq" cmpd="sng">
            <a:solidFill>
              <a:srgbClr val="C00000"/>
            </a:solidFill>
            <a:prstDash val="solid"/>
            <a:round/>
            <a:headEnd type="none" w="sm" len="sm"/>
            <a:tailEnd type="none" w="sm" len="sm"/>
          </a:ln>
        </p:spPr>
        <p:txBody>
          <a:bodyPr spcFirstLastPara="1" wrap="square" lIns="68569" tIns="34275" rIns="68569" bIns="34275" anchor="t" anchorCtr="0">
            <a:noAutofit/>
          </a:bodyPr>
          <a:lstStyle/>
          <a:p>
            <a:pPr defTabSz="457200">
              <a:buClrTx/>
              <a:buFontTx/>
              <a:buNone/>
            </a:pPr>
            <a:r>
              <a:rPr lang="en-US" sz="525" b="1" kern="1200" dirty="0" smtClean="0">
                <a:ea typeface="+mn-ea"/>
              </a:rPr>
              <a:t>AI Processor</a:t>
            </a:r>
            <a:endParaRPr sz="1350" kern="1200" dirty="0">
              <a:latin typeface="NeueHaasGroteskText Std"/>
              <a:ea typeface="+mn-ea"/>
              <a:cs typeface="+mn-cs"/>
            </a:endParaRPr>
          </a:p>
        </p:txBody>
      </p:sp>
      <p:sp>
        <p:nvSpPr>
          <p:cNvPr id="146" name="Shape 744"/>
          <p:cNvSpPr>
            <a:spLocks/>
          </p:cNvSpPr>
          <p:nvPr/>
        </p:nvSpPr>
        <p:spPr>
          <a:xfrm>
            <a:off x="3728261" y="1716459"/>
            <a:ext cx="1067441" cy="1700929"/>
          </a:xfrm>
          <a:prstGeom prst="rect">
            <a:avLst/>
          </a:prstGeom>
          <a:noFill/>
          <a:ln w="9525" cap="sq" cmpd="sng">
            <a:solidFill>
              <a:srgbClr val="C00000"/>
            </a:solidFill>
            <a:prstDash val="solid"/>
            <a:round/>
            <a:headEnd type="none" w="sm" len="sm"/>
            <a:tailEnd type="none" w="sm" len="sm"/>
          </a:ln>
        </p:spPr>
        <p:txBody>
          <a:bodyPr spcFirstLastPara="1" wrap="square" lIns="68569" tIns="34275" rIns="68569" bIns="34275" anchor="t" anchorCtr="0">
            <a:noAutofit/>
          </a:bodyPr>
          <a:lstStyle/>
          <a:p>
            <a:pPr defTabSz="457200">
              <a:buClrTx/>
              <a:buFontTx/>
              <a:buNone/>
            </a:pPr>
            <a:r>
              <a:rPr lang="en-US" sz="525" b="1" kern="1200" dirty="0" smtClean="0">
                <a:ea typeface="+mn-ea"/>
              </a:rPr>
              <a:t>Insights Store</a:t>
            </a:r>
            <a:endParaRPr sz="1350" kern="1200" dirty="0">
              <a:latin typeface="NeueHaasGroteskText Std"/>
              <a:ea typeface="+mn-ea"/>
              <a:cs typeface="+mn-cs"/>
            </a:endParaRPr>
          </a:p>
        </p:txBody>
      </p:sp>
      <p:sp>
        <p:nvSpPr>
          <p:cNvPr id="149" name="Shape 757"/>
          <p:cNvSpPr txBox="1">
            <a:spLocks/>
          </p:cNvSpPr>
          <p:nvPr/>
        </p:nvSpPr>
        <p:spPr>
          <a:xfrm>
            <a:off x="3480363" y="1391027"/>
            <a:ext cx="481111" cy="181248"/>
          </a:xfrm>
          <a:prstGeom prst="rect">
            <a:avLst/>
          </a:prstGeom>
          <a:noFill/>
          <a:ln>
            <a:noFill/>
          </a:ln>
        </p:spPr>
        <p:txBody>
          <a:bodyPr spcFirstLastPara="1" wrap="square" lIns="0" tIns="0" rIns="0" bIns="0" anchor="t" anchorCtr="0">
            <a:noAutofit/>
          </a:bodyPr>
          <a:lstStyle/>
          <a:p>
            <a:pPr defTabSz="457200">
              <a:buClrTx/>
              <a:buFontTx/>
              <a:buNone/>
            </a:pPr>
            <a:r>
              <a:rPr lang="en-US" sz="500" kern="1200" dirty="0" smtClean="0"/>
              <a:t>Customer DNA, Event Insights</a:t>
            </a:r>
            <a:endParaRPr sz="450" kern="1200" dirty="0"/>
          </a:p>
        </p:txBody>
      </p:sp>
      <p:sp>
        <p:nvSpPr>
          <p:cNvPr id="162" name="Shape 757"/>
          <p:cNvSpPr txBox="1">
            <a:spLocks/>
          </p:cNvSpPr>
          <p:nvPr/>
        </p:nvSpPr>
        <p:spPr>
          <a:xfrm>
            <a:off x="3755575" y="1223925"/>
            <a:ext cx="319662" cy="92994"/>
          </a:xfrm>
          <a:prstGeom prst="rect">
            <a:avLst/>
          </a:prstGeom>
          <a:noFill/>
          <a:ln>
            <a:noFill/>
          </a:ln>
        </p:spPr>
        <p:txBody>
          <a:bodyPr spcFirstLastPara="1" wrap="square" lIns="0" tIns="0" rIns="0" bIns="0" anchor="t" anchorCtr="0">
            <a:noAutofit/>
          </a:bodyPr>
          <a:lstStyle/>
          <a:p>
            <a:pPr defTabSz="457200">
              <a:buClrTx/>
              <a:buFontTx/>
              <a:buNone/>
            </a:pPr>
            <a:r>
              <a:rPr lang="en-US" sz="500" kern="1200" dirty="0" smtClean="0"/>
              <a:t>AI Lookup</a:t>
            </a:r>
            <a:endParaRPr sz="450" kern="1200" dirty="0"/>
          </a:p>
        </p:txBody>
      </p:sp>
      <p:sp>
        <p:nvSpPr>
          <p:cNvPr id="189" name="Shape 585"/>
          <p:cNvSpPr>
            <a:spLocks/>
          </p:cNvSpPr>
          <p:nvPr/>
        </p:nvSpPr>
        <p:spPr>
          <a:xfrm>
            <a:off x="1305433" y="3589326"/>
            <a:ext cx="6589624" cy="1030381"/>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algn="ctr" defTabSz="457200">
              <a:buClrTx/>
              <a:buFontTx/>
              <a:buNone/>
            </a:pPr>
            <a:endParaRPr sz="1800" kern="1200">
              <a:solidFill>
                <a:srgbClr val="FFFFFF"/>
              </a:solidFill>
            </a:endParaRPr>
          </a:p>
        </p:txBody>
      </p:sp>
      <p:sp>
        <p:nvSpPr>
          <p:cNvPr id="166" name="Shape 625"/>
          <p:cNvSpPr>
            <a:spLocks/>
          </p:cNvSpPr>
          <p:nvPr/>
        </p:nvSpPr>
        <p:spPr>
          <a:xfrm>
            <a:off x="1427487" y="3888980"/>
            <a:ext cx="865937" cy="345671"/>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algn="ctr" defTabSz="457200">
              <a:buClrTx/>
              <a:buFontTx/>
              <a:buNone/>
            </a:pPr>
            <a:r>
              <a:rPr lang="en-US" sz="800" kern="1200" dirty="0"/>
              <a:t>Data </a:t>
            </a:r>
            <a:br>
              <a:rPr lang="en-US" sz="800" kern="1200" dirty="0"/>
            </a:br>
            <a:r>
              <a:rPr lang="en-US" sz="800" kern="1200" dirty="0" smtClean="0"/>
              <a:t>Prep</a:t>
            </a:r>
            <a:endParaRPr sz="1600" kern="1200" dirty="0">
              <a:latin typeface="NeueHaasGroteskText Std"/>
              <a:ea typeface="+mn-ea"/>
              <a:cs typeface="+mn-cs"/>
            </a:endParaRPr>
          </a:p>
        </p:txBody>
      </p:sp>
      <p:sp>
        <p:nvSpPr>
          <p:cNvPr id="167" name="Shape 626"/>
          <p:cNvSpPr>
            <a:spLocks/>
          </p:cNvSpPr>
          <p:nvPr/>
        </p:nvSpPr>
        <p:spPr>
          <a:xfrm>
            <a:off x="2476987" y="3888980"/>
            <a:ext cx="865937" cy="345671"/>
          </a:xfrm>
          <a:prstGeom prst="rect">
            <a:avLst/>
          </a:prstGeom>
          <a:solidFill>
            <a:schemeClr val="bg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algn="ctr" defTabSz="457200">
              <a:buClrTx/>
              <a:buFontTx/>
              <a:buNone/>
            </a:pPr>
            <a:r>
              <a:rPr lang="en-US" sz="800" kern="1200"/>
              <a:t>Feature Engineering</a:t>
            </a:r>
            <a:endParaRPr sz="1600" kern="1200">
              <a:latin typeface="NeueHaasGroteskText Std"/>
              <a:ea typeface="+mn-ea"/>
              <a:cs typeface="+mn-cs"/>
            </a:endParaRPr>
          </a:p>
        </p:txBody>
      </p:sp>
      <p:grpSp>
        <p:nvGrpSpPr>
          <p:cNvPr id="168" name="Shape 627"/>
          <p:cNvGrpSpPr/>
          <p:nvPr/>
        </p:nvGrpSpPr>
        <p:grpSpPr>
          <a:xfrm>
            <a:off x="3785598" y="3661183"/>
            <a:ext cx="865938" cy="818872"/>
            <a:chOff x="4280044" y="4703196"/>
            <a:chExt cx="1026466" cy="1072934"/>
          </a:xfrm>
        </p:grpSpPr>
        <p:sp>
          <p:nvSpPr>
            <p:cNvPr id="187" name="Shape 628"/>
            <p:cNvSpPr>
              <a:spLocks/>
            </p:cNvSpPr>
            <p:nvPr/>
          </p:nvSpPr>
          <p:spPr>
            <a:xfrm>
              <a:off x="4280044" y="4703196"/>
              <a:ext cx="1026466" cy="452918"/>
            </a:xfrm>
            <a:prstGeom prst="rect">
              <a:avLst/>
            </a:prstGeom>
            <a:solidFill>
              <a:schemeClr val="bg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algn="ctr" defTabSz="457200">
                <a:buClrTx/>
                <a:buFontTx/>
                <a:buNone/>
              </a:pPr>
              <a:r>
                <a:rPr lang="en-US" sz="800" kern="1200"/>
                <a:t>Derived </a:t>
              </a:r>
              <a:br>
                <a:rPr lang="en-US" sz="800" kern="1200"/>
              </a:br>
              <a:r>
                <a:rPr lang="en-US" sz="800" kern="1200"/>
                <a:t>Insights</a:t>
              </a:r>
              <a:endParaRPr sz="1600" kern="1200">
                <a:latin typeface="NeueHaasGroteskText Std"/>
                <a:ea typeface="+mn-ea"/>
                <a:cs typeface="+mn-cs"/>
              </a:endParaRPr>
            </a:p>
          </p:txBody>
        </p:sp>
        <p:sp>
          <p:nvSpPr>
            <p:cNvPr id="188" name="Shape 629"/>
            <p:cNvSpPr>
              <a:spLocks/>
            </p:cNvSpPr>
            <p:nvPr/>
          </p:nvSpPr>
          <p:spPr>
            <a:xfrm>
              <a:off x="4280044" y="5323212"/>
              <a:ext cx="1026466" cy="452918"/>
            </a:xfrm>
            <a:prstGeom prst="rect">
              <a:avLst/>
            </a:prstGeom>
            <a:solidFill>
              <a:schemeClr val="bg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algn="ctr" defTabSz="457200">
                <a:buClrTx/>
                <a:buFontTx/>
                <a:buNone/>
              </a:pPr>
              <a:r>
                <a:rPr lang="en-US" sz="800" kern="1200" dirty="0"/>
                <a:t>Predictive </a:t>
              </a:r>
              <a:br>
                <a:rPr lang="en-US" sz="800" kern="1200" dirty="0"/>
              </a:br>
              <a:r>
                <a:rPr lang="en-US" sz="800" kern="1200" dirty="0" smtClean="0"/>
                <a:t>Models</a:t>
              </a:r>
              <a:endParaRPr sz="1600" kern="1200" dirty="0">
                <a:latin typeface="NeueHaasGroteskText Std"/>
                <a:ea typeface="+mn-ea"/>
                <a:cs typeface="+mn-cs"/>
              </a:endParaRPr>
            </a:p>
          </p:txBody>
        </p:sp>
      </p:grpSp>
      <p:sp>
        <p:nvSpPr>
          <p:cNvPr id="172" name="Shape 630"/>
          <p:cNvSpPr>
            <a:spLocks/>
          </p:cNvSpPr>
          <p:nvPr/>
        </p:nvSpPr>
        <p:spPr>
          <a:xfrm>
            <a:off x="5095253" y="3637785"/>
            <a:ext cx="1353171" cy="183011"/>
          </a:xfrm>
          <a:prstGeom prst="rect">
            <a:avLst/>
          </a:prstGeom>
          <a:solidFill>
            <a:schemeClr val="tx1">
              <a:lumMod val="65000"/>
              <a:lumOff val="35000"/>
            </a:schemeClr>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algn="ctr" defTabSz="457200">
              <a:buClrTx/>
              <a:buFontTx/>
              <a:buNone/>
            </a:pPr>
            <a:r>
              <a:rPr lang="en-US" sz="800" kern="1200">
                <a:solidFill>
                  <a:srgbClr val="FFFFFF"/>
                </a:solidFill>
              </a:rPr>
              <a:t>Real-time</a:t>
            </a:r>
            <a:endParaRPr sz="1600" kern="1200">
              <a:solidFill>
                <a:srgbClr val="FFFFFF"/>
              </a:solidFill>
              <a:latin typeface="NeueHaasGroteskText Std"/>
              <a:ea typeface="+mn-ea"/>
              <a:cs typeface="+mn-cs"/>
            </a:endParaRPr>
          </a:p>
        </p:txBody>
      </p:sp>
      <p:sp>
        <p:nvSpPr>
          <p:cNvPr id="173" name="Shape 631"/>
          <p:cNvSpPr>
            <a:spLocks/>
          </p:cNvSpPr>
          <p:nvPr/>
        </p:nvSpPr>
        <p:spPr>
          <a:xfrm>
            <a:off x="5095253" y="3878461"/>
            <a:ext cx="1353171" cy="183011"/>
          </a:xfrm>
          <a:prstGeom prst="rect">
            <a:avLst/>
          </a:prstGeom>
          <a:solidFill>
            <a:schemeClr val="bg1">
              <a:lumMod val="50000"/>
            </a:schemeClr>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algn="ctr" defTabSz="457200">
              <a:buClrTx/>
              <a:buFontTx/>
              <a:buNone/>
            </a:pPr>
            <a:r>
              <a:rPr lang="en-US" sz="800" kern="1200">
                <a:solidFill>
                  <a:srgbClr val="FFFFFF"/>
                </a:solidFill>
              </a:rPr>
              <a:t>Aggregated</a:t>
            </a:r>
            <a:endParaRPr sz="800" kern="1200">
              <a:solidFill>
                <a:srgbClr val="FFFFFF"/>
              </a:solidFill>
            </a:endParaRPr>
          </a:p>
        </p:txBody>
      </p:sp>
      <p:sp>
        <p:nvSpPr>
          <p:cNvPr id="174" name="Shape 632"/>
          <p:cNvSpPr>
            <a:spLocks/>
          </p:cNvSpPr>
          <p:nvPr/>
        </p:nvSpPr>
        <p:spPr>
          <a:xfrm>
            <a:off x="5095253" y="4119137"/>
            <a:ext cx="1353171" cy="183011"/>
          </a:xfrm>
          <a:prstGeom prst="rect">
            <a:avLst/>
          </a:prstGeom>
          <a:solidFill>
            <a:schemeClr val="tx2">
              <a:lumMod val="75000"/>
              <a:lumOff val="25000"/>
            </a:schemeClr>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algn="ctr" defTabSz="457200">
              <a:buClrTx/>
              <a:buFontTx/>
              <a:buNone/>
            </a:pPr>
            <a:r>
              <a:rPr lang="en-US" sz="800" kern="1200" dirty="0">
                <a:solidFill>
                  <a:srgbClr val="FFFFFF"/>
                </a:solidFill>
              </a:rPr>
              <a:t>Real-time </a:t>
            </a:r>
            <a:r>
              <a:rPr lang="en-US" sz="800" kern="1200" dirty="0" smtClean="0">
                <a:solidFill>
                  <a:srgbClr val="FFFFFF"/>
                </a:solidFill>
              </a:rPr>
              <a:t>Scoring Models</a:t>
            </a:r>
            <a:endParaRPr sz="800" kern="1200" dirty="0">
              <a:solidFill>
                <a:srgbClr val="FFFFFF"/>
              </a:solidFill>
            </a:endParaRPr>
          </a:p>
        </p:txBody>
      </p:sp>
      <p:sp>
        <p:nvSpPr>
          <p:cNvPr id="175" name="Shape 633"/>
          <p:cNvSpPr>
            <a:spLocks/>
          </p:cNvSpPr>
          <p:nvPr/>
        </p:nvSpPr>
        <p:spPr>
          <a:xfrm>
            <a:off x="5095253" y="4359813"/>
            <a:ext cx="1353171" cy="183011"/>
          </a:xfrm>
          <a:prstGeom prst="rect">
            <a:avLst/>
          </a:prstGeom>
          <a:solidFill>
            <a:schemeClr val="bg1">
              <a:lumMod val="95000"/>
            </a:schemeClr>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algn="ctr" defTabSz="457200">
              <a:buClrTx/>
              <a:buFontTx/>
              <a:buNone/>
            </a:pPr>
            <a:r>
              <a:rPr lang="en-US" sz="800" kern="1200" dirty="0"/>
              <a:t>Batch </a:t>
            </a:r>
            <a:r>
              <a:rPr lang="en-US" sz="800" kern="1200" dirty="0" smtClean="0"/>
              <a:t>Scoring Models</a:t>
            </a:r>
            <a:endParaRPr sz="800" kern="1200" dirty="0"/>
          </a:p>
        </p:txBody>
      </p:sp>
      <p:cxnSp>
        <p:nvCxnSpPr>
          <p:cNvPr id="180" name="Shape 638"/>
          <p:cNvCxnSpPr>
            <a:stCxn id="166" idx="3"/>
            <a:endCxn id="167" idx="1"/>
          </p:cNvCxnSpPr>
          <p:nvPr/>
        </p:nvCxnSpPr>
        <p:spPr>
          <a:xfrm>
            <a:off x="2293420" y="4061816"/>
            <a:ext cx="183535" cy="0"/>
          </a:xfrm>
          <a:prstGeom prst="straightConnector1">
            <a:avLst/>
          </a:prstGeom>
          <a:solidFill>
            <a:schemeClr val="accent1"/>
          </a:solidFill>
          <a:ln w="9525" cap="sq" cmpd="sng">
            <a:solidFill>
              <a:schemeClr val="dk1"/>
            </a:solidFill>
            <a:prstDash val="solid"/>
            <a:round/>
            <a:headEnd type="none" w="sm" len="sm"/>
            <a:tailEnd type="triangle" w="sm" len="sm"/>
          </a:ln>
        </p:spPr>
      </p:cxnSp>
      <p:cxnSp>
        <p:nvCxnSpPr>
          <p:cNvPr id="181" name="Shape 639"/>
          <p:cNvCxnSpPr>
            <a:stCxn id="167" idx="3"/>
            <a:endCxn id="187" idx="1"/>
          </p:cNvCxnSpPr>
          <p:nvPr/>
        </p:nvCxnSpPr>
        <p:spPr>
          <a:xfrm flipV="1">
            <a:off x="3342924" y="3834019"/>
            <a:ext cx="442674" cy="227797"/>
          </a:xfrm>
          <a:prstGeom prst="bentConnector3">
            <a:avLst>
              <a:gd name="adj1" fmla="val 50000"/>
            </a:avLst>
          </a:prstGeom>
          <a:solidFill>
            <a:schemeClr val="accent1"/>
          </a:solidFill>
          <a:ln w="9525" cap="sq" cmpd="sng">
            <a:solidFill>
              <a:schemeClr val="dk1"/>
            </a:solidFill>
            <a:prstDash val="solid"/>
            <a:round/>
            <a:headEnd type="none" w="sm" len="sm"/>
            <a:tailEnd type="triangle" w="sm" len="sm"/>
          </a:ln>
        </p:spPr>
      </p:cxnSp>
      <p:cxnSp>
        <p:nvCxnSpPr>
          <p:cNvPr id="182" name="Shape 640"/>
          <p:cNvCxnSpPr>
            <a:stCxn id="167" idx="3"/>
            <a:endCxn id="188" idx="1"/>
          </p:cNvCxnSpPr>
          <p:nvPr/>
        </p:nvCxnSpPr>
        <p:spPr>
          <a:xfrm>
            <a:off x="3342924" y="4061816"/>
            <a:ext cx="442674" cy="245404"/>
          </a:xfrm>
          <a:prstGeom prst="bentConnector3">
            <a:avLst>
              <a:gd name="adj1" fmla="val 50000"/>
            </a:avLst>
          </a:prstGeom>
          <a:solidFill>
            <a:schemeClr val="accent1"/>
          </a:solidFill>
          <a:ln w="9525" cap="sq" cmpd="sng">
            <a:solidFill>
              <a:schemeClr val="dk1"/>
            </a:solidFill>
            <a:prstDash val="solid"/>
            <a:round/>
            <a:headEnd type="none" w="sm" len="sm"/>
            <a:tailEnd type="triangle" w="sm" len="sm"/>
          </a:ln>
        </p:spPr>
      </p:cxnSp>
      <p:cxnSp>
        <p:nvCxnSpPr>
          <p:cNvPr id="183" name="Shape 641"/>
          <p:cNvCxnSpPr>
            <a:stCxn id="187" idx="3"/>
            <a:endCxn id="172" idx="1"/>
          </p:cNvCxnSpPr>
          <p:nvPr/>
        </p:nvCxnSpPr>
        <p:spPr>
          <a:xfrm flipV="1">
            <a:off x="4651536" y="3729291"/>
            <a:ext cx="443717" cy="104728"/>
          </a:xfrm>
          <a:prstGeom prst="bentConnector3">
            <a:avLst>
              <a:gd name="adj1" fmla="val 50000"/>
            </a:avLst>
          </a:prstGeom>
          <a:solidFill>
            <a:schemeClr val="accent1"/>
          </a:solidFill>
          <a:ln w="9525" cap="sq" cmpd="sng">
            <a:solidFill>
              <a:schemeClr val="dk1"/>
            </a:solidFill>
            <a:prstDash val="solid"/>
            <a:round/>
            <a:headEnd type="none" w="sm" len="sm"/>
            <a:tailEnd type="triangle" w="sm" len="sm"/>
          </a:ln>
        </p:spPr>
      </p:cxnSp>
      <p:cxnSp>
        <p:nvCxnSpPr>
          <p:cNvPr id="184" name="Shape 642"/>
          <p:cNvCxnSpPr>
            <a:stCxn id="187" idx="3"/>
            <a:endCxn id="173" idx="1"/>
          </p:cNvCxnSpPr>
          <p:nvPr/>
        </p:nvCxnSpPr>
        <p:spPr>
          <a:xfrm>
            <a:off x="4651536" y="3834019"/>
            <a:ext cx="443717" cy="135948"/>
          </a:xfrm>
          <a:prstGeom prst="bentConnector3">
            <a:avLst>
              <a:gd name="adj1" fmla="val 50000"/>
            </a:avLst>
          </a:prstGeom>
          <a:solidFill>
            <a:schemeClr val="accent1"/>
          </a:solidFill>
          <a:ln w="9525" cap="sq" cmpd="sng">
            <a:solidFill>
              <a:schemeClr val="dk1"/>
            </a:solidFill>
            <a:prstDash val="solid"/>
            <a:round/>
            <a:headEnd type="none" w="sm" len="sm"/>
            <a:tailEnd type="triangle" w="sm" len="sm"/>
          </a:ln>
        </p:spPr>
      </p:cxnSp>
      <p:cxnSp>
        <p:nvCxnSpPr>
          <p:cNvPr id="185" name="Shape 643"/>
          <p:cNvCxnSpPr>
            <a:stCxn id="188" idx="3"/>
            <a:endCxn id="174" idx="1"/>
          </p:cNvCxnSpPr>
          <p:nvPr/>
        </p:nvCxnSpPr>
        <p:spPr>
          <a:xfrm flipV="1">
            <a:off x="4651536" y="4210643"/>
            <a:ext cx="443717" cy="96577"/>
          </a:xfrm>
          <a:prstGeom prst="bentConnector3">
            <a:avLst>
              <a:gd name="adj1" fmla="val 50000"/>
            </a:avLst>
          </a:prstGeom>
          <a:solidFill>
            <a:schemeClr val="accent1"/>
          </a:solidFill>
          <a:ln w="9525" cap="sq" cmpd="sng">
            <a:solidFill>
              <a:schemeClr val="dk1"/>
            </a:solidFill>
            <a:prstDash val="solid"/>
            <a:round/>
            <a:headEnd type="none" w="sm" len="sm"/>
            <a:tailEnd type="triangle" w="sm" len="sm"/>
          </a:ln>
        </p:spPr>
      </p:cxnSp>
      <p:cxnSp>
        <p:nvCxnSpPr>
          <p:cNvPr id="186" name="Shape 644"/>
          <p:cNvCxnSpPr>
            <a:stCxn id="188" idx="3"/>
            <a:endCxn id="175" idx="1"/>
          </p:cNvCxnSpPr>
          <p:nvPr/>
        </p:nvCxnSpPr>
        <p:spPr>
          <a:xfrm>
            <a:off x="4651536" y="4307220"/>
            <a:ext cx="443717" cy="144099"/>
          </a:xfrm>
          <a:prstGeom prst="bentConnector3">
            <a:avLst>
              <a:gd name="adj1" fmla="val 50000"/>
            </a:avLst>
          </a:prstGeom>
          <a:solidFill>
            <a:schemeClr val="accent1"/>
          </a:solidFill>
          <a:ln w="9525" cap="sq" cmpd="sng">
            <a:solidFill>
              <a:schemeClr val="dk1"/>
            </a:solidFill>
            <a:prstDash val="solid"/>
            <a:round/>
            <a:headEnd type="none" w="sm" len="sm"/>
            <a:tailEnd type="triangle" w="sm" len="sm"/>
          </a:ln>
        </p:spPr>
      </p:cxnSp>
      <p:sp>
        <p:nvSpPr>
          <p:cNvPr id="190" name="Shape 645"/>
          <p:cNvSpPr txBox="1">
            <a:spLocks/>
          </p:cNvSpPr>
          <p:nvPr/>
        </p:nvSpPr>
        <p:spPr>
          <a:xfrm>
            <a:off x="484143" y="3589326"/>
            <a:ext cx="814519" cy="1030381"/>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algn="ctr" defTabSz="457200">
              <a:buClrTx/>
              <a:buFontTx/>
              <a:buNone/>
            </a:pPr>
            <a:r>
              <a:rPr lang="en-US" sz="900" b="1" kern="1200" dirty="0" smtClean="0">
                <a:solidFill>
                  <a:srgbClr val="FFFFFF"/>
                </a:solidFill>
              </a:rPr>
              <a:t>BIG AI/ML </a:t>
            </a:r>
          </a:p>
          <a:p>
            <a:pPr algn="ctr" defTabSz="457200">
              <a:buClrTx/>
              <a:buFontTx/>
              <a:buNone/>
            </a:pPr>
            <a:r>
              <a:rPr lang="en-US" sz="900" b="1" kern="1200" dirty="0" smtClean="0">
                <a:solidFill>
                  <a:srgbClr val="FFFFFF"/>
                </a:solidFill>
              </a:rPr>
              <a:t>Dev Layer</a:t>
            </a:r>
            <a:endParaRPr sz="1200" kern="1200" dirty="0">
              <a:latin typeface="NeueHaasGroteskText Std"/>
              <a:ea typeface="+mn-ea"/>
              <a:cs typeface="+mn-cs"/>
            </a:endParaRPr>
          </a:p>
        </p:txBody>
      </p:sp>
      <p:sp>
        <p:nvSpPr>
          <p:cNvPr id="191" name="Oval 190"/>
          <p:cNvSpPr>
            <a:spLocks/>
          </p:cNvSpPr>
          <p:nvPr/>
        </p:nvSpPr>
        <p:spPr>
          <a:xfrm>
            <a:off x="767175" y="3655273"/>
            <a:ext cx="248453" cy="247723"/>
          </a:xfrm>
          <a:prstGeom prst="ellipse">
            <a:avLst/>
          </a:prstGeom>
          <a:ln>
            <a:noFill/>
          </a:ln>
        </p:spPr>
        <p:style>
          <a:lnRef idx="1">
            <a:schemeClr val="accent1"/>
          </a:lnRef>
          <a:fillRef idx="1">
            <a:schemeClr val="accent1"/>
          </a:fillRef>
          <a:effectRef idx="0">
            <a:schemeClr val="accent1"/>
          </a:effectRef>
          <a:fontRef idx="minor">
            <a:schemeClr val="lt1"/>
          </a:fontRef>
        </p:style>
        <p:txBody>
          <a:bodyPr rtlCol="0" anchor="ctr"/>
          <a:lstStyle/>
          <a:p>
            <a:pPr algn="ctr" defTabSz="457200">
              <a:buClrTx/>
              <a:buFontTx/>
              <a:buNone/>
            </a:pPr>
            <a:r>
              <a:rPr lang="en-US" b="1" kern="1200" dirty="0" smtClean="0">
                <a:solidFill>
                  <a:srgbClr val="FFFFFF"/>
                </a:solidFill>
              </a:rPr>
              <a:t>2</a:t>
            </a:r>
            <a:endParaRPr lang="en-US" b="1" kern="1200" dirty="0">
              <a:solidFill>
                <a:srgbClr val="FFFFFF"/>
              </a:solidFill>
            </a:endParaRPr>
          </a:p>
        </p:txBody>
      </p:sp>
      <p:sp>
        <p:nvSpPr>
          <p:cNvPr id="192" name="Oval 191"/>
          <p:cNvSpPr>
            <a:spLocks/>
          </p:cNvSpPr>
          <p:nvPr/>
        </p:nvSpPr>
        <p:spPr>
          <a:xfrm>
            <a:off x="756989" y="1811382"/>
            <a:ext cx="248453" cy="247723"/>
          </a:xfrm>
          <a:prstGeom prst="ellipse">
            <a:avLst/>
          </a:prstGeom>
          <a:ln>
            <a:noFill/>
          </a:ln>
        </p:spPr>
        <p:style>
          <a:lnRef idx="1">
            <a:schemeClr val="accent1"/>
          </a:lnRef>
          <a:fillRef idx="1">
            <a:schemeClr val="accent1"/>
          </a:fillRef>
          <a:effectRef idx="0">
            <a:schemeClr val="accent1"/>
          </a:effectRef>
          <a:fontRef idx="minor">
            <a:schemeClr val="lt1"/>
          </a:fontRef>
        </p:style>
        <p:txBody>
          <a:bodyPr rtlCol="0" anchor="ctr"/>
          <a:lstStyle/>
          <a:p>
            <a:pPr algn="ctr" defTabSz="457200">
              <a:buClrTx/>
              <a:buFontTx/>
              <a:buNone/>
            </a:pPr>
            <a:r>
              <a:rPr lang="en-US" b="1" kern="1200" dirty="0" smtClean="0">
                <a:solidFill>
                  <a:srgbClr val="FFFFFF"/>
                </a:solidFill>
              </a:rPr>
              <a:t>3</a:t>
            </a:r>
            <a:endParaRPr lang="en-US" b="1" kern="1200" dirty="0">
              <a:solidFill>
                <a:srgbClr val="FFFFFF"/>
              </a:solidFill>
            </a:endParaRPr>
          </a:p>
        </p:txBody>
      </p:sp>
      <p:sp>
        <p:nvSpPr>
          <p:cNvPr id="193" name="Oval 192"/>
          <p:cNvSpPr>
            <a:spLocks/>
          </p:cNvSpPr>
          <p:nvPr/>
        </p:nvSpPr>
        <p:spPr>
          <a:xfrm>
            <a:off x="2635235" y="1687131"/>
            <a:ext cx="214031" cy="213403"/>
          </a:xfrm>
          <a:prstGeom prst="ellipse">
            <a:avLst/>
          </a:prstGeom>
          <a:ln>
            <a:noFill/>
          </a:ln>
        </p:spPr>
        <p:style>
          <a:lnRef idx="1">
            <a:schemeClr val="accent1"/>
          </a:lnRef>
          <a:fillRef idx="1">
            <a:schemeClr val="accent1"/>
          </a:fillRef>
          <a:effectRef idx="0">
            <a:schemeClr val="accent1"/>
          </a:effectRef>
          <a:fontRef idx="minor">
            <a:schemeClr val="lt1"/>
          </a:fontRef>
        </p:style>
        <p:txBody>
          <a:bodyPr lIns="0" rIns="0" rtlCol="0" anchor="ctr"/>
          <a:lstStyle/>
          <a:p>
            <a:pPr algn="ctr" defTabSz="457200">
              <a:buClrTx/>
              <a:buFontTx/>
              <a:buNone/>
            </a:pPr>
            <a:r>
              <a:rPr lang="en-US" sz="900" b="1" kern="1200" dirty="0" smtClean="0">
                <a:solidFill>
                  <a:srgbClr val="FFFFFF"/>
                </a:solidFill>
              </a:rPr>
              <a:t>A1</a:t>
            </a:r>
            <a:endParaRPr lang="en-US" sz="900" b="1" kern="1200" dirty="0">
              <a:solidFill>
                <a:srgbClr val="FFFFFF"/>
              </a:solidFill>
            </a:endParaRPr>
          </a:p>
        </p:txBody>
      </p:sp>
      <p:sp>
        <p:nvSpPr>
          <p:cNvPr id="194" name="Oval 193"/>
          <p:cNvSpPr>
            <a:spLocks/>
          </p:cNvSpPr>
          <p:nvPr/>
        </p:nvSpPr>
        <p:spPr>
          <a:xfrm>
            <a:off x="2435413" y="2577552"/>
            <a:ext cx="232049" cy="231368"/>
          </a:xfrm>
          <a:prstGeom prst="ellipse">
            <a:avLst/>
          </a:prstGeom>
          <a:ln>
            <a:noFill/>
          </a:ln>
        </p:spPr>
        <p:style>
          <a:lnRef idx="1">
            <a:schemeClr val="accent1"/>
          </a:lnRef>
          <a:fillRef idx="1">
            <a:schemeClr val="accent1"/>
          </a:fillRef>
          <a:effectRef idx="0">
            <a:schemeClr val="accent1"/>
          </a:effectRef>
          <a:fontRef idx="minor">
            <a:schemeClr val="lt1"/>
          </a:fontRef>
        </p:style>
        <p:txBody>
          <a:bodyPr lIns="0" rIns="0" rtlCol="0" anchor="ctr"/>
          <a:lstStyle/>
          <a:p>
            <a:pPr algn="ctr" defTabSz="457200">
              <a:buClrTx/>
              <a:buFontTx/>
              <a:buNone/>
            </a:pPr>
            <a:r>
              <a:rPr lang="en-US" sz="900" b="1" kern="1200" dirty="0" smtClean="0">
                <a:solidFill>
                  <a:srgbClr val="FFFFFF"/>
                </a:solidFill>
              </a:rPr>
              <a:t>A2</a:t>
            </a:r>
            <a:endParaRPr lang="en-US" sz="900" b="1" kern="1200" dirty="0">
              <a:solidFill>
                <a:srgbClr val="FFFFFF"/>
              </a:solidFill>
            </a:endParaRPr>
          </a:p>
        </p:txBody>
      </p:sp>
      <p:sp>
        <p:nvSpPr>
          <p:cNvPr id="195" name="Oval 194"/>
          <p:cNvSpPr>
            <a:spLocks/>
          </p:cNvSpPr>
          <p:nvPr/>
        </p:nvSpPr>
        <p:spPr>
          <a:xfrm>
            <a:off x="4513351" y="1873951"/>
            <a:ext cx="221073" cy="220424"/>
          </a:xfrm>
          <a:prstGeom prst="ellipse">
            <a:avLst/>
          </a:prstGeom>
          <a:ln>
            <a:noFill/>
          </a:ln>
        </p:spPr>
        <p:style>
          <a:lnRef idx="1">
            <a:schemeClr val="accent1"/>
          </a:lnRef>
          <a:fillRef idx="1">
            <a:schemeClr val="accent1"/>
          </a:fillRef>
          <a:effectRef idx="0">
            <a:schemeClr val="accent1"/>
          </a:effectRef>
          <a:fontRef idx="minor">
            <a:schemeClr val="lt1"/>
          </a:fontRef>
        </p:style>
        <p:txBody>
          <a:bodyPr lIns="0" rIns="0" rtlCol="0" anchor="ctr"/>
          <a:lstStyle/>
          <a:p>
            <a:pPr algn="ctr" defTabSz="457200">
              <a:buClrTx/>
              <a:buFontTx/>
              <a:buNone/>
            </a:pPr>
            <a:r>
              <a:rPr lang="en-US" sz="1000" b="1" kern="1200" dirty="0" smtClean="0">
                <a:solidFill>
                  <a:srgbClr val="FFFFFF"/>
                </a:solidFill>
              </a:rPr>
              <a:t>B</a:t>
            </a:r>
            <a:endParaRPr lang="en-US" sz="1000" b="1" kern="1200" dirty="0">
              <a:solidFill>
                <a:srgbClr val="FFFFFF"/>
              </a:solidFill>
            </a:endParaRPr>
          </a:p>
        </p:txBody>
      </p:sp>
      <p:sp>
        <p:nvSpPr>
          <p:cNvPr id="197" name="Oval 196"/>
          <p:cNvSpPr>
            <a:spLocks/>
          </p:cNvSpPr>
          <p:nvPr/>
        </p:nvSpPr>
        <p:spPr>
          <a:xfrm>
            <a:off x="6444278" y="2598915"/>
            <a:ext cx="255444" cy="221526"/>
          </a:xfrm>
          <a:prstGeom prst="ellipse">
            <a:avLst/>
          </a:prstGeom>
          <a:ln>
            <a:noFill/>
          </a:ln>
        </p:spPr>
        <p:style>
          <a:lnRef idx="1">
            <a:schemeClr val="accent1"/>
          </a:lnRef>
          <a:fillRef idx="1">
            <a:schemeClr val="accent1"/>
          </a:fillRef>
          <a:effectRef idx="0">
            <a:schemeClr val="accent1"/>
          </a:effectRef>
          <a:fontRef idx="minor">
            <a:schemeClr val="lt1"/>
          </a:fontRef>
        </p:style>
        <p:txBody>
          <a:bodyPr lIns="0" rIns="0" rtlCol="0" anchor="ctr"/>
          <a:lstStyle/>
          <a:p>
            <a:pPr algn="ctr" defTabSz="457200">
              <a:buClrTx/>
              <a:buFontTx/>
              <a:buNone/>
            </a:pPr>
            <a:r>
              <a:rPr lang="en-US" sz="1000" b="1" kern="1200" dirty="0" smtClean="0">
                <a:solidFill>
                  <a:srgbClr val="FFFFFF"/>
                </a:solidFill>
              </a:rPr>
              <a:t>C</a:t>
            </a:r>
            <a:endParaRPr lang="en-US" sz="1000" b="1" kern="1200" dirty="0">
              <a:solidFill>
                <a:srgbClr val="FFFFFF"/>
              </a:solidFill>
            </a:endParaRPr>
          </a:p>
        </p:txBody>
      </p:sp>
      <p:sp>
        <p:nvSpPr>
          <p:cNvPr id="198" name="Oval 197"/>
          <p:cNvSpPr>
            <a:spLocks/>
          </p:cNvSpPr>
          <p:nvPr/>
        </p:nvSpPr>
        <p:spPr>
          <a:xfrm>
            <a:off x="5755500" y="1250963"/>
            <a:ext cx="178830" cy="178305"/>
          </a:xfrm>
          <a:prstGeom prst="ellipse">
            <a:avLst/>
          </a:prstGeom>
          <a:ln>
            <a:noFill/>
          </a:ln>
        </p:spPr>
        <p:style>
          <a:lnRef idx="1">
            <a:schemeClr val="accent1"/>
          </a:lnRef>
          <a:fillRef idx="1">
            <a:schemeClr val="accent1"/>
          </a:fillRef>
          <a:effectRef idx="0">
            <a:schemeClr val="accent1"/>
          </a:effectRef>
          <a:fontRef idx="minor">
            <a:schemeClr val="lt1"/>
          </a:fontRef>
        </p:style>
        <p:txBody>
          <a:bodyPr rtlCol="0" anchor="ctr"/>
          <a:lstStyle/>
          <a:p>
            <a:pPr algn="ctr" defTabSz="457200">
              <a:buClrTx/>
              <a:buFontTx/>
              <a:buNone/>
            </a:pPr>
            <a:r>
              <a:rPr lang="en-US" sz="1000" b="1" kern="1200" dirty="0" smtClean="0">
                <a:solidFill>
                  <a:srgbClr val="FFFFFF"/>
                </a:solidFill>
              </a:rPr>
              <a:t>G</a:t>
            </a:r>
            <a:endParaRPr lang="en-US" sz="1000" b="1" kern="1200" dirty="0">
              <a:solidFill>
                <a:srgbClr val="FFFFFF"/>
              </a:solidFill>
            </a:endParaRPr>
          </a:p>
        </p:txBody>
      </p:sp>
      <p:sp>
        <p:nvSpPr>
          <p:cNvPr id="199" name="Oval 198"/>
          <p:cNvSpPr>
            <a:spLocks/>
          </p:cNvSpPr>
          <p:nvPr/>
        </p:nvSpPr>
        <p:spPr>
          <a:xfrm>
            <a:off x="3196591" y="1248095"/>
            <a:ext cx="178830" cy="178305"/>
          </a:xfrm>
          <a:prstGeom prst="ellipse">
            <a:avLst/>
          </a:prstGeom>
          <a:ln>
            <a:noFill/>
          </a:ln>
        </p:spPr>
        <p:style>
          <a:lnRef idx="1">
            <a:schemeClr val="accent1"/>
          </a:lnRef>
          <a:fillRef idx="1">
            <a:schemeClr val="accent1"/>
          </a:fillRef>
          <a:effectRef idx="0">
            <a:schemeClr val="accent1"/>
          </a:effectRef>
          <a:fontRef idx="minor">
            <a:schemeClr val="lt1"/>
          </a:fontRef>
        </p:style>
        <p:txBody>
          <a:bodyPr rtlCol="0" anchor="ctr"/>
          <a:lstStyle/>
          <a:p>
            <a:pPr algn="ctr" defTabSz="457200">
              <a:buClrTx/>
              <a:buFontTx/>
              <a:buNone/>
            </a:pPr>
            <a:r>
              <a:rPr lang="en-US" sz="1000" b="1" kern="1200" dirty="0" smtClean="0">
                <a:solidFill>
                  <a:srgbClr val="FFFFFF"/>
                </a:solidFill>
              </a:rPr>
              <a:t>D</a:t>
            </a:r>
            <a:endParaRPr lang="en-US" sz="1000" b="1" kern="1200" dirty="0">
              <a:solidFill>
                <a:srgbClr val="FFFFFF"/>
              </a:solidFill>
            </a:endParaRPr>
          </a:p>
        </p:txBody>
      </p:sp>
      <p:grpSp>
        <p:nvGrpSpPr>
          <p:cNvPr id="140" name="Group 139"/>
          <p:cNvGrpSpPr/>
          <p:nvPr/>
        </p:nvGrpSpPr>
        <p:grpSpPr>
          <a:xfrm>
            <a:off x="7058175" y="1673304"/>
            <a:ext cx="657684" cy="786853"/>
            <a:chOff x="7059567" y="1559005"/>
            <a:chExt cx="657684" cy="786853"/>
          </a:xfrm>
        </p:grpSpPr>
        <p:sp>
          <p:nvSpPr>
            <p:cNvPr id="141" name="Shape 741"/>
            <p:cNvSpPr>
              <a:spLocks/>
            </p:cNvSpPr>
            <p:nvPr/>
          </p:nvSpPr>
          <p:spPr>
            <a:xfrm>
              <a:off x="7059567" y="1705419"/>
              <a:ext cx="657684" cy="640439"/>
            </a:xfrm>
            <a:prstGeom prst="rect">
              <a:avLst/>
            </a:prstGeom>
            <a:solidFill>
              <a:srgbClr val="F2F2F2"/>
            </a:solidFill>
            <a:ln w="19050" cap="flat" cmpd="sng">
              <a:solidFill>
                <a:schemeClr val="accent1"/>
              </a:solidFill>
              <a:prstDash val="solid"/>
              <a:round/>
              <a:headEnd type="none" w="sm" len="sm"/>
              <a:tailEnd type="none" w="sm" len="sm"/>
            </a:ln>
          </p:spPr>
          <p:txBody>
            <a:bodyPr spcFirstLastPara="1" wrap="square" lIns="20569" tIns="34275" rIns="20569" bIns="34275" anchor="b" anchorCtr="0">
              <a:noAutofit/>
            </a:bodyPr>
            <a:lstStyle/>
            <a:p>
              <a:pPr algn="ctr" defTabSz="457200">
                <a:buClrTx/>
                <a:buFontTx/>
                <a:buNone/>
              </a:pPr>
              <a:r>
                <a:rPr lang="en-US" sz="525" b="1" kern="1200" dirty="0"/>
                <a:t>AI Portal</a:t>
              </a:r>
              <a:endParaRPr sz="525" b="1" kern="1200" dirty="0"/>
            </a:p>
            <a:p>
              <a:pPr algn="ctr" defTabSz="457200">
                <a:buClrTx/>
                <a:buFontTx/>
                <a:buNone/>
              </a:pPr>
              <a:r>
                <a:rPr lang="en-US" sz="525" kern="1200" dirty="0"/>
                <a:t>(Model Registry, Documentation,  Performance monitoring  dashboards)</a:t>
              </a:r>
              <a:endParaRPr sz="525" kern="1200" dirty="0"/>
            </a:p>
          </p:txBody>
        </p:sp>
        <p:sp>
          <p:nvSpPr>
            <p:cNvPr id="142" name="Oval 141"/>
            <p:cNvSpPr>
              <a:spLocks/>
            </p:cNvSpPr>
            <p:nvPr/>
          </p:nvSpPr>
          <p:spPr>
            <a:xfrm>
              <a:off x="7246628" y="1559005"/>
              <a:ext cx="248453" cy="247723"/>
            </a:xfrm>
            <a:prstGeom prst="ellipse">
              <a:avLst/>
            </a:prstGeom>
            <a:solidFill>
              <a:srgbClr val="C00000"/>
            </a:solidFill>
            <a:ln>
              <a:noFill/>
            </a:ln>
          </p:spPr>
          <p:style>
            <a:lnRef idx="1">
              <a:schemeClr val="accent1"/>
            </a:lnRef>
            <a:fillRef idx="1">
              <a:schemeClr val="accent1"/>
            </a:fillRef>
            <a:effectRef idx="0">
              <a:schemeClr val="accent1"/>
            </a:effectRef>
            <a:fontRef idx="minor">
              <a:schemeClr val="lt1"/>
            </a:fontRef>
          </p:style>
          <p:txBody>
            <a:bodyPr lIns="0" rIns="0" rtlCol="0" anchor="ctr"/>
            <a:lstStyle/>
            <a:p>
              <a:pPr algn="ctr" defTabSz="457200">
                <a:buClrTx/>
                <a:buFontTx/>
                <a:buNone/>
              </a:pPr>
              <a:r>
                <a:rPr lang="en-US" sz="1000" b="1" kern="1200" dirty="0" smtClean="0">
                  <a:solidFill>
                    <a:srgbClr val="FFFFFF"/>
                  </a:solidFill>
                </a:rPr>
                <a:t>E</a:t>
              </a:r>
              <a:endParaRPr lang="en-US" sz="1000" b="1" kern="1200" dirty="0">
                <a:solidFill>
                  <a:srgbClr val="FFFFFF"/>
                </a:solidFill>
              </a:endParaRPr>
            </a:p>
          </p:txBody>
        </p:sp>
      </p:grpSp>
      <p:grpSp>
        <p:nvGrpSpPr>
          <p:cNvPr id="143" name="Group 142"/>
          <p:cNvGrpSpPr/>
          <p:nvPr/>
        </p:nvGrpSpPr>
        <p:grpSpPr>
          <a:xfrm>
            <a:off x="6966774" y="2585264"/>
            <a:ext cx="857605" cy="800871"/>
            <a:chOff x="6971087" y="2407200"/>
            <a:chExt cx="857605" cy="800871"/>
          </a:xfrm>
        </p:grpSpPr>
        <p:sp>
          <p:nvSpPr>
            <p:cNvPr id="144" name="Shape 742"/>
            <p:cNvSpPr>
              <a:spLocks/>
            </p:cNvSpPr>
            <p:nvPr/>
          </p:nvSpPr>
          <p:spPr>
            <a:xfrm>
              <a:off x="6971087" y="2533742"/>
              <a:ext cx="857605" cy="674329"/>
            </a:xfrm>
            <a:prstGeom prst="rect">
              <a:avLst/>
            </a:prstGeom>
            <a:solidFill>
              <a:srgbClr val="F2F2F2"/>
            </a:solidFill>
            <a:ln w="19050" cap="flat" cmpd="sng">
              <a:solidFill>
                <a:schemeClr val="accent1"/>
              </a:solidFill>
              <a:prstDash val="solid"/>
              <a:round/>
              <a:headEnd type="none" w="sm" len="sm"/>
              <a:tailEnd type="none" w="sm" len="sm"/>
            </a:ln>
          </p:spPr>
          <p:txBody>
            <a:bodyPr spcFirstLastPara="1" wrap="square" lIns="20569" tIns="34275" rIns="20569" bIns="34275" anchor="ctr" anchorCtr="0">
              <a:noAutofit/>
            </a:bodyPr>
            <a:lstStyle/>
            <a:p>
              <a:pPr algn="ctr" defTabSz="457200">
                <a:buClrTx/>
                <a:buFontTx/>
                <a:buNone/>
              </a:pPr>
              <a:r>
                <a:rPr lang="en-US" sz="525" b="1" kern="1200" dirty="0"/>
                <a:t>Data Visualization Tools</a:t>
              </a:r>
              <a:endParaRPr sz="450" b="1" kern="1200" dirty="0"/>
            </a:p>
            <a:p>
              <a:pPr algn="ctr" defTabSz="457200">
                <a:buClrTx/>
                <a:buFontTx/>
                <a:buNone/>
              </a:pPr>
              <a:r>
                <a:rPr lang="en-US" sz="450" kern="1200" dirty="0"/>
                <a:t>(Customer Timeline View,</a:t>
              </a:r>
              <a:endParaRPr sz="1350" kern="1200" dirty="0">
                <a:latin typeface="NeueHaasGroteskText Std"/>
                <a:ea typeface="+mn-ea"/>
                <a:cs typeface="+mn-cs"/>
              </a:endParaRPr>
            </a:p>
            <a:p>
              <a:pPr algn="ctr" defTabSz="457200">
                <a:buClrTx/>
                <a:buFontTx/>
                <a:buNone/>
              </a:pPr>
              <a:r>
                <a:rPr lang="en-US" sz="450" kern="1200" dirty="0"/>
                <a:t>Sankey Diagram tools, </a:t>
              </a:r>
              <a:br>
                <a:rPr lang="en-US" sz="450" kern="1200" dirty="0"/>
              </a:br>
              <a:r>
                <a:rPr lang="en-US" sz="450" kern="1200" dirty="0"/>
                <a:t>Data visualization tools,</a:t>
              </a:r>
              <a:endParaRPr sz="1350" kern="1200" dirty="0">
                <a:latin typeface="NeueHaasGroteskText Std"/>
                <a:ea typeface="+mn-ea"/>
                <a:cs typeface="+mn-cs"/>
              </a:endParaRPr>
            </a:p>
            <a:p>
              <a:pPr algn="ctr" defTabSz="457200">
                <a:buClrTx/>
                <a:buFontTx/>
                <a:buNone/>
              </a:pPr>
              <a:r>
                <a:rPr lang="en-US" sz="450" kern="1200" dirty="0"/>
                <a:t>Feature Explore Tools)</a:t>
              </a:r>
              <a:endParaRPr sz="1350" kern="1200" dirty="0">
                <a:latin typeface="NeueHaasGroteskText Std"/>
                <a:ea typeface="+mn-ea"/>
                <a:cs typeface="+mn-cs"/>
              </a:endParaRPr>
            </a:p>
          </p:txBody>
        </p:sp>
        <p:sp>
          <p:nvSpPr>
            <p:cNvPr id="145" name="Oval 144"/>
            <p:cNvSpPr>
              <a:spLocks/>
            </p:cNvSpPr>
            <p:nvPr/>
          </p:nvSpPr>
          <p:spPr>
            <a:xfrm>
              <a:off x="7269342" y="2407200"/>
              <a:ext cx="248453" cy="247723"/>
            </a:xfrm>
            <a:prstGeom prst="ellipse">
              <a:avLst/>
            </a:prstGeom>
            <a:solidFill>
              <a:srgbClr val="C00000"/>
            </a:solidFill>
            <a:ln>
              <a:noFill/>
            </a:ln>
          </p:spPr>
          <p:style>
            <a:lnRef idx="1">
              <a:schemeClr val="accent1"/>
            </a:lnRef>
            <a:fillRef idx="1">
              <a:schemeClr val="accent1"/>
            </a:fillRef>
            <a:effectRef idx="0">
              <a:schemeClr val="accent1"/>
            </a:effectRef>
            <a:fontRef idx="minor">
              <a:schemeClr val="lt1"/>
            </a:fontRef>
          </p:style>
          <p:txBody>
            <a:bodyPr rtlCol="0" anchor="ctr"/>
            <a:lstStyle/>
            <a:p>
              <a:pPr algn="ctr" defTabSz="457200">
                <a:buClrTx/>
                <a:buFontTx/>
                <a:buNone/>
              </a:pPr>
              <a:r>
                <a:rPr lang="en-US" b="1" kern="1200" dirty="0">
                  <a:solidFill>
                    <a:srgbClr val="FFFFFF"/>
                  </a:solidFill>
                </a:rPr>
                <a:t>F</a:t>
              </a:r>
            </a:p>
          </p:txBody>
        </p:sp>
      </p:grpSp>
      <p:cxnSp>
        <p:nvCxnSpPr>
          <p:cNvPr id="147" name="Shape 788"/>
          <p:cNvCxnSpPr/>
          <p:nvPr/>
        </p:nvCxnSpPr>
        <p:spPr>
          <a:xfrm>
            <a:off x="6815260" y="1975383"/>
            <a:ext cx="245297" cy="0"/>
          </a:xfrm>
          <a:prstGeom prst="straightConnector1">
            <a:avLst/>
          </a:prstGeom>
          <a:solidFill>
            <a:schemeClr val="accent1"/>
          </a:solidFill>
          <a:ln w="9525" cap="sq" cmpd="sng">
            <a:solidFill>
              <a:schemeClr val="dk1"/>
            </a:solidFill>
            <a:prstDash val="solid"/>
            <a:round/>
            <a:headEnd type="none" w="sm" len="sm"/>
            <a:tailEnd type="triangle" w="sm" len="sm"/>
          </a:ln>
        </p:spPr>
      </p:cxnSp>
      <p:sp>
        <p:nvSpPr>
          <p:cNvPr id="138" name="Shape 782"/>
          <p:cNvSpPr>
            <a:spLocks/>
          </p:cNvSpPr>
          <p:nvPr/>
        </p:nvSpPr>
        <p:spPr>
          <a:xfrm>
            <a:off x="6687349" y="3636246"/>
            <a:ext cx="628677" cy="906578"/>
          </a:xfrm>
          <a:prstGeom prst="rect">
            <a:avLst/>
          </a:prstGeom>
          <a:solidFill>
            <a:srgbClr val="F2F2F2"/>
          </a:solidFill>
          <a:ln w="9525" cap="flat" cmpd="sng">
            <a:solidFill>
              <a:schemeClr val="tx1"/>
            </a:solidFill>
            <a:prstDash val="solid"/>
            <a:round/>
            <a:headEnd type="none" w="sm" len="sm"/>
            <a:tailEnd type="none" w="sm" len="sm"/>
          </a:ln>
        </p:spPr>
        <p:txBody>
          <a:bodyPr spcFirstLastPara="1" wrap="square" lIns="20569" tIns="34275" rIns="20569" bIns="34275" anchor="ctr" anchorCtr="0">
            <a:noAutofit/>
          </a:bodyPr>
          <a:lstStyle/>
          <a:p>
            <a:pPr algn="ctr" defTabSz="457200">
              <a:buClrTx/>
              <a:buFontTx/>
              <a:buNone/>
            </a:pPr>
            <a:r>
              <a:rPr lang="en-US" sz="800" b="1" kern="1200" dirty="0"/>
              <a:t>Model </a:t>
            </a:r>
            <a:endParaRPr lang="en-US" sz="800" b="1" kern="1200" dirty="0" smtClean="0"/>
          </a:p>
          <a:p>
            <a:pPr algn="ctr" defTabSz="457200">
              <a:buClrTx/>
              <a:buFontTx/>
              <a:buNone/>
            </a:pPr>
            <a:r>
              <a:rPr lang="en-US" sz="800" b="1" kern="1200" dirty="0" smtClean="0"/>
              <a:t>Repo</a:t>
            </a:r>
            <a:endParaRPr sz="1800" kern="1200" dirty="0">
              <a:latin typeface="NeueHaasGroteskText Std"/>
              <a:ea typeface="+mn-ea"/>
              <a:cs typeface="+mn-cs"/>
            </a:endParaRPr>
          </a:p>
        </p:txBody>
      </p:sp>
      <p:cxnSp>
        <p:nvCxnSpPr>
          <p:cNvPr id="9" name="Elbow Connector 8"/>
          <p:cNvCxnSpPr>
            <a:stCxn id="764" idx="3"/>
            <a:endCxn id="745" idx="2"/>
          </p:cNvCxnSpPr>
          <p:nvPr/>
        </p:nvCxnSpPr>
        <p:spPr>
          <a:xfrm flipV="1">
            <a:off x="3349205" y="2948160"/>
            <a:ext cx="912777" cy="166802"/>
          </a:xfrm>
          <a:prstGeom prst="bentConnector2">
            <a:avLst/>
          </a:prstGeom>
          <a:solidFill>
            <a:schemeClr val="accent1"/>
          </a:solidFill>
          <a:ln w="9525" cap="sq" cmpd="sng">
            <a:solidFill>
              <a:schemeClr val="dk1"/>
            </a:solidFill>
            <a:prstDash val="solid"/>
            <a:round/>
            <a:headEnd type="none" w="sm" len="sm"/>
            <a:tailEnd type="triangle" w="sm" len="sm"/>
          </a:ln>
        </p:spPr>
      </p:cxnSp>
      <p:cxnSp>
        <p:nvCxnSpPr>
          <p:cNvPr id="16" name="Straight Arrow Connector 15"/>
          <p:cNvCxnSpPr>
            <a:stCxn id="748" idx="3"/>
          </p:cNvCxnSpPr>
          <p:nvPr/>
        </p:nvCxnSpPr>
        <p:spPr>
          <a:xfrm flipV="1">
            <a:off x="3336151" y="2202847"/>
            <a:ext cx="558926" cy="1"/>
          </a:xfrm>
          <a:prstGeom prst="straightConnector1">
            <a:avLst/>
          </a:prstGeom>
          <a:solidFill>
            <a:schemeClr val="accent1"/>
          </a:solidFill>
          <a:ln w="9525" cap="sq" cmpd="sng">
            <a:solidFill>
              <a:schemeClr val="dk1"/>
            </a:solidFill>
            <a:prstDash val="solid"/>
            <a:round/>
            <a:headEnd type="none" w="sm" len="sm"/>
            <a:tailEnd type="triangle" w="sm" len="sm"/>
          </a:ln>
        </p:spPr>
      </p:cxnSp>
      <p:cxnSp>
        <p:nvCxnSpPr>
          <p:cNvPr id="18" name="Elbow Connector 17"/>
          <p:cNvCxnSpPr>
            <a:endCxn id="753" idx="2"/>
          </p:cNvCxnSpPr>
          <p:nvPr/>
        </p:nvCxnSpPr>
        <p:spPr>
          <a:xfrm flipV="1">
            <a:off x="4628886" y="2493881"/>
            <a:ext cx="838912" cy="175940"/>
          </a:xfrm>
          <a:prstGeom prst="bentConnector2">
            <a:avLst/>
          </a:prstGeom>
          <a:solidFill>
            <a:schemeClr val="accent1"/>
          </a:solidFill>
          <a:ln w="9525" cap="sq" cmpd="sng">
            <a:solidFill>
              <a:schemeClr val="dk1"/>
            </a:solidFill>
            <a:prstDash val="solid"/>
            <a:round/>
            <a:headEnd type="none" w="sm" len="sm"/>
            <a:tailEnd type="triangle" w="sm" len="sm"/>
          </a:ln>
        </p:spPr>
      </p:cxnSp>
      <p:cxnSp>
        <p:nvCxnSpPr>
          <p:cNvPr id="23" name="Elbow Connector 22"/>
          <p:cNvCxnSpPr>
            <a:endCxn id="750" idx="2"/>
          </p:cNvCxnSpPr>
          <p:nvPr/>
        </p:nvCxnSpPr>
        <p:spPr>
          <a:xfrm flipV="1">
            <a:off x="4628886" y="2493882"/>
            <a:ext cx="1688140" cy="206796"/>
          </a:xfrm>
          <a:prstGeom prst="bentConnector2">
            <a:avLst/>
          </a:prstGeom>
          <a:solidFill>
            <a:schemeClr val="accent1"/>
          </a:solidFill>
          <a:ln w="9525" cap="sq" cmpd="sng">
            <a:solidFill>
              <a:schemeClr val="dk1"/>
            </a:solidFill>
            <a:prstDash val="solid"/>
            <a:round/>
            <a:headEnd type="none" w="sm" len="sm"/>
            <a:tailEnd type="triangle" w="sm" len="sm"/>
          </a:ln>
        </p:spPr>
      </p:cxnSp>
      <p:cxnSp>
        <p:nvCxnSpPr>
          <p:cNvPr id="25" name="Elbow Connector 24"/>
          <p:cNvCxnSpPr>
            <a:endCxn id="770" idx="0"/>
          </p:cNvCxnSpPr>
          <p:nvPr/>
        </p:nvCxnSpPr>
        <p:spPr>
          <a:xfrm>
            <a:off x="4628886" y="2732184"/>
            <a:ext cx="1688140" cy="199767"/>
          </a:xfrm>
          <a:prstGeom prst="bentConnector2">
            <a:avLst/>
          </a:prstGeom>
          <a:solidFill>
            <a:schemeClr val="accent1"/>
          </a:solidFill>
          <a:ln w="9525" cap="sq" cmpd="sng">
            <a:solidFill>
              <a:schemeClr val="dk1"/>
            </a:solidFill>
            <a:prstDash val="solid"/>
            <a:round/>
            <a:headEnd type="none" w="sm" len="sm"/>
            <a:tailEnd type="triangle" w="sm" len="sm"/>
          </a:ln>
        </p:spPr>
      </p:cxnSp>
      <p:cxnSp>
        <p:nvCxnSpPr>
          <p:cNvPr id="27" name="Elbow Connector 26"/>
          <p:cNvCxnSpPr>
            <a:endCxn id="767" idx="0"/>
          </p:cNvCxnSpPr>
          <p:nvPr/>
        </p:nvCxnSpPr>
        <p:spPr>
          <a:xfrm>
            <a:off x="4628886" y="2760652"/>
            <a:ext cx="838912" cy="173586"/>
          </a:xfrm>
          <a:prstGeom prst="bentConnector2">
            <a:avLst/>
          </a:prstGeom>
          <a:solidFill>
            <a:schemeClr val="accent1"/>
          </a:solidFill>
          <a:ln w="9525" cap="sq" cmpd="sng">
            <a:solidFill>
              <a:schemeClr val="dk1"/>
            </a:solidFill>
            <a:prstDash val="solid"/>
            <a:round/>
            <a:headEnd type="none" w="sm" len="sm"/>
            <a:tailEnd type="triangle" w="sm" len="sm"/>
          </a:ln>
        </p:spPr>
      </p:cxnSp>
      <p:cxnSp>
        <p:nvCxnSpPr>
          <p:cNvPr id="200" name="Shape 638"/>
          <p:cNvCxnSpPr/>
          <p:nvPr/>
        </p:nvCxnSpPr>
        <p:spPr>
          <a:xfrm>
            <a:off x="6448424" y="3719650"/>
            <a:ext cx="238925" cy="0"/>
          </a:xfrm>
          <a:prstGeom prst="straightConnector1">
            <a:avLst/>
          </a:prstGeom>
          <a:solidFill>
            <a:schemeClr val="accent1"/>
          </a:solidFill>
          <a:ln w="9525" cap="sq" cmpd="sng">
            <a:solidFill>
              <a:schemeClr val="dk1"/>
            </a:solidFill>
            <a:prstDash val="solid"/>
            <a:round/>
            <a:headEnd type="none" w="sm" len="sm"/>
            <a:tailEnd type="triangle" w="sm" len="sm"/>
          </a:ln>
        </p:spPr>
      </p:cxnSp>
      <p:cxnSp>
        <p:nvCxnSpPr>
          <p:cNvPr id="201" name="Shape 638"/>
          <p:cNvCxnSpPr/>
          <p:nvPr/>
        </p:nvCxnSpPr>
        <p:spPr>
          <a:xfrm>
            <a:off x="6448424" y="3969967"/>
            <a:ext cx="238925" cy="0"/>
          </a:xfrm>
          <a:prstGeom prst="straightConnector1">
            <a:avLst/>
          </a:prstGeom>
          <a:solidFill>
            <a:schemeClr val="accent1"/>
          </a:solidFill>
          <a:ln w="9525" cap="sq" cmpd="sng">
            <a:solidFill>
              <a:schemeClr val="dk1"/>
            </a:solidFill>
            <a:prstDash val="solid"/>
            <a:round/>
            <a:headEnd type="none" w="sm" len="sm"/>
            <a:tailEnd type="triangle" w="sm" len="sm"/>
          </a:ln>
        </p:spPr>
      </p:cxnSp>
      <p:cxnSp>
        <p:nvCxnSpPr>
          <p:cNvPr id="202" name="Shape 638"/>
          <p:cNvCxnSpPr/>
          <p:nvPr/>
        </p:nvCxnSpPr>
        <p:spPr>
          <a:xfrm>
            <a:off x="6448424" y="4206979"/>
            <a:ext cx="238925" cy="0"/>
          </a:xfrm>
          <a:prstGeom prst="straightConnector1">
            <a:avLst/>
          </a:prstGeom>
          <a:solidFill>
            <a:schemeClr val="accent1"/>
          </a:solidFill>
          <a:ln w="9525" cap="sq" cmpd="sng">
            <a:solidFill>
              <a:schemeClr val="dk1"/>
            </a:solidFill>
            <a:prstDash val="solid"/>
            <a:round/>
            <a:headEnd type="none" w="sm" len="sm"/>
            <a:tailEnd type="triangle" w="sm" len="sm"/>
          </a:ln>
        </p:spPr>
      </p:cxnSp>
      <p:cxnSp>
        <p:nvCxnSpPr>
          <p:cNvPr id="204" name="Shape 638"/>
          <p:cNvCxnSpPr/>
          <p:nvPr/>
        </p:nvCxnSpPr>
        <p:spPr>
          <a:xfrm>
            <a:off x="6448424" y="4451319"/>
            <a:ext cx="238925" cy="0"/>
          </a:xfrm>
          <a:prstGeom prst="straightConnector1">
            <a:avLst/>
          </a:prstGeom>
          <a:solidFill>
            <a:schemeClr val="accent1"/>
          </a:solidFill>
          <a:ln w="9525" cap="sq" cmpd="sng">
            <a:solidFill>
              <a:schemeClr val="dk1"/>
            </a:solidFill>
            <a:prstDash val="solid"/>
            <a:round/>
            <a:headEnd type="none" w="sm" len="sm"/>
            <a:tailEnd type="triangle" w="sm" len="sm"/>
          </a:ln>
        </p:spPr>
      </p:cxnSp>
      <p:cxnSp>
        <p:nvCxnSpPr>
          <p:cNvPr id="35" name="Elbow Connector 34"/>
          <p:cNvCxnSpPr>
            <a:stCxn id="138" idx="0"/>
            <a:endCxn id="203" idx="2"/>
          </p:cNvCxnSpPr>
          <p:nvPr/>
        </p:nvCxnSpPr>
        <p:spPr>
          <a:xfrm rot="16200000" flipV="1">
            <a:off x="6337779" y="2972337"/>
            <a:ext cx="220515" cy="1107304"/>
          </a:xfrm>
          <a:prstGeom prst="bentConnector3">
            <a:avLst>
              <a:gd name="adj1" fmla="val 50000"/>
            </a:avLst>
          </a:prstGeom>
          <a:solidFill>
            <a:schemeClr val="accent1"/>
          </a:solidFill>
          <a:ln w="9525" cap="sq" cmpd="sng">
            <a:solidFill>
              <a:schemeClr val="dk1"/>
            </a:solidFill>
            <a:prstDash val="solid"/>
            <a:round/>
            <a:headEnd type="none" w="sm" len="sm"/>
            <a:tailEnd type="triangle" w="sm" len="sm"/>
          </a:ln>
        </p:spPr>
      </p:cxnSp>
      <p:sp>
        <p:nvSpPr>
          <p:cNvPr id="205" name="Shape 754"/>
          <p:cNvSpPr>
            <a:spLocks/>
          </p:cNvSpPr>
          <p:nvPr/>
        </p:nvSpPr>
        <p:spPr>
          <a:xfrm>
            <a:off x="3935514" y="2574506"/>
            <a:ext cx="652805" cy="152180"/>
          </a:xfrm>
          <a:prstGeom prst="rect">
            <a:avLst/>
          </a:prstGeom>
          <a:solidFill>
            <a:schemeClr val="bg1">
              <a:lumMod val="95000"/>
            </a:schemeClr>
          </a:solidFill>
          <a:ln w="9525" cap="flat" cmpd="sng">
            <a:solidFill>
              <a:srgbClr val="BFBFBF"/>
            </a:solidFill>
            <a:prstDash val="solid"/>
            <a:round/>
            <a:headEnd type="none" w="sm" len="sm"/>
            <a:tailEnd type="none" w="sm" len="sm"/>
          </a:ln>
        </p:spPr>
        <p:txBody>
          <a:bodyPr spcFirstLastPara="1" wrap="square" lIns="0" tIns="34275" rIns="0" bIns="34275" anchor="ctr" anchorCtr="0">
            <a:noAutofit/>
          </a:bodyPr>
          <a:lstStyle/>
          <a:p>
            <a:pPr algn="ctr" defTabSz="457200">
              <a:buClrTx/>
              <a:buFontTx/>
              <a:buNone/>
            </a:pPr>
            <a:r>
              <a:rPr lang="en-US" sz="525" kern="1200" dirty="0" smtClean="0"/>
              <a:t>Customer DNA</a:t>
            </a:r>
            <a:endParaRPr sz="1350" kern="1200" dirty="0">
              <a:latin typeface="NeueHaasGroteskText Std"/>
              <a:ea typeface="+mn-ea"/>
              <a:cs typeface="+mn-cs"/>
            </a:endParaRPr>
          </a:p>
        </p:txBody>
      </p:sp>
      <p:sp>
        <p:nvSpPr>
          <p:cNvPr id="206" name="Shape 754"/>
          <p:cNvSpPr>
            <a:spLocks/>
          </p:cNvSpPr>
          <p:nvPr/>
        </p:nvSpPr>
        <p:spPr>
          <a:xfrm>
            <a:off x="3935514" y="2739380"/>
            <a:ext cx="652805" cy="152180"/>
          </a:xfrm>
          <a:prstGeom prst="rect">
            <a:avLst/>
          </a:prstGeom>
          <a:solidFill>
            <a:schemeClr val="bg1">
              <a:lumMod val="95000"/>
            </a:schemeClr>
          </a:solidFill>
          <a:ln w="9525" cap="flat" cmpd="sng">
            <a:solidFill>
              <a:srgbClr val="BFBFBF"/>
            </a:solidFill>
            <a:prstDash val="solid"/>
            <a:round/>
            <a:headEnd type="none" w="sm" len="sm"/>
            <a:tailEnd type="none" w="sm" len="sm"/>
          </a:ln>
        </p:spPr>
        <p:txBody>
          <a:bodyPr spcFirstLastPara="1" wrap="square" lIns="0" tIns="34275" rIns="0" bIns="34275" anchor="ctr" anchorCtr="0">
            <a:noAutofit/>
          </a:bodyPr>
          <a:lstStyle/>
          <a:p>
            <a:pPr algn="ctr" defTabSz="457200">
              <a:buClrTx/>
              <a:buFontTx/>
              <a:buNone/>
            </a:pPr>
            <a:r>
              <a:rPr lang="en-US" sz="525" kern="1200" dirty="0" smtClean="0"/>
              <a:t>Event Insights</a:t>
            </a:r>
            <a:endParaRPr sz="1350" kern="1200" dirty="0">
              <a:latin typeface="NeueHaasGroteskText Std"/>
              <a:ea typeface="+mn-ea"/>
              <a:cs typeface="+mn-cs"/>
            </a:endParaRPr>
          </a:p>
        </p:txBody>
      </p:sp>
      <p:sp>
        <p:nvSpPr>
          <p:cNvPr id="207" name="Shape 743"/>
          <p:cNvSpPr>
            <a:spLocks/>
          </p:cNvSpPr>
          <p:nvPr/>
        </p:nvSpPr>
        <p:spPr>
          <a:xfrm>
            <a:off x="6519791" y="1221984"/>
            <a:ext cx="1293351" cy="248565"/>
          </a:xfrm>
          <a:prstGeom prst="rect">
            <a:avLst/>
          </a:prstGeom>
          <a:solidFill>
            <a:srgbClr val="F2F2F2"/>
          </a:solidFill>
          <a:ln w="9525" cap="flat" cmpd="sng">
            <a:solidFill>
              <a:srgbClr val="C00000"/>
            </a:solidFill>
            <a:prstDash val="solid"/>
            <a:round/>
            <a:headEnd type="none" w="sm" len="sm"/>
            <a:tailEnd type="none" w="sm" len="sm"/>
          </a:ln>
        </p:spPr>
        <p:txBody>
          <a:bodyPr spcFirstLastPara="1" wrap="square" lIns="68569" tIns="34275" rIns="68569" bIns="34275" anchor="ctr" anchorCtr="0">
            <a:noAutofit/>
          </a:bodyPr>
          <a:lstStyle/>
          <a:p>
            <a:pPr algn="ctr" defTabSz="457200">
              <a:buClrTx/>
              <a:buFontTx/>
              <a:buNone/>
            </a:pPr>
            <a:r>
              <a:rPr lang="en-US" sz="800" b="1" kern="1200" dirty="0" smtClean="0"/>
              <a:t>I/B &amp; O/B Marketing (AAM/ACM)</a:t>
            </a:r>
            <a:endParaRPr sz="1600" kern="1200" dirty="0">
              <a:latin typeface="NeueHaasGroteskText Std"/>
              <a:ea typeface="+mn-ea"/>
              <a:cs typeface="+mn-cs"/>
            </a:endParaRPr>
          </a:p>
        </p:txBody>
      </p:sp>
      <p:cxnSp>
        <p:nvCxnSpPr>
          <p:cNvPr id="246" name="Shape 788"/>
          <p:cNvCxnSpPr>
            <a:endCxn id="207" idx="1"/>
          </p:cNvCxnSpPr>
          <p:nvPr/>
        </p:nvCxnSpPr>
        <p:spPr>
          <a:xfrm flipV="1">
            <a:off x="6216628" y="1346267"/>
            <a:ext cx="303163" cy="43"/>
          </a:xfrm>
          <a:prstGeom prst="straightConnector1">
            <a:avLst/>
          </a:prstGeom>
          <a:solidFill>
            <a:schemeClr val="accent1"/>
          </a:solidFill>
          <a:ln w="9525" cap="sq" cmpd="sng">
            <a:solidFill>
              <a:schemeClr val="dk1"/>
            </a:solidFill>
            <a:prstDash val="solid"/>
            <a:round/>
            <a:headEnd type="none" w="sm" len="sm"/>
            <a:tailEnd type="triangle" w="sm" len="sm"/>
          </a:ln>
        </p:spPr>
      </p:cxnSp>
      <p:sp>
        <p:nvSpPr>
          <p:cNvPr id="247" name="Shape 743"/>
          <p:cNvSpPr>
            <a:spLocks/>
          </p:cNvSpPr>
          <p:nvPr/>
        </p:nvSpPr>
        <p:spPr>
          <a:xfrm>
            <a:off x="5845069" y="1680129"/>
            <a:ext cx="970191" cy="185605"/>
          </a:xfrm>
          <a:prstGeom prst="rect">
            <a:avLst/>
          </a:prstGeom>
          <a:solidFill>
            <a:srgbClr val="F2F2F2"/>
          </a:solidFill>
          <a:ln w="9525" cap="flat" cmpd="sng">
            <a:solidFill>
              <a:srgbClr val="C00000"/>
            </a:solidFill>
            <a:prstDash val="solid"/>
            <a:round/>
            <a:headEnd type="none" w="sm" len="sm"/>
            <a:tailEnd type="none" w="sm" len="sm"/>
          </a:ln>
        </p:spPr>
        <p:txBody>
          <a:bodyPr spcFirstLastPara="1" wrap="square" lIns="68569" tIns="34275" rIns="68569" bIns="34275" anchor="ctr" anchorCtr="0">
            <a:noAutofit/>
          </a:bodyPr>
          <a:lstStyle/>
          <a:p>
            <a:pPr algn="ctr" defTabSz="457200">
              <a:buClrTx/>
              <a:buFontTx/>
              <a:buNone/>
            </a:pPr>
            <a:r>
              <a:rPr lang="en-US" sz="800" b="1" kern="1200" dirty="0" smtClean="0"/>
              <a:t>3</a:t>
            </a:r>
            <a:r>
              <a:rPr lang="en-US" sz="800" b="1" kern="1200" baseline="30000" dirty="0" smtClean="0"/>
              <a:t>rd</a:t>
            </a:r>
            <a:r>
              <a:rPr lang="en-US" sz="800" b="1" kern="1200" dirty="0" smtClean="0"/>
              <a:t> Party Models</a:t>
            </a:r>
            <a:endParaRPr sz="1600" kern="1200" dirty="0">
              <a:latin typeface="NeueHaasGroteskText Std"/>
              <a:ea typeface="+mn-ea"/>
              <a:cs typeface="+mn-cs"/>
            </a:endParaRPr>
          </a:p>
        </p:txBody>
      </p:sp>
      <p:cxnSp>
        <p:nvCxnSpPr>
          <p:cNvPr id="248" name="Shape 761"/>
          <p:cNvCxnSpPr/>
          <p:nvPr/>
        </p:nvCxnSpPr>
        <p:spPr>
          <a:xfrm flipV="1">
            <a:off x="6037341" y="1470549"/>
            <a:ext cx="0" cy="209580"/>
          </a:xfrm>
          <a:prstGeom prst="straightConnector1">
            <a:avLst/>
          </a:prstGeom>
          <a:solidFill>
            <a:schemeClr val="accent1"/>
          </a:solidFill>
          <a:ln w="9525" cap="sq" cmpd="sng">
            <a:solidFill>
              <a:schemeClr val="dk1"/>
            </a:solidFill>
            <a:prstDash val="solid"/>
            <a:round/>
            <a:headEnd type="none" w="sm" len="sm"/>
            <a:tailEnd type="triangle" w="sm" len="sm"/>
          </a:ln>
        </p:spPr>
      </p:cxnSp>
      <p:sp>
        <p:nvSpPr>
          <p:cNvPr id="249" name="Shape 585"/>
          <p:cNvSpPr>
            <a:spLocks/>
          </p:cNvSpPr>
          <p:nvPr/>
        </p:nvSpPr>
        <p:spPr>
          <a:xfrm>
            <a:off x="1298655" y="4660829"/>
            <a:ext cx="6589624" cy="257282"/>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algn="ctr" defTabSz="457200">
              <a:buClrTx/>
              <a:buFontTx/>
              <a:buNone/>
            </a:pPr>
            <a:r>
              <a:rPr lang="en-US" sz="1050" b="1" kern="1200" dirty="0">
                <a:latin typeface="NeueHaasGroteskText Std"/>
              </a:rPr>
              <a:t>Oath: Big Data Layer (HDFS)</a:t>
            </a:r>
          </a:p>
        </p:txBody>
      </p:sp>
      <p:sp>
        <p:nvSpPr>
          <p:cNvPr id="250" name="Shape 645"/>
          <p:cNvSpPr txBox="1">
            <a:spLocks/>
          </p:cNvSpPr>
          <p:nvPr/>
        </p:nvSpPr>
        <p:spPr>
          <a:xfrm>
            <a:off x="477365" y="4660829"/>
            <a:ext cx="814519" cy="257282"/>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algn="ctr" defTabSz="457200">
              <a:buClrTx/>
              <a:buFontTx/>
              <a:buNone/>
            </a:pPr>
            <a:endParaRPr sz="1200" kern="1200" dirty="0">
              <a:latin typeface="NeueHaasGroteskText Std"/>
              <a:ea typeface="+mn-ea"/>
              <a:cs typeface="+mn-cs"/>
            </a:endParaRPr>
          </a:p>
        </p:txBody>
      </p:sp>
      <p:sp>
        <p:nvSpPr>
          <p:cNvPr id="251" name="Oval 250"/>
          <p:cNvSpPr>
            <a:spLocks/>
          </p:cNvSpPr>
          <p:nvPr/>
        </p:nvSpPr>
        <p:spPr>
          <a:xfrm>
            <a:off x="756988" y="4654918"/>
            <a:ext cx="248453" cy="247723"/>
          </a:xfrm>
          <a:prstGeom prst="ellipse">
            <a:avLst/>
          </a:prstGeom>
          <a:solidFill>
            <a:srgbClr val="C00000"/>
          </a:solidFill>
          <a:ln>
            <a:noFill/>
          </a:ln>
        </p:spPr>
        <p:style>
          <a:lnRef idx="1">
            <a:schemeClr val="accent1"/>
          </a:lnRef>
          <a:fillRef idx="1">
            <a:schemeClr val="accent1"/>
          </a:fillRef>
          <a:effectRef idx="0">
            <a:schemeClr val="accent1"/>
          </a:effectRef>
          <a:fontRef idx="minor">
            <a:schemeClr val="lt1"/>
          </a:fontRef>
        </p:style>
        <p:txBody>
          <a:bodyPr rtlCol="0" anchor="ctr"/>
          <a:lstStyle/>
          <a:p>
            <a:pPr algn="ctr" defTabSz="457200">
              <a:buClrTx/>
              <a:buFontTx/>
              <a:buNone/>
            </a:pPr>
            <a:r>
              <a:rPr lang="en-US" b="1" kern="1200" dirty="0" smtClean="0">
                <a:solidFill>
                  <a:srgbClr val="FFFFFF"/>
                </a:solidFill>
              </a:rPr>
              <a:t>1</a:t>
            </a:r>
            <a:endParaRPr lang="en-US" b="1" kern="1200" dirty="0">
              <a:solidFill>
                <a:srgbClr val="FFFFFF"/>
              </a:solidFill>
            </a:endParaRPr>
          </a:p>
        </p:txBody>
      </p:sp>
    </p:spTree>
    <p:extLst>
      <p:ext uri="{BB962C8B-B14F-4D97-AF65-F5344CB8AC3E}">
        <p14:creationId xmlns:p14="http://schemas.microsoft.com/office/powerpoint/2010/main" val="387029389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solidFill>
                  <a:srgbClr val="000000"/>
                </a:solidFill>
                <a:uFillTx/>
                <a:latin typeface="NeueHaasGroteskDisp Std"/>
                <a:ea typeface="+mj-ea"/>
              </a:rPr>
              <a:t>Data Ingest Methods</a:t>
            </a:r>
            <a:endParaRPr lang="en-US" dirty="0">
              <a:solidFill>
                <a:srgbClr val="000000"/>
              </a:solidFill>
              <a:uFillTx/>
              <a:latin typeface="NeueHaasGroteskDisp Std"/>
              <a:ea typeface="+mj-ea"/>
            </a:endParaRPr>
          </a:p>
        </p:txBody>
      </p:sp>
      <p:cxnSp>
        <p:nvCxnSpPr>
          <p:cNvPr id="42" name="Straight Arrow Connector 41"/>
          <p:cNvCxnSpPr/>
          <p:nvPr/>
        </p:nvCxnSpPr>
        <p:spPr>
          <a:xfrm flipV="1">
            <a:off x="5361030" y="2693842"/>
            <a:ext cx="0" cy="731520"/>
          </a:xfrm>
          <a:prstGeom prst="straightConnector1">
            <a:avLst/>
          </a:prstGeom>
          <a:noFill/>
          <a:ln w="12700" cap="sq" cmpd="sng" algn="ctr">
            <a:solidFill>
              <a:srgbClr val="E4E5E3">
                <a:lumMod val="50000"/>
              </a:srgbClr>
            </a:solidFill>
            <a:prstDash val="solid"/>
            <a:tailEnd type="arrow"/>
          </a:ln>
          <a:effectLst/>
        </p:spPr>
      </p:cxnSp>
      <p:cxnSp>
        <p:nvCxnSpPr>
          <p:cNvPr id="43" name="Straight Arrow Connector 42"/>
          <p:cNvCxnSpPr/>
          <p:nvPr/>
        </p:nvCxnSpPr>
        <p:spPr>
          <a:xfrm flipV="1">
            <a:off x="7237646" y="2693842"/>
            <a:ext cx="0" cy="731520"/>
          </a:xfrm>
          <a:prstGeom prst="straightConnector1">
            <a:avLst/>
          </a:prstGeom>
          <a:noFill/>
          <a:ln w="12700" cap="sq" cmpd="sng" algn="ctr">
            <a:solidFill>
              <a:srgbClr val="E4E5E3">
                <a:lumMod val="50000"/>
              </a:srgbClr>
            </a:solidFill>
            <a:prstDash val="solid"/>
            <a:tailEnd type="arrow"/>
          </a:ln>
          <a:effectLst/>
        </p:spPr>
      </p:cxnSp>
      <p:cxnSp>
        <p:nvCxnSpPr>
          <p:cNvPr id="45" name="Straight Arrow Connector 44"/>
          <p:cNvCxnSpPr/>
          <p:nvPr/>
        </p:nvCxnSpPr>
        <p:spPr>
          <a:xfrm>
            <a:off x="7834831" y="2693842"/>
            <a:ext cx="0" cy="731520"/>
          </a:xfrm>
          <a:prstGeom prst="straightConnector1">
            <a:avLst/>
          </a:prstGeom>
          <a:noFill/>
          <a:ln w="12700" cap="sq" cmpd="sng" algn="ctr">
            <a:solidFill>
              <a:srgbClr val="E4E5E3">
                <a:lumMod val="50000"/>
              </a:srgbClr>
            </a:solidFill>
            <a:prstDash val="solid"/>
            <a:tailEnd type="arrow"/>
          </a:ln>
          <a:effectLst/>
        </p:spPr>
      </p:cxnSp>
      <p:cxnSp>
        <p:nvCxnSpPr>
          <p:cNvPr id="46" name="Straight Arrow Connector 45"/>
          <p:cNvCxnSpPr/>
          <p:nvPr/>
        </p:nvCxnSpPr>
        <p:spPr>
          <a:xfrm>
            <a:off x="3427002" y="3777582"/>
            <a:ext cx="1371600" cy="0"/>
          </a:xfrm>
          <a:prstGeom prst="straightConnector1">
            <a:avLst/>
          </a:prstGeom>
          <a:noFill/>
          <a:ln w="12700" cap="sq" cmpd="sng" algn="ctr">
            <a:solidFill>
              <a:srgbClr val="E4E5E3">
                <a:lumMod val="50000"/>
              </a:srgbClr>
            </a:solidFill>
            <a:prstDash val="solid"/>
            <a:tailEnd type="arrow"/>
          </a:ln>
          <a:effectLst/>
        </p:spPr>
      </p:cxnSp>
      <p:sp>
        <p:nvSpPr>
          <p:cNvPr id="51" name="TextBox 50"/>
          <p:cNvSpPr txBox="1">
            <a:spLocks/>
          </p:cNvSpPr>
          <p:nvPr/>
        </p:nvSpPr>
        <p:spPr>
          <a:xfrm>
            <a:off x="3722567" y="3753852"/>
            <a:ext cx="1121454" cy="246221"/>
          </a:xfrm>
          <a:prstGeom prst="rect">
            <a:avLst/>
          </a:prstGeom>
          <a:noFill/>
        </p:spPr>
        <p:txBody>
          <a:bodyPr wrap="square" lIns="0" rIns="0" rtlCol="0">
            <a:spAutoFit/>
          </a:bodyPr>
          <a:lstStyle>
            <a:defPPr>
              <a:defRPr lang="en-US">
                <a:uFillTx/>
              </a:defRPr>
            </a:defPPr>
            <a:lvl1pPr marR="0" lvl="0" indent="0" defTabSz="914400" fontAlgn="base">
              <a:lnSpc>
                <a:spcPct val="100000"/>
              </a:lnSpc>
              <a:spcBef>
                <a:spcPct val="0"/>
              </a:spcBef>
              <a:spcAft>
                <a:spcPct val="0"/>
              </a:spcAft>
              <a:buFontTx/>
              <a:buNone/>
              <a:defRPr kumimoji="0" sz="1000" b="0" i="0" u="none" strike="noStrike" kern="0" cap="none" spc="0" normalizeH="0" baseline="0">
                <a:ln>
                  <a:noFill/>
                </a:ln>
                <a:solidFill>
                  <a:srgbClr val="333333">
                    <a:lumMod val="10000"/>
                  </a:srgbClr>
                </a:solidFill>
                <a:effectLst/>
                <a:uFillTx/>
                <a:latin typeface="Arial" charset="0"/>
              </a:defRPr>
            </a:lvl1pPr>
          </a:lstStyle>
          <a:p>
            <a:r>
              <a:rPr lang="en-US" dirty="0" smtClean="0">
                <a:uFillTx/>
              </a:rPr>
              <a:t>Periodic Extract</a:t>
            </a:r>
            <a:endParaRPr lang="en-US" dirty="0">
              <a:uFillTx/>
            </a:endParaRPr>
          </a:p>
        </p:txBody>
      </p:sp>
      <p:cxnSp>
        <p:nvCxnSpPr>
          <p:cNvPr id="55" name="Straight Arrow Connector 54"/>
          <p:cNvCxnSpPr/>
          <p:nvPr/>
        </p:nvCxnSpPr>
        <p:spPr>
          <a:xfrm>
            <a:off x="5905209" y="2693842"/>
            <a:ext cx="0" cy="731520"/>
          </a:xfrm>
          <a:prstGeom prst="straightConnector1">
            <a:avLst/>
          </a:prstGeom>
          <a:noFill/>
          <a:ln w="12700" cap="sq" cmpd="sng" algn="ctr">
            <a:solidFill>
              <a:srgbClr val="E4E5E3">
                <a:lumMod val="50000"/>
              </a:srgbClr>
            </a:solidFill>
            <a:prstDash val="solid"/>
            <a:tailEnd type="arrow"/>
          </a:ln>
          <a:effectLst/>
        </p:spPr>
      </p:cxnSp>
      <p:cxnSp>
        <p:nvCxnSpPr>
          <p:cNvPr id="71" name="Elbow Connector 70"/>
          <p:cNvCxnSpPr/>
          <p:nvPr/>
        </p:nvCxnSpPr>
        <p:spPr>
          <a:xfrm flipV="1">
            <a:off x="2652679" y="4184538"/>
            <a:ext cx="2286000" cy="249971"/>
          </a:xfrm>
          <a:prstGeom prst="bentConnector2">
            <a:avLst/>
          </a:prstGeom>
          <a:noFill/>
          <a:ln w="12700" cap="sq" cmpd="sng" algn="ctr">
            <a:solidFill>
              <a:srgbClr val="E4E5E3">
                <a:lumMod val="50000"/>
              </a:srgbClr>
            </a:solidFill>
            <a:prstDash val="solid"/>
            <a:tailEnd type="arrow"/>
          </a:ln>
          <a:effectLst/>
        </p:spPr>
      </p:cxnSp>
      <p:sp>
        <p:nvSpPr>
          <p:cNvPr id="72" name="TextBox 71"/>
          <p:cNvSpPr txBox="1">
            <a:spLocks/>
          </p:cNvSpPr>
          <p:nvPr/>
        </p:nvSpPr>
        <p:spPr>
          <a:xfrm>
            <a:off x="2618595" y="4423854"/>
            <a:ext cx="2359427" cy="246221"/>
          </a:xfrm>
          <a:prstGeom prst="rect">
            <a:avLst/>
          </a:prstGeom>
          <a:noFill/>
        </p:spPr>
        <p:txBody>
          <a:bodyPr wrap="square" rtlCol="0">
            <a:spAutoFit/>
          </a:bodyPr>
          <a:lstStyle/>
          <a:p>
            <a:pPr marL="0" marR="0" lvl="0" indent="0" algn="ctr" defTabSz="914400" eaLnBrk="1" fontAlgn="base" latinLnBrk="0" hangingPunct="1">
              <a:lnSpc>
                <a:spcPct val="100000"/>
              </a:lnSpc>
              <a:spcBef>
                <a:spcPct val="0"/>
              </a:spcBef>
              <a:spcAft>
                <a:spcPct val="0"/>
              </a:spcAft>
              <a:buFontTx/>
              <a:buNone/>
              <a:defRPr>
                <a:uFillTx/>
              </a:defRPr>
            </a:pPr>
            <a:r>
              <a:rPr kumimoji="0" lang="en-US" sz="1000" b="0" i="0" u="none" strike="noStrike" kern="0" cap="none" spc="0" normalizeH="0" baseline="0" noProof="0" dirty="0" smtClean="0">
                <a:ln>
                  <a:noFill/>
                </a:ln>
                <a:solidFill>
                  <a:srgbClr val="333333">
                    <a:lumMod val="10000"/>
                  </a:srgbClr>
                </a:solidFill>
                <a:effectLst/>
                <a:uFillTx/>
                <a:latin typeface="Arial" charset="0"/>
              </a:rPr>
              <a:t>Real-time Replication (Golden Gate )</a:t>
            </a:r>
          </a:p>
        </p:txBody>
      </p:sp>
      <p:sp>
        <p:nvSpPr>
          <p:cNvPr id="74" name="TextBox 73"/>
          <p:cNvSpPr txBox="1">
            <a:spLocks/>
          </p:cNvSpPr>
          <p:nvPr/>
        </p:nvSpPr>
        <p:spPr>
          <a:xfrm>
            <a:off x="5850847" y="2939754"/>
            <a:ext cx="701875" cy="379853"/>
          </a:xfrm>
          <a:prstGeom prst="rect">
            <a:avLst/>
          </a:prstGeom>
          <a:noFill/>
        </p:spPr>
        <p:txBody>
          <a:bodyPr wrap="none" rtlCol="0">
            <a:spAutoFit/>
          </a:bodyPr>
          <a:lstStyle/>
          <a:p>
            <a:pPr marL="0" marR="0" lvl="0" indent="0" defTabSz="914400" eaLnBrk="1" fontAlgn="base" latinLnBrk="0" hangingPunct="1">
              <a:lnSpc>
                <a:spcPct val="100000"/>
              </a:lnSpc>
              <a:spcBef>
                <a:spcPct val="0"/>
              </a:spcBef>
              <a:spcAft>
                <a:spcPct val="0"/>
              </a:spcAft>
              <a:buFontTx/>
              <a:buNone/>
              <a:defRPr>
                <a:uFillTx/>
              </a:defRPr>
            </a:pPr>
            <a:r>
              <a:rPr kumimoji="0" lang="en-US" sz="1000" b="0" i="0" u="none" strike="noStrike" kern="0" cap="none" spc="0" normalizeH="0" baseline="0" noProof="0" dirty="0" smtClean="0">
                <a:ln>
                  <a:noFill/>
                </a:ln>
                <a:solidFill>
                  <a:srgbClr val="333333">
                    <a:lumMod val="10000"/>
                  </a:srgbClr>
                </a:solidFill>
                <a:effectLst/>
                <a:uFillTx/>
                <a:latin typeface="Arial" charset="0"/>
              </a:rPr>
              <a:t>Customer</a:t>
            </a:r>
          </a:p>
          <a:p>
            <a:pPr marL="0" marR="0" lvl="0" indent="0" defTabSz="914400" eaLnBrk="1" fontAlgn="base" latinLnBrk="0" hangingPunct="1">
              <a:lnSpc>
                <a:spcPct val="100000"/>
              </a:lnSpc>
              <a:spcBef>
                <a:spcPct val="0"/>
              </a:spcBef>
              <a:spcAft>
                <a:spcPct val="0"/>
              </a:spcAft>
              <a:buFontTx/>
              <a:buNone/>
              <a:defRPr>
                <a:uFillTx/>
              </a:defRPr>
            </a:pPr>
            <a:r>
              <a:rPr kumimoji="0" lang="en-US" sz="1000" b="0" i="0" u="none" strike="noStrike" kern="0" cap="none" spc="0" normalizeH="0" baseline="0" noProof="0" dirty="0" smtClean="0">
                <a:ln>
                  <a:noFill/>
                </a:ln>
                <a:solidFill>
                  <a:srgbClr val="333333">
                    <a:lumMod val="10000"/>
                  </a:srgbClr>
                </a:solidFill>
                <a:effectLst/>
                <a:uFillTx/>
                <a:latin typeface="Arial" charset="0"/>
              </a:rPr>
              <a:t>Activity</a:t>
            </a:r>
          </a:p>
        </p:txBody>
      </p:sp>
      <p:sp>
        <p:nvSpPr>
          <p:cNvPr id="75" name="TextBox 74"/>
          <p:cNvSpPr txBox="1">
            <a:spLocks/>
          </p:cNvSpPr>
          <p:nvPr/>
        </p:nvSpPr>
        <p:spPr>
          <a:xfrm>
            <a:off x="7237646" y="2978996"/>
            <a:ext cx="610126" cy="369332"/>
          </a:xfrm>
          <a:prstGeom prst="rect">
            <a:avLst/>
          </a:prstGeom>
          <a:noFill/>
        </p:spPr>
        <p:txBody>
          <a:bodyPr wrap="square" lIns="0" rIns="0" rtlCol="0">
            <a:noAutofit/>
          </a:bodyPr>
          <a:lstStyle/>
          <a:p>
            <a:pPr marL="0" marR="0" lvl="0" indent="0" algn="ctr" defTabSz="914400" eaLnBrk="1" fontAlgn="base" latinLnBrk="0" hangingPunct="1">
              <a:lnSpc>
                <a:spcPct val="100000"/>
              </a:lnSpc>
              <a:spcBef>
                <a:spcPct val="0"/>
              </a:spcBef>
              <a:spcAft>
                <a:spcPct val="0"/>
              </a:spcAft>
              <a:buFontTx/>
              <a:buNone/>
              <a:defRPr>
                <a:uFillTx/>
              </a:defRPr>
            </a:pPr>
            <a:r>
              <a:rPr kumimoji="0" lang="en-US" sz="900" b="0" i="0" u="none" strike="noStrike" kern="0" cap="none" spc="0" normalizeH="0" baseline="0" noProof="0" dirty="0" smtClean="0">
                <a:ln>
                  <a:noFill/>
                </a:ln>
                <a:solidFill>
                  <a:srgbClr val="333333">
                    <a:lumMod val="10000"/>
                  </a:srgbClr>
                </a:solidFill>
                <a:effectLst/>
                <a:uFillTx/>
                <a:latin typeface="Arial" charset="0"/>
              </a:rPr>
              <a:t>Actions &amp;</a:t>
            </a:r>
          </a:p>
          <a:p>
            <a:pPr marL="0" marR="0" lvl="0" indent="0" algn="ctr" defTabSz="914400" eaLnBrk="1" fontAlgn="base" latinLnBrk="0" hangingPunct="1">
              <a:lnSpc>
                <a:spcPct val="100000"/>
              </a:lnSpc>
              <a:spcBef>
                <a:spcPct val="0"/>
              </a:spcBef>
              <a:spcAft>
                <a:spcPct val="0"/>
              </a:spcAft>
              <a:buFontTx/>
              <a:buNone/>
              <a:defRPr>
                <a:uFillTx/>
              </a:defRPr>
            </a:pPr>
            <a:r>
              <a:rPr kumimoji="0" lang="en-US" sz="900" b="0" i="0" u="none" strike="noStrike" kern="0" cap="none" spc="0" normalizeH="0" baseline="0" noProof="0" dirty="0" smtClean="0">
                <a:ln>
                  <a:noFill/>
                </a:ln>
                <a:solidFill>
                  <a:srgbClr val="333333">
                    <a:lumMod val="10000"/>
                  </a:srgbClr>
                </a:solidFill>
                <a:effectLst/>
                <a:uFillTx/>
                <a:latin typeface="Arial" charset="0"/>
              </a:rPr>
              <a:t>Outcome</a:t>
            </a:r>
          </a:p>
        </p:txBody>
      </p:sp>
      <p:sp>
        <p:nvSpPr>
          <p:cNvPr id="76" name="TextBox 75"/>
          <p:cNvSpPr txBox="1">
            <a:spLocks/>
          </p:cNvSpPr>
          <p:nvPr/>
        </p:nvSpPr>
        <p:spPr>
          <a:xfrm>
            <a:off x="4749328" y="2776519"/>
            <a:ext cx="650132" cy="350633"/>
          </a:xfrm>
          <a:prstGeom prst="rect">
            <a:avLst/>
          </a:prstGeom>
          <a:noFill/>
        </p:spPr>
        <p:txBody>
          <a:bodyPr wrap="none" rtlCol="0">
            <a:spAutoFit/>
          </a:bodyPr>
          <a:lstStyle/>
          <a:p>
            <a:pPr marL="0" marR="0" lvl="0" indent="0" algn="r" defTabSz="914400" eaLnBrk="1" fontAlgn="base" latinLnBrk="0" hangingPunct="1">
              <a:lnSpc>
                <a:spcPct val="100000"/>
              </a:lnSpc>
              <a:spcBef>
                <a:spcPct val="0"/>
              </a:spcBef>
              <a:spcAft>
                <a:spcPct val="0"/>
              </a:spcAft>
              <a:buFontTx/>
              <a:buNone/>
              <a:defRPr>
                <a:uFillTx/>
              </a:defRPr>
            </a:pPr>
            <a:r>
              <a:rPr kumimoji="0" lang="en-US" sz="900" b="0" i="0" u="none" strike="noStrike" kern="0" cap="none" spc="0" normalizeH="0" baseline="0" noProof="0" dirty="0" smtClean="0">
                <a:ln>
                  <a:noFill/>
                </a:ln>
                <a:solidFill>
                  <a:srgbClr val="333333">
                    <a:lumMod val="10000"/>
                  </a:srgbClr>
                </a:solidFill>
                <a:effectLst/>
                <a:uFillTx/>
                <a:latin typeface="Arial" charset="0"/>
              </a:rPr>
              <a:t>Customer</a:t>
            </a:r>
          </a:p>
          <a:p>
            <a:pPr marL="0" marR="0" lvl="0" indent="0" algn="r" defTabSz="914400" eaLnBrk="1" fontAlgn="base" latinLnBrk="0" hangingPunct="1">
              <a:lnSpc>
                <a:spcPct val="100000"/>
              </a:lnSpc>
              <a:spcBef>
                <a:spcPct val="0"/>
              </a:spcBef>
              <a:spcAft>
                <a:spcPct val="0"/>
              </a:spcAft>
              <a:buFontTx/>
              <a:buNone/>
              <a:defRPr>
                <a:uFillTx/>
              </a:defRPr>
            </a:pPr>
            <a:r>
              <a:rPr kumimoji="0" lang="en-US" sz="900" b="0" i="0" u="none" strike="noStrike" kern="0" cap="none" spc="0" normalizeH="0" baseline="0" noProof="0" dirty="0" smtClean="0">
                <a:ln>
                  <a:noFill/>
                </a:ln>
                <a:solidFill>
                  <a:srgbClr val="333333">
                    <a:lumMod val="10000"/>
                  </a:srgbClr>
                </a:solidFill>
                <a:effectLst/>
                <a:uFillTx/>
                <a:latin typeface="Arial" charset="0"/>
              </a:rPr>
              <a:t>Data</a:t>
            </a:r>
          </a:p>
        </p:txBody>
      </p:sp>
      <p:sp>
        <p:nvSpPr>
          <p:cNvPr id="77" name="TextBox 76"/>
          <p:cNvSpPr txBox="1">
            <a:spLocks/>
          </p:cNvSpPr>
          <p:nvPr/>
        </p:nvSpPr>
        <p:spPr>
          <a:xfrm>
            <a:off x="6583939" y="2747360"/>
            <a:ext cx="592470" cy="369332"/>
          </a:xfrm>
          <a:prstGeom prst="rect">
            <a:avLst/>
          </a:prstGeom>
          <a:noFill/>
        </p:spPr>
        <p:txBody>
          <a:bodyPr wrap="none" rIns="0" rtlCol="0">
            <a:spAutoFit/>
          </a:bodyPr>
          <a:lstStyle/>
          <a:p>
            <a:pPr marL="0" marR="0" lvl="0" indent="0" algn="r" defTabSz="914400" eaLnBrk="1" fontAlgn="base" latinLnBrk="0" hangingPunct="1">
              <a:lnSpc>
                <a:spcPct val="100000"/>
              </a:lnSpc>
              <a:spcBef>
                <a:spcPct val="0"/>
              </a:spcBef>
              <a:spcAft>
                <a:spcPct val="0"/>
              </a:spcAft>
              <a:buFontTx/>
              <a:buNone/>
              <a:defRPr>
                <a:uFillTx/>
              </a:defRPr>
            </a:pPr>
            <a:r>
              <a:rPr kumimoji="0" lang="en-US" sz="900" b="0" i="0" u="none" strike="noStrike" kern="0" cap="none" spc="0" normalizeH="0" baseline="0" noProof="0" dirty="0" smtClean="0">
                <a:ln>
                  <a:noFill/>
                </a:ln>
                <a:solidFill>
                  <a:srgbClr val="333333">
                    <a:lumMod val="10000"/>
                  </a:srgbClr>
                </a:solidFill>
                <a:effectLst/>
                <a:uFillTx/>
                <a:latin typeface="Arial" charset="0"/>
              </a:rPr>
              <a:t>Customer</a:t>
            </a:r>
          </a:p>
          <a:p>
            <a:pPr marL="0" marR="0" lvl="0" indent="0" algn="r" defTabSz="914400" eaLnBrk="1" fontAlgn="base" latinLnBrk="0" hangingPunct="1">
              <a:lnSpc>
                <a:spcPct val="100000"/>
              </a:lnSpc>
              <a:spcBef>
                <a:spcPct val="0"/>
              </a:spcBef>
              <a:spcAft>
                <a:spcPct val="0"/>
              </a:spcAft>
              <a:buFontTx/>
              <a:buNone/>
              <a:defRPr>
                <a:uFillTx/>
              </a:defRPr>
            </a:pPr>
            <a:r>
              <a:rPr kumimoji="0" lang="en-US" sz="900" b="0" i="0" u="none" strike="noStrike" kern="0" cap="none" spc="0" normalizeH="0" baseline="0" noProof="0" dirty="0" smtClean="0">
                <a:ln>
                  <a:noFill/>
                </a:ln>
                <a:solidFill>
                  <a:srgbClr val="333333">
                    <a:lumMod val="10000"/>
                  </a:srgbClr>
                </a:solidFill>
                <a:effectLst/>
                <a:uFillTx/>
                <a:latin typeface="Arial" charset="0"/>
              </a:rPr>
              <a:t>Data</a:t>
            </a:r>
          </a:p>
        </p:txBody>
      </p:sp>
      <p:sp>
        <p:nvSpPr>
          <p:cNvPr id="22" name="Rounded Rectangle 21"/>
          <p:cNvSpPr>
            <a:spLocks/>
          </p:cNvSpPr>
          <p:nvPr/>
        </p:nvSpPr>
        <p:spPr>
          <a:xfrm>
            <a:off x="1935427" y="818271"/>
            <a:ext cx="708599" cy="298920"/>
          </a:xfrm>
          <a:prstGeom prst="roundRect">
            <a:avLst/>
          </a:prstGeom>
          <a:solidFill>
            <a:schemeClr val="bg2">
              <a:lumMod val="50000"/>
            </a:schemeClr>
          </a:solidFill>
          <a:ln w="12700" cap="sq" cmpd="sng" algn="ctr">
            <a:solidFill>
              <a:srgbClr val="000000"/>
            </a:solidFill>
            <a:prstDash val="solid"/>
          </a:ln>
          <a:effectLst>
            <a:outerShdw blurRad="50800" dist="38100" dir="2700000" algn="tl" rotWithShape="0">
              <a:srgbClr val="000000">
                <a:alpha val="40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FontTx/>
              <a:buNone/>
              <a:defRPr>
                <a:uFillTx/>
              </a:defRPr>
            </a:pPr>
            <a:r>
              <a:rPr kumimoji="0" lang="en-US" sz="1050" b="1" i="0" u="none" strike="noStrike" kern="0" cap="none" spc="0" normalizeH="0" baseline="0" noProof="0" dirty="0" smtClean="0">
                <a:ln>
                  <a:noFill/>
                </a:ln>
                <a:solidFill>
                  <a:schemeClr val="bg1"/>
                </a:solidFill>
                <a:effectLst/>
                <a:uFillTx/>
                <a:latin typeface="NeueHaasGroteskText Std"/>
                <a:ea typeface="+mn-ea"/>
                <a:cs typeface="+mn-cs"/>
              </a:rPr>
              <a:t>App</a:t>
            </a:r>
          </a:p>
        </p:txBody>
      </p:sp>
      <p:sp>
        <p:nvSpPr>
          <p:cNvPr id="23" name="Oval 22"/>
          <p:cNvSpPr>
            <a:spLocks/>
          </p:cNvSpPr>
          <p:nvPr/>
        </p:nvSpPr>
        <p:spPr>
          <a:xfrm>
            <a:off x="3178791" y="791955"/>
            <a:ext cx="397025" cy="305121"/>
          </a:xfrm>
          <a:prstGeom prst="ellipse">
            <a:avLst/>
          </a:prstGeom>
          <a:solidFill>
            <a:srgbClr val="FFFFFF"/>
          </a:solidFill>
          <a:ln w="12700" cap="sq" cmpd="sng" algn="ctr">
            <a:solidFill>
              <a:srgbClr val="000000"/>
            </a:solidFill>
            <a:prstDash val="solid"/>
          </a:ln>
          <a:effectLst/>
        </p:spPr>
        <p:txBody>
          <a:bodyPr lIns="0" rIns="0" rtlCol="0" anchor="ctr"/>
          <a:lstStyle/>
          <a:p>
            <a:pPr marL="0" marR="0" lvl="0" indent="0" algn="ctr" defTabSz="914400" eaLnBrk="1" fontAlgn="base" latinLnBrk="0" hangingPunct="1">
              <a:lnSpc>
                <a:spcPct val="100000"/>
              </a:lnSpc>
              <a:spcBef>
                <a:spcPct val="0"/>
              </a:spcBef>
              <a:spcAft>
                <a:spcPct val="0"/>
              </a:spcAft>
              <a:buFontTx/>
              <a:buNone/>
              <a:defRPr>
                <a:uFillTx/>
              </a:defRPr>
            </a:pPr>
            <a:r>
              <a:rPr kumimoji="0" lang="en-US" sz="900" b="0" i="0" u="none" strike="noStrike" kern="0" cap="none" spc="0" normalizeH="0" baseline="0" noProof="0" dirty="0" smtClean="0">
                <a:ln>
                  <a:noFill/>
                </a:ln>
                <a:solidFill>
                  <a:srgbClr val="000000"/>
                </a:solidFill>
                <a:effectLst/>
                <a:uFillTx/>
                <a:latin typeface="NeueHaasGroteskText Std"/>
                <a:ea typeface="+mn-ea"/>
                <a:cs typeface="+mn-cs"/>
              </a:rPr>
              <a:t>MQ</a:t>
            </a:r>
          </a:p>
        </p:txBody>
      </p:sp>
      <p:cxnSp>
        <p:nvCxnSpPr>
          <p:cNvPr id="24" name="Elbow Connector 23"/>
          <p:cNvCxnSpPr/>
          <p:nvPr/>
        </p:nvCxnSpPr>
        <p:spPr>
          <a:xfrm>
            <a:off x="3575816" y="944516"/>
            <a:ext cx="1463040" cy="590577"/>
          </a:xfrm>
          <a:prstGeom prst="bentConnector3">
            <a:avLst>
              <a:gd name="adj1" fmla="val 12073"/>
            </a:avLst>
          </a:prstGeom>
          <a:noFill/>
          <a:ln w="12700" cap="sq" cmpd="sng" algn="ctr">
            <a:solidFill>
              <a:srgbClr val="E4E5E3">
                <a:lumMod val="50000"/>
              </a:srgbClr>
            </a:solidFill>
            <a:prstDash val="sysDash"/>
            <a:tailEnd type="arrow"/>
          </a:ln>
          <a:effectLst/>
        </p:spPr>
      </p:cxnSp>
      <p:cxnSp>
        <p:nvCxnSpPr>
          <p:cNvPr id="25" name="Straight Arrow Connector 24"/>
          <p:cNvCxnSpPr>
            <a:stCxn id="22" idx="3"/>
          </p:cNvCxnSpPr>
          <p:nvPr/>
        </p:nvCxnSpPr>
        <p:spPr>
          <a:xfrm>
            <a:off x="2644026" y="967731"/>
            <a:ext cx="513287" cy="2"/>
          </a:xfrm>
          <a:prstGeom prst="straightConnector1">
            <a:avLst/>
          </a:prstGeom>
          <a:solidFill>
            <a:srgbClr val="FFFFFF"/>
          </a:solidFill>
          <a:ln w="12700" cap="sq" cmpd="sng" algn="ctr">
            <a:solidFill>
              <a:srgbClr val="000000"/>
            </a:solidFill>
            <a:prstDash val="solid"/>
            <a:tailEnd type="arrow"/>
          </a:ln>
          <a:effectLst/>
        </p:spPr>
      </p:cxnSp>
      <p:sp>
        <p:nvSpPr>
          <p:cNvPr id="30" name="Rounded Rectangle 29"/>
          <p:cNvSpPr>
            <a:spLocks/>
          </p:cNvSpPr>
          <p:nvPr/>
        </p:nvSpPr>
        <p:spPr>
          <a:xfrm>
            <a:off x="1935427" y="2402616"/>
            <a:ext cx="708599" cy="298920"/>
          </a:xfrm>
          <a:prstGeom prst="roundRect">
            <a:avLst/>
          </a:prstGeom>
          <a:solidFill>
            <a:schemeClr val="bg2">
              <a:lumMod val="50000"/>
            </a:schemeClr>
          </a:solidFill>
          <a:ln w="12700" cap="sq" cmpd="sng" algn="ctr">
            <a:solidFill>
              <a:srgbClr val="000000"/>
            </a:solidFill>
            <a:prstDash val="solid"/>
          </a:ln>
          <a:effectLst>
            <a:outerShdw blurRad="50800" dist="38100" dir="2700000" algn="tl" rotWithShape="0">
              <a:srgbClr val="000000">
                <a:alpha val="40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FontTx/>
              <a:buNone/>
              <a:defRPr>
                <a:uFillTx/>
              </a:defRPr>
            </a:pPr>
            <a:r>
              <a:rPr kumimoji="0" lang="en-US" sz="1050" b="1" i="0" u="none" strike="noStrike" kern="0" cap="none" spc="0" normalizeH="0" baseline="0" noProof="0" dirty="0" smtClean="0">
                <a:ln>
                  <a:noFill/>
                </a:ln>
                <a:solidFill>
                  <a:schemeClr val="bg1"/>
                </a:solidFill>
                <a:effectLst/>
                <a:uFillTx/>
                <a:latin typeface="NeueHaasGroteskText Std"/>
                <a:ea typeface="+mn-ea"/>
                <a:cs typeface="+mn-cs"/>
              </a:rPr>
              <a:t>App</a:t>
            </a:r>
          </a:p>
        </p:txBody>
      </p:sp>
      <p:sp>
        <p:nvSpPr>
          <p:cNvPr id="32" name="Rounded Rectangle 31"/>
          <p:cNvSpPr>
            <a:spLocks/>
          </p:cNvSpPr>
          <p:nvPr/>
        </p:nvSpPr>
        <p:spPr>
          <a:xfrm>
            <a:off x="1944080" y="1874501"/>
            <a:ext cx="708599" cy="298920"/>
          </a:xfrm>
          <a:prstGeom prst="roundRect">
            <a:avLst/>
          </a:prstGeom>
          <a:solidFill>
            <a:schemeClr val="bg2">
              <a:lumMod val="50000"/>
            </a:schemeClr>
          </a:solidFill>
          <a:ln w="12700" cap="sq" cmpd="sng" algn="ctr">
            <a:solidFill>
              <a:srgbClr val="000000"/>
            </a:solidFill>
            <a:prstDash val="solid"/>
          </a:ln>
          <a:effectLst>
            <a:outerShdw blurRad="50800" dist="38100" dir="2700000" algn="tl" rotWithShape="0">
              <a:srgbClr val="000000">
                <a:alpha val="40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FontTx/>
              <a:buNone/>
              <a:defRPr>
                <a:uFillTx/>
              </a:defRPr>
            </a:pPr>
            <a:r>
              <a:rPr kumimoji="0" lang="en-US" sz="1050" b="1" i="0" u="none" strike="noStrike" kern="0" cap="none" spc="0" normalizeH="0" baseline="0" noProof="0" dirty="0" smtClean="0">
                <a:ln>
                  <a:noFill/>
                </a:ln>
                <a:solidFill>
                  <a:schemeClr val="bg1"/>
                </a:solidFill>
                <a:effectLst/>
                <a:uFillTx/>
                <a:latin typeface="NeueHaasGroteskText Std"/>
                <a:ea typeface="+mn-ea"/>
                <a:cs typeface="+mn-cs"/>
              </a:rPr>
              <a:t>Probe</a:t>
            </a:r>
          </a:p>
        </p:txBody>
      </p:sp>
      <p:sp>
        <p:nvSpPr>
          <p:cNvPr id="33" name="Rounded Rectangle 32"/>
          <p:cNvSpPr>
            <a:spLocks/>
          </p:cNvSpPr>
          <p:nvPr/>
        </p:nvSpPr>
        <p:spPr>
          <a:xfrm>
            <a:off x="1935427" y="1346386"/>
            <a:ext cx="708599" cy="298920"/>
          </a:xfrm>
          <a:prstGeom prst="roundRect">
            <a:avLst/>
          </a:prstGeom>
          <a:solidFill>
            <a:schemeClr val="bg2">
              <a:lumMod val="50000"/>
            </a:schemeClr>
          </a:solidFill>
          <a:ln w="12700" cap="sq" cmpd="sng" algn="ctr">
            <a:solidFill>
              <a:srgbClr val="000000"/>
            </a:solidFill>
            <a:prstDash val="solid"/>
          </a:ln>
          <a:effectLst>
            <a:outerShdw blurRad="50800" dist="38100" dir="2700000" algn="tl" rotWithShape="0">
              <a:srgbClr val="000000">
                <a:alpha val="40000"/>
              </a:srgbClr>
            </a:outerShdw>
          </a:effectLst>
        </p:spPr>
        <p:txBody>
          <a:bodyPr wrap="none" lIns="0" rIns="0" rtlCol="0" anchor="ctr"/>
          <a:lstStyle/>
          <a:p>
            <a:pPr marL="0" marR="0" lvl="0" indent="0" algn="ctr" defTabSz="914400" eaLnBrk="1" fontAlgn="base" latinLnBrk="0" hangingPunct="1">
              <a:lnSpc>
                <a:spcPct val="100000"/>
              </a:lnSpc>
              <a:spcBef>
                <a:spcPct val="0"/>
              </a:spcBef>
              <a:spcAft>
                <a:spcPct val="0"/>
              </a:spcAft>
              <a:buFontTx/>
              <a:buNone/>
              <a:defRPr>
                <a:uFillTx/>
              </a:defRPr>
            </a:pPr>
            <a:r>
              <a:rPr kumimoji="0" lang="en-US" sz="1050" b="1" i="0" u="none" strike="noStrike" kern="0" cap="none" spc="0" normalizeH="0" baseline="0" noProof="0" dirty="0" smtClean="0">
                <a:ln>
                  <a:noFill/>
                </a:ln>
                <a:solidFill>
                  <a:schemeClr val="bg1"/>
                </a:solidFill>
                <a:effectLst/>
                <a:uFillTx/>
                <a:latin typeface="NeueHaasGroteskText Std"/>
                <a:ea typeface="+mn-ea"/>
                <a:cs typeface="+mn-cs"/>
              </a:rPr>
              <a:t>TCP</a:t>
            </a:r>
          </a:p>
        </p:txBody>
      </p:sp>
      <p:sp>
        <p:nvSpPr>
          <p:cNvPr id="78" name="Rounded Rectangle 77"/>
          <p:cNvSpPr>
            <a:spLocks/>
          </p:cNvSpPr>
          <p:nvPr/>
        </p:nvSpPr>
        <p:spPr>
          <a:xfrm>
            <a:off x="5043087" y="933109"/>
            <a:ext cx="1312491" cy="1697354"/>
          </a:xfrm>
          <a:prstGeom prst="roundRect">
            <a:avLst>
              <a:gd name="adj" fmla="val 7232"/>
            </a:avLst>
          </a:prstGeom>
          <a:solidFill>
            <a:schemeClr val="bg1">
              <a:lumMod val="95000"/>
            </a:schemeClr>
          </a:solidFill>
          <a:ln w="12700" cap="sq" cmpd="sng" algn="ctr">
            <a:solidFill>
              <a:schemeClr val="bg2">
                <a:lumMod val="75000"/>
              </a:schemeClr>
            </a:solidFill>
            <a:prstDash val="solid"/>
          </a:ln>
          <a:effectLst>
            <a:outerShdw blurRad="50800" dist="38100" dir="5400000" algn="t" rotWithShape="0">
              <a:srgbClr val="000000">
                <a:alpha val="40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FontTx/>
              <a:buNone/>
              <a:defRPr>
                <a:uFillTx/>
              </a:defRPr>
            </a:pPr>
            <a:endParaRPr kumimoji="0" lang="en-US" sz="1800" b="0" i="0" u="none" strike="noStrike" kern="0" cap="none" spc="0" normalizeH="0" baseline="0" noProof="0" smtClean="0">
              <a:ln>
                <a:noFill/>
              </a:ln>
              <a:solidFill>
                <a:srgbClr val="FFFFFF"/>
              </a:solidFill>
              <a:effectLst/>
              <a:uFillTx/>
              <a:latin typeface="NeueHaasGroteskText Std"/>
              <a:ea typeface="+mn-ea"/>
              <a:cs typeface="+mn-cs"/>
            </a:endParaRPr>
          </a:p>
        </p:txBody>
      </p:sp>
      <p:sp>
        <p:nvSpPr>
          <p:cNvPr id="80" name="Rounded Rectangle 79"/>
          <p:cNvSpPr>
            <a:spLocks/>
          </p:cNvSpPr>
          <p:nvPr/>
        </p:nvSpPr>
        <p:spPr>
          <a:xfrm>
            <a:off x="5153408" y="1735822"/>
            <a:ext cx="1109684" cy="751504"/>
          </a:xfrm>
          <a:prstGeom prst="roundRect">
            <a:avLst>
              <a:gd name="adj" fmla="val 10037"/>
            </a:avLst>
          </a:prstGeom>
          <a:solidFill>
            <a:schemeClr val="bg2">
              <a:lumMod val="85000"/>
            </a:schemeClr>
          </a:solidFill>
          <a:ln w="12700" cap="sq" cmpd="sng" algn="ctr">
            <a:solidFill>
              <a:srgbClr val="E4E5E3"/>
            </a:solidFill>
            <a:prstDash val="solid"/>
          </a:ln>
          <a:effectLst>
            <a:outerShdw blurRad="50800" dist="38100" dir="2700000" algn="tl" rotWithShape="0">
              <a:srgbClr val="000000">
                <a:alpha val="40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FontTx/>
              <a:buNone/>
              <a:defRPr>
                <a:uFillTx/>
              </a:defRPr>
            </a:pPr>
            <a:r>
              <a:rPr kumimoji="0" lang="en-US" sz="1200" b="0" i="0" u="none" strike="noStrike" kern="0" cap="none" spc="0" normalizeH="0" baseline="0" noProof="0" dirty="0" smtClean="0">
                <a:ln>
                  <a:noFill/>
                </a:ln>
                <a:solidFill>
                  <a:srgbClr val="000000"/>
                </a:solidFill>
                <a:effectLst/>
                <a:uFillTx/>
                <a:latin typeface="NeueHaasGroteskText Std"/>
                <a:ea typeface="+mn-ea"/>
                <a:cs typeface="+mn-cs"/>
              </a:rPr>
              <a:t>Complex</a:t>
            </a:r>
          </a:p>
          <a:p>
            <a:pPr marL="0" marR="0" lvl="0" indent="0" algn="ctr" defTabSz="914400" eaLnBrk="1" fontAlgn="base" latinLnBrk="0" hangingPunct="1">
              <a:lnSpc>
                <a:spcPct val="100000"/>
              </a:lnSpc>
              <a:spcBef>
                <a:spcPct val="0"/>
              </a:spcBef>
              <a:spcAft>
                <a:spcPct val="0"/>
              </a:spcAft>
              <a:buFontTx/>
              <a:buNone/>
              <a:defRPr>
                <a:uFillTx/>
              </a:defRPr>
            </a:pPr>
            <a:r>
              <a:rPr kumimoji="0" lang="en-US" sz="1200" b="0" i="0" u="none" strike="noStrike" kern="0" cap="none" spc="0" normalizeH="0" baseline="0" noProof="0" dirty="0" smtClean="0">
                <a:ln>
                  <a:noFill/>
                </a:ln>
                <a:solidFill>
                  <a:srgbClr val="000000"/>
                </a:solidFill>
                <a:effectLst/>
                <a:uFillTx/>
                <a:latin typeface="NeueHaasGroteskText Std"/>
                <a:ea typeface="+mn-ea"/>
                <a:cs typeface="+mn-cs"/>
              </a:rPr>
              <a:t>Event</a:t>
            </a:r>
          </a:p>
          <a:p>
            <a:pPr marL="0" marR="0" lvl="0" indent="0" algn="ctr" defTabSz="914400" eaLnBrk="1" fontAlgn="base" latinLnBrk="0" hangingPunct="1">
              <a:lnSpc>
                <a:spcPct val="100000"/>
              </a:lnSpc>
              <a:spcBef>
                <a:spcPct val="0"/>
              </a:spcBef>
              <a:spcAft>
                <a:spcPct val="0"/>
              </a:spcAft>
              <a:buFontTx/>
              <a:buNone/>
              <a:defRPr>
                <a:uFillTx/>
              </a:defRPr>
            </a:pPr>
            <a:r>
              <a:rPr kumimoji="0" lang="en-US" sz="1200" b="0" i="0" u="none" strike="noStrike" kern="0" cap="none" spc="0" normalizeH="0" baseline="0" noProof="0" dirty="0" smtClean="0">
                <a:ln>
                  <a:noFill/>
                </a:ln>
                <a:solidFill>
                  <a:srgbClr val="000000"/>
                </a:solidFill>
                <a:effectLst/>
                <a:uFillTx/>
                <a:latin typeface="NeueHaasGroteskText Std"/>
                <a:ea typeface="+mn-ea"/>
                <a:cs typeface="+mn-cs"/>
              </a:rPr>
              <a:t>Processor</a:t>
            </a:r>
          </a:p>
        </p:txBody>
      </p:sp>
      <p:cxnSp>
        <p:nvCxnSpPr>
          <p:cNvPr id="81" name="Straight Arrow Connector 80"/>
          <p:cNvCxnSpPr>
            <a:stCxn id="79" idx="2"/>
            <a:endCxn id="80" idx="0"/>
          </p:cNvCxnSpPr>
          <p:nvPr/>
        </p:nvCxnSpPr>
        <p:spPr>
          <a:xfrm>
            <a:off x="5708250" y="1488849"/>
            <a:ext cx="0" cy="246972"/>
          </a:xfrm>
          <a:prstGeom prst="straightConnector1">
            <a:avLst/>
          </a:prstGeom>
          <a:noFill/>
          <a:ln w="28575" cap="sq" cmpd="sng" algn="ctr">
            <a:solidFill>
              <a:srgbClr val="CD040B"/>
            </a:solidFill>
            <a:prstDash val="solid"/>
            <a:tailEnd type="arrow"/>
          </a:ln>
          <a:effectLst/>
        </p:spPr>
      </p:cxnSp>
      <p:sp>
        <p:nvSpPr>
          <p:cNvPr id="79" name="Rounded Rectangle 78"/>
          <p:cNvSpPr>
            <a:spLocks/>
          </p:cNvSpPr>
          <p:nvPr/>
        </p:nvSpPr>
        <p:spPr>
          <a:xfrm>
            <a:off x="5153408" y="1081969"/>
            <a:ext cx="1109684" cy="406880"/>
          </a:xfrm>
          <a:prstGeom prst="roundRect">
            <a:avLst/>
          </a:prstGeom>
          <a:solidFill>
            <a:schemeClr val="bg2">
              <a:lumMod val="85000"/>
            </a:schemeClr>
          </a:solidFill>
          <a:ln w="12700" cap="sq" cmpd="sng" algn="ctr">
            <a:solidFill>
              <a:srgbClr val="E4E5E3"/>
            </a:solidFill>
            <a:prstDash val="solid"/>
          </a:ln>
          <a:effectLst>
            <a:outerShdw blurRad="50800" dist="38100" dir="2700000" algn="tl" rotWithShape="0">
              <a:srgbClr val="000000">
                <a:alpha val="40000"/>
              </a:srgbClr>
            </a:outerShdw>
          </a:effectLst>
        </p:spPr>
        <p:txBody>
          <a:bodyPr lIns="0" rIns="0" rtlCol="0" anchor="ctr"/>
          <a:lstStyle/>
          <a:p>
            <a:pPr marL="0" marR="0" lvl="0" indent="0" algn="ctr" defTabSz="914400" eaLnBrk="1" fontAlgn="base" latinLnBrk="0" hangingPunct="1">
              <a:lnSpc>
                <a:spcPct val="100000"/>
              </a:lnSpc>
              <a:spcBef>
                <a:spcPct val="0"/>
              </a:spcBef>
              <a:spcAft>
                <a:spcPct val="0"/>
              </a:spcAft>
              <a:buFontTx/>
              <a:buNone/>
              <a:defRPr>
                <a:uFillTx/>
              </a:defRPr>
            </a:pPr>
            <a:r>
              <a:rPr kumimoji="0" lang="en-US" sz="1200" b="0" i="0" u="none" strike="noStrike" kern="0" cap="none" spc="0" normalizeH="0" baseline="0" noProof="0" dirty="0" smtClean="0">
                <a:ln>
                  <a:noFill/>
                </a:ln>
                <a:solidFill>
                  <a:srgbClr val="000000"/>
                </a:solidFill>
                <a:effectLst/>
                <a:uFillTx/>
                <a:latin typeface="NeueHaasGroteskText Std"/>
                <a:ea typeface="+mn-ea"/>
                <a:cs typeface="+mn-cs"/>
              </a:rPr>
              <a:t>Configurable Data Filters</a:t>
            </a:r>
          </a:p>
        </p:txBody>
      </p:sp>
      <p:sp>
        <p:nvSpPr>
          <p:cNvPr id="35" name="Rounded Rectangle 34"/>
          <p:cNvSpPr>
            <a:spLocks/>
          </p:cNvSpPr>
          <p:nvPr/>
        </p:nvSpPr>
        <p:spPr>
          <a:xfrm>
            <a:off x="7003575" y="1997227"/>
            <a:ext cx="1156647" cy="704309"/>
          </a:xfrm>
          <a:prstGeom prst="roundRect">
            <a:avLst>
              <a:gd name="adj" fmla="val 9375"/>
            </a:avLst>
          </a:prstGeom>
          <a:solidFill>
            <a:schemeClr val="bg2">
              <a:lumMod val="85000"/>
            </a:schemeClr>
          </a:solidFill>
          <a:ln w="12700" cap="sq" cmpd="sng" algn="ctr">
            <a:solidFill>
              <a:srgbClr val="E4E5E3"/>
            </a:solidFill>
            <a:prstDash val="solid"/>
          </a:ln>
          <a:effectLst>
            <a:outerShdw blurRad="50800" dist="38100" dir="2700000" algn="tl" rotWithShape="0">
              <a:srgbClr val="000000">
                <a:alpha val="40000"/>
              </a:srgbClr>
            </a:outerShdw>
          </a:effectLst>
        </p:spPr>
        <p:txBody>
          <a:bodyPr rtlCol="0" anchor="ctr"/>
          <a:lstStyle/>
          <a:p>
            <a:pPr algn="ctr" defTabSz="914400" fontAlgn="base">
              <a:spcBef>
                <a:spcPct val="0"/>
              </a:spcBef>
              <a:spcAft>
                <a:spcPct val="0"/>
              </a:spcAft>
            </a:pPr>
            <a:r>
              <a:rPr lang="en-US" sz="1200" kern="0" dirty="0">
                <a:solidFill>
                  <a:srgbClr val="000000"/>
                </a:solidFill>
                <a:uFillTx/>
                <a:latin typeface="NeueHaasGroteskText Std"/>
              </a:rPr>
              <a:t>Real Time Decisions</a:t>
            </a:r>
          </a:p>
        </p:txBody>
      </p:sp>
      <p:cxnSp>
        <p:nvCxnSpPr>
          <p:cNvPr id="36" name="Straight Arrow Connector 35"/>
          <p:cNvCxnSpPr/>
          <p:nvPr/>
        </p:nvCxnSpPr>
        <p:spPr>
          <a:xfrm>
            <a:off x="6341775" y="2307729"/>
            <a:ext cx="649079" cy="0"/>
          </a:xfrm>
          <a:prstGeom prst="straightConnector1">
            <a:avLst/>
          </a:prstGeom>
          <a:noFill/>
          <a:ln w="12700" cap="sq" cmpd="sng" algn="ctr">
            <a:solidFill>
              <a:srgbClr val="CD040B"/>
            </a:solidFill>
            <a:prstDash val="solid"/>
            <a:tailEnd type="arrow"/>
          </a:ln>
          <a:effectLst/>
        </p:spPr>
      </p:cxnSp>
      <p:cxnSp>
        <p:nvCxnSpPr>
          <p:cNvPr id="37" name="Straight Arrow Connector 36"/>
          <p:cNvCxnSpPr>
            <a:stCxn id="23" idx="4"/>
            <a:endCxn id="21" idx="0"/>
          </p:cNvCxnSpPr>
          <p:nvPr/>
        </p:nvCxnSpPr>
        <p:spPr>
          <a:xfrm flipH="1">
            <a:off x="3357884" y="1097076"/>
            <a:ext cx="0" cy="169542"/>
          </a:xfrm>
          <a:prstGeom prst="straightConnector1">
            <a:avLst/>
          </a:prstGeom>
          <a:solidFill>
            <a:srgbClr val="FFFFFF"/>
          </a:solidFill>
          <a:ln w="12700" cap="sq" cmpd="sng" algn="ctr">
            <a:solidFill>
              <a:srgbClr val="000000"/>
            </a:solidFill>
            <a:prstDash val="solid"/>
            <a:tailEnd type="arrow"/>
          </a:ln>
          <a:effectLst/>
        </p:spPr>
      </p:cxnSp>
      <p:sp>
        <p:nvSpPr>
          <p:cNvPr id="38" name="TextBox 37"/>
          <p:cNvSpPr txBox="1">
            <a:spLocks/>
          </p:cNvSpPr>
          <p:nvPr/>
        </p:nvSpPr>
        <p:spPr>
          <a:xfrm>
            <a:off x="6329053" y="1997227"/>
            <a:ext cx="590226" cy="197827"/>
          </a:xfrm>
          <a:prstGeom prst="rect">
            <a:avLst/>
          </a:prstGeom>
          <a:noFill/>
        </p:spPr>
        <p:txBody>
          <a:bodyPr wrap="none" rtlCol="0">
            <a:spAutoFit/>
          </a:bodyPr>
          <a:lstStyle>
            <a:defPPr>
              <a:defRPr lang="en-US">
                <a:uFillTx/>
              </a:defRPr>
            </a:defPPr>
            <a:lvl1pPr marR="0" lvl="0" indent="0" defTabSz="914400" fontAlgn="base">
              <a:lnSpc>
                <a:spcPct val="100000"/>
              </a:lnSpc>
              <a:spcBef>
                <a:spcPct val="0"/>
              </a:spcBef>
              <a:spcAft>
                <a:spcPct val="0"/>
              </a:spcAft>
              <a:buFontTx/>
              <a:buNone/>
              <a:defRPr kumimoji="0" sz="1000" b="0" i="0" u="none" strike="noStrike" kern="0" cap="none" spc="0" normalizeH="0" baseline="0">
                <a:ln>
                  <a:noFill/>
                </a:ln>
                <a:solidFill>
                  <a:srgbClr val="333333">
                    <a:lumMod val="10000"/>
                  </a:srgbClr>
                </a:solidFill>
                <a:effectLst/>
                <a:uFillTx/>
                <a:latin typeface="Arial" charset="0"/>
              </a:defRPr>
            </a:lvl1pPr>
          </a:lstStyle>
          <a:p>
            <a:r>
              <a:rPr lang="en-US" dirty="0">
                <a:uFillTx/>
              </a:rPr>
              <a:t>Trigger</a:t>
            </a:r>
          </a:p>
        </p:txBody>
      </p:sp>
      <p:cxnSp>
        <p:nvCxnSpPr>
          <p:cNvPr id="47" name="Straight Arrow Connector 46"/>
          <p:cNvCxnSpPr/>
          <p:nvPr/>
        </p:nvCxnSpPr>
        <p:spPr>
          <a:xfrm>
            <a:off x="2661416" y="2057758"/>
            <a:ext cx="2377440" cy="0"/>
          </a:xfrm>
          <a:prstGeom prst="straightConnector1">
            <a:avLst/>
          </a:prstGeom>
          <a:noFill/>
          <a:ln w="12700" cap="sq" cmpd="sng" algn="ctr">
            <a:solidFill>
              <a:srgbClr val="E4E5E3">
                <a:lumMod val="50000"/>
              </a:srgbClr>
            </a:solidFill>
            <a:prstDash val="solid"/>
            <a:tailEnd type="arrow"/>
          </a:ln>
          <a:effectLst/>
        </p:spPr>
      </p:cxnSp>
      <p:cxnSp>
        <p:nvCxnSpPr>
          <p:cNvPr id="48" name="Elbow Connector 47"/>
          <p:cNvCxnSpPr/>
          <p:nvPr/>
        </p:nvCxnSpPr>
        <p:spPr>
          <a:xfrm>
            <a:off x="2661416" y="1495847"/>
            <a:ext cx="2377440" cy="274320"/>
          </a:xfrm>
          <a:prstGeom prst="bentConnector3">
            <a:avLst>
              <a:gd name="adj1" fmla="val 36988"/>
            </a:avLst>
          </a:prstGeom>
          <a:noFill/>
          <a:ln w="12700" cap="sq" cmpd="sng" algn="ctr">
            <a:solidFill>
              <a:srgbClr val="E4E5E3">
                <a:lumMod val="50000"/>
              </a:srgbClr>
            </a:solidFill>
            <a:prstDash val="sysDash"/>
            <a:tailEnd type="arrow"/>
          </a:ln>
          <a:effectLst/>
        </p:spPr>
      </p:cxnSp>
      <p:sp>
        <p:nvSpPr>
          <p:cNvPr id="49" name="TextBox 48"/>
          <p:cNvSpPr txBox="1">
            <a:spLocks/>
          </p:cNvSpPr>
          <p:nvPr/>
        </p:nvSpPr>
        <p:spPr>
          <a:xfrm>
            <a:off x="3815483" y="1564847"/>
            <a:ext cx="1054936" cy="160918"/>
          </a:xfrm>
          <a:prstGeom prst="rect">
            <a:avLst/>
          </a:prstGeom>
          <a:noFill/>
        </p:spPr>
        <p:txBody>
          <a:bodyPr wrap="square" lIns="0" rIns="0" rtlCol="0">
            <a:noAutofit/>
          </a:bodyPr>
          <a:lstStyle/>
          <a:p>
            <a:pPr marL="0" marR="0" lvl="0" indent="0" defTabSz="914400" eaLnBrk="1" fontAlgn="base" latinLnBrk="0" hangingPunct="1">
              <a:lnSpc>
                <a:spcPct val="100000"/>
              </a:lnSpc>
              <a:spcBef>
                <a:spcPct val="0"/>
              </a:spcBef>
              <a:spcAft>
                <a:spcPct val="0"/>
              </a:spcAft>
              <a:buFontTx/>
              <a:buNone/>
              <a:defRPr>
                <a:uFillTx/>
              </a:defRPr>
            </a:pPr>
            <a:r>
              <a:rPr kumimoji="0" lang="en-US" sz="1000" b="0" i="0" u="none" strike="noStrike" kern="0" cap="none" spc="0" normalizeH="0" baseline="0" noProof="0" dirty="0" smtClean="0">
                <a:ln>
                  <a:noFill/>
                </a:ln>
                <a:solidFill>
                  <a:srgbClr val="333333">
                    <a:lumMod val="10000"/>
                  </a:srgbClr>
                </a:solidFill>
                <a:effectLst/>
                <a:uFillTx/>
                <a:latin typeface="Arial" charset="0"/>
              </a:rPr>
              <a:t>Events of Interest</a:t>
            </a:r>
          </a:p>
        </p:txBody>
      </p:sp>
      <p:sp>
        <p:nvSpPr>
          <p:cNvPr id="50" name="TextBox 49"/>
          <p:cNvSpPr txBox="1">
            <a:spLocks/>
          </p:cNvSpPr>
          <p:nvPr/>
        </p:nvSpPr>
        <p:spPr>
          <a:xfrm>
            <a:off x="3815483" y="1850357"/>
            <a:ext cx="852798" cy="246221"/>
          </a:xfrm>
          <a:prstGeom prst="rect">
            <a:avLst/>
          </a:prstGeom>
          <a:noFill/>
        </p:spPr>
        <p:txBody>
          <a:bodyPr wrap="none" lIns="0" rIns="0" rtlCol="0">
            <a:spAutoFit/>
          </a:bodyPr>
          <a:lstStyle/>
          <a:p>
            <a:pPr marL="0" marR="0" lvl="0" indent="0" defTabSz="914400" eaLnBrk="1" fontAlgn="base" latinLnBrk="0" hangingPunct="1">
              <a:lnSpc>
                <a:spcPct val="100000"/>
              </a:lnSpc>
              <a:spcBef>
                <a:spcPct val="0"/>
              </a:spcBef>
              <a:spcAft>
                <a:spcPct val="0"/>
              </a:spcAft>
              <a:buFontTx/>
              <a:buNone/>
              <a:defRPr>
                <a:uFillTx/>
              </a:defRPr>
            </a:pPr>
            <a:r>
              <a:rPr kumimoji="0" lang="en-US" sz="1000" b="0" i="0" u="none" strike="noStrike" kern="0" cap="none" spc="0" normalizeH="0" baseline="0" noProof="0" dirty="0" smtClean="0">
                <a:ln>
                  <a:noFill/>
                </a:ln>
                <a:solidFill>
                  <a:srgbClr val="333333">
                    <a:lumMod val="10000"/>
                  </a:srgbClr>
                </a:solidFill>
                <a:effectLst/>
                <a:uFillTx/>
                <a:latin typeface="Arial" charset="0"/>
              </a:rPr>
              <a:t>Record Activity</a:t>
            </a:r>
          </a:p>
        </p:txBody>
      </p:sp>
      <p:cxnSp>
        <p:nvCxnSpPr>
          <p:cNvPr id="52" name="Straight Arrow Connector 51"/>
          <p:cNvCxnSpPr/>
          <p:nvPr/>
        </p:nvCxnSpPr>
        <p:spPr>
          <a:xfrm flipV="1">
            <a:off x="3551774" y="2535401"/>
            <a:ext cx="1463040" cy="1"/>
          </a:xfrm>
          <a:prstGeom prst="straightConnector1">
            <a:avLst/>
          </a:prstGeom>
          <a:noFill/>
          <a:ln w="12700" cap="sq" cmpd="sng" algn="ctr">
            <a:solidFill>
              <a:srgbClr val="E4E5E3">
                <a:lumMod val="50000"/>
              </a:srgbClr>
            </a:solidFill>
            <a:prstDash val="solid"/>
            <a:tailEnd type="arrow"/>
          </a:ln>
          <a:effectLst/>
        </p:spPr>
      </p:cxnSp>
      <p:sp>
        <p:nvSpPr>
          <p:cNvPr id="53" name="TextBox 52"/>
          <p:cNvSpPr txBox="1">
            <a:spLocks/>
          </p:cNvSpPr>
          <p:nvPr/>
        </p:nvSpPr>
        <p:spPr>
          <a:xfrm>
            <a:off x="3815483" y="2307729"/>
            <a:ext cx="1121631" cy="170567"/>
          </a:xfrm>
          <a:prstGeom prst="rect">
            <a:avLst/>
          </a:prstGeom>
          <a:noFill/>
        </p:spPr>
        <p:txBody>
          <a:bodyPr wrap="square" lIns="0" rIns="0" rtlCol="0">
            <a:noAutofit/>
          </a:bodyPr>
          <a:lstStyle>
            <a:defPPr>
              <a:defRPr lang="en-US">
                <a:uFillTx/>
              </a:defRPr>
            </a:defPPr>
            <a:lvl1pPr marR="0" lvl="0" indent="0" defTabSz="914400" fontAlgn="base">
              <a:lnSpc>
                <a:spcPct val="100000"/>
              </a:lnSpc>
              <a:spcBef>
                <a:spcPct val="0"/>
              </a:spcBef>
              <a:spcAft>
                <a:spcPct val="0"/>
              </a:spcAft>
              <a:buFontTx/>
              <a:buNone/>
              <a:defRPr kumimoji="0" sz="1000" b="0" i="0" u="none" strike="noStrike" kern="0" cap="none" spc="0" normalizeH="0" baseline="0">
                <a:ln>
                  <a:noFill/>
                </a:ln>
                <a:solidFill>
                  <a:srgbClr val="333333">
                    <a:lumMod val="10000"/>
                  </a:srgbClr>
                </a:solidFill>
                <a:effectLst/>
                <a:uFillTx/>
                <a:latin typeface="Arial" charset="0"/>
              </a:defRPr>
            </a:lvl1pPr>
          </a:lstStyle>
          <a:p>
            <a:r>
              <a:rPr lang="en-US" dirty="0" smtClean="0">
                <a:uFillTx/>
              </a:rPr>
              <a:t>Trigger Notification</a:t>
            </a:r>
            <a:endParaRPr lang="en-US" dirty="0">
              <a:uFillTx/>
            </a:endParaRPr>
          </a:p>
        </p:txBody>
      </p:sp>
      <p:sp>
        <p:nvSpPr>
          <p:cNvPr id="54" name="Oval 53"/>
          <p:cNvSpPr>
            <a:spLocks/>
          </p:cNvSpPr>
          <p:nvPr/>
        </p:nvSpPr>
        <p:spPr>
          <a:xfrm>
            <a:off x="729340" y="885651"/>
            <a:ext cx="274320" cy="274320"/>
          </a:xfrm>
          <a:prstGeom prst="ellipse">
            <a:avLst/>
          </a:prstGeom>
          <a:solidFill>
            <a:schemeClr val="tx1"/>
          </a:solidFill>
          <a:ln w="12700" cap="sq" cmpd="sng" algn="ctr">
            <a:solidFill>
              <a:srgbClr val="CD040B">
                <a:shade val="50000"/>
              </a:srgbClr>
            </a:solidFill>
            <a:prstDash val="solid"/>
          </a:ln>
          <a:effectLst>
            <a:outerShdw blurRad="50800" dist="38100" dir="2700000" algn="tl" rotWithShape="0">
              <a:srgbClr val="000000">
                <a:alpha val="40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FontTx/>
              <a:buNone/>
              <a:defRPr>
                <a:uFillTx/>
              </a:defRPr>
            </a:pPr>
            <a:r>
              <a:rPr kumimoji="0" lang="en-US" sz="1050" b="1" i="0" u="none" strike="noStrike" kern="0" cap="none" spc="0" normalizeH="0" baseline="0" noProof="0" dirty="0" smtClean="0">
                <a:ln>
                  <a:noFill/>
                </a:ln>
                <a:solidFill>
                  <a:srgbClr val="FFFFFF"/>
                </a:solidFill>
                <a:effectLst/>
                <a:uFillTx/>
                <a:latin typeface="NeueHaasGroteskText Std"/>
                <a:ea typeface="+mn-ea"/>
                <a:cs typeface="+mn-cs"/>
              </a:rPr>
              <a:t>1</a:t>
            </a:r>
          </a:p>
        </p:txBody>
      </p:sp>
      <p:sp>
        <p:nvSpPr>
          <p:cNvPr id="56" name="TextBox 55"/>
          <p:cNvSpPr txBox="1">
            <a:spLocks/>
          </p:cNvSpPr>
          <p:nvPr/>
        </p:nvSpPr>
        <p:spPr>
          <a:xfrm>
            <a:off x="3815483" y="1154557"/>
            <a:ext cx="1371784" cy="400110"/>
          </a:xfrm>
          <a:prstGeom prst="rect">
            <a:avLst/>
          </a:prstGeom>
          <a:noFill/>
        </p:spPr>
        <p:txBody>
          <a:bodyPr wrap="square" lIns="0" rIns="0" rtlCol="0">
            <a:spAutoFit/>
          </a:bodyPr>
          <a:lstStyle/>
          <a:p>
            <a:pPr marL="0" marR="0" lvl="0" indent="0" defTabSz="914400" eaLnBrk="1" fontAlgn="base" latinLnBrk="0" hangingPunct="1">
              <a:lnSpc>
                <a:spcPct val="100000"/>
              </a:lnSpc>
              <a:spcBef>
                <a:spcPct val="0"/>
              </a:spcBef>
              <a:spcAft>
                <a:spcPct val="0"/>
              </a:spcAft>
              <a:buFontTx/>
              <a:buNone/>
              <a:defRPr>
                <a:uFillTx/>
              </a:defRPr>
            </a:pPr>
            <a:r>
              <a:rPr kumimoji="0" lang="en-US" sz="1000" b="0" i="0" u="none" strike="noStrike" kern="0" cap="none" spc="0" normalizeH="0" baseline="0" noProof="0" dirty="0" smtClean="0">
                <a:ln>
                  <a:noFill/>
                </a:ln>
                <a:solidFill>
                  <a:srgbClr val="333333">
                    <a:lumMod val="10000"/>
                  </a:srgbClr>
                </a:solidFill>
                <a:effectLst/>
                <a:uFillTx/>
                <a:latin typeface="Arial" charset="0"/>
              </a:rPr>
              <a:t>Messages In </a:t>
            </a:r>
            <a:br>
              <a:rPr kumimoji="0" lang="en-US" sz="1000" b="0" i="0" u="none" strike="noStrike" kern="0" cap="none" spc="0" normalizeH="0" baseline="0" noProof="0" dirty="0" smtClean="0">
                <a:ln>
                  <a:noFill/>
                </a:ln>
                <a:solidFill>
                  <a:srgbClr val="333333">
                    <a:lumMod val="10000"/>
                  </a:srgbClr>
                </a:solidFill>
                <a:effectLst/>
                <a:uFillTx/>
                <a:latin typeface="Arial" charset="0"/>
              </a:rPr>
            </a:br>
            <a:r>
              <a:rPr kumimoji="0" lang="en-US" sz="1000" b="0" i="0" u="none" strike="noStrike" kern="0" cap="none" spc="0" normalizeH="0" baseline="0" noProof="0" dirty="0" smtClean="0">
                <a:ln>
                  <a:noFill/>
                </a:ln>
                <a:solidFill>
                  <a:srgbClr val="333333">
                    <a:lumMod val="10000"/>
                  </a:srgbClr>
                </a:solidFill>
                <a:effectLst/>
                <a:uFillTx/>
                <a:latin typeface="Arial" charset="0"/>
              </a:rPr>
              <a:t>Native Format</a:t>
            </a:r>
          </a:p>
        </p:txBody>
      </p:sp>
      <p:sp>
        <p:nvSpPr>
          <p:cNvPr id="57" name="TextBox 56"/>
          <p:cNvSpPr txBox="1">
            <a:spLocks/>
          </p:cNvSpPr>
          <p:nvPr/>
        </p:nvSpPr>
        <p:spPr>
          <a:xfrm>
            <a:off x="1104146" y="806398"/>
            <a:ext cx="741072" cy="321470"/>
          </a:xfrm>
          <a:prstGeom prst="rect">
            <a:avLst/>
          </a:prstGeom>
          <a:noFill/>
        </p:spPr>
        <p:txBody>
          <a:bodyPr wrap="none" lIns="0" rIns="0" rtlCol="0">
            <a:noAutofit/>
          </a:bodyPr>
          <a:lstStyle/>
          <a:p>
            <a:pPr marL="0" marR="0" lvl="0" indent="0" defTabSz="914400" eaLnBrk="1" fontAlgn="base" latinLnBrk="0" hangingPunct="1">
              <a:lnSpc>
                <a:spcPct val="100000"/>
              </a:lnSpc>
              <a:spcBef>
                <a:spcPct val="0"/>
              </a:spcBef>
              <a:spcAft>
                <a:spcPct val="0"/>
              </a:spcAft>
              <a:buFontTx/>
              <a:buNone/>
              <a:defRPr>
                <a:uFillTx/>
              </a:defRPr>
            </a:pPr>
            <a:r>
              <a:rPr kumimoji="0" lang="en-US" sz="1000" b="0" i="0" u="none" strike="noStrike" kern="0" cap="none" spc="0" normalizeH="0" baseline="0" noProof="0" dirty="0" smtClean="0">
                <a:ln>
                  <a:noFill/>
                </a:ln>
                <a:solidFill>
                  <a:srgbClr val="333333">
                    <a:lumMod val="10000"/>
                  </a:srgbClr>
                </a:solidFill>
                <a:effectLst/>
                <a:uFillTx/>
                <a:latin typeface="Arial" charset="0"/>
              </a:rPr>
              <a:t>Intercept</a:t>
            </a:r>
          </a:p>
          <a:p>
            <a:pPr marL="0" marR="0" lvl="0" indent="0" defTabSz="914400" eaLnBrk="1" fontAlgn="base" latinLnBrk="0" hangingPunct="1">
              <a:lnSpc>
                <a:spcPct val="100000"/>
              </a:lnSpc>
              <a:spcBef>
                <a:spcPct val="0"/>
              </a:spcBef>
              <a:spcAft>
                <a:spcPct val="0"/>
              </a:spcAft>
              <a:buFontTx/>
              <a:buNone/>
              <a:defRPr>
                <a:uFillTx/>
              </a:defRPr>
            </a:pPr>
            <a:r>
              <a:rPr kumimoji="0" lang="en-US" sz="1000" b="0" i="0" u="none" strike="noStrike" kern="0" cap="none" spc="0" normalizeH="0" baseline="0" noProof="0" dirty="0" smtClean="0">
                <a:ln>
                  <a:noFill/>
                </a:ln>
                <a:solidFill>
                  <a:srgbClr val="333333">
                    <a:lumMod val="10000"/>
                  </a:srgbClr>
                </a:solidFill>
                <a:effectLst/>
                <a:uFillTx/>
                <a:latin typeface="Arial" charset="0"/>
              </a:rPr>
              <a:t>Messages</a:t>
            </a:r>
          </a:p>
        </p:txBody>
      </p:sp>
      <p:sp>
        <p:nvSpPr>
          <p:cNvPr id="58" name="Oval 57"/>
          <p:cNvSpPr>
            <a:spLocks/>
          </p:cNvSpPr>
          <p:nvPr/>
        </p:nvSpPr>
        <p:spPr>
          <a:xfrm>
            <a:off x="729340" y="1396331"/>
            <a:ext cx="274320" cy="274320"/>
          </a:xfrm>
          <a:prstGeom prst="ellipse">
            <a:avLst/>
          </a:prstGeom>
          <a:solidFill>
            <a:schemeClr val="tx1"/>
          </a:solidFill>
          <a:ln w="12700" cap="sq" cmpd="sng" algn="ctr">
            <a:solidFill>
              <a:srgbClr val="CD040B">
                <a:shade val="50000"/>
              </a:srgbClr>
            </a:solidFill>
            <a:prstDash val="solid"/>
          </a:ln>
          <a:effectLst>
            <a:outerShdw blurRad="50800" dist="38100" dir="2700000" algn="tl" rotWithShape="0">
              <a:srgbClr val="000000">
                <a:alpha val="40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FontTx/>
              <a:buNone/>
              <a:defRPr>
                <a:uFillTx/>
              </a:defRPr>
            </a:pPr>
            <a:r>
              <a:rPr kumimoji="0" lang="en-US" sz="1050" b="1" i="0" u="none" strike="noStrike" kern="0" cap="none" spc="0" normalizeH="0" baseline="0" noProof="0" dirty="0" smtClean="0">
                <a:ln>
                  <a:noFill/>
                </a:ln>
                <a:solidFill>
                  <a:srgbClr val="FFFFFF"/>
                </a:solidFill>
                <a:effectLst/>
                <a:uFillTx/>
                <a:latin typeface="NeueHaasGroteskText Std"/>
                <a:ea typeface="+mn-ea"/>
                <a:cs typeface="+mn-cs"/>
              </a:rPr>
              <a:t>2</a:t>
            </a:r>
          </a:p>
        </p:txBody>
      </p:sp>
      <p:sp>
        <p:nvSpPr>
          <p:cNvPr id="59" name="TextBox 58"/>
          <p:cNvSpPr txBox="1">
            <a:spLocks/>
          </p:cNvSpPr>
          <p:nvPr/>
        </p:nvSpPr>
        <p:spPr>
          <a:xfrm>
            <a:off x="1104146" y="1362797"/>
            <a:ext cx="1084186" cy="313250"/>
          </a:xfrm>
          <a:prstGeom prst="rect">
            <a:avLst/>
          </a:prstGeom>
          <a:noFill/>
        </p:spPr>
        <p:txBody>
          <a:bodyPr wrap="none" lIns="0" rIns="0" rtlCol="0">
            <a:noAutofit/>
          </a:bodyPr>
          <a:lstStyle/>
          <a:p>
            <a:pPr marL="0" marR="0" lvl="0" indent="0" defTabSz="914400" eaLnBrk="1" fontAlgn="base" latinLnBrk="0" hangingPunct="1">
              <a:lnSpc>
                <a:spcPct val="100000"/>
              </a:lnSpc>
              <a:spcBef>
                <a:spcPct val="0"/>
              </a:spcBef>
              <a:spcAft>
                <a:spcPct val="0"/>
              </a:spcAft>
              <a:buFontTx/>
              <a:buNone/>
              <a:defRPr>
                <a:uFillTx/>
              </a:defRPr>
            </a:pPr>
            <a:r>
              <a:rPr kumimoji="0" lang="en-US" sz="1000" b="0" i="0" u="none" strike="noStrike" kern="0" cap="none" spc="0" normalizeH="0" baseline="0" noProof="0" dirty="0" smtClean="0">
                <a:ln>
                  <a:noFill/>
                </a:ln>
                <a:solidFill>
                  <a:srgbClr val="333333">
                    <a:lumMod val="10000"/>
                  </a:srgbClr>
                </a:solidFill>
                <a:effectLst/>
                <a:uFillTx/>
                <a:latin typeface="Arial" charset="0"/>
              </a:rPr>
              <a:t>Un-structured</a:t>
            </a:r>
          </a:p>
          <a:p>
            <a:pPr marL="0" marR="0" lvl="0" indent="0" defTabSz="914400" eaLnBrk="1" fontAlgn="base" latinLnBrk="0" hangingPunct="1">
              <a:lnSpc>
                <a:spcPct val="100000"/>
              </a:lnSpc>
              <a:spcBef>
                <a:spcPct val="0"/>
              </a:spcBef>
              <a:spcAft>
                <a:spcPct val="0"/>
              </a:spcAft>
              <a:buFontTx/>
              <a:buNone/>
              <a:defRPr>
                <a:uFillTx/>
              </a:defRPr>
            </a:pPr>
            <a:r>
              <a:rPr kumimoji="0" lang="en-US" sz="1000" b="0" i="0" u="none" strike="noStrike" kern="0" cap="none" spc="0" normalizeH="0" baseline="0" noProof="0" dirty="0" smtClean="0">
                <a:ln>
                  <a:noFill/>
                </a:ln>
                <a:solidFill>
                  <a:srgbClr val="333333">
                    <a:lumMod val="10000"/>
                  </a:srgbClr>
                </a:solidFill>
                <a:effectLst/>
                <a:uFillTx/>
                <a:latin typeface="Arial" charset="0"/>
              </a:rPr>
              <a:t>Data</a:t>
            </a:r>
          </a:p>
        </p:txBody>
      </p:sp>
      <p:sp>
        <p:nvSpPr>
          <p:cNvPr id="60" name="Oval 59"/>
          <p:cNvSpPr>
            <a:spLocks/>
          </p:cNvSpPr>
          <p:nvPr/>
        </p:nvSpPr>
        <p:spPr>
          <a:xfrm>
            <a:off x="729340" y="1907011"/>
            <a:ext cx="274320" cy="274320"/>
          </a:xfrm>
          <a:prstGeom prst="ellipse">
            <a:avLst/>
          </a:prstGeom>
          <a:solidFill>
            <a:schemeClr val="tx1"/>
          </a:solidFill>
          <a:ln w="12700" cap="sq" cmpd="sng" algn="ctr">
            <a:solidFill>
              <a:srgbClr val="CD040B">
                <a:shade val="50000"/>
              </a:srgbClr>
            </a:solidFill>
            <a:prstDash val="solid"/>
          </a:ln>
          <a:effectLst>
            <a:outerShdw blurRad="50800" dist="38100" dir="2700000" algn="tl" rotWithShape="0">
              <a:srgbClr val="000000">
                <a:alpha val="40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FontTx/>
              <a:buNone/>
              <a:defRPr>
                <a:uFillTx/>
              </a:defRPr>
            </a:pPr>
            <a:r>
              <a:rPr kumimoji="0" lang="en-US" sz="1050" b="1" i="0" u="none" strike="noStrike" kern="0" cap="none" spc="0" normalizeH="0" baseline="0" noProof="0" dirty="0" smtClean="0">
                <a:ln>
                  <a:noFill/>
                </a:ln>
                <a:solidFill>
                  <a:srgbClr val="FFFFFF"/>
                </a:solidFill>
                <a:effectLst/>
                <a:uFillTx/>
                <a:latin typeface="NeueHaasGroteskText Std"/>
                <a:ea typeface="+mn-ea"/>
                <a:cs typeface="+mn-cs"/>
              </a:rPr>
              <a:t>3</a:t>
            </a:r>
          </a:p>
        </p:txBody>
      </p:sp>
      <p:sp>
        <p:nvSpPr>
          <p:cNvPr id="61" name="TextBox 60"/>
          <p:cNvSpPr txBox="1">
            <a:spLocks/>
          </p:cNvSpPr>
          <p:nvPr/>
        </p:nvSpPr>
        <p:spPr>
          <a:xfrm>
            <a:off x="1104147" y="1889999"/>
            <a:ext cx="602606" cy="321470"/>
          </a:xfrm>
          <a:prstGeom prst="rect">
            <a:avLst/>
          </a:prstGeom>
          <a:noFill/>
        </p:spPr>
        <p:txBody>
          <a:bodyPr wrap="none" lIns="0" rIns="0" rtlCol="0">
            <a:noAutofit/>
          </a:bodyPr>
          <a:lstStyle/>
          <a:p>
            <a:pPr marL="0" marR="0" lvl="0" indent="0" defTabSz="914400" eaLnBrk="1" fontAlgn="base" latinLnBrk="0" hangingPunct="1">
              <a:lnSpc>
                <a:spcPct val="100000"/>
              </a:lnSpc>
              <a:spcBef>
                <a:spcPct val="0"/>
              </a:spcBef>
              <a:spcAft>
                <a:spcPct val="0"/>
              </a:spcAft>
              <a:buFontTx/>
              <a:buNone/>
              <a:defRPr>
                <a:uFillTx/>
              </a:defRPr>
            </a:pPr>
            <a:r>
              <a:rPr kumimoji="0" lang="en-US" sz="1000" b="0" i="0" u="none" strike="noStrike" kern="0" cap="none" spc="0" normalizeH="0" baseline="0" noProof="0" dirty="0" smtClean="0">
                <a:ln>
                  <a:noFill/>
                </a:ln>
                <a:solidFill>
                  <a:srgbClr val="333333">
                    <a:lumMod val="10000"/>
                  </a:srgbClr>
                </a:solidFill>
                <a:effectLst/>
                <a:uFillTx/>
                <a:latin typeface="Arial" charset="0"/>
              </a:rPr>
              <a:t>Explicit </a:t>
            </a:r>
            <a:br>
              <a:rPr kumimoji="0" lang="en-US" sz="1000" b="0" i="0" u="none" strike="noStrike" kern="0" cap="none" spc="0" normalizeH="0" baseline="0" noProof="0" dirty="0" smtClean="0">
                <a:ln>
                  <a:noFill/>
                </a:ln>
                <a:solidFill>
                  <a:srgbClr val="333333">
                    <a:lumMod val="10000"/>
                  </a:srgbClr>
                </a:solidFill>
                <a:effectLst/>
                <a:uFillTx/>
                <a:latin typeface="Arial" charset="0"/>
              </a:rPr>
            </a:br>
            <a:r>
              <a:rPr kumimoji="0" lang="en-US" sz="1000" b="0" i="0" u="none" strike="noStrike" kern="0" cap="none" spc="0" normalizeH="0" baseline="0" noProof="0" dirty="0" smtClean="0">
                <a:ln>
                  <a:noFill/>
                </a:ln>
                <a:solidFill>
                  <a:srgbClr val="333333">
                    <a:lumMod val="10000"/>
                  </a:srgbClr>
                </a:solidFill>
                <a:effectLst/>
                <a:uFillTx/>
                <a:latin typeface="Arial" charset="0"/>
              </a:rPr>
              <a:t>Calls</a:t>
            </a:r>
          </a:p>
        </p:txBody>
      </p:sp>
      <p:sp>
        <p:nvSpPr>
          <p:cNvPr id="62" name="Oval 61"/>
          <p:cNvSpPr>
            <a:spLocks/>
          </p:cNvSpPr>
          <p:nvPr/>
        </p:nvSpPr>
        <p:spPr>
          <a:xfrm>
            <a:off x="729340" y="2417690"/>
            <a:ext cx="274320" cy="274320"/>
          </a:xfrm>
          <a:prstGeom prst="ellipse">
            <a:avLst/>
          </a:prstGeom>
          <a:solidFill>
            <a:schemeClr val="tx1"/>
          </a:solidFill>
          <a:ln w="12700" cap="sq" cmpd="sng" algn="ctr">
            <a:solidFill>
              <a:srgbClr val="CD040B">
                <a:shade val="50000"/>
              </a:srgbClr>
            </a:solidFill>
            <a:prstDash val="solid"/>
          </a:ln>
          <a:effectLst>
            <a:outerShdw blurRad="50800" dist="38100" dir="2700000" algn="tl" rotWithShape="0">
              <a:srgbClr val="000000">
                <a:alpha val="40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FontTx/>
              <a:buNone/>
              <a:defRPr>
                <a:uFillTx/>
              </a:defRPr>
            </a:pPr>
            <a:r>
              <a:rPr kumimoji="0" lang="en-US" sz="1050" b="1" i="0" u="none" strike="noStrike" kern="0" cap="none" spc="0" normalizeH="0" baseline="0" noProof="0" dirty="0" smtClean="0">
                <a:ln>
                  <a:noFill/>
                </a:ln>
                <a:solidFill>
                  <a:srgbClr val="FFFFFF"/>
                </a:solidFill>
                <a:effectLst/>
                <a:uFillTx/>
                <a:latin typeface="NeueHaasGroteskText Std"/>
                <a:ea typeface="+mn-ea"/>
                <a:cs typeface="+mn-cs"/>
              </a:rPr>
              <a:t>4</a:t>
            </a:r>
          </a:p>
        </p:txBody>
      </p:sp>
      <p:sp>
        <p:nvSpPr>
          <p:cNvPr id="63" name="TextBox 62"/>
          <p:cNvSpPr txBox="1">
            <a:spLocks/>
          </p:cNvSpPr>
          <p:nvPr/>
        </p:nvSpPr>
        <p:spPr>
          <a:xfrm>
            <a:off x="1104146" y="2379305"/>
            <a:ext cx="973324" cy="321470"/>
          </a:xfrm>
          <a:prstGeom prst="rect">
            <a:avLst/>
          </a:prstGeom>
          <a:noFill/>
        </p:spPr>
        <p:txBody>
          <a:bodyPr wrap="none" lIns="0" rIns="0" rtlCol="0">
            <a:noAutofit/>
          </a:bodyPr>
          <a:lstStyle/>
          <a:p>
            <a:pPr marL="0" marR="0" lvl="0" indent="0" defTabSz="914400" eaLnBrk="1" fontAlgn="base" latinLnBrk="0" hangingPunct="1">
              <a:lnSpc>
                <a:spcPct val="100000"/>
              </a:lnSpc>
              <a:spcBef>
                <a:spcPct val="0"/>
              </a:spcBef>
              <a:spcAft>
                <a:spcPct val="0"/>
              </a:spcAft>
              <a:buFontTx/>
              <a:buNone/>
              <a:defRPr>
                <a:uFillTx/>
              </a:defRPr>
            </a:pPr>
            <a:r>
              <a:rPr kumimoji="0" lang="en-US" sz="1000" b="0" i="0" u="none" strike="noStrike" kern="0" cap="none" spc="0" normalizeH="0" baseline="0" noProof="0" dirty="0" smtClean="0">
                <a:ln>
                  <a:noFill/>
                </a:ln>
                <a:solidFill>
                  <a:srgbClr val="333333">
                    <a:lumMod val="10000"/>
                  </a:srgbClr>
                </a:solidFill>
                <a:effectLst/>
                <a:uFillTx/>
                <a:latin typeface="Arial" charset="0"/>
              </a:rPr>
              <a:t>Triggered</a:t>
            </a:r>
          </a:p>
          <a:p>
            <a:pPr marL="0" marR="0" lvl="0" indent="0" defTabSz="914400" eaLnBrk="1" fontAlgn="base" latinLnBrk="0" hangingPunct="1">
              <a:lnSpc>
                <a:spcPct val="100000"/>
              </a:lnSpc>
              <a:spcBef>
                <a:spcPct val="0"/>
              </a:spcBef>
              <a:spcAft>
                <a:spcPct val="0"/>
              </a:spcAft>
              <a:buFontTx/>
              <a:buNone/>
              <a:defRPr>
                <a:uFillTx/>
              </a:defRPr>
            </a:pPr>
            <a:r>
              <a:rPr kumimoji="0" lang="en-US" sz="1000" b="0" i="0" u="none" strike="noStrike" kern="0" cap="none" spc="0" normalizeH="0" baseline="0" noProof="0" dirty="0" smtClean="0">
                <a:ln>
                  <a:noFill/>
                </a:ln>
                <a:solidFill>
                  <a:srgbClr val="333333">
                    <a:lumMod val="10000"/>
                  </a:srgbClr>
                </a:solidFill>
                <a:effectLst/>
                <a:uFillTx/>
                <a:latin typeface="Arial" charset="0"/>
              </a:rPr>
              <a:t>Notification</a:t>
            </a:r>
          </a:p>
        </p:txBody>
      </p:sp>
      <p:sp>
        <p:nvSpPr>
          <p:cNvPr id="69" name="Rectangle 68"/>
          <p:cNvSpPr>
            <a:spLocks/>
          </p:cNvSpPr>
          <p:nvPr/>
        </p:nvSpPr>
        <p:spPr>
          <a:xfrm>
            <a:off x="353302" y="809832"/>
            <a:ext cx="274320" cy="1891704"/>
          </a:xfrm>
          <a:prstGeom prst="rect">
            <a:avLst/>
          </a:prstGeom>
          <a:solidFill>
            <a:schemeClr val="bg1">
              <a:lumMod val="85000"/>
            </a:schemeClr>
          </a:solidFill>
          <a:ln w="12700" cap="sq" cmpd="sng" algn="ctr">
            <a:solidFill>
              <a:schemeClr val="bg1">
                <a:lumMod val="75000"/>
              </a:schemeClr>
            </a:solidFill>
            <a:prstDash val="solid"/>
          </a:ln>
          <a:effectLst/>
        </p:spPr>
        <p:txBody>
          <a:bodyPr vert="vert270" rtlCol="0" anchor="ctr"/>
          <a:lstStyle/>
          <a:p>
            <a:pPr marL="0" marR="0" lvl="0" indent="0" algn="ctr" defTabSz="914400" eaLnBrk="1" fontAlgn="base" latinLnBrk="0" hangingPunct="1">
              <a:lnSpc>
                <a:spcPct val="100000"/>
              </a:lnSpc>
              <a:spcBef>
                <a:spcPct val="0"/>
              </a:spcBef>
              <a:spcAft>
                <a:spcPct val="0"/>
              </a:spcAft>
              <a:buFontTx/>
              <a:buNone/>
              <a:defRPr>
                <a:uFillTx/>
              </a:defRPr>
            </a:pPr>
            <a:r>
              <a:rPr kumimoji="0" lang="en-US" sz="1100" b="1" i="0" u="none" strike="noStrike" kern="0" cap="none" spc="0" normalizeH="0" baseline="0" noProof="0" dirty="0" smtClean="0">
                <a:ln>
                  <a:noFill/>
                </a:ln>
                <a:effectLst/>
                <a:uFillTx/>
                <a:latin typeface="NeueHaasGroteskText Std"/>
                <a:ea typeface="+mn-ea"/>
                <a:cs typeface="+mn-cs"/>
              </a:rPr>
              <a:t>DATA IN MOTION</a:t>
            </a:r>
          </a:p>
        </p:txBody>
      </p:sp>
      <p:sp>
        <p:nvSpPr>
          <p:cNvPr id="82" name="Folded Corner 81"/>
          <p:cNvSpPr>
            <a:spLocks/>
          </p:cNvSpPr>
          <p:nvPr/>
        </p:nvSpPr>
        <p:spPr>
          <a:xfrm>
            <a:off x="7046196" y="905775"/>
            <a:ext cx="1923218" cy="813992"/>
          </a:xfrm>
          <a:prstGeom prst="foldedCorner">
            <a:avLst/>
          </a:prstGeom>
          <a:solidFill>
            <a:schemeClr val="accent2">
              <a:lumMod val="20000"/>
              <a:lumOff val="80000"/>
            </a:schemeClr>
          </a:solidFill>
          <a:ln w="12700" cap="sq" cmpd="sng" algn="ctr">
            <a:solidFill>
              <a:srgbClr val="FFFFFF"/>
            </a:solidFill>
            <a:prstDash val="solid"/>
          </a:ln>
          <a:effectLst/>
        </p:spPr>
        <p:txBody>
          <a:bodyPr tIns="68580" rtlCol="0" anchor="t"/>
          <a:lstStyle/>
          <a:p>
            <a:pPr marL="0" marR="0" lvl="0" indent="0" defTabSz="685800" eaLnBrk="1" fontAlgn="base" latinLnBrk="0" hangingPunct="1">
              <a:lnSpc>
                <a:spcPct val="100000"/>
              </a:lnSpc>
              <a:spcBef>
                <a:spcPts val="450"/>
              </a:spcBef>
              <a:spcAft>
                <a:spcPts val="450"/>
              </a:spcAft>
              <a:buFontTx/>
              <a:buNone/>
              <a:defRPr>
                <a:uFillTx/>
              </a:defRPr>
            </a:pPr>
            <a:r>
              <a:rPr kumimoji="0" lang="en-US" sz="1050" b="1" i="0" u="none" strike="noStrike" kern="0" cap="none" spc="0" normalizeH="0" baseline="0" noProof="0" dirty="0" smtClean="0">
                <a:ln>
                  <a:noFill/>
                </a:ln>
                <a:solidFill>
                  <a:srgbClr val="CD040B"/>
                </a:solidFill>
                <a:effectLst/>
                <a:uFillTx/>
                <a:latin typeface="NeueHaasGroteskText Std"/>
                <a:ea typeface="+mn-ea"/>
                <a:cs typeface="+mn-cs"/>
              </a:rPr>
              <a:t>Key Features:</a:t>
            </a:r>
          </a:p>
          <a:p>
            <a:pPr marL="171450" marR="0" lvl="0" indent="-171450" defTabSz="685800" eaLnBrk="1" fontAlgn="base" latinLnBrk="0" hangingPunct="1">
              <a:lnSpc>
                <a:spcPct val="100000"/>
              </a:lnSpc>
              <a:spcBef>
                <a:spcPct val="0"/>
              </a:spcBef>
              <a:spcAft>
                <a:spcPts val="225"/>
              </a:spcAft>
              <a:buFont typeface="Wingdings" panose="05000000000000000000" pitchFamily="2" charset="2"/>
              <a:buChar char="ü"/>
              <a:defRPr>
                <a:uFillTx/>
              </a:defRPr>
            </a:pPr>
            <a:r>
              <a:rPr kumimoji="0" lang="en-US" sz="900" b="0" i="0" u="none" strike="noStrike" kern="0" cap="none" spc="0" normalizeH="0" baseline="0" noProof="0" dirty="0" smtClean="0">
                <a:ln>
                  <a:noFill/>
                </a:ln>
                <a:solidFill>
                  <a:srgbClr val="333333">
                    <a:lumMod val="10000"/>
                  </a:srgbClr>
                </a:solidFill>
                <a:effectLst/>
                <a:uFillTx/>
                <a:latin typeface="NeueHaasGroteskText Std"/>
                <a:ea typeface="+mn-ea"/>
                <a:cs typeface="+mn-cs"/>
              </a:rPr>
              <a:t>Support for Data In Motion</a:t>
            </a:r>
          </a:p>
          <a:p>
            <a:pPr marL="171450" marR="0" lvl="0" indent="-171450" defTabSz="685800" eaLnBrk="1" fontAlgn="base" latinLnBrk="0" hangingPunct="1">
              <a:lnSpc>
                <a:spcPct val="100000"/>
              </a:lnSpc>
              <a:spcBef>
                <a:spcPct val="0"/>
              </a:spcBef>
              <a:spcAft>
                <a:spcPts val="225"/>
              </a:spcAft>
              <a:buFont typeface="Wingdings" panose="05000000000000000000" pitchFamily="2" charset="2"/>
              <a:buChar char="ü"/>
              <a:defRPr>
                <a:uFillTx/>
              </a:defRPr>
            </a:pPr>
            <a:r>
              <a:rPr kumimoji="0" lang="en-US" sz="900" b="0" i="0" u="none" strike="noStrike" kern="0" cap="none" spc="0" normalizeH="0" baseline="0" noProof="0" dirty="0" smtClean="0">
                <a:ln>
                  <a:noFill/>
                </a:ln>
                <a:solidFill>
                  <a:srgbClr val="333333">
                    <a:lumMod val="10000"/>
                  </a:srgbClr>
                </a:solidFill>
                <a:effectLst/>
                <a:uFillTx/>
                <a:latin typeface="NeueHaasGroteskText Std"/>
                <a:ea typeface="+mn-ea"/>
                <a:cs typeface="+mn-cs"/>
              </a:rPr>
              <a:t>Configurable Data filters</a:t>
            </a:r>
          </a:p>
          <a:p>
            <a:pPr marL="171450" marR="0" lvl="0" indent="-171450" defTabSz="685800" eaLnBrk="1" fontAlgn="base" latinLnBrk="0" hangingPunct="1">
              <a:lnSpc>
                <a:spcPct val="100000"/>
              </a:lnSpc>
              <a:spcBef>
                <a:spcPct val="0"/>
              </a:spcBef>
              <a:spcAft>
                <a:spcPts val="225"/>
              </a:spcAft>
              <a:buFont typeface="Wingdings" panose="05000000000000000000" pitchFamily="2" charset="2"/>
              <a:buChar char="ü"/>
              <a:defRPr>
                <a:uFillTx/>
              </a:defRPr>
            </a:pPr>
            <a:r>
              <a:rPr kumimoji="0" lang="en-US" sz="900" b="0" i="0" u="none" strike="noStrike" kern="0" cap="none" spc="0" normalizeH="0" baseline="0" noProof="0" dirty="0" smtClean="0">
                <a:ln>
                  <a:noFill/>
                </a:ln>
                <a:solidFill>
                  <a:srgbClr val="333333">
                    <a:lumMod val="10000"/>
                  </a:srgbClr>
                </a:solidFill>
                <a:effectLst/>
                <a:uFillTx/>
                <a:latin typeface="NeueHaasGroteskText Std"/>
                <a:ea typeface="+mn-ea"/>
                <a:cs typeface="+mn-cs"/>
              </a:rPr>
              <a:t>Complex Event Processing</a:t>
            </a:r>
          </a:p>
        </p:txBody>
      </p:sp>
      <p:cxnSp>
        <p:nvCxnSpPr>
          <p:cNvPr id="102" name="Straight Arrow Connector 101"/>
          <p:cNvCxnSpPr/>
          <p:nvPr/>
        </p:nvCxnSpPr>
        <p:spPr>
          <a:xfrm>
            <a:off x="2644026" y="2548469"/>
            <a:ext cx="513287" cy="2"/>
          </a:xfrm>
          <a:prstGeom prst="straightConnector1">
            <a:avLst/>
          </a:prstGeom>
          <a:solidFill>
            <a:srgbClr val="FFFFFF"/>
          </a:solidFill>
          <a:ln w="12700" cap="sq" cmpd="sng" algn="ctr">
            <a:solidFill>
              <a:srgbClr val="000000"/>
            </a:solidFill>
            <a:prstDash val="solid"/>
            <a:tailEnd type="arrow"/>
          </a:ln>
          <a:effectLst/>
        </p:spPr>
      </p:cxnSp>
      <p:sp>
        <p:nvSpPr>
          <p:cNvPr id="107" name="Rectangle 106"/>
          <p:cNvSpPr>
            <a:spLocks/>
          </p:cNvSpPr>
          <p:nvPr/>
        </p:nvSpPr>
        <p:spPr>
          <a:xfrm>
            <a:off x="353302" y="2776520"/>
            <a:ext cx="274320" cy="1810480"/>
          </a:xfrm>
          <a:prstGeom prst="rect">
            <a:avLst/>
          </a:prstGeom>
          <a:solidFill>
            <a:schemeClr val="bg1">
              <a:lumMod val="85000"/>
            </a:schemeClr>
          </a:solidFill>
          <a:ln w="12700" cap="sq" cmpd="sng" algn="ctr">
            <a:solidFill>
              <a:schemeClr val="bg1">
                <a:lumMod val="75000"/>
              </a:schemeClr>
            </a:solidFill>
            <a:prstDash val="solid"/>
          </a:ln>
          <a:effectLst/>
        </p:spPr>
        <p:txBody>
          <a:bodyPr vert="vert270" rtlCol="0" anchor="ctr"/>
          <a:lstStyle/>
          <a:p>
            <a:pPr marL="0" marR="0" lvl="0" indent="0" algn="ctr" defTabSz="914400" eaLnBrk="1" fontAlgn="base" latinLnBrk="0" hangingPunct="1">
              <a:lnSpc>
                <a:spcPct val="100000"/>
              </a:lnSpc>
              <a:spcBef>
                <a:spcPct val="0"/>
              </a:spcBef>
              <a:spcAft>
                <a:spcPct val="0"/>
              </a:spcAft>
              <a:buFontTx/>
              <a:buNone/>
              <a:defRPr>
                <a:uFillTx/>
              </a:defRPr>
            </a:pPr>
            <a:r>
              <a:rPr kumimoji="0" lang="en-US" sz="1100" b="1" i="0" u="none" strike="noStrike" kern="0" cap="none" spc="0" normalizeH="0" baseline="0" noProof="0" dirty="0" smtClean="0">
                <a:ln>
                  <a:noFill/>
                </a:ln>
                <a:effectLst/>
                <a:uFillTx/>
                <a:latin typeface="NeueHaasGroteskText Std"/>
                <a:ea typeface="+mn-ea"/>
                <a:cs typeface="+mn-cs"/>
              </a:rPr>
              <a:t>DATA</a:t>
            </a:r>
            <a:r>
              <a:rPr kumimoji="0" lang="en-US" sz="1100" b="1" i="0" u="none" strike="noStrike" kern="0" cap="none" spc="0" normalizeH="0" noProof="0" dirty="0" smtClean="0">
                <a:ln>
                  <a:noFill/>
                </a:ln>
                <a:effectLst/>
                <a:uFillTx/>
                <a:latin typeface="NeueHaasGroteskText Std"/>
                <a:ea typeface="+mn-ea"/>
                <a:cs typeface="+mn-cs"/>
              </a:rPr>
              <a:t> AT REST</a:t>
            </a:r>
            <a:endParaRPr kumimoji="0" lang="en-US" sz="1100" b="1" i="0" u="none" strike="noStrike" kern="0" cap="none" spc="0" normalizeH="0" baseline="0" noProof="0" dirty="0" smtClean="0">
              <a:ln>
                <a:noFill/>
              </a:ln>
              <a:effectLst/>
              <a:uFillTx/>
              <a:latin typeface="NeueHaasGroteskText Std"/>
              <a:ea typeface="+mn-ea"/>
              <a:cs typeface="+mn-cs"/>
            </a:endParaRPr>
          </a:p>
        </p:txBody>
      </p:sp>
      <p:sp>
        <p:nvSpPr>
          <p:cNvPr id="108" name="Oval 107"/>
          <p:cNvSpPr>
            <a:spLocks/>
          </p:cNvSpPr>
          <p:nvPr/>
        </p:nvSpPr>
        <p:spPr>
          <a:xfrm>
            <a:off x="729340" y="3593479"/>
            <a:ext cx="274320" cy="274320"/>
          </a:xfrm>
          <a:prstGeom prst="ellipse">
            <a:avLst/>
          </a:prstGeom>
          <a:solidFill>
            <a:schemeClr val="tx1"/>
          </a:solidFill>
          <a:ln w="12700" cap="sq" cmpd="sng" algn="ctr">
            <a:solidFill>
              <a:srgbClr val="CD040B">
                <a:shade val="50000"/>
              </a:srgbClr>
            </a:solidFill>
            <a:prstDash val="solid"/>
          </a:ln>
          <a:effectLst>
            <a:outerShdw blurRad="50800" dist="38100" dir="2700000" algn="tl" rotWithShape="0">
              <a:srgbClr val="000000">
                <a:alpha val="40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FontTx/>
              <a:buNone/>
              <a:defRPr>
                <a:uFillTx/>
              </a:defRPr>
            </a:pPr>
            <a:r>
              <a:rPr kumimoji="0" lang="en-US" sz="1050" b="1" i="0" u="none" strike="noStrike" kern="0" cap="none" spc="0" normalizeH="0" baseline="0" noProof="0" dirty="0" smtClean="0">
                <a:ln>
                  <a:noFill/>
                </a:ln>
                <a:solidFill>
                  <a:srgbClr val="FFFFFF"/>
                </a:solidFill>
                <a:effectLst/>
                <a:uFillTx/>
                <a:latin typeface="NeueHaasGroteskText Std"/>
                <a:ea typeface="+mn-ea"/>
                <a:cs typeface="+mn-cs"/>
              </a:rPr>
              <a:t>5</a:t>
            </a:r>
          </a:p>
        </p:txBody>
      </p:sp>
      <p:sp>
        <p:nvSpPr>
          <p:cNvPr id="109" name="TextBox 108"/>
          <p:cNvSpPr txBox="1">
            <a:spLocks/>
          </p:cNvSpPr>
          <p:nvPr/>
        </p:nvSpPr>
        <p:spPr>
          <a:xfrm>
            <a:off x="1104146" y="3535405"/>
            <a:ext cx="829483" cy="321470"/>
          </a:xfrm>
          <a:prstGeom prst="rect">
            <a:avLst/>
          </a:prstGeom>
          <a:noFill/>
        </p:spPr>
        <p:txBody>
          <a:bodyPr wrap="none" lIns="0" rIns="0" rtlCol="0">
            <a:noAutofit/>
          </a:bodyPr>
          <a:lstStyle/>
          <a:p>
            <a:pPr marL="0" marR="0" lvl="0" indent="0" defTabSz="914400" eaLnBrk="1" fontAlgn="base" latinLnBrk="0" hangingPunct="1">
              <a:lnSpc>
                <a:spcPct val="100000"/>
              </a:lnSpc>
              <a:spcBef>
                <a:spcPct val="0"/>
              </a:spcBef>
              <a:spcAft>
                <a:spcPct val="0"/>
              </a:spcAft>
              <a:buFontTx/>
              <a:buNone/>
              <a:defRPr>
                <a:uFillTx/>
              </a:defRPr>
            </a:pPr>
            <a:r>
              <a:rPr kumimoji="0" lang="en-US" sz="1000" b="0" i="0" u="none" strike="noStrike" kern="0" cap="none" spc="0" normalizeH="0" baseline="0" noProof="0" dirty="0" smtClean="0">
                <a:ln>
                  <a:noFill/>
                </a:ln>
                <a:solidFill>
                  <a:srgbClr val="333333">
                    <a:lumMod val="10000"/>
                  </a:srgbClr>
                </a:solidFill>
                <a:effectLst/>
                <a:uFillTx/>
                <a:latin typeface="Arial" charset="0"/>
              </a:rPr>
              <a:t>Periodic </a:t>
            </a:r>
            <a:br>
              <a:rPr kumimoji="0" lang="en-US" sz="1000" b="0" i="0" u="none" strike="noStrike" kern="0" cap="none" spc="0" normalizeH="0" baseline="0" noProof="0" dirty="0" smtClean="0">
                <a:ln>
                  <a:noFill/>
                </a:ln>
                <a:solidFill>
                  <a:srgbClr val="333333">
                    <a:lumMod val="10000"/>
                  </a:srgbClr>
                </a:solidFill>
                <a:effectLst/>
                <a:uFillTx/>
                <a:latin typeface="Arial" charset="0"/>
              </a:rPr>
            </a:br>
            <a:r>
              <a:rPr kumimoji="0" lang="en-US" sz="1000" b="0" i="0" u="none" strike="noStrike" kern="0" cap="none" spc="0" normalizeH="0" baseline="0" noProof="0" dirty="0" smtClean="0">
                <a:ln>
                  <a:noFill/>
                </a:ln>
                <a:solidFill>
                  <a:srgbClr val="333333">
                    <a:lumMod val="10000"/>
                  </a:srgbClr>
                </a:solidFill>
                <a:effectLst/>
                <a:uFillTx/>
                <a:latin typeface="Arial" charset="0"/>
              </a:rPr>
              <a:t>Extract</a:t>
            </a:r>
          </a:p>
        </p:txBody>
      </p:sp>
      <p:sp>
        <p:nvSpPr>
          <p:cNvPr id="110" name="Oval 109"/>
          <p:cNvSpPr>
            <a:spLocks/>
          </p:cNvSpPr>
          <p:nvPr/>
        </p:nvSpPr>
        <p:spPr>
          <a:xfrm>
            <a:off x="719875" y="4229005"/>
            <a:ext cx="274320" cy="274320"/>
          </a:xfrm>
          <a:prstGeom prst="ellipse">
            <a:avLst/>
          </a:prstGeom>
          <a:solidFill>
            <a:schemeClr val="tx1"/>
          </a:solidFill>
          <a:ln w="12700" cap="sq" cmpd="sng" algn="ctr">
            <a:solidFill>
              <a:srgbClr val="CD040B">
                <a:shade val="50000"/>
              </a:srgbClr>
            </a:solidFill>
            <a:prstDash val="solid"/>
          </a:ln>
          <a:effectLst>
            <a:outerShdw blurRad="50800" dist="38100" dir="2700000" algn="tl" rotWithShape="0">
              <a:srgbClr val="000000">
                <a:alpha val="40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FontTx/>
              <a:buNone/>
              <a:defRPr>
                <a:uFillTx/>
              </a:defRPr>
            </a:pPr>
            <a:r>
              <a:rPr kumimoji="0" lang="en-US" sz="1050" b="1" i="0" u="none" strike="noStrike" kern="0" cap="none" spc="0" normalizeH="0" baseline="0" noProof="0" dirty="0" smtClean="0">
                <a:ln>
                  <a:noFill/>
                </a:ln>
                <a:solidFill>
                  <a:srgbClr val="FFFFFF"/>
                </a:solidFill>
                <a:effectLst/>
                <a:uFillTx/>
                <a:latin typeface="NeueHaasGroteskText Std"/>
                <a:ea typeface="+mn-ea"/>
                <a:cs typeface="+mn-cs"/>
              </a:rPr>
              <a:t>6</a:t>
            </a:r>
          </a:p>
        </p:txBody>
      </p:sp>
      <p:sp>
        <p:nvSpPr>
          <p:cNvPr id="111" name="TextBox 110"/>
          <p:cNvSpPr txBox="1">
            <a:spLocks/>
          </p:cNvSpPr>
          <p:nvPr/>
        </p:nvSpPr>
        <p:spPr>
          <a:xfrm>
            <a:off x="1094681" y="4170931"/>
            <a:ext cx="829483" cy="321470"/>
          </a:xfrm>
          <a:prstGeom prst="rect">
            <a:avLst/>
          </a:prstGeom>
          <a:noFill/>
        </p:spPr>
        <p:txBody>
          <a:bodyPr wrap="none" lIns="0" rIns="0" rtlCol="0">
            <a:noAutofit/>
          </a:bodyPr>
          <a:lstStyle/>
          <a:p>
            <a:pPr marL="0" marR="0" lvl="0" indent="0" defTabSz="914400" eaLnBrk="1" fontAlgn="base" latinLnBrk="0" hangingPunct="1">
              <a:lnSpc>
                <a:spcPct val="100000"/>
              </a:lnSpc>
              <a:spcBef>
                <a:spcPct val="0"/>
              </a:spcBef>
              <a:spcAft>
                <a:spcPct val="0"/>
              </a:spcAft>
              <a:buFontTx/>
              <a:buNone/>
              <a:defRPr>
                <a:uFillTx/>
              </a:defRPr>
            </a:pPr>
            <a:r>
              <a:rPr kumimoji="0" lang="en-US" sz="1000" b="0" i="0" u="none" strike="noStrike" kern="0" cap="none" spc="0" normalizeH="0" baseline="0" noProof="0" dirty="0" smtClean="0">
                <a:ln>
                  <a:noFill/>
                </a:ln>
                <a:solidFill>
                  <a:srgbClr val="333333">
                    <a:lumMod val="10000"/>
                  </a:srgbClr>
                </a:solidFill>
                <a:effectLst/>
                <a:uFillTx/>
                <a:latin typeface="Arial" charset="0"/>
              </a:rPr>
              <a:t>Data</a:t>
            </a:r>
          </a:p>
          <a:p>
            <a:pPr marL="0" marR="0" lvl="0" indent="0" defTabSz="914400" eaLnBrk="1" fontAlgn="base" latinLnBrk="0" hangingPunct="1">
              <a:lnSpc>
                <a:spcPct val="100000"/>
              </a:lnSpc>
              <a:spcBef>
                <a:spcPct val="0"/>
              </a:spcBef>
              <a:spcAft>
                <a:spcPct val="0"/>
              </a:spcAft>
              <a:buFontTx/>
              <a:buNone/>
              <a:defRPr>
                <a:uFillTx/>
              </a:defRPr>
            </a:pPr>
            <a:r>
              <a:rPr lang="en-US" sz="1000" kern="0" dirty="0" smtClean="0">
                <a:solidFill>
                  <a:srgbClr val="333333">
                    <a:lumMod val="10000"/>
                  </a:srgbClr>
                </a:solidFill>
                <a:uFillTx/>
                <a:latin typeface="Arial" charset="0"/>
              </a:rPr>
              <a:t>Replication</a:t>
            </a:r>
            <a:endParaRPr kumimoji="0" lang="en-US" sz="1000" b="0" i="0" u="none" strike="noStrike" kern="0" cap="none" spc="0" normalizeH="0" baseline="0" noProof="0" dirty="0" smtClean="0">
              <a:ln>
                <a:noFill/>
              </a:ln>
              <a:solidFill>
                <a:srgbClr val="333333">
                  <a:lumMod val="10000"/>
                </a:srgbClr>
              </a:solidFill>
              <a:effectLst/>
              <a:uFillTx/>
              <a:latin typeface="Arial" charset="0"/>
            </a:endParaRPr>
          </a:p>
        </p:txBody>
      </p:sp>
      <p:sp>
        <p:nvSpPr>
          <p:cNvPr id="112" name="Rounded Rectangle 111"/>
          <p:cNvSpPr>
            <a:spLocks/>
          </p:cNvSpPr>
          <p:nvPr/>
        </p:nvSpPr>
        <p:spPr>
          <a:xfrm>
            <a:off x="1935427" y="3605400"/>
            <a:ext cx="708599" cy="298920"/>
          </a:xfrm>
          <a:prstGeom prst="roundRect">
            <a:avLst/>
          </a:prstGeom>
          <a:solidFill>
            <a:schemeClr val="bg2">
              <a:lumMod val="50000"/>
            </a:schemeClr>
          </a:solidFill>
          <a:ln w="12700" cap="sq" cmpd="sng" algn="ctr">
            <a:solidFill>
              <a:srgbClr val="000000"/>
            </a:solidFill>
            <a:prstDash val="solid"/>
          </a:ln>
          <a:effectLst>
            <a:outerShdw blurRad="50800" dist="38100" dir="2700000" algn="tl" rotWithShape="0">
              <a:srgbClr val="000000">
                <a:alpha val="40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FontTx/>
              <a:buNone/>
              <a:defRPr>
                <a:uFillTx/>
              </a:defRPr>
            </a:pPr>
            <a:r>
              <a:rPr kumimoji="0" lang="en-US" sz="1050" b="1" i="0" u="none" strike="noStrike" kern="0" cap="none" spc="0" normalizeH="0" baseline="0" noProof="0" dirty="0" smtClean="0">
                <a:ln>
                  <a:noFill/>
                </a:ln>
                <a:solidFill>
                  <a:schemeClr val="bg1"/>
                </a:solidFill>
                <a:effectLst/>
                <a:uFillTx/>
                <a:latin typeface="NeueHaasGroteskText Std"/>
                <a:ea typeface="+mn-ea"/>
                <a:cs typeface="+mn-cs"/>
              </a:rPr>
              <a:t>App</a:t>
            </a:r>
          </a:p>
        </p:txBody>
      </p:sp>
      <p:cxnSp>
        <p:nvCxnSpPr>
          <p:cNvPr id="113" name="Straight Arrow Connector 112"/>
          <p:cNvCxnSpPr/>
          <p:nvPr/>
        </p:nvCxnSpPr>
        <p:spPr>
          <a:xfrm>
            <a:off x="2644026" y="3787736"/>
            <a:ext cx="513287" cy="2"/>
          </a:xfrm>
          <a:prstGeom prst="straightConnector1">
            <a:avLst/>
          </a:prstGeom>
          <a:solidFill>
            <a:srgbClr val="FFFFFF"/>
          </a:solidFill>
          <a:ln w="12700" cap="sq" cmpd="sng" algn="ctr">
            <a:solidFill>
              <a:srgbClr val="000000"/>
            </a:solidFill>
            <a:prstDash val="solid"/>
            <a:tailEnd type="arrow"/>
          </a:ln>
          <a:effectLst/>
        </p:spPr>
      </p:cxnSp>
      <p:sp>
        <p:nvSpPr>
          <p:cNvPr id="21" name="Flowchart: Magnetic Disk 20"/>
          <p:cNvSpPr>
            <a:spLocks/>
          </p:cNvSpPr>
          <p:nvPr/>
        </p:nvSpPr>
        <p:spPr>
          <a:xfrm>
            <a:off x="3139951" y="1176474"/>
            <a:ext cx="435865" cy="270431"/>
          </a:xfrm>
          <a:prstGeom prst="flowChartMagneticDisk">
            <a:avLst/>
          </a:prstGeom>
          <a:solidFill>
            <a:schemeClr val="bg1"/>
          </a:solidFill>
          <a:ln w="12700" cap="sq" cmpd="sng" algn="ctr">
            <a:solidFill>
              <a:srgbClr val="000000"/>
            </a:solidFill>
            <a:prstDash val="solid"/>
          </a:ln>
          <a:effectLst/>
        </p:spPr>
        <p:txBody>
          <a:bodyPr wrap="none" lIns="0" rIns="0" rtlCol="0" anchor="ctr"/>
          <a:lstStyle/>
          <a:p>
            <a:pPr marL="0" marR="0" lvl="0" indent="0" algn="ctr" defTabSz="914400" eaLnBrk="1" fontAlgn="base" latinLnBrk="0" hangingPunct="1">
              <a:lnSpc>
                <a:spcPct val="100000"/>
              </a:lnSpc>
              <a:spcBef>
                <a:spcPct val="0"/>
              </a:spcBef>
              <a:spcAft>
                <a:spcPct val="0"/>
              </a:spcAft>
              <a:buFontTx/>
              <a:buNone/>
              <a:defRPr>
                <a:uFillTx/>
              </a:defRPr>
            </a:pPr>
            <a:r>
              <a:rPr kumimoji="0" lang="en-US" sz="800" b="0" i="0" u="none" strike="noStrike" kern="0" cap="none" spc="0" normalizeH="0" baseline="0" noProof="0" dirty="0" smtClean="0">
                <a:ln>
                  <a:noFill/>
                </a:ln>
                <a:solidFill>
                  <a:srgbClr val="000000"/>
                </a:solidFill>
                <a:effectLst/>
                <a:uFillTx/>
                <a:latin typeface="NeueHaasGroteskText Std"/>
                <a:ea typeface="+mn-ea"/>
                <a:cs typeface="+mn-cs"/>
              </a:rPr>
              <a:t>App DB</a:t>
            </a:r>
          </a:p>
        </p:txBody>
      </p:sp>
      <p:sp>
        <p:nvSpPr>
          <p:cNvPr id="101" name="Flowchart: Magnetic Disk 100"/>
          <p:cNvSpPr>
            <a:spLocks/>
          </p:cNvSpPr>
          <p:nvPr/>
        </p:nvSpPr>
        <p:spPr>
          <a:xfrm>
            <a:off x="3139951" y="2417690"/>
            <a:ext cx="435865" cy="270431"/>
          </a:xfrm>
          <a:prstGeom prst="flowChartMagneticDisk">
            <a:avLst/>
          </a:prstGeom>
          <a:solidFill>
            <a:schemeClr val="bg1"/>
          </a:solidFill>
          <a:ln w="12700" cap="sq" cmpd="sng" algn="ctr">
            <a:solidFill>
              <a:srgbClr val="000000"/>
            </a:solidFill>
            <a:prstDash val="solid"/>
          </a:ln>
          <a:effectLst/>
        </p:spPr>
        <p:txBody>
          <a:bodyPr wrap="none" lIns="0" rIns="0" rtlCol="0" anchor="ctr"/>
          <a:lstStyle/>
          <a:p>
            <a:pPr marL="0" marR="0" lvl="0" indent="0" algn="ctr" defTabSz="914400" eaLnBrk="1" fontAlgn="base" latinLnBrk="0" hangingPunct="1">
              <a:lnSpc>
                <a:spcPct val="100000"/>
              </a:lnSpc>
              <a:spcBef>
                <a:spcPct val="0"/>
              </a:spcBef>
              <a:spcAft>
                <a:spcPct val="0"/>
              </a:spcAft>
              <a:buFontTx/>
              <a:buNone/>
              <a:defRPr>
                <a:uFillTx/>
              </a:defRPr>
            </a:pPr>
            <a:r>
              <a:rPr kumimoji="0" lang="en-US" sz="800" b="0" i="0" u="none" strike="noStrike" kern="0" cap="none" spc="0" normalizeH="0" baseline="0" noProof="0" dirty="0" smtClean="0">
                <a:ln>
                  <a:noFill/>
                </a:ln>
                <a:solidFill>
                  <a:srgbClr val="000000"/>
                </a:solidFill>
                <a:effectLst/>
                <a:uFillTx/>
                <a:latin typeface="NeueHaasGroteskText Std"/>
                <a:ea typeface="+mn-ea"/>
                <a:cs typeface="+mn-cs"/>
              </a:rPr>
              <a:t>DB</a:t>
            </a:r>
          </a:p>
        </p:txBody>
      </p:sp>
      <p:sp>
        <p:nvSpPr>
          <p:cNvPr id="123" name="Flowchart: Magnetic Disk 122"/>
          <p:cNvSpPr>
            <a:spLocks/>
          </p:cNvSpPr>
          <p:nvPr/>
        </p:nvSpPr>
        <p:spPr>
          <a:xfrm>
            <a:off x="1977618" y="4219158"/>
            <a:ext cx="649302" cy="372401"/>
          </a:xfrm>
          <a:prstGeom prst="flowChartMagneticDisk">
            <a:avLst/>
          </a:prstGeom>
          <a:solidFill>
            <a:schemeClr val="bg1"/>
          </a:solidFill>
          <a:ln w="12700" cap="sq" cmpd="sng" algn="ctr">
            <a:solidFill>
              <a:srgbClr val="000000"/>
            </a:solidFill>
            <a:prstDash val="solid"/>
          </a:ln>
          <a:effectLst/>
        </p:spPr>
        <p:txBody>
          <a:bodyPr wrap="none" lIns="0" rIns="0" rtlCol="0" anchor="ctr"/>
          <a:lstStyle/>
          <a:p>
            <a:pPr marL="0" marR="0" lvl="0" indent="0" algn="ctr" defTabSz="914400" eaLnBrk="1" fontAlgn="base" latinLnBrk="0" hangingPunct="1">
              <a:lnSpc>
                <a:spcPct val="100000"/>
              </a:lnSpc>
              <a:spcBef>
                <a:spcPct val="0"/>
              </a:spcBef>
              <a:spcAft>
                <a:spcPct val="0"/>
              </a:spcAft>
              <a:buFontTx/>
              <a:buNone/>
              <a:defRPr>
                <a:uFillTx/>
              </a:defRPr>
            </a:pPr>
            <a:r>
              <a:rPr kumimoji="0" lang="en-US" sz="800" b="0" i="0" u="none" strike="noStrike" kern="0" cap="none" spc="0" normalizeH="0" baseline="0" noProof="0" dirty="0" smtClean="0">
                <a:ln>
                  <a:noFill/>
                </a:ln>
                <a:solidFill>
                  <a:srgbClr val="000000"/>
                </a:solidFill>
                <a:effectLst/>
                <a:uFillTx/>
                <a:latin typeface="NeueHaasGroteskText Std"/>
                <a:ea typeface="+mn-ea"/>
                <a:cs typeface="+mn-cs"/>
              </a:rPr>
              <a:t>App DB</a:t>
            </a:r>
          </a:p>
        </p:txBody>
      </p:sp>
      <p:sp>
        <p:nvSpPr>
          <p:cNvPr id="39" name="Rounded Rectangle 38"/>
          <p:cNvSpPr>
            <a:spLocks/>
          </p:cNvSpPr>
          <p:nvPr/>
        </p:nvSpPr>
        <p:spPr>
          <a:xfrm>
            <a:off x="4771542" y="3427619"/>
            <a:ext cx="3896829" cy="743311"/>
          </a:xfrm>
          <a:prstGeom prst="roundRect">
            <a:avLst>
              <a:gd name="adj" fmla="val 11565"/>
            </a:avLst>
          </a:prstGeom>
          <a:solidFill>
            <a:schemeClr val="bg2">
              <a:lumMod val="95000"/>
            </a:schemeClr>
          </a:solidFill>
          <a:ln w="12700" cap="sq" cmpd="sng" algn="ctr">
            <a:solidFill>
              <a:srgbClr val="000000"/>
            </a:solidFill>
            <a:prstDash val="solid"/>
          </a:ln>
          <a:effectLst>
            <a:outerShdw blurRad="50800" dist="38100" dir="2700000" algn="tl" rotWithShape="0">
              <a:srgbClr val="000000">
                <a:alpha val="40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FontTx/>
              <a:buNone/>
              <a:defRPr>
                <a:uFillTx/>
              </a:defRPr>
            </a:pPr>
            <a:endParaRPr kumimoji="0" lang="en-US" sz="1600" b="0" i="0" u="none" strike="noStrike" kern="0" cap="none" spc="0" normalizeH="0" baseline="0" noProof="0" dirty="0" smtClean="0">
              <a:ln>
                <a:noFill/>
              </a:ln>
              <a:solidFill>
                <a:srgbClr val="000000"/>
              </a:solidFill>
              <a:effectLst/>
              <a:uFillTx/>
              <a:latin typeface="NeueHaasGroteskText Std"/>
              <a:ea typeface="+mn-ea"/>
              <a:cs typeface="+mn-cs"/>
            </a:endParaRPr>
          </a:p>
        </p:txBody>
      </p:sp>
      <p:sp>
        <p:nvSpPr>
          <p:cNvPr id="40" name="Flowchart: Magnetic Disk 39"/>
          <p:cNvSpPr>
            <a:spLocks/>
          </p:cNvSpPr>
          <p:nvPr/>
        </p:nvSpPr>
        <p:spPr>
          <a:xfrm>
            <a:off x="4804210" y="3460334"/>
            <a:ext cx="914400" cy="618418"/>
          </a:xfrm>
          <a:prstGeom prst="flowChartMagneticDisk">
            <a:avLst/>
          </a:prstGeom>
          <a:solidFill>
            <a:schemeClr val="tx1"/>
          </a:solidFill>
          <a:ln w="12700" cap="sq" cmpd="sng" algn="ctr">
            <a:solidFill>
              <a:schemeClr val="bg1"/>
            </a:solidFill>
            <a:prstDash val="solid"/>
          </a:ln>
          <a:effectLst>
            <a:outerShdw blurRad="50800" dist="38100" dir="2700000" algn="tl" rotWithShape="0">
              <a:srgbClr val="000000">
                <a:alpha val="40000"/>
              </a:srgbClr>
            </a:outerShdw>
          </a:effectLst>
        </p:spPr>
        <p:txBody>
          <a:bodyPr wrap="none" lIns="0" rIns="0" rtlCol="0" anchor="t"/>
          <a:lstStyle/>
          <a:p>
            <a:pPr marL="0" marR="0" lvl="0" indent="0" algn="ctr" defTabSz="914400" eaLnBrk="1" fontAlgn="base" latinLnBrk="0" hangingPunct="1">
              <a:lnSpc>
                <a:spcPct val="100000"/>
              </a:lnSpc>
              <a:spcBef>
                <a:spcPct val="0"/>
              </a:spcBef>
              <a:spcAft>
                <a:spcPct val="0"/>
              </a:spcAft>
              <a:buFontTx/>
              <a:buNone/>
              <a:defRPr>
                <a:uFillTx/>
              </a:defRPr>
            </a:pPr>
            <a:r>
              <a:rPr kumimoji="0" lang="en-US" sz="800" b="0" i="0" u="none" strike="noStrike" kern="0" cap="none" spc="0" normalizeH="0" baseline="0" noProof="0" dirty="0" smtClean="0">
                <a:ln>
                  <a:noFill/>
                </a:ln>
                <a:solidFill>
                  <a:schemeClr val="bg1"/>
                </a:solidFill>
                <a:effectLst/>
                <a:uFillTx/>
                <a:latin typeface="NeueHaasGroteskText Std"/>
                <a:ea typeface="+mn-ea"/>
                <a:cs typeface="+mn-cs"/>
              </a:rPr>
              <a:t>Replicated</a:t>
            </a:r>
          </a:p>
          <a:p>
            <a:pPr marL="0" marR="0" lvl="0" indent="0" algn="ctr" defTabSz="914400" eaLnBrk="1" fontAlgn="base" latinLnBrk="0" hangingPunct="1">
              <a:lnSpc>
                <a:spcPct val="100000"/>
              </a:lnSpc>
              <a:spcBef>
                <a:spcPct val="0"/>
              </a:spcBef>
              <a:spcAft>
                <a:spcPct val="0"/>
              </a:spcAft>
              <a:buFontTx/>
              <a:buNone/>
              <a:defRPr>
                <a:uFillTx/>
              </a:defRPr>
            </a:pPr>
            <a:r>
              <a:rPr kumimoji="0" lang="en-US" sz="800" b="0" i="0" u="none" strike="noStrike" kern="0" cap="none" spc="0" normalizeH="0" baseline="0" noProof="0" dirty="0" smtClean="0">
                <a:ln>
                  <a:noFill/>
                </a:ln>
                <a:solidFill>
                  <a:schemeClr val="bg1"/>
                </a:solidFill>
                <a:effectLst/>
                <a:uFillTx/>
                <a:latin typeface="NeueHaasGroteskText Std"/>
                <a:ea typeface="+mn-ea"/>
                <a:cs typeface="+mn-cs"/>
              </a:rPr>
              <a:t>Copy</a:t>
            </a:r>
          </a:p>
        </p:txBody>
      </p:sp>
      <p:sp>
        <p:nvSpPr>
          <p:cNvPr id="41" name="Flowchart: Magnetic Disk 40"/>
          <p:cNvSpPr>
            <a:spLocks/>
          </p:cNvSpPr>
          <p:nvPr/>
        </p:nvSpPr>
        <p:spPr>
          <a:xfrm>
            <a:off x="5776574" y="3460334"/>
            <a:ext cx="914400" cy="618418"/>
          </a:xfrm>
          <a:prstGeom prst="flowChartMagneticDisk">
            <a:avLst/>
          </a:prstGeom>
          <a:solidFill>
            <a:schemeClr val="tx1"/>
          </a:solidFill>
          <a:ln w="12700" cap="sq" cmpd="sng" algn="ctr">
            <a:solidFill>
              <a:schemeClr val="bg1"/>
            </a:solidFill>
            <a:prstDash val="solid"/>
          </a:ln>
          <a:effectLst>
            <a:outerShdw blurRad="50800" dist="38100" dir="2700000" algn="tl" rotWithShape="0">
              <a:srgbClr val="000000">
                <a:alpha val="40000"/>
              </a:srgbClr>
            </a:outerShdw>
          </a:effectLst>
        </p:spPr>
        <p:txBody>
          <a:bodyPr wrap="none" lIns="0" rIns="0" rtlCol="0" anchor="t"/>
          <a:lstStyle/>
          <a:p>
            <a:pPr marL="0" marR="0" lvl="0" indent="0" algn="ctr" defTabSz="914400" eaLnBrk="1" fontAlgn="base" latinLnBrk="0" hangingPunct="1">
              <a:lnSpc>
                <a:spcPct val="100000"/>
              </a:lnSpc>
              <a:spcBef>
                <a:spcPct val="0"/>
              </a:spcBef>
              <a:spcAft>
                <a:spcPct val="0"/>
              </a:spcAft>
              <a:buFontTx/>
              <a:buNone/>
              <a:defRPr>
                <a:uFillTx/>
              </a:defRPr>
            </a:pPr>
            <a:r>
              <a:rPr kumimoji="0" lang="en-US" sz="800" b="0" i="0" u="none" strike="noStrike" kern="0" cap="none" spc="0" normalizeH="0" baseline="0" noProof="0" dirty="0" smtClean="0">
                <a:ln>
                  <a:noFill/>
                </a:ln>
                <a:solidFill>
                  <a:schemeClr val="bg1"/>
                </a:solidFill>
                <a:effectLst/>
                <a:uFillTx/>
                <a:latin typeface="NeueHaasGroteskText Std"/>
                <a:ea typeface="+mn-ea"/>
                <a:cs typeface="+mn-cs"/>
              </a:rPr>
              <a:t>In-memory </a:t>
            </a:r>
          </a:p>
          <a:p>
            <a:pPr marL="0" marR="0" lvl="0" indent="0" algn="ctr" defTabSz="914400" eaLnBrk="1" fontAlgn="base" latinLnBrk="0" hangingPunct="1">
              <a:lnSpc>
                <a:spcPct val="100000"/>
              </a:lnSpc>
              <a:spcBef>
                <a:spcPct val="0"/>
              </a:spcBef>
              <a:spcAft>
                <a:spcPct val="0"/>
              </a:spcAft>
              <a:buFontTx/>
              <a:buNone/>
              <a:defRPr>
                <a:uFillTx/>
              </a:defRPr>
            </a:pPr>
            <a:r>
              <a:rPr kumimoji="0" lang="en-US" sz="800" b="0" i="0" u="none" strike="noStrike" kern="0" cap="none" spc="0" normalizeH="0" baseline="0" noProof="0" dirty="0" smtClean="0">
                <a:ln>
                  <a:noFill/>
                </a:ln>
                <a:solidFill>
                  <a:schemeClr val="bg1"/>
                </a:solidFill>
                <a:effectLst/>
                <a:uFillTx/>
                <a:latin typeface="NeueHaasGroteskText Std"/>
                <a:ea typeface="+mn-ea"/>
                <a:cs typeface="+mn-cs"/>
              </a:rPr>
              <a:t>Data Store</a:t>
            </a:r>
          </a:p>
        </p:txBody>
      </p:sp>
      <p:sp>
        <p:nvSpPr>
          <p:cNvPr id="44" name="Flowchart: Magnetic Disk 43"/>
          <p:cNvSpPr>
            <a:spLocks/>
          </p:cNvSpPr>
          <p:nvPr/>
        </p:nvSpPr>
        <p:spPr>
          <a:xfrm>
            <a:off x="6748938" y="3471186"/>
            <a:ext cx="914400" cy="618418"/>
          </a:xfrm>
          <a:prstGeom prst="flowChartMagneticDisk">
            <a:avLst/>
          </a:prstGeom>
          <a:solidFill>
            <a:schemeClr val="tx1"/>
          </a:solidFill>
          <a:ln w="12700" cap="sq" cmpd="sng" algn="ctr">
            <a:solidFill>
              <a:schemeClr val="bg1"/>
            </a:solidFill>
            <a:prstDash val="solid"/>
          </a:ln>
          <a:effectLst>
            <a:outerShdw blurRad="50800" dist="38100" dir="2700000" algn="tl" rotWithShape="0">
              <a:srgbClr val="000000">
                <a:alpha val="40000"/>
              </a:srgbClr>
            </a:outerShdw>
          </a:effectLst>
        </p:spPr>
        <p:txBody>
          <a:bodyPr wrap="none" lIns="0" rIns="0" rtlCol="0" anchor="t"/>
          <a:lstStyle/>
          <a:p>
            <a:pPr marL="0" marR="0" lvl="0" indent="0" algn="ctr" defTabSz="914400" eaLnBrk="1" fontAlgn="base" latinLnBrk="0" hangingPunct="1">
              <a:lnSpc>
                <a:spcPct val="100000"/>
              </a:lnSpc>
              <a:spcBef>
                <a:spcPct val="0"/>
              </a:spcBef>
              <a:spcAft>
                <a:spcPct val="0"/>
              </a:spcAft>
              <a:buFontTx/>
              <a:buNone/>
              <a:defRPr>
                <a:uFillTx/>
              </a:defRPr>
            </a:pPr>
            <a:r>
              <a:rPr kumimoji="0" lang="en-US" sz="800" b="0" i="0" u="none" strike="noStrike" kern="0" cap="none" spc="0" normalizeH="0" baseline="0" noProof="0" dirty="0" smtClean="0">
                <a:ln>
                  <a:noFill/>
                </a:ln>
                <a:solidFill>
                  <a:schemeClr val="bg1"/>
                </a:solidFill>
                <a:effectLst/>
                <a:uFillTx/>
                <a:latin typeface="NeueHaasGroteskText Std"/>
                <a:ea typeface="+mn-ea"/>
                <a:cs typeface="+mn-cs"/>
              </a:rPr>
              <a:t>Customer</a:t>
            </a:r>
            <a:br>
              <a:rPr kumimoji="0" lang="en-US" sz="800" b="0" i="0" u="none" strike="noStrike" kern="0" cap="none" spc="0" normalizeH="0" baseline="0" noProof="0" dirty="0" smtClean="0">
                <a:ln>
                  <a:noFill/>
                </a:ln>
                <a:solidFill>
                  <a:schemeClr val="bg1"/>
                </a:solidFill>
                <a:effectLst/>
                <a:uFillTx/>
                <a:latin typeface="NeueHaasGroteskText Std"/>
                <a:ea typeface="+mn-ea"/>
                <a:cs typeface="+mn-cs"/>
              </a:rPr>
            </a:br>
            <a:r>
              <a:rPr kumimoji="0" lang="en-US" sz="800" b="0" i="0" u="none" strike="noStrike" kern="0" cap="none" spc="0" normalizeH="0" baseline="0" noProof="0" dirty="0" smtClean="0">
                <a:ln>
                  <a:noFill/>
                </a:ln>
                <a:solidFill>
                  <a:schemeClr val="bg1"/>
                </a:solidFill>
                <a:effectLst/>
                <a:uFillTx/>
                <a:latin typeface="NeueHaasGroteskText Std"/>
                <a:ea typeface="+mn-ea"/>
                <a:cs typeface="+mn-cs"/>
              </a:rPr>
              <a:t>Activity Data Store</a:t>
            </a:r>
          </a:p>
        </p:txBody>
      </p:sp>
      <p:sp>
        <p:nvSpPr>
          <p:cNvPr id="68" name="Flowchart: Magnetic Disk 67"/>
          <p:cNvSpPr>
            <a:spLocks/>
          </p:cNvSpPr>
          <p:nvPr/>
        </p:nvSpPr>
        <p:spPr>
          <a:xfrm>
            <a:off x="7721303" y="3444024"/>
            <a:ext cx="914400" cy="618418"/>
          </a:xfrm>
          <a:prstGeom prst="flowChartMagneticDisk">
            <a:avLst/>
          </a:prstGeom>
          <a:solidFill>
            <a:schemeClr val="tx1"/>
          </a:solidFill>
          <a:ln w="12700" cap="sq" cmpd="sng" algn="ctr">
            <a:solidFill>
              <a:schemeClr val="bg1"/>
            </a:solidFill>
            <a:prstDash val="solid"/>
          </a:ln>
          <a:effectLst>
            <a:outerShdw blurRad="50800" dist="38100" dir="2700000" algn="tl" rotWithShape="0">
              <a:srgbClr val="000000">
                <a:alpha val="40000"/>
              </a:srgbClr>
            </a:outerShdw>
          </a:effectLst>
        </p:spPr>
        <p:txBody>
          <a:bodyPr wrap="none" lIns="0" rIns="0" rtlCol="0" anchor="t"/>
          <a:lstStyle/>
          <a:p>
            <a:pPr marL="0" marR="0" lvl="0" indent="0" algn="ctr" defTabSz="914400" eaLnBrk="1" fontAlgn="base" latinLnBrk="0" hangingPunct="1">
              <a:lnSpc>
                <a:spcPct val="100000"/>
              </a:lnSpc>
              <a:spcBef>
                <a:spcPct val="0"/>
              </a:spcBef>
              <a:spcAft>
                <a:spcPct val="0"/>
              </a:spcAft>
              <a:buFontTx/>
              <a:buNone/>
              <a:defRPr>
                <a:uFillTx/>
              </a:defRPr>
            </a:pPr>
            <a:r>
              <a:rPr kumimoji="0" lang="en-US" sz="800" b="0" i="0" u="none" strike="noStrike" kern="0" cap="none" spc="0" normalizeH="0" baseline="0" noProof="0" dirty="0" smtClean="0">
                <a:ln>
                  <a:noFill/>
                </a:ln>
                <a:solidFill>
                  <a:schemeClr val="bg1"/>
                </a:solidFill>
                <a:effectLst/>
                <a:uFillTx/>
                <a:latin typeface="NeueHaasGroteskText Std"/>
                <a:ea typeface="+mn-ea"/>
                <a:cs typeface="+mn-cs"/>
              </a:rPr>
              <a:t>Actions</a:t>
            </a:r>
          </a:p>
        </p:txBody>
      </p:sp>
      <p:sp>
        <p:nvSpPr>
          <p:cNvPr id="128" name="Oval 127"/>
          <p:cNvSpPr>
            <a:spLocks/>
          </p:cNvSpPr>
          <p:nvPr/>
        </p:nvSpPr>
        <p:spPr>
          <a:xfrm>
            <a:off x="3161489" y="3609371"/>
            <a:ext cx="480683" cy="369414"/>
          </a:xfrm>
          <a:prstGeom prst="ellipse">
            <a:avLst/>
          </a:prstGeom>
          <a:solidFill>
            <a:srgbClr val="FFFFFF"/>
          </a:solidFill>
          <a:ln w="12700" cap="sq" cmpd="sng" algn="ctr">
            <a:solidFill>
              <a:srgbClr val="000000"/>
            </a:solidFill>
            <a:prstDash val="solid"/>
          </a:ln>
          <a:effectLst/>
        </p:spPr>
        <p:txBody>
          <a:bodyPr lIns="0" rIns="0" rtlCol="0" anchor="ctr"/>
          <a:lstStyle/>
          <a:p>
            <a:pPr marL="0" marR="0" lvl="0" indent="0" algn="ctr" defTabSz="914400" eaLnBrk="1" fontAlgn="base" latinLnBrk="0" hangingPunct="1">
              <a:lnSpc>
                <a:spcPct val="100000"/>
              </a:lnSpc>
              <a:spcBef>
                <a:spcPct val="0"/>
              </a:spcBef>
              <a:spcAft>
                <a:spcPct val="0"/>
              </a:spcAft>
              <a:buFontTx/>
              <a:buNone/>
              <a:defRPr>
                <a:uFillTx/>
              </a:defRPr>
            </a:pPr>
            <a:r>
              <a:rPr kumimoji="0" lang="en-US" sz="900" b="0" i="0" u="none" strike="noStrike" kern="0" cap="none" spc="0" normalizeH="0" baseline="0" noProof="0" dirty="0" smtClean="0">
                <a:ln>
                  <a:noFill/>
                </a:ln>
                <a:solidFill>
                  <a:srgbClr val="000000"/>
                </a:solidFill>
                <a:effectLst/>
                <a:uFillTx/>
                <a:latin typeface="NeueHaasGroteskText Std"/>
                <a:ea typeface="+mn-ea"/>
                <a:cs typeface="+mn-cs"/>
              </a:rPr>
              <a:t>ETL</a:t>
            </a:r>
          </a:p>
        </p:txBody>
      </p:sp>
      <p:grpSp>
        <p:nvGrpSpPr>
          <p:cNvPr id="70" name="Group 69"/>
          <p:cNvGrpSpPr/>
          <p:nvPr/>
        </p:nvGrpSpPr>
        <p:grpSpPr>
          <a:xfrm>
            <a:off x="7804936" y="64128"/>
            <a:ext cx="1241032" cy="630360"/>
            <a:chOff x="7436267" y="163474"/>
            <a:chExt cx="1143077" cy="634478"/>
          </a:xfrm>
        </p:grpSpPr>
        <p:sp>
          <p:nvSpPr>
            <p:cNvPr id="73" name="Rectangle 72"/>
            <p:cNvSpPr>
              <a:spLocks/>
            </p:cNvSpPr>
            <p:nvPr/>
          </p:nvSpPr>
          <p:spPr>
            <a:xfrm>
              <a:off x="7663338" y="164706"/>
              <a:ext cx="725288" cy="611722"/>
            </a:xfrm>
            <a:prstGeom prst="rect">
              <a:avLst/>
            </a:prstGeom>
            <a:solidFill>
              <a:schemeClr val="bg1"/>
            </a:solidFill>
            <a:ln>
              <a:noFill/>
            </a:ln>
          </p:spPr>
          <p:style>
            <a:lnRef idx="1">
              <a:schemeClr val="accent1"/>
            </a:lnRef>
            <a:fillRef idx="1">
              <a:schemeClr val="accent1"/>
            </a:fillRef>
            <a:effectRef idx="0">
              <a:schemeClr val="accent1"/>
            </a:effectRef>
            <a:fontRef idx="minor">
              <a:schemeClr val="lt1"/>
            </a:fontRef>
          </p:style>
          <p:txBody>
            <a:bodyPr rtlCol="0" anchor="ctr"/>
            <a:lstStyle/>
            <a:p>
              <a:pPr algn="ctr"/>
              <a:endParaRPr lang="en-US">
                <a:uFillTx/>
              </a:endParaRPr>
            </a:p>
          </p:txBody>
        </p:sp>
        <p:grpSp>
          <p:nvGrpSpPr>
            <p:cNvPr id="83" name="Group 82"/>
            <p:cNvGrpSpPr/>
            <p:nvPr/>
          </p:nvGrpSpPr>
          <p:grpSpPr>
            <a:xfrm>
              <a:off x="7436267" y="163474"/>
              <a:ext cx="1143077" cy="634478"/>
              <a:chOff x="3181274" y="1712138"/>
              <a:chExt cx="1591581" cy="883426"/>
            </a:xfrm>
          </p:grpSpPr>
          <p:pic>
            <p:nvPicPr>
              <p:cNvPr id="84" name="Picture 83"/>
              <p:cNvPicPr>
                <a:picLocks noChangeAspect="1"/>
              </p:cNvPicPr>
              <p:nvPr/>
            </p:nvPicPr>
            <p:blipFill>
              <a:blip r:embed="rId2"/>
              <a:stretch>
                <a:fillRect/>
              </a:stretch>
            </p:blipFill>
            <p:spPr>
              <a:xfrm>
                <a:off x="3181274" y="1712138"/>
                <a:ext cx="939815" cy="883426"/>
              </a:xfrm>
              <a:prstGeom prst="rect">
                <a:avLst/>
              </a:prstGeom>
            </p:spPr>
          </p:pic>
          <p:pic>
            <p:nvPicPr>
              <p:cNvPr id="85" name="Picture 84"/>
              <p:cNvPicPr>
                <a:picLocks noChangeAspect="1"/>
              </p:cNvPicPr>
              <p:nvPr/>
            </p:nvPicPr>
            <p:blipFill>
              <a:blip r:embed="rId3"/>
              <a:stretch>
                <a:fillRect/>
              </a:stretch>
            </p:blipFill>
            <p:spPr>
              <a:xfrm>
                <a:off x="4212099" y="1712138"/>
                <a:ext cx="560756" cy="883426"/>
              </a:xfrm>
              <a:prstGeom prst="rect">
                <a:avLst/>
              </a:prstGeom>
            </p:spPr>
          </p:pic>
        </p:grpSp>
      </p:grpSp>
    </p:spTree>
    <p:extLst>
      <p:ext uri="{BB962C8B-B14F-4D97-AF65-F5344CB8AC3E}">
        <p14:creationId xmlns:p14="http://schemas.microsoft.com/office/powerpoint/2010/main" val="195778302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55"/>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12D0507-9F86-7A45-BE8E-43760B9F92AA}" type="slidenum">
              <a:rPr lang="en-US" smtClean="0">
                <a:solidFill>
                  <a:srgbClr val="000000"/>
                </a:solidFill>
              </a:rPr>
              <a:pPr/>
              <a:t>15</a:t>
            </a:fld>
            <a:endParaRPr lang="en-US" dirty="0">
              <a:solidFill>
                <a:srgbClr val="000000"/>
              </a:solidFill>
            </a:endParaRPr>
          </a:p>
        </p:txBody>
      </p:sp>
      <p:sp>
        <p:nvSpPr>
          <p:cNvPr id="556" name="Google Shape;556;p77"/>
          <p:cNvSpPr txBox="1">
            <a:spLocks noGrp="1"/>
          </p:cNvSpPr>
          <p:nvPr>
            <p:ph type="title"/>
          </p:nvPr>
        </p:nvSpPr>
        <p:spPr>
          <a:prstGeom prst="rect">
            <a:avLst/>
          </a:prstGeom>
          <a:noFill/>
          <a:ln>
            <a:noFill/>
          </a:ln>
        </p:spPr>
        <p:txBody>
          <a:bodyPr spcFirstLastPara="1" vert="horz" wrap="square" lIns="0" tIns="0" rIns="0" bIns="0" rtlCol="0" anchor="t" anchorCtr="0">
            <a:normAutofit/>
          </a:bodyPr>
          <a:lstStyle/>
          <a:p>
            <a:pPr>
              <a:lnSpc>
                <a:spcPct val="80000"/>
              </a:lnSpc>
              <a:buClr>
                <a:schemeClr val="dk1"/>
              </a:buClr>
              <a:buSzPts val="2400"/>
              <a:buFont typeface="Arial"/>
            </a:pPr>
            <a:r>
              <a:rPr lang="en-US" sz="2400" dirty="0">
                <a:solidFill>
                  <a:schemeClr val="tx1"/>
                </a:solidFill>
                <a:sym typeface="Arial"/>
              </a:rPr>
              <a:t>Verizon.ai Technology </a:t>
            </a:r>
            <a:r>
              <a:rPr lang="en-US" sz="2400" dirty="0" smtClean="0">
                <a:solidFill>
                  <a:schemeClr val="tx1"/>
                </a:solidFill>
                <a:sym typeface="Arial"/>
              </a:rPr>
              <a:t>Evaluation</a:t>
            </a:r>
            <a:endParaRPr sz="2400" dirty="0">
              <a:solidFill>
                <a:schemeClr val="tx1"/>
              </a:solidFill>
              <a:sym typeface="Arial"/>
            </a:endParaRPr>
          </a:p>
        </p:txBody>
      </p:sp>
      <p:graphicFrame>
        <p:nvGraphicFramePr>
          <p:cNvPr id="3" name="Table 2"/>
          <p:cNvGraphicFramePr>
            <a:graphicFrameLocks noGrp="1"/>
          </p:cNvGraphicFramePr>
          <p:nvPr>
            <p:extLst/>
          </p:nvPr>
        </p:nvGraphicFramePr>
        <p:xfrm>
          <a:off x="457200" y="1121425"/>
          <a:ext cx="8229600" cy="3598857"/>
        </p:xfrm>
        <a:graphic>
          <a:graphicData uri="http://schemas.openxmlformats.org/drawingml/2006/table">
            <a:tbl>
              <a:tblPr firstRow="1" bandRow="1">
                <a:tableStyleId>{073A0DAA-6AF3-43AB-8588-CEC1D06C72B9}</a:tableStyleId>
              </a:tblPr>
              <a:tblGrid>
                <a:gridCol w="2057400"/>
                <a:gridCol w="2057400"/>
                <a:gridCol w="2057400"/>
                <a:gridCol w="2057400"/>
              </a:tblGrid>
              <a:tr h="470582">
                <a:tc>
                  <a:txBody>
                    <a:bodyPr/>
                    <a:lstStyle/>
                    <a:p>
                      <a:pPr algn="ctr"/>
                      <a:r>
                        <a:rPr lang="en-US" dirty="0" smtClean="0"/>
                        <a:t>Architectural Building Block</a:t>
                      </a:r>
                      <a:endParaRPr lang="en-US" dirty="0"/>
                    </a:p>
                  </a:txBody>
                  <a:tcPr anchor="ctr"/>
                </a:tc>
                <a:tc>
                  <a:txBody>
                    <a:bodyPr/>
                    <a:lstStyle/>
                    <a:p>
                      <a:pPr algn="ctr"/>
                      <a:r>
                        <a:rPr lang="en-US" dirty="0" smtClean="0"/>
                        <a:t>Technology</a:t>
                      </a:r>
                      <a:r>
                        <a:rPr lang="en-US" baseline="0" dirty="0" smtClean="0"/>
                        <a:t> Considered</a:t>
                      </a:r>
                      <a:endParaRPr lang="en-US" dirty="0"/>
                    </a:p>
                  </a:txBody>
                  <a:tcPr anchor="ctr"/>
                </a:tc>
                <a:tc>
                  <a:txBody>
                    <a:bodyPr/>
                    <a:lstStyle/>
                    <a:p>
                      <a:pPr algn="ctr"/>
                      <a:r>
                        <a:rPr lang="en-US" dirty="0" smtClean="0"/>
                        <a:t>Evaluation Criteria</a:t>
                      </a:r>
                      <a:endParaRPr lang="en-US" dirty="0"/>
                    </a:p>
                  </a:txBody>
                  <a:tcPr anchor="ctr"/>
                </a:tc>
                <a:tc>
                  <a:txBody>
                    <a:bodyPr/>
                    <a:lstStyle/>
                    <a:p>
                      <a:pPr algn="ctr"/>
                      <a:r>
                        <a:rPr lang="en-US" dirty="0" smtClean="0"/>
                        <a:t>Short listed</a:t>
                      </a:r>
                      <a:endParaRPr lang="en-US" dirty="0"/>
                    </a:p>
                  </a:txBody>
                  <a:tcPr anchor="ctr"/>
                </a:tc>
              </a:tr>
              <a:tr h="788507">
                <a:tc>
                  <a:txBody>
                    <a:bodyPr/>
                    <a:lstStyle/>
                    <a:p>
                      <a:pPr algn="l"/>
                      <a:r>
                        <a:rPr lang="en-US" dirty="0" smtClean="0"/>
                        <a:t>Real-time streaming</a:t>
                      </a:r>
                      <a:endParaRPr lang="en-US" dirty="0"/>
                    </a:p>
                  </a:txBody>
                  <a:tcPr/>
                </a:tc>
                <a:tc>
                  <a:txBody>
                    <a:bodyPr/>
                    <a:lstStyle/>
                    <a:p>
                      <a:pPr marL="171450" indent="-171450" algn="l">
                        <a:buFont typeface="Arial" panose="020B0604020202020204" pitchFamily="34" charset="0"/>
                        <a:buChar char="•"/>
                      </a:pPr>
                      <a:r>
                        <a:rPr lang="en-US" sz="700" dirty="0" smtClean="0"/>
                        <a:t>IBM Streams</a:t>
                      </a:r>
                    </a:p>
                    <a:p>
                      <a:pPr marL="171450" indent="-171450" algn="l">
                        <a:buFont typeface="Arial" panose="020B0604020202020204" pitchFamily="34" charset="0"/>
                        <a:buChar char="•"/>
                      </a:pPr>
                      <a:r>
                        <a:rPr lang="en-US" sz="700" baseline="0" dirty="0" smtClean="0"/>
                        <a:t>Storm</a:t>
                      </a:r>
                    </a:p>
                    <a:p>
                      <a:pPr marL="171450" indent="-171450" algn="l">
                        <a:buFont typeface="Arial" panose="020B0604020202020204" pitchFamily="34" charset="0"/>
                        <a:buChar char="•"/>
                      </a:pPr>
                      <a:r>
                        <a:rPr lang="en-US" sz="700" baseline="0" dirty="0" smtClean="0"/>
                        <a:t>Spark Streams</a:t>
                      </a:r>
                    </a:p>
                    <a:p>
                      <a:pPr marL="171450" indent="-171450" algn="l">
                        <a:buFont typeface="Arial" panose="020B0604020202020204" pitchFamily="34" charset="0"/>
                        <a:buChar char="•"/>
                      </a:pPr>
                      <a:r>
                        <a:rPr lang="en-US" sz="700" baseline="0" dirty="0" err="1" smtClean="0"/>
                        <a:t>Talend</a:t>
                      </a:r>
                      <a:endParaRPr lang="en-US" sz="700" baseline="0" dirty="0" smtClean="0"/>
                    </a:p>
                    <a:p>
                      <a:pPr marL="171450" indent="-171450" algn="l">
                        <a:buFont typeface="Arial" panose="020B0604020202020204" pitchFamily="34" charset="0"/>
                        <a:buChar char="•"/>
                      </a:pPr>
                      <a:r>
                        <a:rPr lang="en-US" sz="700" baseline="0" dirty="0" err="1" smtClean="0"/>
                        <a:t>Informatica</a:t>
                      </a:r>
                      <a:endParaRPr lang="en-US" sz="700" baseline="0" dirty="0" smtClean="0"/>
                    </a:p>
                    <a:p>
                      <a:pPr marL="171450" indent="-171450" algn="l">
                        <a:buFont typeface="Arial" panose="020B0604020202020204" pitchFamily="34" charset="0"/>
                        <a:buChar char="•"/>
                      </a:pPr>
                      <a:r>
                        <a:rPr lang="en-US" sz="700" baseline="0" dirty="0" err="1" smtClean="0"/>
                        <a:t>Pega</a:t>
                      </a:r>
                      <a:r>
                        <a:rPr lang="en-US" sz="700" baseline="0" dirty="0" smtClean="0"/>
                        <a:t> Event manager</a:t>
                      </a:r>
                      <a:endParaRPr lang="en-US" sz="700" dirty="0"/>
                    </a:p>
                  </a:txBody>
                  <a:tcPr/>
                </a:tc>
                <a:tc>
                  <a:txBody>
                    <a:bodyPr/>
                    <a:lstStyle/>
                    <a:p>
                      <a:pPr marL="115888" indent="-115888" algn="l">
                        <a:spcAft>
                          <a:spcPts val="300"/>
                        </a:spcAft>
                        <a:buFont typeface="Arial" panose="020B0604020202020204" pitchFamily="34" charset="0"/>
                        <a:buChar char="•"/>
                      </a:pPr>
                      <a:r>
                        <a:rPr lang="en-US" sz="700" dirty="0" smtClean="0"/>
                        <a:t>Compatibility with standard</a:t>
                      </a:r>
                      <a:r>
                        <a:rPr lang="en-US" sz="700" baseline="0" dirty="0" smtClean="0"/>
                        <a:t> development languages (python, </a:t>
                      </a:r>
                      <a:r>
                        <a:rPr lang="en-US" sz="700" baseline="0" dirty="0" err="1" smtClean="0"/>
                        <a:t>scala</a:t>
                      </a:r>
                      <a:r>
                        <a:rPr lang="en-US" sz="700" baseline="0" dirty="0" smtClean="0"/>
                        <a:t>, spark, java etc.)</a:t>
                      </a:r>
                      <a:r>
                        <a:rPr lang="en-US" sz="700" dirty="0" smtClean="0"/>
                        <a:t> pipelines</a:t>
                      </a:r>
                      <a:r>
                        <a:rPr lang="en-US" sz="700" baseline="0" dirty="0" smtClean="0"/>
                        <a:t> developed at design time</a:t>
                      </a:r>
                    </a:p>
                    <a:p>
                      <a:pPr marL="115888" indent="-115888" algn="l">
                        <a:spcAft>
                          <a:spcPts val="300"/>
                        </a:spcAft>
                        <a:buFont typeface="Arial" panose="020B0604020202020204" pitchFamily="34" charset="0"/>
                        <a:buChar char="•"/>
                      </a:pPr>
                      <a:r>
                        <a:rPr lang="en-US" sz="700" baseline="0" dirty="0" smtClean="0"/>
                        <a:t>Scalability on cloud</a:t>
                      </a:r>
                    </a:p>
                    <a:p>
                      <a:pPr marL="115888" indent="-115888" algn="l">
                        <a:spcAft>
                          <a:spcPts val="300"/>
                        </a:spcAft>
                        <a:buFont typeface="Arial" panose="020B0604020202020204" pitchFamily="34" charset="0"/>
                        <a:buChar char="•"/>
                      </a:pPr>
                      <a:r>
                        <a:rPr lang="en-US" sz="700" baseline="0" dirty="0" smtClean="0"/>
                        <a:t>Ease of use (no code preferred)</a:t>
                      </a:r>
                    </a:p>
                  </a:txBody>
                  <a:tcPr/>
                </a:tc>
                <a:tc>
                  <a:txBody>
                    <a:bodyPr/>
                    <a:lstStyle/>
                    <a:p>
                      <a:pPr marL="115888" indent="-115888" algn="l" defTabSz="342900" rtl="0" eaLnBrk="1" latinLnBrk="0" hangingPunct="1">
                        <a:spcAft>
                          <a:spcPts val="300"/>
                        </a:spcAft>
                        <a:buFont typeface="Arial" panose="020B0604020202020204" pitchFamily="34" charset="0"/>
                        <a:buChar char="•"/>
                      </a:pPr>
                      <a:r>
                        <a:rPr lang="en-US" sz="700" kern="1200" dirty="0" err="1" smtClean="0">
                          <a:solidFill>
                            <a:schemeClr val="dk1"/>
                          </a:solidFill>
                          <a:uFillTx/>
                          <a:latin typeface="+mn-lt"/>
                          <a:ea typeface="+mn-ea"/>
                          <a:cs typeface="+mn-cs"/>
                        </a:rPr>
                        <a:t>Talend</a:t>
                      </a:r>
                      <a:endParaRPr lang="en-US" sz="700" kern="1200" dirty="0" smtClean="0">
                        <a:solidFill>
                          <a:schemeClr val="dk1"/>
                        </a:solidFill>
                        <a:uFillTx/>
                        <a:latin typeface="+mn-lt"/>
                        <a:ea typeface="+mn-ea"/>
                        <a:cs typeface="+mn-cs"/>
                      </a:endParaRPr>
                    </a:p>
                    <a:p>
                      <a:pPr marL="115888" indent="-115888" algn="l" defTabSz="342900" rtl="0" eaLnBrk="1" latinLnBrk="0" hangingPunct="1">
                        <a:spcAft>
                          <a:spcPts val="300"/>
                        </a:spcAft>
                        <a:buFont typeface="Arial" panose="020B0604020202020204" pitchFamily="34" charset="0"/>
                        <a:buChar char="•"/>
                      </a:pPr>
                      <a:r>
                        <a:rPr lang="en-US" sz="700" kern="1200" dirty="0" smtClean="0">
                          <a:solidFill>
                            <a:schemeClr val="dk1"/>
                          </a:solidFill>
                          <a:uFillTx/>
                          <a:latin typeface="+mn-lt"/>
                          <a:ea typeface="+mn-ea"/>
                          <a:cs typeface="+mn-cs"/>
                        </a:rPr>
                        <a:t>IBM Streams</a:t>
                      </a:r>
                    </a:p>
                    <a:p>
                      <a:pPr marL="115888" indent="-115888" algn="l" defTabSz="342900" rtl="0" eaLnBrk="1" latinLnBrk="0" hangingPunct="1">
                        <a:spcAft>
                          <a:spcPts val="300"/>
                        </a:spcAft>
                        <a:buFont typeface="Arial" panose="020B0604020202020204" pitchFamily="34" charset="0"/>
                        <a:buChar char="•"/>
                      </a:pPr>
                      <a:endParaRPr lang="en-US" sz="700" kern="1200" dirty="0">
                        <a:solidFill>
                          <a:schemeClr val="dk1"/>
                        </a:solidFill>
                        <a:uFillTx/>
                        <a:latin typeface="+mn-lt"/>
                        <a:ea typeface="+mn-ea"/>
                        <a:cs typeface="+mn-cs"/>
                      </a:endParaRPr>
                    </a:p>
                  </a:txBody>
                  <a:tcPr/>
                </a:tc>
              </a:tr>
              <a:tr h="640599">
                <a:tc>
                  <a:txBody>
                    <a:bodyPr/>
                    <a:lstStyle/>
                    <a:p>
                      <a:pPr algn="l"/>
                      <a:r>
                        <a:rPr lang="en-US" dirty="0" smtClean="0"/>
                        <a:t>Insight Store (NoSQL</a:t>
                      </a:r>
                      <a:r>
                        <a:rPr lang="en-US" baseline="0" dirty="0" smtClean="0"/>
                        <a:t>)</a:t>
                      </a:r>
                      <a:endParaRPr lang="en-US" dirty="0"/>
                    </a:p>
                  </a:txBody>
                  <a:tcPr/>
                </a:tc>
                <a:tc>
                  <a:txBody>
                    <a:bodyPr/>
                    <a:lstStyle/>
                    <a:p>
                      <a:pPr marL="171450" indent="-171450" algn="l" defTabSz="342900" rtl="0" eaLnBrk="1" latinLnBrk="0" hangingPunct="1">
                        <a:buFont typeface="Arial" panose="020B0604020202020204" pitchFamily="34" charset="0"/>
                        <a:buChar char="•"/>
                      </a:pPr>
                      <a:r>
                        <a:rPr lang="en-US" sz="700" kern="1200" dirty="0" smtClean="0">
                          <a:solidFill>
                            <a:schemeClr val="dk1"/>
                          </a:solidFill>
                          <a:uFillTx/>
                          <a:latin typeface="+mn-lt"/>
                          <a:ea typeface="+mn-ea"/>
                          <a:cs typeface="+mn-cs"/>
                        </a:rPr>
                        <a:t>Cassandra (No SQL)</a:t>
                      </a:r>
                    </a:p>
                    <a:p>
                      <a:pPr marL="171450" marR="0" lvl="0" indent="-171450" algn="l" defTabSz="3429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700" kern="1200" dirty="0" smtClean="0">
                          <a:solidFill>
                            <a:schemeClr val="dk1"/>
                          </a:solidFill>
                          <a:uFillTx/>
                          <a:latin typeface="+mn-lt"/>
                          <a:ea typeface="+mn-ea"/>
                          <a:cs typeface="+mn-cs"/>
                        </a:rPr>
                        <a:t>IBM Insight Store (No SQL)</a:t>
                      </a:r>
                    </a:p>
                    <a:p>
                      <a:pPr marL="171450" marR="0" lvl="0" indent="-171450" algn="l" defTabSz="3429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700" kern="1200" dirty="0" smtClean="0">
                          <a:solidFill>
                            <a:schemeClr val="dk1"/>
                          </a:solidFill>
                          <a:uFillTx/>
                          <a:latin typeface="+mn-lt"/>
                          <a:ea typeface="+mn-ea"/>
                          <a:cs typeface="+mn-cs"/>
                        </a:rPr>
                        <a:t>Dynamo DB (No SQL)</a:t>
                      </a:r>
                    </a:p>
                    <a:p>
                      <a:pPr marL="171450" indent="-171450" algn="l" defTabSz="342900" rtl="0" eaLnBrk="1" latinLnBrk="0" hangingPunct="1">
                        <a:buFont typeface="Arial" panose="020B0604020202020204" pitchFamily="34" charset="0"/>
                        <a:buChar char="•"/>
                      </a:pPr>
                      <a:r>
                        <a:rPr lang="en-US" sz="700" kern="1200" dirty="0" smtClean="0">
                          <a:solidFill>
                            <a:schemeClr val="dk1"/>
                          </a:solidFill>
                          <a:uFillTx/>
                          <a:latin typeface="+mn-lt"/>
                          <a:ea typeface="+mn-ea"/>
                          <a:cs typeface="+mn-cs"/>
                        </a:rPr>
                        <a:t>K2View</a:t>
                      </a:r>
                    </a:p>
                  </a:txBody>
                  <a:tcPr/>
                </a:tc>
                <a:tc>
                  <a:txBody>
                    <a:bodyPr/>
                    <a:lstStyle/>
                    <a:p>
                      <a:pPr marL="115888" indent="-115888" algn="l" defTabSz="342900" rtl="0" eaLnBrk="1" latinLnBrk="0" hangingPunct="1">
                        <a:spcAft>
                          <a:spcPts val="300"/>
                        </a:spcAft>
                        <a:buFont typeface="Arial" panose="020B0604020202020204" pitchFamily="34" charset="0"/>
                        <a:buChar char="•"/>
                      </a:pPr>
                      <a:r>
                        <a:rPr lang="en-US" sz="700" kern="1200" dirty="0" smtClean="0">
                          <a:solidFill>
                            <a:schemeClr val="dk1"/>
                          </a:solidFill>
                          <a:uFillTx/>
                          <a:latin typeface="+mn-lt"/>
                          <a:ea typeface="+mn-ea"/>
                          <a:cs typeface="+mn-cs"/>
                        </a:rPr>
                        <a:t>Low latency write and read</a:t>
                      </a:r>
                    </a:p>
                    <a:p>
                      <a:pPr marL="115888" indent="-115888" algn="l" defTabSz="342900" rtl="0" eaLnBrk="1" latinLnBrk="0" hangingPunct="1">
                        <a:spcAft>
                          <a:spcPts val="300"/>
                        </a:spcAft>
                        <a:buFont typeface="Arial" panose="020B0604020202020204" pitchFamily="34" charset="0"/>
                        <a:buChar char="•"/>
                      </a:pPr>
                      <a:r>
                        <a:rPr lang="en-US" sz="700" kern="1200" dirty="0" smtClean="0">
                          <a:solidFill>
                            <a:schemeClr val="dk1"/>
                          </a:solidFill>
                          <a:uFillTx/>
                          <a:latin typeface="+mn-lt"/>
                          <a:ea typeface="+mn-ea"/>
                          <a:cs typeface="+mn-cs"/>
                        </a:rPr>
                        <a:t>Cross data center compatibility</a:t>
                      </a:r>
                    </a:p>
                    <a:p>
                      <a:pPr marL="115888" indent="-115888" algn="l" defTabSz="342900" rtl="0" eaLnBrk="1" latinLnBrk="0" hangingPunct="1">
                        <a:spcAft>
                          <a:spcPts val="300"/>
                        </a:spcAft>
                        <a:buFont typeface="Arial" panose="020B0604020202020204" pitchFamily="34" charset="0"/>
                        <a:buChar char="•"/>
                      </a:pPr>
                      <a:r>
                        <a:rPr lang="en-US" sz="700" kern="1200" dirty="0" smtClean="0">
                          <a:solidFill>
                            <a:schemeClr val="dk1"/>
                          </a:solidFill>
                          <a:uFillTx/>
                          <a:latin typeface="+mn-lt"/>
                          <a:ea typeface="+mn-ea"/>
                          <a:cs typeface="+mn-cs"/>
                        </a:rPr>
                        <a:t>Scalability on cloud</a:t>
                      </a:r>
                    </a:p>
                  </a:txBody>
                  <a:tcPr/>
                </a:tc>
                <a:tc>
                  <a:txBody>
                    <a:bodyPr/>
                    <a:lstStyle/>
                    <a:p>
                      <a:pPr marL="115888" indent="-115888" algn="l" defTabSz="342900" rtl="0" eaLnBrk="1" latinLnBrk="0" hangingPunct="1">
                        <a:spcAft>
                          <a:spcPts val="300"/>
                        </a:spcAft>
                        <a:buFont typeface="Arial" panose="020B0604020202020204" pitchFamily="34" charset="0"/>
                        <a:buChar char="•"/>
                      </a:pPr>
                      <a:r>
                        <a:rPr lang="en-US" sz="700" kern="1200" dirty="0" smtClean="0">
                          <a:solidFill>
                            <a:schemeClr val="dk1"/>
                          </a:solidFill>
                          <a:uFillTx/>
                          <a:latin typeface="+mn-lt"/>
                          <a:ea typeface="+mn-ea"/>
                          <a:cs typeface="+mn-cs"/>
                        </a:rPr>
                        <a:t>Cassandra (for run-time low</a:t>
                      </a:r>
                      <a:r>
                        <a:rPr lang="en-US" sz="700" kern="1200" baseline="0" dirty="0" smtClean="0">
                          <a:solidFill>
                            <a:schemeClr val="dk1"/>
                          </a:solidFill>
                          <a:uFillTx/>
                          <a:latin typeface="+mn-lt"/>
                          <a:ea typeface="+mn-ea"/>
                          <a:cs typeface="+mn-cs"/>
                        </a:rPr>
                        <a:t> latency query)</a:t>
                      </a:r>
                    </a:p>
                    <a:p>
                      <a:pPr marL="115888" indent="-115888" algn="l" defTabSz="342900" rtl="0" eaLnBrk="1" latinLnBrk="0" hangingPunct="1">
                        <a:spcAft>
                          <a:spcPts val="300"/>
                        </a:spcAft>
                        <a:buFont typeface="Arial" panose="020B0604020202020204" pitchFamily="34" charset="0"/>
                        <a:buChar char="•"/>
                      </a:pPr>
                      <a:r>
                        <a:rPr lang="en-US" sz="700" kern="1200" baseline="0" dirty="0" smtClean="0">
                          <a:solidFill>
                            <a:schemeClr val="dk1"/>
                          </a:solidFill>
                          <a:uFillTx/>
                          <a:latin typeface="+mn-lt"/>
                          <a:ea typeface="+mn-ea"/>
                          <a:cs typeface="+mn-cs"/>
                        </a:rPr>
                        <a:t>K2Veiw (being evaluated)</a:t>
                      </a:r>
                    </a:p>
                  </a:txBody>
                  <a:tcPr/>
                </a:tc>
              </a:tr>
              <a:tr h="499980">
                <a:tc>
                  <a:txBody>
                    <a:bodyPr/>
                    <a:lstStyle/>
                    <a:p>
                      <a:pPr algn="l"/>
                      <a:r>
                        <a:rPr lang="en-US" dirty="0" smtClean="0"/>
                        <a:t>Data Visualization</a:t>
                      </a:r>
                      <a:endParaRPr lang="en-US" dirty="0"/>
                    </a:p>
                  </a:txBody>
                  <a:tcPr/>
                </a:tc>
                <a:tc>
                  <a:txBody>
                    <a:bodyPr/>
                    <a:lstStyle/>
                    <a:p>
                      <a:pPr marL="171450" indent="-171450" algn="l">
                        <a:buFont typeface="Arial" panose="020B0604020202020204" pitchFamily="34" charset="0"/>
                        <a:buChar char="•"/>
                      </a:pPr>
                      <a:r>
                        <a:rPr lang="en-US" sz="700" dirty="0" smtClean="0"/>
                        <a:t>Intent</a:t>
                      </a:r>
                      <a:r>
                        <a:rPr lang="en-US" sz="700" baseline="0" dirty="0" smtClean="0"/>
                        <a:t> HQ</a:t>
                      </a:r>
                    </a:p>
                    <a:p>
                      <a:pPr marL="171450" indent="-171450" algn="l">
                        <a:buFont typeface="Arial" panose="020B0604020202020204" pitchFamily="34" charset="0"/>
                        <a:buChar char="•"/>
                      </a:pPr>
                      <a:r>
                        <a:rPr lang="en-US" sz="700" baseline="0" dirty="0" smtClean="0"/>
                        <a:t>Neo4J Bloom</a:t>
                      </a:r>
                    </a:p>
                    <a:p>
                      <a:pPr marL="171450" indent="-171450" algn="l">
                        <a:buFont typeface="Arial" panose="020B0604020202020204" pitchFamily="34" charset="0"/>
                        <a:buChar char="•"/>
                      </a:pPr>
                      <a:r>
                        <a:rPr lang="en-US" sz="700" baseline="0" dirty="0" err="1" smtClean="0"/>
                        <a:t>Keylines</a:t>
                      </a:r>
                      <a:endParaRPr lang="en-US" sz="700" dirty="0"/>
                    </a:p>
                  </a:txBody>
                  <a:tcPr/>
                </a:tc>
                <a:tc>
                  <a:txBody>
                    <a:bodyPr/>
                    <a:lstStyle/>
                    <a:p>
                      <a:pPr marL="115888" indent="-115888" algn="l" defTabSz="342900" rtl="0" eaLnBrk="1" latinLnBrk="0" hangingPunct="1">
                        <a:spcAft>
                          <a:spcPts val="300"/>
                        </a:spcAft>
                        <a:buFont typeface="Arial" panose="020B0604020202020204" pitchFamily="34" charset="0"/>
                        <a:buChar char="•"/>
                      </a:pPr>
                      <a:r>
                        <a:rPr lang="en-US" sz="700" kern="1200" dirty="0" smtClean="0">
                          <a:solidFill>
                            <a:schemeClr val="dk1"/>
                          </a:solidFill>
                          <a:uFillTx/>
                          <a:latin typeface="+mn-lt"/>
                          <a:ea typeface="+mn-ea"/>
                          <a:cs typeface="+mn-cs"/>
                        </a:rPr>
                        <a:t>Big</a:t>
                      </a:r>
                      <a:r>
                        <a:rPr lang="en-US" sz="700" kern="1200" baseline="0" dirty="0" smtClean="0">
                          <a:solidFill>
                            <a:schemeClr val="dk1"/>
                          </a:solidFill>
                          <a:uFillTx/>
                          <a:latin typeface="+mn-lt"/>
                          <a:ea typeface="+mn-ea"/>
                          <a:cs typeface="+mn-cs"/>
                        </a:rPr>
                        <a:t> data compatibility</a:t>
                      </a:r>
                    </a:p>
                    <a:p>
                      <a:pPr marL="115888" indent="-115888" algn="l" defTabSz="342900" rtl="0" eaLnBrk="1" latinLnBrk="0" hangingPunct="1">
                        <a:spcAft>
                          <a:spcPts val="300"/>
                        </a:spcAft>
                        <a:buFont typeface="Arial" panose="020B0604020202020204" pitchFamily="34" charset="0"/>
                        <a:buChar char="•"/>
                      </a:pPr>
                      <a:r>
                        <a:rPr lang="en-US" sz="700" kern="1200" baseline="0" dirty="0" smtClean="0">
                          <a:solidFill>
                            <a:schemeClr val="dk1"/>
                          </a:solidFill>
                          <a:uFillTx/>
                          <a:latin typeface="+mn-lt"/>
                          <a:ea typeface="+mn-ea"/>
                          <a:cs typeface="+mn-cs"/>
                        </a:rPr>
                        <a:t>Business friendly UI for visual analytics</a:t>
                      </a:r>
                    </a:p>
                  </a:txBody>
                  <a:tcPr/>
                </a:tc>
                <a:tc>
                  <a:txBody>
                    <a:bodyPr/>
                    <a:lstStyle/>
                    <a:p>
                      <a:pPr marL="115888" indent="-115888" algn="l" defTabSz="342900" rtl="0" eaLnBrk="1" latinLnBrk="0" hangingPunct="1">
                        <a:spcAft>
                          <a:spcPts val="300"/>
                        </a:spcAft>
                        <a:buFont typeface="Arial" panose="020B0604020202020204" pitchFamily="34" charset="0"/>
                        <a:buChar char="•"/>
                      </a:pPr>
                      <a:r>
                        <a:rPr lang="en-US" sz="700" kern="1200" dirty="0" smtClean="0">
                          <a:solidFill>
                            <a:schemeClr val="dk1"/>
                          </a:solidFill>
                          <a:uFillTx/>
                          <a:latin typeface="+mn-lt"/>
                          <a:ea typeface="+mn-ea"/>
                          <a:cs typeface="+mn-cs"/>
                        </a:rPr>
                        <a:t>Intent HQ (To be evaluated)</a:t>
                      </a:r>
                    </a:p>
                    <a:p>
                      <a:pPr marL="115888" indent="-115888" algn="l" defTabSz="342900" rtl="0" eaLnBrk="1" latinLnBrk="0" hangingPunct="1">
                        <a:spcAft>
                          <a:spcPts val="300"/>
                        </a:spcAft>
                        <a:buFont typeface="Arial" panose="020B0604020202020204" pitchFamily="34" charset="0"/>
                        <a:buChar char="•"/>
                      </a:pPr>
                      <a:r>
                        <a:rPr lang="en-US" sz="700" kern="1200" dirty="0" smtClean="0">
                          <a:solidFill>
                            <a:schemeClr val="dk1"/>
                          </a:solidFill>
                          <a:uFillTx/>
                          <a:latin typeface="+mn-lt"/>
                          <a:ea typeface="+mn-ea"/>
                          <a:cs typeface="+mn-cs"/>
                        </a:rPr>
                        <a:t>Neo4J</a:t>
                      </a:r>
                      <a:r>
                        <a:rPr lang="en-US" sz="700" kern="1200" baseline="0" dirty="0" smtClean="0">
                          <a:solidFill>
                            <a:schemeClr val="dk1"/>
                          </a:solidFill>
                          <a:uFillTx/>
                          <a:latin typeface="+mn-lt"/>
                          <a:ea typeface="+mn-ea"/>
                          <a:cs typeface="+mn-cs"/>
                        </a:rPr>
                        <a:t> Bloom</a:t>
                      </a:r>
                      <a:endParaRPr lang="en-US" sz="700" kern="1200" dirty="0">
                        <a:solidFill>
                          <a:schemeClr val="dk1"/>
                        </a:solidFill>
                        <a:uFillTx/>
                        <a:latin typeface="+mn-lt"/>
                        <a:ea typeface="+mn-ea"/>
                        <a:cs typeface="+mn-cs"/>
                      </a:endParaRPr>
                    </a:p>
                  </a:txBody>
                  <a:tcPr/>
                </a:tc>
              </a:tr>
              <a:tr h="952780">
                <a:tc>
                  <a:txBody>
                    <a:bodyPr/>
                    <a:lstStyle/>
                    <a:p>
                      <a:pPr algn="l"/>
                      <a:r>
                        <a:rPr lang="en-US" baseline="0" dirty="0" smtClean="0"/>
                        <a:t>AI Processor</a:t>
                      </a:r>
                      <a:endParaRPr lang="en-US" dirty="0"/>
                    </a:p>
                  </a:txBody>
                  <a:tcPr/>
                </a:tc>
                <a:tc>
                  <a:txBody>
                    <a:bodyPr/>
                    <a:lstStyle/>
                    <a:p>
                      <a:pPr marL="171450" indent="-171450" algn="l">
                        <a:buFont typeface="Arial" panose="020B0604020202020204" pitchFamily="34" charset="0"/>
                        <a:buChar char="•"/>
                      </a:pPr>
                      <a:r>
                        <a:rPr lang="en-US" sz="700" dirty="0" smtClean="0"/>
                        <a:t>IBM DSX</a:t>
                      </a:r>
                    </a:p>
                    <a:p>
                      <a:pPr marL="171450" indent="-171450" algn="l">
                        <a:buFont typeface="Arial" panose="020B0604020202020204" pitchFamily="34" charset="0"/>
                        <a:buChar char="•"/>
                      </a:pPr>
                      <a:r>
                        <a:rPr lang="en-US" sz="700" dirty="0" smtClean="0"/>
                        <a:t>Domino Labs</a:t>
                      </a:r>
                    </a:p>
                    <a:p>
                      <a:pPr marL="171450" indent="-171450" algn="l">
                        <a:buFont typeface="Arial" panose="020B0604020202020204" pitchFamily="34" charset="0"/>
                        <a:buChar char="•"/>
                      </a:pPr>
                      <a:r>
                        <a:rPr lang="en-US" sz="700" dirty="0" smtClean="0"/>
                        <a:t>Data Science.com</a:t>
                      </a:r>
                    </a:p>
                    <a:p>
                      <a:pPr marL="171450" indent="-171450" algn="l">
                        <a:buFont typeface="Arial" panose="020B0604020202020204" pitchFamily="34" charset="0"/>
                        <a:buChar char="•"/>
                      </a:pPr>
                      <a:endParaRPr lang="en-US" sz="700" dirty="0"/>
                    </a:p>
                  </a:txBody>
                  <a:tcPr/>
                </a:tc>
                <a:tc>
                  <a:txBody>
                    <a:bodyPr/>
                    <a:lstStyle/>
                    <a:p>
                      <a:pPr marL="115888" indent="-115888" algn="l" defTabSz="342900" rtl="0" eaLnBrk="1" latinLnBrk="0" hangingPunct="1">
                        <a:spcAft>
                          <a:spcPts val="300"/>
                        </a:spcAft>
                        <a:buFont typeface="Arial" panose="020B0604020202020204" pitchFamily="34" charset="0"/>
                        <a:buChar char="•"/>
                      </a:pPr>
                      <a:r>
                        <a:rPr lang="en-US" sz="700" kern="1200" dirty="0" smtClean="0">
                          <a:solidFill>
                            <a:schemeClr val="dk1"/>
                          </a:solidFill>
                          <a:uFillTx/>
                          <a:latin typeface="+mn-lt"/>
                          <a:ea typeface="+mn-ea"/>
                          <a:cs typeface="+mn-cs"/>
                        </a:rPr>
                        <a:t>Support</a:t>
                      </a:r>
                      <a:r>
                        <a:rPr lang="en-US" sz="700" kern="1200" baseline="0" dirty="0" smtClean="0">
                          <a:solidFill>
                            <a:schemeClr val="dk1"/>
                          </a:solidFill>
                          <a:uFillTx/>
                          <a:latin typeface="+mn-lt"/>
                          <a:ea typeface="+mn-ea"/>
                          <a:cs typeface="+mn-cs"/>
                        </a:rPr>
                        <a:t> for model building by novice, intermediate and expert users</a:t>
                      </a:r>
                    </a:p>
                    <a:p>
                      <a:pPr marL="115888" indent="-115888" algn="l" defTabSz="342900" rtl="0" eaLnBrk="1" latinLnBrk="0" hangingPunct="1">
                        <a:spcAft>
                          <a:spcPts val="300"/>
                        </a:spcAft>
                        <a:buFont typeface="Arial" panose="020B0604020202020204" pitchFamily="34" charset="0"/>
                        <a:buChar char="•"/>
                      </a:pPr>
                      <a:r>
                        <a:rPr lang="en-US" sz="700" kern="1200" baseline="0" dirty="0" smtClean="0">
                          <a:solidFill>
                            <a:schemeClr val="dk1"/>
                          </a:solidFill>
                          <a:uFillTx/>
                          <a:latin typeface="+mn-lt"/>
                          <a:ea typeface="+mn-ea"/>
                          <a:cs typeface="+mn-cs"/>
                        </a:rPr>
                        <a:t>Dev Ops automation for data science</a:t>
                      </a:r>
                    </a:p>
                    <a:p>
                      <a:pPr marL="115888" indent="-115888" algn="l" defTabSz="342900" rtl="0" eaLnBrk="1" latinLnBrk="0" hangingPunct="1">
                        <a:spcAft>
                          <a:spcPts val="300"/>
                        </a:spcAft>
                        <a:buFont typeface="Arial" panose="020B0604020202020204" pitchFamily="34" charset="0"/>
                        <a:buChar char="•"/>
                      </a:pPr>
                      <a:r>
                        <a:rPr lang="en-US" sz="700" kern="1200" dirty="0" smtClean="0">
                          <a:solidFill>
                            <a:schemeClr val="dk1"/>
                          </a:solidFill>
                          <a:uFillTx/>
                          <a:latin typeface="+mn-lt"/>
                          <a:ea typeface="+mn-ea"/>
                          <a:cs typeface="+mn-cs"/>
                        </a:rPr>
                        <a:t>Run</a:t>
                      </a:r>
                      <a:r>
                        <a:rPr lang="en-US" sz="700" kern="1200" baseline="0" dirty="0" smtClean="0">
                          <a:solidFill>
                            <a:schemeClr val="dk1"/>
                          </a:solidFill>
                          <a:uFillTx/>
                          <a:latin typeface="+mn-lt"/>
                          <a:ea typeface="+mn-ea"/>
                          <a:cs typeface="+mn-cs"/>
                        </a:rPr>
                        <a:t> at scale</a:t>
                      </a:r>
                    </a:p>
                    <a:p>
                      <a:pPr marL="115888" indent="-115888" algn="l" defTabSz="342900" rtl="0" eaLnBrk="1" latinLnBrk="0" hangingPunct="1">
                        <a:spcAft>
                          <a:spcPts val="300"/>
                        </a:spcAft>
                        <a:buFont typeface="Arial" panose="020B0604020202020204" pitchFamily="34" charset="0"/>
                        <a:buChar char="•"/>
                      </a:pPr>
                      <a:r>
                        <a:rPr lang="en-US" sz="700" kern="1200" baseline="0" dirty="0" smtClean="0">
                          <a:solidFill>
                            <a:schemeClr val="dk1"/>
                          </a:solidFill>
                          <a:uFillTx/>
                          <a:latin typeface="+mn-lt"/>
                          <a:ea typeface="+mn-ea"/>
                          <a:cs typeface="+mn-cs"/>
                        </a:rPr>
                        <a:t>Cloud agnostic</a:t>
                      </a:r>
                    </a:p>
                    <a:p>
                      <a:pPr marL="115888" indent="-115888" algn="l" defTabSz="342900" rtl="0" eaLnBrk="1" latinLnBrk="0" hangingPunct="1">
                        <a:spcAft>
                          <a:spcPts val="300"/>
                        </a:spcAft>
                        <a:buFont typeface="Arial" panose="020B0604020202020204" pitchFamily="34" charset="0"/>
                        <a:buChar char="•"/>
                      </a:pPr>
                      <a:r>
                        <a:rPr lang="en-US" sz="700" kern="1200" baseline="0" dirty="0" smtClean="0">
                          <a:solidFill>
                            <a:schemeClr val="dk1"/>
                          </a:solidFill>
                          <a:uFillTx/>
                          <a:latin typeface="+mn-lt"/>
                          <a:ea typeface="+mn-ea"/>
                          <a:cs typeface="+mn-cs"/>
                        </a:rPr>
                        <a:t>Language / package agnostic</a:t>
                      </a:r>
                      <a:endParaRPr lang="en-US" sz="700" kern="1200" dirty="0" smtClean="0">
                        <a:solidFill>
                          <a:schemeClr val="dk1"/>
                        </a:solidFill>
                        <a:uFillTx/>
                        <a:latin typeface="+mn-lt"/>
                        <a:ea typeface="+mn-ea"/>
                        <a:cs typeface="+mn-cs"/>
                      </a:endParaRPr>
                    </a:p>
                  </a:txBody>
                  <a:tcPr/>
                </a:tc>
                <a:tc>
                  <a:txBody>
                    <a:bodyPr/>
                    <a:lstStyle/>
                    <a:p>
                      <a:pPr marL="115888" indent="-115888" algn="l" defTabSz="342900" rtl="0" eaLnBrk="1" latinLnBrk="0" hangingPunct="1">
                        <a:spcAft>
                          <a:spcPts val="300"/>
                        </a:spcAft>
                        <a:buFont typeface="Arial" panose="020B0604020202020204" pitchFamily="34" charset="0"/>
                        <a:buChar char="•"/>
                      </a:pPr>
                      <a:r>
                        <a:rPr lang="en-US" sz="700" kern="1200" dirty="0" smtClean="0">
                          <a:solidFill>
                            <a:schemeClr val="dk1"/>
                          </a:solidFill>
                          <a:uFillTx/>
                          <a:latin typeface="+mn-lt"/>
                          <a:ea typeface="+mn-ea"/>
                          <a:cs typeface="+mn-cs"/>
                        </a:rPr>
                        <a:t>IBM DSX</a:t>
                      </a:r>
                    </a:p>
                    <a:p>
                      <a:pPr marL="115888" indent="-115888" algn="l" defTabSz="342900" rtl="0" eaLnBrk="1" latinLnBrk="0" hangingPunct="1">
                        <a:spcAft>
                          <a:spcPts val="300"/>
                        </a:spcAft>
                        <a:buFont typeface="Arial" panose="020B0604020202020204" pitchFamily="34" charset="0"/>
                        <a:buChar char="•"/>
                      </a:pPr>
                      <a:r>
                        <a:rPr lang="en-US" sz="700" kern="1200" dirty="0" smtClean="0">
                          <a:solidFill>
                            <a:schemeClr val="dk1"/>
                          </a:solidFill>
                          <a:uFillTx/>
                          <a:latin typeface="+mn-lt"/>
                          <a:ea typeface="+mn-ea"/>
                          <a:cs typeface="+mn-cs"/>
                        </a:rPr>
                        <a:t>Domino</a:t>
                      </a:r>
                      <a:r>
                        <a:rPr lang="en-US" sz="700" kern="1200" baseline="0" dirty="0" smtClean="0">
                          <a:solidFill>
                            <a:schemeClr val="dk1"/>
                          </a:solidFill>
                          <a:uFillTx/>
                          <a:latin typeface="+mn-lt"/>
                          <a:ea typeface="+mn-ea"/>
                          <a:cs typeface="+mn-cs"/>
                        </a:rPr>
                        <a:t> Labs (to be evaluated)</a:t>
                      </a:r>
                      <a:endParaRPr lang="en-US" sz="700" kern="1200" dirty="0">
                        <a:solidFill>
                          <a:schemeClr val="dk1"/>
                        </a:solidFill>
                        <a:uFillTx/>
                        <a:latin typeface="+mn-lt"/>
                        <a:ea typeface="+mn-ea"/>
                        <a:cs typeface="+mn-cs"/>
                      </a:endParaRPr>
                    </a:p>
                  </a:txBody>
                  <a:tcPr/>
                </a:tc>
              </a:tr>
              <a:tr h="246409">
                <a:tc>
                  <a:txBody>
                    <a:bodyPr/>
                    <a:lstStyle/>
                    <a:p>
                      <a:pPr algn="l"/>
                      <a:r>
                        <a:rPr lang="en-US" dirty="0" smtClean="0"/>
                        <a:t>Decision</a:t>
                      </a:r>
                      <a:r>
                        <a:rPr lang="en-US" baseline="0" dirty="0" smtClean="0"/>
                        <a:t> Engine</a:t>
                      </a:r>
                      <a:endParaRPr lang="en-US" dirty="0"/>
                    </a:p>
                  </a:txBody>
                  <a:tcPr/>
                </a:tc>
                <a:tc>
                  <a:txBody>
                    <a:bodyPr/>
                    <a:lstStyle/>
                    <a:p>
                      <a:pPr algn="l"/>
                      <a:r>
                        <a:rPr lang="en-US" sz="700" dirty="0" err="1" smtClean="0"/>
                        <a:t>Pega</a:t>
                      </a:r>
                      <a:endParaRPr lang="en-US" sz="700" dirty="0"/>
                    </a:p>
                  </a:txBody>
                  <a:tcPr/>
                </a:tc>
                <a:tc>
                  <a:txBody>
                    <a:bodyPr/>
                    <a:lstStyle/>
                    <a:p>
                      <a:pPr marL="115888" indent="-115888" algn="l" defTabSz="342900" rtl="0" eaLnBrk="1" latinLnBrk="0" hangingPunct="1">
                        <a:spcAft>
                          <a:spcPts val="300"/>
                        </a:spcAft>
                        <a:buFont typeface="Arial" panose="020B0604020202020204" pitchFamily="34" charset="0"/>
                        <a:buChar char="•"/>
                      </a:pPr>
                      <a:r>
                        <a:rPr lang="en-US" sz="700" kern="1200" smtClean="0">
                          <a:solidFill>
                            <a:schemeClr val="dk1"/>
                          </a:solidFill>
                          <a:uFillTx/>
                          <a:latin typeface="+mn-lt"/>
                          <a:ea typeface="+mn-ea"/>
                          <a:cs typeface="+mn-cs"/>
                        </a:rPr>
                        <a:t>Adaptive</a:t>
                      </a:r>
                      <a:r>
                        <a:rPr lang="en-US" sz="700" kern="1200" baseline="0" smtClean="0">
                          <a:solidFill>
                            <a:schemeClr val="dk1"/>
                          </a:solidFill>
                          <a:uFillTx/>
                          <a:latin typeface="+mn-lt"/>
                          <a:ea typeface="+mn-ea"/>
                          <a:cs typeface="+mn-cs"/>
                        </a:rPr>
                        <a:t> learning</a:t>
                      </a:r>
                      <a:endParaRPr lang="en-US" sz="700" kern="1200" dirty="0">
                        <a:solidFill>
                          <a:schemeClr val="dk1"/>
                        </a:solidFill>
                        <a:uFillTx/>
                        <a:latin typeface="+mn-lt"/>
                        <a:ea typeface="+mn-ea"/>
                        <a:cs typeface="+mn-cs"/>
                      </a:endParaRPr>
                    </a:p>
                  </a:txBody>
                  <a:tcPr/>
                </a:tc>
                <a:tc>
                  <a:txBody>
                    <a:bodyPr/>
                    <a:lstStyle/>
                    <a:p>
                      <a:pPr marL="115888" indent="-115888" algn="l" defTabSz="342900" rtl="0" eaLnBrk="1" latinLnBrk="0" hangingPunct="1">
                        <a:spcAft>
                          <a:spcPts val="300"/>
                        </a:spcAft>
                        <a:buFont typeface="Arial" panose="020B0604020202020204" pitchFamily="34" charset="0"/>
                        <a:buChar char="•"/>
                      </a:pPr>
                      <a:r>
                        <a:rPr lang="en-US" sz="700" kern="1200" dirty="0" err="1" smtClean="0">
                          <a:solidFill>
                            <a:schemeClr val="dk1"/>
                          </a:solidFill>
                          <a:uFillTx/>
                          <a:latin typeface="+mn-lt"/>
                          <a:ea typeface="+mn-ea"/>
                          <a:cs typeface="+mn-cs"/>
                        </a:rPr>
                        <a:t>Pega</a:t>
                      </a:r>
                      <a:endParaRPr lang="en-US" sz="700" kern="1200" dirty="0">
                        <a:solidFill>
                          <a:schemeClr val="dk1"/>
                        </a:solidFill>
                        <a:uFillTx/>
                        <a:latin typeface="+mn-lt"/>
                        <a:ea typeface="+mn-ea"/>
                        <a:cs typeface="+mn-cs"/>
                      </a:endParaRPr>
                    </a:p>
                  </a:txBody>
                  <a:tcPr/>
                </a:tc>
              </a:tr>
            </a:tbl>
          </a:graphicData>
        </a:graphic>
      </p:graphicFrame>
      <p:sp>
        <p:nvSpPr>
          <p:cNvPr id="4" name="TextBox 3"/>
          <p:cNvSpPr txBox="1"/>
          <p:nvPr/>
        </p:nvSpPr>
        <p:spPr>
          <a:xfrm>
            <a:off x="457201" y="729510"/>
            <a:ext cx="8229600" cy="415498"/>
          </a:xfrm>
          <a:prstGeom prst="rect">
            <a:avLst/>
          </a:prstGeom>
        </p:spPr>
        <p:txBody>
          <a:bodyPr wrap="square" rtlCol="0">
            <a:spAutoFit/>
          </a:bodyPr>
          <a:lstStyle/>
          <a:p>
            <a:r>
              <a:rPr lang="en-US" sz="1050" dirty="0" smtClean="0"/>
              <a:t>Based on workshops with technology enablers and services companies (Uber, LinkedIn, Trulia, TCS, Infosys, CTS, </a:t>
            </a:r>
            <a:r>
              <a:rPr lang="en-US" sz="1050" dirty="0" err="1" smtClean="0"/>
              <a:t>MuSigma</a:t>
            </a:r>
            <a:r>
              <a:rPr lang="en-US" sz="1050" dirty="0" smtClean="0"/>
              <a:t>, Anderson Ludgate, Cognitive Scale etc</a:t>
            </a:r>
            <a:r>
              <a:rPr lang="en-US" sz="1050" dirty="0"/>
              <a:t>.</a:t>
            </a:r>
            <a:r>
              <a:rPr lang="en-US" sz="1050" dirty="0" smtClean="0"/>
              <a:t>)</a:t>
            </a:r>
            <a:endParaRPr lang="en-US" sz="1050" dirty="0"/>
          </a:p>
        </p:txBody>
      </p:sp>
    </p:spTree>
    <p:extLst>
      <p:ext uri="{BB962C8B-B14F-4D97-AF65-F5344CB8AC3E}">
        <p14:creationId xmlns:p14="http://schemas.microsoft.com/office/powerpoint/2010/main" val="22152557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E12D0507-9F86-7A45-BE8E-43760B9F92AA}" type="slidenum">
              <a:rPr lang="en-US" smtClean="0">
                <a:solidFill>
                  <a:srgbClr val="000000"/>
                </a:solidFill>
              </a:rPr>
              <a:pPr/>
              <a:t>16</a:t>
            </a:fld>
            <a:endParaRPr lang="en-US" dirty="0">
              <a:solidFill>
                <a:srgbClr val="000000"/>
              </a:solidFill>
            </a:endParaRPr>
          </a:p>
        </p:txBody>
      </p:sp>
      <p:sp>
        <p:nvSpPr>
          <p:cNvPr id="5" name="Title 4"/>
          <p:cNvSpPr>
            <a:spLocks noGrp="1"/>
          </p:cNvSpPr>
          <p:nvPr>
            <p:ph type="title"/>
          </p:nvPr>
        </p:nvSpPr>
        <p:spPr>
          <a:xfrm>
            <a:off x="409769" y="400931"/>
            <a:ext cx="5314950" cy="254151"/>
          </a:xfrm>
        </p:spPr>
        <p:txBody>
          <a:bodyPr>
            <a:normAutofit fontScale="90000"/>
          </a:bodyPr>
          <a:lstStyle/>
          <a:p>
            <a:pPr>
              <a:tabLst>
                <a:tab pos="1582341" algn="l"/>
              </a:tabLst>
            </a:pPr>
            <a:r>
              <a:rPr lang="en-US" dirty="0" smtClean="0"/>
              <a:t>Industry Research</a:t>
            </a:r>
            <a:endParaRPr lang="en-US" dirty="0"/>
          </a:p>
        </p:txBody>
      </p:sp>
      <p:grpSp>
        <p:nvGrpSpPr>
          <p:cNvPr id="4" name="Group 3"/>
          <p:cNvGrpSpPr/>
          <p:nvPr/>
        </p:nvGrpSpPr>
        <p:grpSpPr>
          <a:xfrm>
            <a:off x="502298" y="750634"/>
            <a:ext cx="7385180" cy="3931276"/>
            <a:chOff x="1143000" y="763074"/>
            <a:chExt cx="6858000" cy="3931276"/>
          </a:xfrm>
        </p:grpSpPr>
        <p:sp>
          <p:nvSpPr>
            <p:cNvPr id="142" name="Rounded Rectangle 141"/>
            <p:cNvSpPr/>
            <p:nvPr/>
          </p:nvSpPr>
          <p:spPr>
            <a:xfrm>
              <a:off x="1706779" y="1332508"/>
              <a:ext cx="1719996" cy="2140724"/>
            </a:xfrm>
            <a:prstGeom prst="roundRect">
              <a:avLst>
                <a:gd name="adj" fmla="val 7536"/>
              </a:avLst>
            </a:prstGeom>
            <a:solidFill>
              <a:schemeClr val="bg1">
                <a:lumMod val="95000"/>
              </a:schemeClr>
            </a:solidFill>
            <a:ln>
              <a:noFill/>
            </a:ln>
          </p:spPr>
          <p:style>
            <a:lnRef idx="1">
              <a:schemeClr val="accent1"/>
            </a:lnRef>
            <a:fillRef idx="1">
              <a:schemeClr val="accent1"/>
            </a:fillRef>
            <a:effectRef idx="0">
              <a:schemeClr val="accent1"/>
            </a:effectRef>
            <a:fontRef idx="minor">
              <a:schemeClr val="lt1"/>
            </a:fontRef>
          </p:style>
          <p:txBody>
            <a:bodyPr rtlCol="0" anchor="ctr"/>
            <a:lstStyle/>
            <a:p>
              <a:pPr algn="ctr"/>
              <a:endParaRPr lang="en-US" sz="1050" dirty="0"/>
            </a:p>
          </p:txBody>
        </p:sp>
        <p:sp>
          <p:nvSpPr>
            <p:cNvPr id="330" name="Rectangle 329">
              <a:extLst>
                <a:ext uri="{FF2B5EF4-FFF2-40B4-BE49-F238E27FC236}">
                  <a16:creationId xmlns="" xmlns:a16="http://schemas.microsoft.com/office/drawing/2014/main" id="{DD392D2C-4AF2-D749-8C33-D91C2334873F}"/>
                </a:ext>
              </a:extLst>
            </p:cNvPr>
            <p:cNvSpPr/>
            <p:nvPr/>
          </p:nvSpPr>
          <p:spPr>
            <a:xfrm>
              <a:off x="1143000" y="763074"/>
              <a:ext cx="6858000" cy="3931276"/>
            </a:xfrm>
            <a:prstGeom prst="rect">
              <a:avLst/>
            </a:prstGeom>
            <a:solidFill>
              <a:schemeClr val="bg1">
                <a:lumMod val="95000"/>
              </a:schemeClr>
            </a:solidFill>
            <a:ln w="9525">
              <a:noFill/>
            </a:ln>
          </p:spPr>
          <p:style>
            <a:lnRef idx="1">
              <a:schemeClr val="accent1"/>
            </a:lnRef>
            <a:fillRef idx="1">
              <a:schemeClr val="accent1"/>
            </a:fillRef>
            <a:effectRef idx="0">
              <a:schemeClr val="accent1"/>
            </a:effectRef>
            <a:fontRef idx="minor">
              <a:schemeClr val="lt1"/>
            </a:fontRef>
          </p:style>
          <p:txBody>
            <a:bodyPr rtlCol="0" anchor="ctr"/>
            <a:lstStyle/>
            <a:p>
              <a:pPr algn="ctr"/>
              <a:endParaRPr lang="en-US" sz="1050"/>
            </a:p>
          </p:txBody>
        </p:sp>
        <p:grpSp>
          <p:nvGrpSpPr>
            <p:cNvPr id="143" name="Group 142"/>
            <p:cNvGrpSpPr/>
            <p:nvPr/>
          </p:nvGrpSpPr>
          <p:grpSpPr>
            <a:xfrm>
              <a:off x="1782567" y="1662849"/>
              <a:ext cx="1719996" cy="2140724"/>
              <a:chOff x="852756" y="1257012"/>
              <a:chExt cx="2293328" cy="2854298"/>
            </a:xfrm>
          </p:grpSpPr>
          <p:sp>
            <p:nvSpPr>
              <p:cNvPr id="144" name="Rounded Rectangle 143"/>
              <p:cNvSpPr/>
              <p:nvPr/>
            </p:nvSpPr>
            <p:spPr>
              <a:xfrm>
                <a:off x="852756" y="1257012"/>
                <a:ext cx="2293328" cy="2854298"/>
              </a:xfrm>
              <a:prstGeom prst="roundRect">
                <a:avLst>
                  <a:gd name="adj" fmla="val 7536"/>
                </a:avLst>
              </a:prstGeom>
              <a:solidFill>
                <a:schemeClr val="bg1">
                  <a:lumMod val="95000"/>
                </a:schemeClr>
              </a:solidFill>
              <a:ln>
                <a:solidFill>
                  <a:schemeClr val="tx2"/>
                </a:solidFill>
              </a:ln>
            </p:spPr>
            <p:style>
              <a:lnRef idx="1">
                <a:schemeClr val="accent1"/>
              </a:lnRef>
              <a:fillRef idx="1">
                <a:schemeClr val="accent1"/>
              </a:fillRef>
              <a:effectRef idx="0">
                <a:schemeClr val="accent1"/>
              </a:effectRef>
              <a:fontRef idx="minor">
                <a:schemeClr val="lt1"/>
              </a:fontRef>
            </p:style>
            <p:txBody>
              <a:bodyPr rtlCol="0" anchor="ctr"/>
              <a:lstStyle/>
              <a:p>
                <a:pPr algn="ctr"/>
                <a:endParaRPr lang="en-US" sz="1050" dirty="0"/>
              </a:p>
            </p:txBody>
          </p:sp>
          <p:grpSp>
            <p:nvGrpSpPr>
              <p:cNvPr id="145" name="Group 144"/>
              <p:cNvGrpSpPr/>
              <p:nvPr/>
            </p:nvGrpSpPr>
            <p:grpSpPr>
              <a:xfrm>
                <a:off x="1232847" y="1537908"/>
                <a:ext cx="1533146" cy="2292506"/>
                <a:chOff x="363828" y="1521159"/>
                <a:chExt cx="1397964" cy="2172277"/>
              </a:xfrm>
            </p:grpSpPr>
            <p:pic>
              <p:nvPicPr>
                <p:cNvPr id="146" name="Picture 145"/>
                <p:cNvPicPr>
                  <a:picLocks noChangeAspect="1"/>
                </p:cNvPicPr>
                <p:nvPr/>
              </p:nvPicPr>
              <p:blipFill>
                <a:blip r:embed="rId3"/>
                <a:stretch>
                  <a:fillRect/>
                </a:stretch>
              </p:blipFill>
              <p:spPr>
                <a:xfrm>
                  <a:off x="372723" y="1527945"/>
                  <a:ext cx="621252" cy="555795"/>
                </a:xfrm>
                <a:prstGeom prst="rect">
                  <a:avLst/>
                </a:prstGeom>
                <a:ln>
                  <a:solidFill>
                    <a:schemeClr val="tx2"/>
                  </a:solidFill>
                </a:ln>
              </p:spPr>
            </p:pic>
            <p:pic>
              <p:nvPicPr>
                <p:cNvPr id="147" name="Picture 146"/>
                <p:cNvPicPr>
                  <a:picLocks noChangeAspect="1"/>
                </p:cNvPicPr>
                <p:nvPr/>
              </p:nvPicPr>
              <p:blipFill>
                <a:blip r:embed="rId4"/>
                <a:stretch>
                  <a:fillRect/>
                </a:stretch>
              </p:blipFill>
              <p:spPr>
                <a:xfrm>
                  <a:off x="1179113" y="1521159"/>
                  <a:ext cx="582679" cy="545431"/>
                </a:xfrm>
                <a:prstGeom prst="rect">
                  <a:avLst/>
                </a:prstGeom>
                <a:ln>
                  <a:solidFill>
                    <a:schemeClr val="tx2"/>
                  </a:solidFill>
                </a:ln>
              </p:spPr>
            </p:pic>
            <p:pic>
              <p:nvPicPr>
                <p:cNvPr id="148" name="Picture 147"/>
                <p:cNvPicPr>
                  <a:picLocks noChangeAspect="1"/>
                </p:cNvPicPr>
                <p:nvPr/>
              </p:nvPicPr>
              <p:blipFill>
                <a:blip r:embed="rId5"/>
                <a:stretch>
                  <a:fillRect/>
                </a:stretch>
              </p:blipFill>
              <p:spPr>
                <a:xfrm>
                  <a:off x="363828" y="3099709"/>
                  <a:ext cx="641420" cy="593726"/>
                </a:xfrm>
                <a:prstGeom prst="rect">
                  <a:avLst/>
                </a:prstGeom>
                <a:ln>
                  <a:solidFill>
                    <a:schemeClr val="tx2"/>
                  </a:solidFill>
                </a:ln>
              </p:spPr>
            </p:pic>
            <p:pic>
              <p:nvPicPr>
                <p:cNvPr id="149" name="Picture 148"/>
                <p:cNvPicPr>
                  <a:picLocks noChangeAspect="1"/>
                </p:cNvPicPr>
                <p:nvPr/>
              </p:nvPicPr>
              <p:blipFill>
                <a:blip r:embed="rId6"/>
                <a:stretch>
                  <a:fillRect/>
                </a:stretch>
              </p:blipFill>
              <p:spPr>
                <a:xfrm>
                  <a:off x="1179113" y="2308030"/>
                  <a:ext cx="582678" cy="586189"/>
                </a:xfrm>
                <a:prstGeom prst="rect">
                  <a:avLst/>
                </a:prstGeom>
                <a:ln>
                  <a:solidFill>
                    <a:schemeClr val="tx2"/>
                  </a:solidFill>
                </a:ln>
              </p:spPr>
            </p:pic>
            <p:pic>
              <p:nvPicPr>
                <p:cNvPr id="150" name="Picture 149"/>
                <p:cNvPicPr>
                  <a:picLocks noChangeAspect="1"/>
                </p:cNvPicPr>
                <p:nvPr/>
              </p:nvPicPr>
              <p:blipFill rotWithShape="1">
                <a:blip r:embed="rId7"/>
                <a:srcRect l="2940" t="6423" r="11803" b="8257"/>
                <a:stretch/>
              </p:blipFill>
              <p:spPr>
                <a:xfrm>
                  <a:off x="390885" y="2308030"/>
                  <a:ext cx="587304" cy="580280"/>
                </a:xfrm>
                <a:prstGeom prst="rect">
                  <a:avLst/>
                </a:prstGeom>
                <a:ln>
                  <a:solidFill>
                    <a:schemeClr val="tx2"/>
                  </a:solidFill>
                </a:ln>
              </p:spPr>
            </p:pic>
            <p:pic>
              <p:nvPicPr>
                <p:cNvPr id="151" name="Picture 150"/>
                <p:cNvPicPr>
                  <a:picLocks noChangeAspect="1"/>
                </p:cNvPicPr>
                <p:nvPr/>
              </p:nvPicPr>
              <p:blipFill>
                <a:blip r:embed="rId8"/>
                <a:stretch>
                  <a:fillRect/>
                </a:stretch>
              </p:blipFill>
              <p:spPr>
                <a:xfrm>
                  <a:off x="1179113" y="3099709"/>
                  <a:ext cx="582035" cy="593727"/>
                </a:xfrm>
                <a:prstGeom prst="rect">
                  <a:avLst/>
                </a:prstGeom>
                <a:ln>
                  <a:solidFill>
                    <a:schemeClr val="tx2"/>
                  </a:solidFill>
                </a:ln>
              </p:spPr>
            </p:pic>
          </p:grpSp>
        </p:grpSp>
        <p:sp>
          <p:nvSpPr>
            <p:cNvPr id="2" name="TextBox 1"/>
            <p:cNvSpPr txBox="1"/>
            <p:nvPr/>
          </p:nvSpPr>
          <p:spPr>
            <a:xfrm>
              <a:off x="2261917" y="1405346"/>
              <a:ext cx="952619" cy="207749"/>
            </a:xfrm>
            <a:prstGeom prst="rect">
              <a:avLst/>
            </a:prstGeom>
            <a:noFill/>
          </p:spPr>
          <p:txBody>
            <a:bodyPr wrap="square" rtlCol="0">
              <a:spAutoFit/>
            </a:bodyPr>
            <a:lstStyle/>
            <a:p>
              <a:r>
                <a:rPr lang="en-US" sz="750" b="1" dirty="0"/>
                <a:t>Industry Leaders</a:t>
              </a:r>
            </a:p>
          </p:txBody>
        </p:sp>
        <p:sp>
          <p:nvSpPr>
            <p:cNvPr id="153" name="Oval 152"/>
            <p:cNvSpPr/>
            <p:nvPr/>
          </p:nvSpPr>
          <p:spPr>
            <a:xfrm>
              <a:off x="3916714" y="1442913"/>
              <a:ext cx="137160" cy="137160"/>
            </a:xfrm>
            <a:prstGeom prst="ellipse">
              <a:avLst/>
            </a:prstGeom>
            <a:ln w="19050"/>
          </p:spPr>
          <p:style>
            <a:lnRef idx="2">
              <a:schemeClr val="accent1"/>
            </a:lnRef>
            <a:fillRef idx="1">
              <a:schemeClr val="lt1"/>
            </a:fillRef>
            <a:effectRef idx="0">
              <a:schemeClr val="accent1"/>
            </a:effectRef>
            <a:fontRef idx="minor">
              <a:schemeClr val="dk1"/>
            </a:fontRef>
          </p:style>
          <p:txBody>
            <a:bodyPr rtlCol="0" anchor="ctr"/>
            <a:lstStyle/>
            <a:p>
              <a:pPr algn="ctr"/>
              <a:r>
                <a:rPr lang="en-US" sz="900" b="1" dirty="0">
                  <a:solidFill>
                    <a:schemeClr val="tx2"/>
                  </a:solidFill>
                </a:rPr>
                <a:t>1</a:t>
              </a:r>
            </a:p>
          </p:txBody>
        </p:sp>
        <p:sp>
          <p:nvSpPr>
            <p:cNvPr id="154" name="Oval 153"/>
            <p:cNvSpPr/>
            <p:nvPr/>
          </p:nvSpPr>
          <p:spPr>
            <a:xfrm>
              <a:off x="3916714" y="2626958"/>
              <a:ext cx="137160" cy="137160"/>
            </a:xfrm>
            <a:prstGeom prst="ellipse">
              <a:avLst/>
            </a:prstGeom>
            <a:ln w="19050"/>
          </p:spPr>
          <p:style>
            <a:lnRef idx="2">
              <a:schemeClr val="accent1"/>
            </a:lnRef>
            <a:fillRef idx="1">
              <a:schemeClr val="lt1"/>
            </a:fillRef>
            <a:effectRef idx="0">
              <a:schemeClr val="accent1"/>
            </a:effectRef>
            <a:fontRef idx="minor">
              <a:schemeClr val="dk1"/>
            </a:fontRef>
          </p:style>
          <p:txBody>
            <a:bodyPr rtlCol="0" anchor="ctr"/>
            <a:lstStyle/>
            <a:p>
              <a:pPr algn="ctr"/>
              <a:r>
                <a:rPr lang="en-US" sz="825" b="1" dirty="0">
                  <a:solidFill>
                    <a:schemeClr val="tx2"/>
                  </a:solidFill>
                </a:rPr>
                <a:t>2</a:t>
              </a:r>
            </a:p>
          </p:txBody>
        </p:sp>
        <p:sp>
          <p:nvSpPr>
            <p:cNvPr id="155" name="TextBox 154"/>
            <p:cNvSpPr txBox="1"/>
            <p:nvPr/>
          </p:nvSpPr>
          <p:spPr>
            <a:xfrm>
              <a:off x="4073502" y="1419397"/>
              <a:ext cx="3716043" cy="1127232"/>
            </a:xfrm>
            <a:prstGeom prst="rect">
              <a:avLst/>
            </a:prstGeom>
            <a:noFill/>
          </p:spPr>
          <p:txBody>
            <a:bodyPr wrap="square" rtlCol="0">
              <a:spAutoFit/>
            </a:bodyPr>
            <a:lstStyle/>
            <a:p>
              <a:pPr defTabSz="257175">
                <a:spcAft>
                  <a:spcPts val="338"/>
                </a:spcAft>
              </a:pPr>
              <a:r>
                <a:rPr lang="en-US" sz="750" b="1" dirty="0"/>
                <a:t>Data Collection &amp; Feature Engineering:</a:t>
              </a:r>
            </a:p>
            <a:p>
              <a:pPr marL="128588" indent="-128588" defTabSz="257175">
                <a:spcAft>
                  <a:spcPts val="338"/>
                </a:spcAft>
                <a:buFont typeface="Arial" panose="020B0604020202020204" pitchFamily="34" charset="0"/>
                <a:buChar char="•"/>
              </a:pPr>
              <a:r>
                <a:rPr lang="en-US" sz="675" dirty="0"/>
                <a:t>Lambda/Kappa architecture used to implement consistent data pipes across online and offline.</a:t>
              </a:r>
            </a:p>
            <a:p>
              <a:pPr marL="128588" indent="-128588" defTabSz="257175">
                <a:spcAft>
                  <a:spcPts val="338"/>
                </a:spcAft>
                <a:buFont typeface="Arial" panose="020B0604020202020204" pitchFamily="34" charset="0"/>
                <a:buChar char="•"/>
              </a:pPr>
              <a:r>
                <a:rPr lang="en-US" sz="675" dirty="0"/>
                <a:t>Open source streaming technologies are used predominantly. Kafka-storm (Trulia), Samza (Uber)</a:t>
              </a:r>
            </a:p>
            <a:p>
              <a:pPr marL="128588" indent="-128588" defTabSz="257175">
                <a:spcAft>
                  <a:spcPts val="338"/>
                </a:spcAft>
                <a:buFont typeface="Arial" panose="020B0604020202020204" pitchFamily="34" charset="0"/>
                <a:buChar char="•"/>
              </a:pPr>
              <a:r>
                <a:rPr lang="en-US" sz="675" dirty="0"/>
                <a:t>Centralized Feature Store with pre-computed features representing customer context</a:t>
              </a:r>
            </a:p>
            <a:p>
              <a:pPr marL="128588" indent="-128588" defTabSz="257175">
                <a:spcAft>
                  <a:spcPts val="338"/>
                </a:spcAft>
                <a:buFont typeface="Arial" panose="020B0604020202020204" pitchFamily="34" charset="0"/>
                <a:buChar char="•"/>
              </a:pPr>
              <a:r>
                <a:rPr lang="en-US" sz="675" dirty="0"/>
                <a:t>For Feature store, Cassandra is the database of choice</a:t>
              </a:r>
            </a:p>
            <a:p>
              <a:pPr marL="128588" indent="-128588" defTabSz="257175">
                <a:spcAft>
                  <a:spcPts val="338"/>
                </a:spcAft>
                <a:buFont typeface="Arial" panose="020B0604020202020204" pitchFamily="34" charset="0"/>
                <a:buChar char="•"/>
              </a:pPr>
              <a:r>
                <a:rPr lang="en-US" sz="675" dirty="0"/>
                <a:t>Data visualization tools implemented for use case discovery</a:t>
              </a:r>
            </a:p>
          </p:txBody>
        </p:sp>
        <p:sp>
          <p:nvSpPr>
            <p:cNvPr id="156" name="TextBox 155"/>
            <p:cNvSpPr txBox="1"/>
            <p:nvPr/>
          </p:nvSpPr>
          <p:spPr>
            <a:xfrm>
              <a:off x="4069659" y="2596391"/>
              <a:ext cx="3290489" cy="919482"/>
            </a:xfrm>
            <a:prstGeom prst="rect">
              <a:avLst/>
            </a:prstGeom>
            <a:noFill/>
          </p:spPr>
          <p:txBody>
            <a:bodyPr wrap="square" rtlCol="0">
              <a:spAutoFit/>
            </a:bodyPr>
            <a:lstStyle/>
            <a:p>
              <a:pPr defTabSz="257175">
                <a:spcAft>
                  <a:spcPts val="338"/>
                </a:spcAft>
              </a:pPr>
              <a:r>
                <a:rPr lang="en-US" sz="750" b="1" dirty="0"/>
                <a:t>Deploying ML Models:</a:t>
              </a:r>
            </a:p>
            <a:p>
              <a:pPr marL="128588" indent="-128588" defTabSz="257175">
                <a:spcAft>
                  <a:spcPts val="338"/>
                </a:spcAft>
                <a:buFont typeface="Arial" panose="020B0604020202020204" pitchFamily="34" charset="0"/>
                <a:buChar char="•"/>
              </a:pPr>
              <a:r>
                <a:rPr lang="en-US" sz="675" dirty="0"/>
                <a:t>Automated process to build, train and deploy models</a:t>
              </a:r>
            </a:p>
            <a:p>
              <a:pPr marL="128588" indent="-128588" defTabSz="257175">
                <a:spcAft>
                  <a:spcPts val="338"/>
                </a:spcAft>
                <a:buFont typeface="Arial" panose="020B0604020202020204" pitchFamily="34" charset="0"/>
                <a:buChar char="•"/>
              </a:pPr>
              <a:r>
                <a:rPr lang="en-US" sz="675" dirty="0"/>
                <a:t>Catalog models to make them discoverable</a:t>
              </a:r>
            </a:p>
            <a:p>
              <a:pPr marL="128588" indent="-128588" defTabSz="257175">
                <a:spcAft>
                  <a:spcPts val="338"/>
                </a:spcAft>
                <a:buFont typeface="Arial" panose="020B0604020202020204" pitchFamily="34" charset="0"/>
                <a:buChar char="•"/>
              </a:pPr>
              <a:r>
                <a:rPr lang="en-US" sz="675" dirty="0"/>
                <a:t>Tools to monitor the model performance</a:t>
              </a:r>
            </a:p>
            <a:p>
              <a:pPr marL="128588" indent="-128588" defTabSz="257175">
                <a:spcAft>
                  <a:spcPts val="338"/>
                </a:spcAft>
                <a:buFont typeface="Arial" panose="020B0604020202020204" pitchFamily="34" charset="0"/>
                <a:buChar char="•"/>
              </a:pPr>
              <a:r>
                <a:rPr lang="en-US" sz="675" dirty="0"/>
                <a:t>ML as a service / AI Marketplace</a:t>
              </a:r>
            </a:p>
            <a:p>
              <a:pPr marL="128588" indent="-128588" defTabSz="257175">
                <a:spcAft>
                  <a:spcPts val="338"/>
                </a:spcAft>
                <a:buFont typeface="Arial" panose="020B0604020202020204" pitchFamily="34" charset="0"/>
                <a:buChar char="•"/>
              </a:pPr>
              <a:r>
                <a:rPr lang="en-US" sz="675" dirty="0"/>
                <a:t>Mostly custom implementations, some use </a:t>
              </a:r>
              <a:r>
                <a:rPr lang="en-US" sz="675" dirty="0" smtClean="0"/>
                <a:t>Algorithmia</a:t>
              </a:r>
              <a:endParaRPr lang="en-US" sz="675" dirty="0"/>
            </a:p>
          </p:txBody>
        </p:sp>
        <p:sp>
          <p:nvSpPr>
            <p:cNvPr id="157" name="Oval 156"/>
            <p:cNvSpPr/>
            <p:nvPr/>
          </p:nvSpPr>
          <p:spPr>
            <a:xfrm>
              <a:off x="3916714" y="3604920"/>
              <a:ext cx="137160" cy="137160"/>
            </a:xfrm>
            <a:prstGeom prst="ellipse">
              <a:avLst/>
            </a:prstGeom>
            <a:ln w="19050"/>
          </p:spPr>
          <p:style>
            <a:lnRef idx="2">
              <a:schemeClr val="accent1"/>
            </a:lnRef>
            <a:fillRef idx="1">
              <a:schemeClr val="lt1"/>
            </a:fillRef>
            <a:effectRef idx="0">
              <a:schemeClr val="accent1"/>
            </a:effectRef>
            <a:fontRef idx="minor">
              <a:schemeClr val="dk1"/>
            </a:fontRef>
          </p:style>
          <p:txBody>
            <a:bodyPr rtlCol="0" anchor="ctr"/>
            <a:lstStyle/>
            <a:p>
              <a:pPr algn="ctr"/>
              <a:r>
                <a:rPr lang="en-US" sz="825" b="1" dirty="0">
                  <a:solidFill>
                    <a:schemeClr val="tx2"/>
                  </a:solidFill>
                </a:rPr>
                <a:t>3</a:t>
              </a:r>
            </a:p>
          </p:txBody>
        </p:sp>
        <p:sp>
          <p:nvSpPr>
            <p:cNvPr id="158" name="TextBox 157"/>
            <p:cNvSpPr txBox="1"/>
            <p:nvPr/>
          </p:nvSpPr>
          <p:spPr>
            <a:xfrm>
              <a:off x="4073503" y="3586711"/>
              <a:ext cx="2390780" cy="492443"/>
            </a:xfrm>
            <a:prstGeom prst="rect">
              <a:avLst/>
            </a:prstGeom>
            <a:noFill/>
          </p:spPr>
          <p:txBody>
            <a:bodyPr wrap="square" rtlCol="0">
              <a:spAutoFit/>
            </a:bodyPr>
            <a:lstStyle/>
            <a:p>
              <a:pPr defTabSz="257175">
                <a:spcAft>
                  <a:spcPts val="338"/>
                </a:spcAft>
              </a:pPr>
              <a:r>
                <a:rPr lang="en-US" sz="750" b="1" dirty="0"/>
                <a:t>Applied AI:</a:t>
              </a:r>
            </a:p>
            <a:p>
              <a:pPr marL="128588" indent="-128588" defTabSz="257175">
                <a:spcAft>
                  <a:spcPts val="338"/>
                </a:spcAft>
                <a:buFont typeface="Arial" panose="020B0604020202020204" pitchFamily="34" charset="0"/>
                <a:buChar char="•"/>
              </a:pPr>
              <a:r>
                <a:rPr lang="en-US" sz="675" dirty="0"/>
                <a:t>Real-time, context sensitive Decision strategies</a:t>
              </a:r>
            </a:p>
            <a:p>
              <a:pPr marL="128588" indent="-128588" defTabSz="257175">
                <a:spcAft>
                  <a:spcPts val="338"/>
                </a:spcAft>
                <a:buFont typeface="Arial" panose="020B0604020202020204" pitchFamily="34" charset="0"/>
                <a:buChar char="•"/>
              </a:pPr>
              <a:r>
                <a:rPr lang="en-US" sz="675" dirty="0"/>
                <a:t>Customer centric instead of Product centric</a:t>
              </a:r>
            </a:p>
          </p:txBody>
        </p:sp>
      </p:grpSp>
    </p:spTree>
    <p:extLst>
      <p:ext uri="{BB962C8B-B14F-4D97-AF65-F5344CB8AC3E}">
        <p14:creationId xmlns:p14="http://schemas.microsoft.com/office/powerpoint/2010/main" val="135743395"/>
      </p:ext>
    </p:extLst>
  </p:cSld>
  <p:clrMapOvr>
    <a:masterClrMapping/>
  </p:clrMapOvr>
  <p:timing>
    <p:tnLst>
      <p:par>
        <p:cTn id="1" dur="indefinite" restart="never" nodeType="tmRoot"/>
      </p:par>
    </p:tnLst>
  </p:timing>
</p:sld>
</file>

<file path=ppt/theme/theme1.xml><?xml version="1.0" encoding="utf-8"?>
<a:theme xmlns:a="http://schemas.openxmlformats.org/drawingml/2006/main" name="18_VZ_PPT_4x3_NHG_v01-02_083115">
  <a:themeElements>
    <a:clrScheme name="Verizon PowerPoint 2015">
      <a:dk1>
        <a:srgbClr val="000000"/>
      </a:dk1>
      <a:lt1>
        <a:srgbClr val="FFFFFF"/>
      </a:lt1>
      <a:dk2>
        <a:srgbClr val="333333"/>
      </a:dk2>
      <a:lt2>
        <a:srgbClr val="F6F6F6"/>
      </a:lt2>
      <a:accent1>
        <a:srgbClr val="CD040B"/>
      </a:accent1>
      <a:accent2>
        <a:srgbClr val="E4E5E3"/>
      </a:accent2>
      <a:accent3>
        <a:srgbClr val="82CEAC"/>
      </a:accent3>
      <a:accent4>
        <a:srgbClr val="ABE0F9"/>
      </a:accent4>
      <a:accent5>
        <a:srgbClr val="FBD362"/>
      </a:accent5>
      <a:accent6>
        <a:srgbClr val="F9B295"/>
      </a:accent6>
      <a:hlink>
        <a:srgbClr val="0066CC"/>
      </a:hlink>
      <a:folHlink>
        <a:srgbClr val="0066CC"/>
      </a:folHlink>
    </a:clrScheme>
    <a:fontScheme name="Verizon PowerPoint 2015">
      <a:majorFont>
        <a:latin typeface="NeueHaasGroteskDisp Std"/>
        <a:ea typeface=""/>
        <a:cs typeface=""/>
      </a:majorFont>
      <a:minorFont>
        <a:latin typeface="NeueHaasGroteskText Std"/>
        <a:ea typeface=""/>
        <a:cs typeface=""/>
      </a:minorFont>
    </a:fontScheme>
    <a:fmtScheme name="Verizon PowerPoint 2015">
      <a:fillStyleLst>
        <a:solidFill>
          <a:schemeClr val="phClr"/>
        </a:solidFill>
        <a:solidFill>
          <a:schemeClr val="phClr"/>
        </a:solidFill>
        <a:solidFill>
          <a:schemeClr val="phClr"/>
        </a:solidFill>
      </a:fillStyleLst>
      <a:lnStyleLst>
        <a:ln w="12700" cap="sq" cmpd="sng" algn="ctr">
          <a:solidFill>
            <a:schemeClr val="phClr"/>
          </a:solidFill>
          <a:prstDash val="solid"/>
        </a:ln>
        <a:ln w="12700" cap="sq" cmpd="sng" algn="ctr">
          <a:solidFill>
            <a:schemeClr val="phClr"/>
          </a:solidFill>
          <a:prstDash val="solid"/>
        </a:ln>
        <a:ln w="12700" cap="sq"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spDef>
      <a:spPr>
        <a:ln>
          <a:noFill/>
        </a:ln>
      </a:spPr>
      <a:bodyPr rtlCol="0" anchor="ctr"/>
      <a:lstStyle>
        <a:defPPr algn="ctr">
          <a:defRPr>
            <a:uFillTx/>
          </a:defRPr>
        </a:defPPr>
      </a:lstStyle>
      <a:style>
        <a:lnRef idx="1">
          <a:schemeClr val="accent1"/>
        </a:lnRef>
        <a:fillRef idx="3">
          <a:schemeClr val="accent1"/>
        </a:fillRef>
        <a:effectRef idx="2">
          <a:schemeClr val="accent1"/>
        </a:effectRef>
        <a:fontRef idx="minor">
          <a:schemeClr val="lt1"/>
        </a:fontRef>
      </a:style>
    </a:spDef>
    <a:lnDef>
      <a:spPr/>
      <a:bodyPr/>
      <a:lstStyle/>
      <a:style>
        <a:lnRef idx="1">
          <a:schemeClr val="accent1"/>
        </a:lnRef>
        <a:fillRef idx="0">
          <a:schemeClr val="accent1"/>
        </a:fillRef>
        <a:effectRef idx="1">
          <a:schemeClr val="accent1"/>
        </a:effectRef>
        <a:fontRef idx="minor">
          <a:schemeClr val="tx1"/>
        </a:fontRef>
      </a:style>
    </a:lnDef>
    <a:txDef>
      <a:spPr/>
      <a:bodyPr/>
      <a:lstStyle/>
    </a:txDef>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574</TotalTime>
  <Words>2378</Words>
  <Application>Microsoft Office PowerPoint</Application>
  <PresentationFormat>On-screen Show (16:9)</PresentationFormat>
  <Paragraphs>802</Paragraphs>
  <Slides>16</Slides>
  <Notes>13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16</vt:i4>
      </vt:variant>
    </vt:vector>
  </HeadingPairs>
  <TitlesOfParts>
    <vt:vector size="26" baseType="lpstr">
      <vt:lpstr>MS PGothic</vt:lpstr>
      <vt:lpstr>Arial</vt:lpstr>
      <vt:lpstr>Arial Narrow</vt:lpstr>
      <vt:lpstr>Calibri</vt:lpstr>
      <vt:lpstr>Neue Haas Grotesk Text Std</vt:lpstr>
      <vt:lpstr>NeueHaasGroteskDisp Std</vt:lpstr>
      <vt:lpstr>NeueHaasGroteskDisp Std Md</vt:lpstr>
      <vt:lpstr>NeueHaasGroteskText Std</vt:lpstr>
      <vt:lpstr>Wingdings</vt:lpstr>
      <vt:lpstr>18_VZ_PPT_4x3_NHG_v01-02_083115</vt:lpstr>
      <vt:lpstr>Verizon.ai  </vt:lpstr>
      <vt:lpstr>Verizon.ai Platform Goals - Data To Insights</vt:lpstr>
      <vt:lpstr>Verizon.ai Platform Goals - Customer DNA &amp; Visualization</vt:lpstr>
      <vt:lpstr>Verizon.ai Platform Goals - Manual to Machine Driven Decisions</vt:lpstr>
      <vt:lpstr>Customer Data Domains</vt:lpstr>
      <vt:lpstr>Verizon.ai Design Considerations</vt:lpstr>
      <vt:lpstr>Verizon.ai Design Considerations contd..</vt:lpstr>
      <vt:lpstr>Enterprise Standard Taxonomy</vt:lpstr>
      <vt:lpstr>Feature Engineering Process Example</vt:lpstr>
      <vt:lpstr>Verizon.ai High Level Action Plan</vt:lpstr>
      <vt:lpstr>Verizon.ai Platform – 3 Layer Cake</vt:lpstr>
      <vt:lpstr>Verizon.ai Architecture - Building Blocks</vt:lpstr>
      <vt:lpstr>Verizon.ai Architecture – Deep Dive</vt:lpstr>
      <vt:lpstr>Data Ingest Methods</vt:lpstr>
      <vt:lpstr>Verizon.ai Technology Evaluation</vt:lpstr>
      <vt:lpstr>Industry Research</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Verizon  System of Intelligence</dc:title>
  <dc:creator>Suri, Syam Srinivas</dc:creator>
  <cp:lastModifiedBy>Naqvi, Rahul</cp:lastModifiedBy>
  <cp:revision>55</cp:revision>
  <dcterms:modified xsi:type="dcterms:W3CDTF">2020-08-15T16:32:27Z</dcterms:modified>
</cp:coreProperties>
</file>