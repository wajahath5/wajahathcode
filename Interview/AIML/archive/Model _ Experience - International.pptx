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3.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4.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5.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6" r:id="rId1"/>
    <p:sldMasterId id="2147483767" r:id="rId2"/>
    <p:sldMasterId id="2147483768" r:id="rId3"/>
    <p:sldMasterId id="2147483769" r:id="rId4"/>
    <p:sldMasterId id="2147483770" r:id="rId5"/>
    <p:sldMasterId id="2147483771" r:id="rId6"/>
  </p:sldMasterIdLst>
  <p:notesMasterIdLst>
    <p:notesMasterId r:id="rId14"/>
  </p:notesMasterIdLst>
  <p:sldIdLst>
    <p:sldId id="256" r:id="rId7"/>
    <p:sldId id="257" r:id="rId8"/>
    <p:sldId id="258" r:id="rId9"/>
    <p:sldId id="259" r:id="rId10"/>
    <p:sldId id="260" r:id="rId11"/>
    <p:sldId id="261" r:id="rId12"/>
    <p:sldId id="262" r:id="rId13"/>
  </p:sldIdLst>
  <p:sldSz cx="9144000" cy="5143500" type="screen16x9"/>
  <p:notesSz cx="6858000" cy="9144000"/>
  <p:embeddedFontLst>
    <p:embeddedFont>
      <p:font typeface="Calibri" panose="020F0502020204030204" pitchFamily="34" charset="0"/>
      <p:regular r:id="rId15"/>
      <p:bold r:id="rId16"/>
      <p:italic r:id="rId17"/>
      <p:boldItalic r:id="rId18"/>
    </p:embeddedFont>
    <p:embeddedFont>
      <p:font typeface="Arial Narrow" panose="020B0606020202030204" pitchFamily="34" charset="0"/>
      <p:regular r:id="rId19"/>
      <p:bold r:id="rId20"/>
      <p:italic r:id="rId21"/>
      <p:boldItalic r:id="rId22"/>
    </p:embeddedFont>
    <p:embeddedFont>
      <p:font typeface="Verizon NHG TX" panose="020B0604020202020204" pitchFamily="34" charset="0"/>
      <p:regular r:id="rId23"/>
      <p:bold r:id="rId24"/>
      <p:italic r:id="rId25"/>
      <p:boldItalic r:id="rId26"/>
    </p:embeddedFont>
    <p:embeddedFont>
      <p:font typeface="Verizon NHG DS" panose="020B060402020202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D2DC44-F842-45DA-92D3-EE428454795A}">
  <a:tblStyle styleId="{B7D2DC44-F842-45DA-92D3-EE428454795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8155DA5-A383-41DA-A5A7-F2A138E8A9B0}"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96359DF1-3D29-4BB4-BFCF-E7ED808E703D}" styleName="Table_2">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684" y="10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Master" Target="slideMasters/slideMaster3.xml"/><Relationship Id="rId21" Type="http://schemas.openxmlformats.org/officeDocument/2006/relationships/font" Target="fonts/font7.fntdata"/><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font" Target="fonts/font10.fntdata"/><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4.xml"/><Relationship Id="rId19" Type="http://schemas.openxmlformats.org/officeDocument/2006/relationships/font" Target="fonts/font5.fntdata"/><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5111099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6b0bc0b18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6b0bc0b18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9736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6b0bc0b188_0_5:notes"/>
          <p:cNvSpPr txBox="1">
            <a:spLocks noGrp="1"/>
          </p:cNvSpPr>
          <p:nvPr>
            <p:ph type="body" idx="1"/>
          </p:nvPr>
        </p:nvSpPr>
        <p:spPr>
          <a:xfrm>
            <a:off x="381000" y="4343400"/>
            <a:ext cx="60960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6" name="Google Shape;766;g6b0bc0b188_0_5:notes"/>
          <p:cNvSpPr>
            <a:spLocks noGrp="1" noRot="1" noChangeAspect="1"/>
          </p:cNvSpPr>
          <p:nvPr>
            <p:ph type="sldImg" idx="2"/>
          </p:nvPr>
        </p:nvSpPr>
        <p:spPr>
          <a:xfrm>
            <a:off x="214313"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2098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g6b0bc0b188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g6b0bc0b188_0_60:notes"/>
          <p:cNvSpPr txBox="1">
            <a:spLocks noGrp="1"/>
          </p:cNvSpPr>
          <p:nvPr>
            <p:ph type="body" idx="1"/>
          </p:nvPr>
        </p:nvSpPr>
        <p:spPr>
          <a:xfrm>
            <a:off x="381000" y="4343400"/>
            <a:ext cx="60960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3" name="Google Shape;823;g6b0bc0b188_0_60:notes"/>
          <p:cNvSpPr txBox="1">
            <a:spLocks noGrp="1"/>
          </p:cNvSpPr>
          <p:nvPr>
            <p:ph type="sldNum" idx="12"/>
          </p:nvPr>
        </p:nvSpPr>
        <p:spPr>
          <a:xfrm>
            <a:off x="3884613" y="8685214"/>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a:t>
            </a:fld>
            <a:endParaRPr/>
          </a:p>
        </p:txBody>
      </p:sp>
    </p:spTree>
    <p:extLst>
      <p:ext uri="{BB962C8B-B14F-4D97-AF65-F5344CB8AC3E}">
        <p14:creationId xmlns:p14="http://schemas.microsoft.com/office/powerpoint/2010/main" val="2585310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6b0bc0b188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6b0bc0b188_0_68:notes"/>
          <p:cNvSpPr txBox="1">
            <a:spLocks noGrp="1"/>
          </p:cNvSpPr>
          <p:nvPr>
            <p:ph type="body" idx="1"/>
          </p:nvPr>
        </p:nvSpPr>
        <p:spPr>
          <a:xfrm>
            <a:off x="381000" y="4343400"/>
            <a:ext cx="60960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2" name="Google Shape;832;g6b0bc0b188_0_68:notes"/>
          <p:cNvSpPr txBox="1">
            <a:spLocks noGrp="1"/>
          </p:cNvSpPr>
          <p:nvPr>
            <p:ph type="sldNum" idx="12"/>
          </p:nvPr>
        </p:nvSpPr>
        <p:spPr>
          <a:xfrm>
            <a:off x="3884613" y="8685214"/>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a:t>
            </a:fld>
            <a:endParaRPr/>
          </a:p>
        </p:txBody>
      </p:sp>
    </p:spTree>
    <p:extLst>
      <p:ext uri="{BB962C8B-B14F-4D97-AF65-F5344CB8AC3E}">
        <p14:creationId xmlns:p14="http://schemas.microsoft.com/office/powerpoint/2010/main" val="32551753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6b0bc0b188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6b0bc0b188_0_78:notes"/>
          <p:cNvSpPr txBox="1">
            <a:spLocks noGrp="1"/>
          </p:cNvSpPr>
          <p:nvPr>
            <p:ph type="body" idx="1"/>
          </p:nvPr>
        </p:nvSpPr>
        <p:spPr>
          <a:xfrm>
            <a:off x="381000" y="4343400"/>
            <a:ext cx="60960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3" name="Google Shape;843;g6b0bc0b188_0_78:notes"/>
          <p:cNvSpPr txBox="1">
            <a:spLocks noGrp="1"/>
          </p:cNvSpPr>
          <p:nvPr>
            <p:ph type="sldNum" idx="12"/>
          </p:nvPr>
        </p:nvSpPr>
        <p:spPr>
          <a:xfrm>
            <a:off x="3884613" y="8685214"/>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a:t>
            </a:fld>
            <a:endParaRPr/>
          </a:p>
        </p:txBody>
      </p:sp>
    </p:spTree>
    <p:extLst>
      <p:ext uri="{BB962C8B-B14F-4D97-AF65-F5344CB8AC3E}">
        <p14:creationId xmlns:p14="http://schemas.microsoft.com/office/powerpoint/2010/main" val="2424819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6b0bc0b188_0_88:notes"/>
          <p:cNvSpPr>
            <a:spLocks noGrp="1" noRot="1" noChangeAspect="1"/>
          </p:cNvSpPr>
          <p:nvPr>
            <p:ph type="sldImg" idx="2"/>
          </p:nvPr>
        </p:nvSpPr>
        <p:spPr>
          <a:xfrm>
            <a:off x="484188" y="731838"/>
            <a:ext cx="6508750" cy="36607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6b0bc0b188_0_88:notes"/>
          <p:cNvSpPr txBox="1">
            <a:spLocks noGrp="1"/>
          </p:cNvSpPr>
          <p:nvPr>
            <p:ph type="body" idx="1"/>
          </p:nvPr>
        </p:nvSpPr>
        <p:spPr>
          <a:xfrm>
            <a:off x="415431" y="4636580"/>
            <a:ext cx="6647100" cy="4392600"/>
          </a:xfrm>
          <a:prstGeom prst="rect">
            <a:avLst/>
          </a:prstGeom>
          <a:noFill/>
          <a:ln>
            <a:noFill/>
          </a:ln>
        </p:spPr>
        <p:txBody>
          <a:bodyPr spcFirstLastPara="1" wrap="square" lIns="98600" tIns="49275" rIns="98600" bIns="49275" anchor="t" anchorCtr="0">
            <a:noAutofit/>
          </a:bodyPr>
          <a:lstStyle/>
          <a:p>
            <a:pPr marL="0" lvl="0" indent="0" algn="l" rtl="0">
              <a:lnSpc>
                <a:spcPct val="100000"/>
              </a:lnSpc>
              <a:spcBef>
                <a:spcPts val="0"/>
              </a:spcBef>
              <a:spcAft>
                <a:spcPts val="0"/>
              </a:spcAft>
              <a:buSzPts val="1400"/>
              <a:buNone/>
            </a:pPr>
            <a:endParaRPr/>
          </a:p>
        </p:txBody>
      </p:sp>
      <p:sp>
        <p:nvSpPr>
          <p:cNvPr id="854" name="Google Shape;854;g6b0bc0b188_0_88:notes"/>
          <p:cNvSpPr txBox="1">
            <a:spLocks noGrp="1"/>
          </p:cNvSpPr>
          <p:nvPr>
            <p:ph type="sldNum" idx="12"/>
          </p:nvPr>
        </p:nvSpPr>
        <p:spPr>
          <a:xfrm>
            <a:off x="4235667" y="9271465"/>
            <a:ext cx="3240300" cy="487800"/>
          </a:xfrm>
          <a:prstGeom prst="rect">
            <a:avLst/>
          </a:prstGeom>
          <a:noFill/>
          <a:ln>
            <a:noFill/>
          </a:ln>
        </p:spPr>
        <p:txBody>
          <a:bodyPr spcFirstLastPara="1" wrap="square" lIns="98600" tIns="49275" rIns="98600" bIns="49275" anchor="b" anchorCtr="0">
            <a:noAutofit/>
          </a:bodyPr>
          <a:lstStyle/>
          <a:p>
            <a:pPr marL="0" lvl="0" indent="0" algn="r" rtl="0">
              <a:lnSpc>
                <a:spcPct val="100000"/>
              </a:lnSpc>
              <a:spcBef>
                <a:spcPts val="0"/>
              </a:spcBef>
              <a:spcAft>
                <a:spcPts val="0"/>
              </a:spcAft>
              <a:buSzPts val="1400"/>
              <a:buNone/>
            </a:pPr>
            <a:fld id="{00000000-1234-1234-1234-123412341234}" type="slidenum">
              <a:rPr lang="en"/>
              <a:t>6</a:t>
            </a:fld>
            <a:endParaRPr/>
          </a:p>
        </p:txBody>
      </p:sp>
    </p:spTree>
    <p:extLst>
      <p:ext uri="{BB962C8B-B14F-4D97-AF65-F5344CB8AC3E}">
        <p14:creationId xmlns:p14="http://schemas.microsoft.com/office/powerpoint/2010/main" val="1579806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6b0bc0b188_0_145:notes"/>
          <p:cNvSpPr>
            <a:spLocks noGrp="1" noRot="1" noChangeAspect="1"/>
          </p:cNvSpPr>
          <p:nvPr>
            <p:ph type="sldImg" idx="2"/>
          </p:nvPr>
        </p:nvSpPr>
        <p:spPr>
          <a:xfrm>
            <a:off x="214313"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6b0bc0b188_0_145:notes"/>
          <p:cNvSpPr txBox="1">
            <a:spLocks noGrp="1"/>
          </p:cNvSpPr>
          <p:nvPr>
            <p:ph type="body" idx="1"/>
          </p:nvPr>
        </p:nvSpPr>
        <p:spPr>
          <a:xfrm>
            <a:off x="381000" y="4343400"/>
            <a:ext cx="60960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6b0bc0b188_0_145:notes"/>
          <p:cNvSpPr txBox="1">
            <a:spLocks noGrp="1"/>
          </p:cNvSpPr>
          <p:nvPr>
            <p:ph type="sldNum" idx="12"/>
          </p:nvPr>
        </p:nvSpPr>
        <p:spPr>
          <a:xfrm>
            <a:off x="3884613" y="8685214"/>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7</a:t>
            </a:fld>
            <a:endParaRPr/>
          </a:p>
        </p:txBody>
      </p:sp>
    </p:spTree>
    <p:extLst>
      <p:ext uri="{BB962C8B-B14F-4D97-AF65-F5344CB8AC3E}">
        <p14:creationId xmlns:p14="http://schemas.microsoft.com/office/powerpoint/2010/main" val="589324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457200" y="463073"/>
            <a:ext cx="6271800" cy="17373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6000"/>
              <a:buFont typeface="Arial"/>
              <a:buNone/>
              <a:defRPr sz="6000" b="1" i="0">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457200" y="2291873"/>
            <a:ext cx="4114800" cy="1371600"/>
          </a:xfrm>
          <a:prstGeom prst="rect">
            <a:avLst/>
          </a:prstGeom>
          <a:noFill/>
          <a:ln>
            <a:noFill/>
          </a:ln>
        </p:spPr>
        <p:txBody>
          <a:bodyPr spcFirstLastPara="1" wrap="square" lIns="0" tIns="0" rIns="0" bIns="0" anchor="t" anchorCtr="0">
            <a:noAutofit/>
          </a:bodyPr>
          <a:lstStyle>
            <a:lvl1pPr lvl="0" algn="l" rtl="0">
              <a:lnSpc>
                <a:spcPct val="80000"/>
              </a:lnSpc>
              <a:spcBef>
                <a:spcPts val="900"/>
              </a:spcBef>
              <a:spcAft>
                <a:spcPts val="0"/>
              </a:spcAft>
              <a:buClr>
                <a:schemeClr val="dk1"/>
              </a:buClr>
              <a:buSzPts val="2000"/>
              <a:buFont typeface="Arial"/>
              <a:buNone/>
              <a:defRPr sz="2000" b="0" i="0">
                <a:solidFill>
                  <a:schemeClr val="dk1"/>
                </a:solidFill>
                <a:latin typeface="Arial"/>
                <a:ea typeface="Arial"/>
                <a:cs typeface="Arial"/>
                <a:sym typeface="Arial"/>
              </a:defRPr>
            </a:lvl1pPr>
            <a:lvl2pPr lvl="1" algn="l" rtl="0">
              <a:lnSpc>
                <a:spcPct val="80000"/>
              </a:lnSpc>
              <a:spcBef>
                <a:spcPts val="900"/>
              </a:spcBef>
              <a:spcAft>
                <a:spcPts val="0"/>
              </a:spcAft>
              <a:buClr>
                <a:schemeClr val="dk1"/>
              </a:buClr>
              <a:buSzPts val="2000"/>
              <a:buFont typeface="Arial"/>
              <a:buNone/>
              <a:defRPr sz="2000" b="1">
                <a:solidFill>
                  <a:schemeClr val="dk1"/>
                </a:solidFill>
              </a:defRPr>
            </a:lvl2pPr>
            <a:lvl3pPr lvl="2" algn="l" rtl="0">
              <a:lnSpc>
                <a:spcPct val="80000"/>
              </a:lnSpc>
              <a:spcBef>
                <a:spcPts val="900"/>
              </a:spcBef>
              <a:spcAft>
                <a:spcPts val="0"/>
              </a:spcAft>
              <a:buClr>
                <a:schemeClr val="dk1"/>
              </a:buClr>
              <a:buSzPts val="2000"/>
              <a:buNone/>
              <a:defRPr sz="2000" b="1">
                <a:solidFill>
                  <a:schemeClr val="dk1"/>
                </a:solidFill>
              </a:defRPr>
            </a:lvl3pPr>
            <a:lvl4pPr lvl="3" algn="l" rtl="0">
              <a:lnSpc>
                <a:spcPct val="80000"/>
              </a:lnSpc>
              <a:spcBef>
                <a:spcPts val="900"/>
              </a:spcBef>
              <a:spcAft>
                <a:spcPts val="0"/>
              </a:spcAft>
              <a:buClr>
                <a:schemeClr val="dk1"/>
              </a:buClr>
              <a:buSzPts val="2000"/>
              <a:buNone/>
              <a:defRPr sz="2000" b="1">
                <a:solidFill>
                  <a:schemeClr val="dk1"/>
                </a:solidFill>
              </a:defRPr>
            </a:lvl4pPr>
            <a:lvl5pPr lvl="4" algn="l" rtl="0">
              <a:lnSpc>
                <a:spcPct val="80000"/>
              </a:lnSpc>
              <a:spcBef>
                <a:spcPts val="900"/>
              </a:spcBef>
              <a:spcAft>
                <a:spcPts val="0"/>
              </a:spcAft>
              <a:buClr>
                <a:schemeClr val="dk1"/>
              </a:buClr>
              <a:buSzPts val="2000"/>
              <a:buNone/>
              <a:defRPr sz="2000" b="1">
                <a:solidFill>
                  <a:schemeClr val="dk1"/>
                </a:solidFill>
              </a:defRPr>
            </a:lvl5pPr>
            <a:lvl6pPr lvl="5" algn="l" rtl="0">
              <a:lnSpc>
                <a:spcPct val="80000"/>
              </a:lnSpc>
              <a:spcBef>
                <a:spcPts val="900"/>
              </a:spcBef>
              <a:spcAft>
                <a:spcPts val="0"/>
              </a:spcAft>
              <a:buClr>
                <a:schemeClr val="dk1"/>
              </a:buClr>
              <a:buSzPts val="2000"/>
              <a:buNone/>
              <a:defRPr sz="2000" b="1">
                <a:solidFill>
                  <a:schemeClr val="dk1"/>
                </a:solidFill>
              </a:defRPr>
            </a:lvl6pPr>
            <a:lvl7pPr lvl="6" algn="l" rtl="0">
              <a:lnSpc>
                <a:spcPct val="80000"/>
              </a:lnSpc>
              <a:spcBef>
                <a:spcPts val="900"/>
              </a:spcBef>
              <a:spcAft>
                <a:spcPts val="0"/>
              </a:spcAft>
              <a:buClr>
                <a:schemeClr val="dk1"/>
              </a:buClr>
              <a:buSzPts val="2000"/>
              <a:buNone/>
              <a:defRPr sz="2000" b="1">
                <a:solidFill>
                  <a:schemeClr val="dk1"/>
                </a:solidFill>
              </a:defRPr>
            </a:lvl7pPr>
            <a:lvl8pPr lvl="7" algn="l" rtl="0">
              <a:lnSpc>
                <a:spcPct val="80000"/>
              </a:lnSpc>
              <a:spcBef>
                <a:spcPts val="900"/>
              </a:spcBef>
              <a:spcAft>
                <a:spcPts val="0"/>
              </a:spcAft>
              <a:buClr>
                <a:schemeClr val="dk1"/>
              </a:buClr>
              <a:buSzPts val="2000"/>
              <a:buNone/>
              <a:defRPr sz="2000" b="1">
                <a:solidFill>
                  <a:schemeClr val="dk1"/>
                </a:solidFill>
              </a:defRPr>
            </a:lvl8pPr>
            <a:lvl9pPr lvl="8" algn="l" rtl="0">
              <a:lnSpc>
                <a:spcPct val="80000"/>
              </a:lnSpc>
              <a:spcBef>
                <a:spcPts val="900"/>
              </a:spcBef>
              <a:spcAft>
                <a:spcPts val="0"/>
              </a:spcAft>
              <a:buClr>
                <a:schemeClr val="dk1"/>
              </a:buClr>
              <a:buSzPts val="2000"/>
              <a:buNone/>
              <a:defRPr sz="2000" b="1">
                <a:solidFill>
                  <a:schemeClr val="dk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457200" y="59436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2400"/>
              <a:buFont typeface="Arial"/>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1" name="Google Shape;61;p15"/>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900"/>
              </a:spcBef>
              <a:spcAft>
                <a:spcPts val="0"/>
              </a:spcAft>
              <a:buClr>
                <a:schemeClr val="dk1"/>
              </a:buClr>
              <a:buSzPts val="1600"/>
              <a:buFont typeface="Arial"/>
              <a:buAutoNum type="arabicPeriod"/>
              <a:defRPr sz="1600"/>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04800" algn="l" rtl="0">
              <a:lnSpc>
                <a:spcPct val="100000"/>
              </a:lnSpc>
              <a:spcBef>
                <a:spcPts val="600"/>
              </a:spcBef>
              <a:spcAft>
                <a:spcPts val="0"/>
              </a:spcAft>
              <a:buClr>
                <a:schemeClr val="dk1"/>
              </a:buClr>
              <a:buSzPts val="1200"/>
              <a:buChar char="–"/>
              <a:defRPr/>
            </a:lvl9pPr>
          </a:lstStyle>
          <a:p>
            <a:endParaRPr/>
          </a:p>
        </p:txBody>
      </p:sp>
      <p:sp>
        <p:nvSpPr>
          <p:cNvPr id="62" name="Google Shape;62;p15"/>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63" name="Google Shape;63;p15"/>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SzPts val="2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6" name="Google Shape;66;p16"/>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SzPts val="1200"/>
              <a:buNone/>
              <a:defRPr/>
            </a:lvl1pPr>
            <a:lvl2pPr marL="914400" lvl="1" indent="-228600" algn="l" rtl="0">
              <a:lnSpc>
                <a:spcPct val="100000"/>
              </a:lnSpc>
              <a:spcBef>
                <a:spcPts val="900"/>
              </a:spcBef>
              <a:spcAft>
                <a:spcPts val="0"/>
              </a:spcAft>
              <a:buSzPts val="1200"/>
              <a:buNone/>
              <a:defRPr/>
            </a:lvl2pPr>
            <a:lvl3pPr marL="1371600" lvl="2" indent="-304800" algn="l" rtl="0">
              <a:lnSpc>
                <a:spcPct val="100000"/>
              </a:lnSpc>
              <a:spcBef>
                <a:spcPts val="600"/>
              </a:spcBef>
              <a:spcAft>
                <a:spcPts val="0"/>
              </a:spcAft>
              <a:buSzPts val="1200"/>
              <a:buChar char="•"/>
              <a:defRPr/>
            </a:lvl3pPr>
            <a:lvl4pPr marL="1828800" lvl="3" indent="-304800" algn="l" rtl="0">
              <a:lnSpc>
                <a:spcPct val="100000"/>
              </a:lnSpc>
              <a:spcBef>
                <a:spcPts val="600"/>
              </a:spcBef>
              <a:spcAft>
                <a:spcPts val="0"/>
              </a:spcAft>
              <a:buSzPts val="1200"/>
              <a:buChar char="–"/>
              <a:defRPr/>
            </a:lvl4pPr>
            <a:lvl5pPr marL="2286000" lvl="4" indent="-304800" algn="l" rtl="0">
              <a:lnSpc>
                <a:spcPct val="100000"/>
              </a:lnSpc>
              <a:spcBef>
                <a:spcPts val="600"/>
              </a:spcBef>
              <a:spcAft>
                <a:spcPts val="0"/>
              </a:spcAft>
              <a:buSzPts val="1200"/>
              <a:buChar char="–"/>
              <a:defRPr/>
            </a:lvl5pPr>
            <a:lvl6pPr marL="2743200" lvl="5" indent="-304800" algn="l" rtl="0">
              <a:lnSpc>
                <a:spcPct val="100000"/>
              </a:lnSpc>
              <a:spcBef>
                <a:spcPts val="600"/>
              </a:spcBef>
              <a:spcAft>
                <a:spcPts val="0"/>
              </a:spcAft>
              <a:buSzPts val="1200"/>
              <a:buChar char="–"/>
              <a:defRPr/>
            </a:lvl6pPr>
            <a:lvl7pPr marL="3200400" lvl="6" indent="-304800" algn="l" rtl="0">
              <a:lnSpc>
                <a:spcPct val="100000"/>
              </a:lnSpc>
              <a:spcBef>
                <a:spcPts val="600"/>
              </a:spcBef>
              <a:spcAft>
                <a:spcPts val="0"/>
              </a:spcAft>
              <a:buSzPts val="1200"/>
              <a:buChar char="–"/>
              <a:defRPr/>
            </a:lvl7pPr>
            <a:lvl8pPr marL="3657600" lvl="7" indent="-304800" algn="l" rtl="0">
              <a:lnSpc>
                <a:spcPct val="100000"/>
              </a:lnSpc>
              <a:spcBef>
                <a:spcPts val="600"/>
              </a:spcBef>
              <a:spcAft>
                <a:spcPts val="0"/>
              </a:spcAft>
              <a:buSzPts val="1200"/>
              <a:buChar char="–"/>
              <a:defRPr/>
            </a:lvl8pPr>
            <a:lvl9pPr marL="4114800" lvl="8" indent="-304800" algn="l" rtl="0">
              <a:lnSpc>
                <a:spcPct val="100000"/>
              </a:lnSpc>
              <a:spcBef>
                <a:spcPts val="600"/>
              </a:spcBef>
              <a:spcAft>
                <a:spcPts val="0"/>
              </a:spcAft>
              <a:buSzPts val="1200"/>
              <a:buChar char="–"/>
              <a:defRPr/>
            </a:lvl9pPr>
          </a:lstStyle>
          <a:p>
            <a:endParaRPr/>
          </a:p>
        </p:txBody>
      </p:sp>
      <p:sp>
        <p:nvSpPr>
          <p:cNvPr id="67" name="Google Shape;67;p16"/>
          <p:cNvSpPr txBox="1">
            <a:spLocks noGrp="1"/>
          </p:cNvSpPr>
          <p:nvPr>
            <p:ph type="sldNum" idx="12"/>
          </p:nvPr>
        </p:nvSpPr>
        <p:spPr>
          <a:xfrm>
            <a:off x="8472458" y="4663216"/>
            <a:ext cx="548700" cy="393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Statement and Chart">
  <p:cSld name="One Statement and Chart">
    <p:spTree>
      <p:nvGrpSpPr>
        <p:cNvPr id="1" name="Shape 68"/>
        <p:cNvGrpSpPr/>
        <p:nvPr/>
      </p:nvGrpSpPr>
      <p:grpSpPr>
        <a:xfrm>
          <a:off x="0" y="0"/>
          <a:ext cx="0" cy="0"/>
          <a:chOff x="0" y="0"/>
          <a:chExt cx="0" cy="0"/>
        </a:xfrm>
      </p:grpSpPr>
      <p:sp>
        <p:nvSpPr>
          <p:cNvPr id="69" name="Google Shape;69;p17"/>
          <p:cNvSpPr>
            <a:spLocks noGrp="1"/>
          </p:cNvSpPr>
          <p:nvPr>
            <p:ph type="chart" idx="2"/>
          </p:nvPr>
        </p:nvSpPr>
        <p:spPr>
          <a:xfrm>
            <a:off x="4572000" y="594360"/>
            <a:ext cx="4114800" cy="38442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70" name="Google Shape;70;p1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7"/>
          <p:cNvSpPr txBox="1">
            <a:spLocks noGrp="1"/>
          </p:cNvSpPr>
          <p:nvPr>
            <p:ph type="body" idx="1"/>
          </p:nvPr>
        </p:nvSpPr>
        <p:spPr>
          <a:xfrm>
            <a:off x="457200" y="1459580"/>
            <a:ext cx="39330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72" name="Google Shape;72;p17"/>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73" name="Google Shape;73;p17"/>
          <p:cNvSpPr txBox="1">
            <a:spLocks noGrp="1"/>
          </p:cNvSpPr>
          <p:nvPr>
            <p:ph type="title"/>
          </p:nvPr>
        </p:nvSpPr>
        <p:spPr>
          <a:xfrm>
            <a:off x="457200" y="590550"/>
            <a:ext cx="393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ext and One Picture">
  <p:cSld name="Text and One Picture">
    <p:spTree>
      <p:nvGrpSpPr>
        <p:cNvPr id="1" name="Shape 74"/>
        <p:cNvGrpSpPr/>
        <p:nvPr/>
      </p:nvGrpSpPr>
      <p:grpSpPr>
        <a:xfrm>
          <a:off x="0" y="0"/>
          <a:ext cx="0" cy="0"/>
          <a:chOff x="0" y="0"/>
          <a:chExt cx="0" cy="0"/>
        </a:xfrm>
      </p:grpSpPr>
      <p:sp>
        <p:nvSpPr>
          <p:cNvPr id="75" name="Google Shape;75;p1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6" name="Google Shape;76;p18"/>
          <p:cNvSpPr>
            <a:spLocks noGrp="1"/>
          </p:cNvSpPr>
          <p:nvPr>
            <p:ph type="pic" idx="2"/>
          </p:nvPr>
        </p:nvSpPr>
        <p:spPr>
          <a:xfrm>
            <a:off x="4572000" y="1457325"/>
            <a:ext cx="4114800" cy="2657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77" name="Google Shape;77;p18"/>
          <p:cNvSpPr txBox="1">
            <a:spLocks noGrp="1"/>
          </p:cNvSpPr>
          <p:nvPr>
            <p:ph type="body" idx="1"/>
          </p:nvPr>
        </p:nvSpPr>
        <p:spPr>
          <a:xfrm>
            <a:off x="4572000" y="4154833"/>
            <a:ext cx="4114800" cy="2838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Clr>
                <a:schemeClr val="dk1"/>
              </a:buClr>
              <a:buSzPts val="700"/>
              <a:buFont typeface="Arial"/>
              <a:buNone/>
              <a:defRPr sz="700" b="0">
                <a:solidFill>
                  <a:schemeClr val="dk1"/>
                </a:solidFill>
              </a:defRPr>
            </a:lvl1pPr>
            <a:lvl2pPr marL="914400" lvl="1" indent="-228600" algn="l" rtl="0">
              <a:lnSpc>
                <a:spcPct val="100000"/>
              </a:lnSpc>
              <a:spcBef>
                <a:spcPts val="0"/>
              </a:spcBef>
              <a:spcAft>
                <a:spcPts val="0"/>
              </a:spcAft>
              <a:buClr>
                <a:schemeClr val="dk1"/>
              </a:buClr>
              <a:buSzPts val="700"/>
              <a:buFont typeface="Arial"/>
              <a:buNone/>
              <a:defRPr sz="700"/>
            </a:lvl2pPr>
            <a:lvl3pPr marL="1371600" lvl="2" indent="-228600" algn="l" rtl="0">
              <a:lnSpc>
                <a:spcPct val="100000"/>
              </a:lnSpc>
              <a:spcBef>
                <a:spcPts val="0"/>
              </a:spcBef>
              <a:spcAft>
                <a:spcPts val="0"/>
              </a:spcAft>
              <a:buClr>
                <a:schemeClr val="dk1"/>
              </a:buClr>
              <a:buSzPts val="700"/>
              <a:buFont typeface="Arial"/>
              <a:buNone/>
              <a:defRPr sz="700"/>
            </a:lvl3pPr>
            <a:lvl4pPr marL="1828800" lvl="3" indent="-228600" algn="l" rtl="0">
              <a:lnSpc>
                <a:spcPct val="100000"/>
              </a:lnSpc>
              <a:spcBef>
                <a:spcPts val="0"/>
              </a:spcBef>
              <a:spcAft>
                <a:spcPts val="0"/>
              </a:spcAft>
              <a:buClr>
                <a:schemeClr val="dk1"/>
              </a:buClr>
              <a:buSzPts val="700"/>
              <a:buFont typeface="Arial"/>
              <a:buNone/>
              <a:defRPr sz="700"/>
            </a:lvl4pPr>
            <a:lvl5pPr marL="2286000" lvl="4" indent="-228600" algn="l" rtl="0">
              <a:lnSpc>
                <a:spcPct val="100000"/>
              </a:lnSpc>
              <a:spcBef>
                <a:spcPts val="0"/>
              </a:spcBef>
              <a:spcAft>
                <a:spcPts val="0"/>
              </a:spcAft>
              <a:buClr>
                <a:schemeClr val="dk1"/>
              </a:buClr>
              <a:buSzPts val="700"/>
              <a:buFont typeface="Arial"/>
              <a:buNone/>
              <a:defRPr sz="700"/>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78" name="Google Shape;78;p18"/>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79" name="Google Shape;79;p18"/>
          <p:cNvSpPr txBox="1">
            <a:spLocks noGrp="1"/>
          </p:cNvSpPr>
          <p:nvPr>
            <p:ph type="body" idx="3"/>
          </p:nvPr>
        </p:nvSpPr>
        <p:spPr>
          <a:xfrm>
            <a:off x="457200" y="1459580"/>
            <a:ext cx="39330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80" name="Google Shape;80;p18"/>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81"/>
        <p:cNvGrpSpPr/>
        <p:nvPr/>
      </p:nvGrpSpPr>
      <p:grpSpPr>
        <a:xfrm>
          <a:off x="0" y="0"/>
          <a:ext cx="0" cy="0"/>
          <a:chOff x="0" y="0"/>
          <a:chExt cx="0" cy="0"/>
        </a:xfrm>
      </p:grpSpPr>
      <p:sp>
        <p:nvSpPr>
          <p:cNvPr id="82" name="Google Shape;82;p19"/>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83" name="Google Shape;83;p1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84" name="Google Shape;84;p19"/>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85" name="Google Shape;85;p19"/>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Reverse Section Header">
  <p:cSld name="Reverse Section Header">
    <p:bg>
      <p:bgPr>
        <a:solidFill>
          <a:schemeClr val="dk1"/>
        </a:solidFill>
        <a:effectLst/>
      </p:bgPr>
    </p:bg>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457200" y="594359"/>
            <a:ext cx="7086600" cy="1413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2"/>
              </a:buClr>
              <a:buSzPts val="4000"/>
              <a:buFont typeface="Arial"/>
              <a:buNone/>
              <a:defRPr sz="4000" b="1" cap="none">
                <a:solidFill>
                  <a:schemeClr val="lt2"/>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8" name="Google Shape;88;p20"/>
          <p:cNvSpPr txBox="1">
            <a:spLocks noGrp="1"/>
          </p:cNvSpPr>
          <p:nvPr>
            <p:ph type="body" idx="1"/>
          </p:nvPr>
        </p:nvSpPr>
        <p:spPr>
          <a:xfrm>
            <a:off x="457200" y="2057400"/>
            <a:ext cx="7086600" cy="2381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lt2"/>
              </a:buClr>
              <a:buSzPts val="1800"/>
              <a:buFont typeface="Arial"/>
              <a:buNone/>
              <a:defRPr sz="1800" b="0" i="0">
                <a:solidFill>
                  <a:schemeClr val="lt2"/>
                </a:solidFill>
                <a:latin typeface="Arial"/>
                <a:ea typeface="Arial"/>
                <a:cs typeface="Arial"/>
                <a:sym typeface="Arial"/>
              </a:defRPr>
            </a:lvl1pPr>
            <a:lvl2pPr marL="914400" lvl="1" indent="-228600" algn="l" rtl="0">
              <a:lnSpc>
                <a:spcPct val="100000"/>
              </a:lnSpc>
              <a:spcBef>
                <a:spcPts val="900"/>
              </a:spcBef>
              <a:spcAft>
                <a:spcPts val="0"/>
              </a:spcAft>
              <a:buClr>
                <a:schemeClr val="lt2"/>
              </a:buClr>
              <a:buSzPts val="1800"/>
              <a:buFont typeface="Arial"/>
              <a:buNone/>
              <a:defRPr sz="1800" b="0" i="0">
                <a:solidFill>
                  <a:schemeClr val="lt2"/>
                </a:solidFill>
                <a:latin typeface="Arial"/>
                <a:ea typeface="Arial"/>
                <a:cs typeface="Arial"/>
                <a:sym typeface="Arial"/>
              </a:defRPr>
            </a:lvl2pPr>
            <a:lvl3pPr marL="1371600" lvl="2" indent="-342900" algn="l" rtl="0">
              <a:lnSpc>
                <a:spcPct val="100000"/>
              </a:lnSpc>
              <a:spcBef>
                <a:spcPts val="600"/>
              </a:spcBef>
              <a:spcAft>
                <a:spcPts val="0"/>
              </a:spcAft>
              <a:buClr>
                <a:schemeClr val="lt2"/>
              </a:buClr>
              <a:buSzPts val="1800"/>
              <a:buChar char="•"/>
              <a:defRPr sz="1800" b="0" i="0">
                <a:solidFill>
                  <a:schemeClr val="lt2"/>
                </a:solidFill>
                <a:latin typeface="Arial"/>
                <a:ea typeface="Arial"/>
                <a:cs typeface="Arial"/>
                <a:sym typeface="Arial"/>
              </a:defRPr>
            </a:lvl3pPr>
            <a:lvl4pPr marL="1828800" lvl="3" indent="-342900" algn="l" rtl="0">
              <a:lnSpc>
                <a:spcPct val="100000"/>
              </a:lnSpc>
              <a:spcBef>
                <a:spcPts val="600"/>
              </a:spcBef>
              <a:spcAft>
                <a:spcPts val="0"/>
              </a:spcAft>
              <a:buClr>
                <a:schemeClr val="lt2"/>
              </a:buClr>
              <a:buSzPts val="1800"/>
              <a:buChar char="–"/>
              <a:defRPr sz="1800" b="0" i="0">
                <a:solidFill>
                  <a:schemeClr val="lt2"/>
                </a:solidFill>
                <a:latin typeface="Arial"/>
                <a:ea typeface="Arial"/>
                <a:cs typeface="Arial"/>
                <a:sym typeface="Arial"/>
              </a:defRPr>
            </a:lvl4pPr>
            <a:lvl5pPr marL="2286000" lvl="4" indent="-342900" algn="l" rtl="0">
              <a:lnSpc>
                <a:spcPct val="100000"/>
              </a:lnSpc>
              <a:spcBef>
                <a:spcPts val="600"/>
              </a:spcBef>
              <a:spcAft>
                <a:spcPts val="0"/>
              </a:spcAft>
              <a:buClr>
                <a:schemeClr val="lt2"/>
              </a:buClr>
              <a:buSzPts val="1800"/>
              <a:buChar char="–"/>
              <a:defRPr sz="1800" b="0" i="0">
                <a:solidFill>
                  <a:schemeClr val="lt2"/>
                </a:solidFill>
                <a:latin typeface="Arial"/>
                <a:ea typeface="Arial"/>
                <a:cs typeface="Arial"/>
                <a:sym typeface="Arial"/>
              </a:defRPr>
            </a:lvl5pPr>
            <a:lvl6pPr marL="2743200" lvl="5" indent="-342900" algn="l" rtl="0">
              <a:lnSpc>
                <a:spcPct val="100000"/>
              </a:lnSpc>
              <a:spcBef>
                <a:spcPts val="600"/>
              </a:spcBef>
              <a:spcAft>
                <a:spcPts val="0"/>
              </a:spcAft>
              <a:buClr>
                <a:schemeClr val="dk1"/>
              </a:buClr>
              <a:buSzPts val="1800"/>
              <a:buChar char="–"/>
              <a:defRPr sz="1800"/>
            </a:lvl6pPr>
            <a:lvl7pPr marL="3200400" lvl="6" indent="-342900" algn="l" rtl="0">
              <a:lnSpc>
                <a:spcPct val="100000"/>
              </a:lnSpc>
              <a:spcBef>
                <a:spcPts val="600"/>
              </a:spcBef>
              <a:spcAft>
                <a:spcPts val="0"/>
              </a:spcAft>
              <a:buClr>
                <a:schemeClr val="dk1"/>
              </a:buClr>
              <a:buSzPts val="1800"/>
              <a:buChar char="–"/>
              <a:defRPr sz="1800"/>
            </a:lvl7pPr>
            <a:lvl8pPr marL="3657600" lvl="7" indent="-342900" algn="l" rtl="0">
              <a:lnSpc>
                <a:spcPct val="100000"/>
              </a:lnSpc>
              <a:spcBef>
                <a:spcPts val="600"/>
              </a:spcBef>
              <a:spcAft>
                <a:spcPts val="0"/>
              </a:spcAft>
              <a:buClr>
                <a:schemeClr val="dk1"/>
              </a:buClr>
              <a:buSzPts val="1800"/>
              <a:buChar char="–"/>
              <a:defRPr sz="1800"/>
            </a:lvl8pPr>
            <a:lvl9pPr marL="4114800" lvl="8" indent="-342900" algn="l" rtl="0">
              <a:lnSpc>
                <a:spcPct val="100000"/>
              </a:lnSpc>
              <a:spcBef>
                <a:spcPts val="600"/>
              </a:spcBef>
              <a:spcAft>
                <a:spcPts val="0"/>
              </a:spcAft>
              <a:buClr>
                <a:schemeClr val="dk1"/>
              </a:buClr>
              <a:buSzPts val="1800"/>
              <a:buChar char="–"/>
              <a:defRPr sz="1800"/>
            </a:lvl9pPr>
          </a:lstStyle>
          <a:p>
            <a:endParaRPr/>
          </a:p>
        </p:txBody>
      </p:sp>
      <p:cxnSp>
        <p:nvCxnSpPr>
          <p:cNvPr id="89" name="Google Shape;89;p20"/>
          <p:cNvCxnSpPr/>
          <p:nvPr/>
        </p:nvCxnSpPr>
        <p:spPr>
          <a:xfrm>
            <a:off x="457200" y="457200"/>
            <a:ext cx="8229600" cy="0"/>
          </a:xfrm>
          <a:prstGeom prst="straightConnector1">
            <a:avLst/>
          </a:prstGeom>
          <a:noFill/>
          <a:ln w="47625" cap="flat" cmpd="sng">
            <a:solidFill>
              <a:schemeClr val="lt2"/>
            </a:solidFill>
            <a:prstDash val="solid"/>
            <a:round/>
            <a:headEnd type="none" w="sm" len="sm"/>
            <a:tailEnd type="none" w="sm" len="sm"/>
          </a:ln>
        </p:spPr>
      </p:cxnSp>
      <p:sp>
        <p:nvSpPr>
          <p:cNvPr id="90" name="Google Shape;90;p2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20"/>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92" name="Google Shape;92;p20"/>
          <p:cNvPicPr preferRelativeResize="0"/>
          <p:nvPr/>
        </p:nvPicPr>
        <p:blipFill rotWithShape="1">
          <a:blip r:embed="rId2">
            <a:alphaModFix/>
          </a:blip>
          <a:srcRect/>
          <a:stretch/>
        </p:blipFill>
        <p:spPr>
          <a:xfrm>
            <a:off x="352422" y="4615079"/>
            <a:ext cx="1069849" cy="384837"/>
          </a:xfrm>
          <a:prstGeom prst="rect">
            <a:avLst/>
          </a:prstGeom>
          <a:noFill/>
          <a:ln>
            <a:noFill/>
          </a:ln>
        </p:spPr>
      </p:pic>
      <p:sp>
        <p:nvSpPr>
          <p:cNvPr id="93" name="Google Shape;93;p20"/>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Verizon confidential and proprietary. Unauthorized disclosure, reproduction or other use prohibited.</a:t>
            </a:r>
            <a:endParaRPr sz="7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our Column Text and Photos">
  <p:cSld name="Four Column Text and Photos">
    <p:spTree>
      <p:nvGrpSpPr>
        <p:cNvPr id="1" name="Shape 94"/>
        <p:cNvGrpSpPr/>
        <p:nvPr/>
      </p:nvGrpSpPr>
      <p:grpSpPr>
        <a:xfrm>
          <a:off x="0" y="0"/>
          <a:ext cx="0" cy="0"/>
          <a:chOff x="0" y="0"/>
          <a:chExt cx="0" cy="0"/>
        </a:xfrm>
      </p:grpSpPr>
      <p:sp>
        <p:nvSpPr>
          <p:cNvPr id="95" name="Google Shape;95;p2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96" name="Google Shape;96;p21"/>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97" name="Google Shape;97;p21"/>
          <p:cNvSpPr txBox="1">
            <a:spLocks noGrp="1"/>
          </p:cNvSpPr>
          <p:nvPr>
            <p:ph type="body" idx="1"/>
          </p:nvPr>
        </p:nvSpPr>
        <p:spPr>
          <a:xfrm>
            <a:off x="4701228"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Arial"/>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98" name="Google Shape;98;p21"/>
          <p:cNvSpPr txBox="1">
            <a:spLocks noGrp="1"/>
          </p:cNvSpPr>
          <p:nvPr>
            <p:ph type="body" idx="2"/>
          </p:nvPr>
        </p:nvSpPr>
        <p:spPr>
          <a:xfrm>
            <a:off x="2572863"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Arial"/>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99" name="Google Shape;99;p21"/>
          <p:cNvSpPr txBox="1">
            <a:spLocks noGrp="1"/>
          </p:cNvSpPr>
          <p:nvPr>
            <p:ph type="body" idx="3"/>
          </p:nvPr>
        </p:nvSpPr>
        <p:spPr>
          <a:xfrm>
            <a:off x="457200"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Arial"/>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00" name="Google Shape;100;p21"/>
          <p:cNvSpPr>
            <a:spLocks noGrp="1"/>
          </p:cNvSpPr>
          <p:nvPr>
            <p:ph type="pic" idx="4"/>
          </p:nvPr>
        </p:nvSpPr>
        <p:spPr>
          <a:xfrm>
            <a:off x="457200"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01" name="Google Shape;101;p21"/>
          <p:cNvSpPr>
            <a:spLocks noGrp="1"/>
          </p:cNvSpPr>
          <p:nvPr>
            <p:ph type="pic" idx="5"/>
          </p:nvPr>
        </p:nvSpPr>
        <p:spPr>
          <a:xfrm>
            <a:off x="2572862"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02" name="Google Shape;102;p21"/>
          <p:cNvSpPr>
            <a:spLocks noGrp="1"/>
          </p:cNvSpPr>
          <p:nvPr>
            <p:ph type="pic" idx="6"/>
          </p:nvPr>
        </p:nvSpPr>
        <p:spPr>
          <a:xfrm>
            <a:off x="4701228"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03" name="Google Shape;103;p21"/>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4" name="Google Shape;104;p21"/>
          <p:cNvSpPr txBox="1">
            <a:spLocks noGrp="1"/>
          </p:cNvSpPr>
          <p:nvPr>
            <p:ph type="body" idx="7"/>
          </p:nvPr>
        </p:nvSpPr>
        <p:spPr>
          <a:xfrm>
            <a:off x="6816891"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Arial"/>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05" name="Google Shape;105;p21"/>
          <p:cNvSpPr>
            <a:spLocks noGrp="1"/>
          </p:cNvSpPr>
          <p:nvPr>
            <p:ph type="pic" idx="8"/>
          </p:nvPr>
        </p:nvSpPr>
        <p:spPr>
          <a:xfrm>
            <a:off x="6816891"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Agenda Black">
  <p:cSld name="Agenda Black">
    <p:bg>
      <p:bgPr>
        <a:solidFill>
          <a:schemeClr val="dk1"/>
        </a:solidFill>
        <a:effectLst/>
      </p:bgPr>
    </p:bg>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457200" y="59436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2400"/>
              <a:buFont typeface="Arial"/>
              <a:buNone/>
              <a:defRPr>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8" name="Google Shape;108;p22"/>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900"/>
              </a:spcBef>
              <a:spcAft>
                <a:spcPts val="0"/>
              </a:spcAft>
              <a:buClr>
                <a:schemeClr val="lt1"/>
              </a:buClr>
              <a:buSzPts val="1600"/>
              <a:buFont typeface="Arial"/>
              <a:buAutoNum type="arabicPeriod"/>
              <a:defRPr sz="1600">
                <a:solidFill>
                  <a:schemeClr val="lt1"/>
                </a:solidFill>
              </a:defRPr>
            </a:lvl1pPr>
            <a:lvl2pPr marL="914400" lvl="1" indent="-228600" algn="l" rtl="0">
              <a:lnSpc>
                <a:spcPct val="100000"/>
              </a:lnSpc>
              <a:spcBef>
                <a:spcPts val="900"/>
              </a:spcBef>
              <a:spcAft>
                <a:spcPts val="0"/>
              </a:spcAft>
              <a:buClr>
                <a:schemeClr val="lt1"/>
              </a:buClr>
              <a:buSzPts val="1200"/>
              <a:buFont typeface="Arial"/>
              <a:buNone/>
              <a:defRPr>
                <a:solidFill>
                  <a:schemeClr val="lt1"/>
                </a:solidFill>
              </a:defRPr>
            </a:lvl2pPr>
            <a:lvl3pPr marL="1371600" lvl="2" indent="-304800" algn="l" rtl="0">
              <a:lnSpc>
                <a:spcPct val="100000"/>
              </a:lnSpc>
              <a:spcBef>
                <a:spcPts val="600"/>
              </a:spcBef>
              <a:spcAft>
                <a:spcPts val="0"/>
              </a:spcAft>
              <a:buClr>
                <a:schemeClr val="lt1"/>
              </a:buClr>
              <a:buSzPts val="1200"/>
              <a:buChar char="•"/>
              <a:defRPr>
                <a:solidFill>
                  <a:schemeClr val="lt1"/>
                </a:solidFill>
              </a:defRPr>
            </a:lvl3pPr>
            <a:lvl4pPr marL="1828800" lvl="3" indent="-304800" algn="l" rtl="0">
              <a:lnSpc>
                <a:spcPct val="100000"/>
              </a:lnSpc>
              <a:spcBef>
                <a:spcPts val="600"/>
              </a:spcBef>
              <a:spcAft>
                <a:spcPts val="0"/>
              </a:spcAft>
              <a:buClr>
                <a:schemeClr val="lt1"/>
              </a:buClr>
              <a:buSzPts val="1200"/>
              <a:buChar char="–"/>
              <a:defRPr>
                <a:solidFill>
                  <a:schemeClr val="lt1"/>
                </a:solidFill>
              </a:defRPr>
            </a:lvl4pPr>
            <a:lvl5pPr marL="2286000" lvl="4" indent="-304800" algn="l" rtl="0">
              <a:lnSpc>
                <a:spcPct val="100000"/>
              </a:lnSpc>
              <a:spcBef>
                <a:spcPts val="600"/>
              </a:spcBef>
              <a:spcAft>
                <a:spcPts val="0"/>
              </a:spcAft>
              <a:buClr>
                <a:schemeClr val="lt1"/>
              </a:buClr>
              <a:buSzPts val="1200"/>
              <a:buChar char="–"/>
              <a:defRPr>
                <a:solidFill>
                  <a:schemeClr val="lt1"/>
                </a:solidFill>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04800" algn="l" rtl="0">
              <a:lnSpc>
                <a:spcPct val="100000"/>
              </a:lnSpc>
              <a:spcBef>
                <a:spcPts val="600"/>
              </a:spcBef>
              <a:spcAft>
                <a:spcPts val="0"/>
              </a:spcAft>
              <a:buClr>
                <a:schemeClr val="dk1"/>
              </a:buClr>
              <a:buSzPts val="1200"/>
              <a:buChar char="–"/>
              <a:defRPr/>
            </a:lvl9pPr>
          </a:lstStyle>
          <a:p>
            <a:endParaRPr/>
          </a:p>
        </p:txBody>
      </p:sp>
      <p:cxnSp>
        <p:nvCxnSpPr>
          <p:cNvPr id="109" name="Google Shape;109;p22"/>
          <p:cNvCxnSpPr/>
          <p:nvPr/>
        </p:nvCxnSpPr>
        <p:spPr>
          <a:xfrm>
            <a:off x="457200" y="457200"/>
            <a:ext cx="8229600" cy="0"/>
          </a:xfrm>
          <a:prstGeom prst="straightConnector1">
            <a:avLst/>
          </a:prstGeom>
          <a:noFill/>
          <a:ln w="47625" cap="flat" cmpd="sng">
            <a:solidFill>
              <a:schemeClr val="lt1"/>
            </a:solidFill>
            <a:prstDash val="solid"/>
            <a:round/>
            <a:headEnd type="none" w="sm" len="sm"/>
            <a:tailEnd type="none" w="sm" len="sm"/>
          </a:ln>
        </p:spPr>
      </p:cxnSp>
      <p:sp>
        <p:nvSpPr>
          <p:cNvPr id="110" name="Google Shape;110;p2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1" name="Google Shape;111;p22"/>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Verizon confidential and proprietary. Unauthorized disclosure, reproduction or other use prohibited.</a:t>
            </a:r>
            <a:endParaRPr sz="700" b="0" i="0" u="none" strike="noStrike" cap="none">
              <a:solidFill>
                <a:schemeClr val="lt1"/>
              </a:solidFill>
              <a:latin typeface="Arial"/>
              <a:ea typeface="Arial"/>
              <a:cs typeface="Arial"/>
              <a:sym typeface="Arial"/>
            </a:endParaRPr>
          </a:p>
        </p:txBody>
      </p:sp>
      <p:sp>
        <p:nvSpPr>
          <p:cNvPr id="112" name="Google Shape;112;p22"/>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13" name="Google Shape;113;p22"/>
          <p:cNvPicPr preferRelativeResize="0"/>
          <p:nvPr/>
        </p:nvPicPr>
        <p:blipFill rotWithShape="1">
          <a:blip r:embed="rId2">
            <a:alphaModFix/>
          </a:blip>
          <a:srcRect/>
          <a:stretch/>
        </p:blipFill>
        <p:spPr>
          <a:xfrm>
            <a:off x="352422" y="4615079"/>
            <a:ext cx="1069849" cy="384837"/>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verse Statement">
  <p:cSld name="Reverse Statement">
    <p:bg>
      <p:bgPr>
        <a:solidFill>
          <a:schemeClr val="dk1"/>
        </a:solidFill>
        <a:effectLst/>
      </p:bgPr>
    </p:bg>
    <p:spTree>
      <p:nvGrpSpPr>
        <p:cNvPr id="1" name="Shape 114"/>
        <p:cNvGrpSpPr/>
        <p:nvPr/>
      </p:nvGrpSpPr>
      <p:grpSpPr>
        <a:xfrm>
          <a:off x="0" y="0"/>
          <a:ext cx="0" cy="0"/>
          <a:chOff x="0" y="0"/>
          <a:chExt cx="0" cy="0"/>
        </a:xfrm>
      </p:grpSpPr>
      <p:sp>
        <p:nvSpPr>
          <p:cNvPr id="115" name="Google Shape;115;p23"/>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4000"/>
              <a:buFont typeface="Arial"/>
              <a:buNone/>
              <a:defRPr sz="4000">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6" name="Google Shape;116;p2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3"/>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18" name="Google Shape;118;p23"/>
          <p:cNvPicPr preferRelativeResize="0"/>
          <p:nvPr/>
        </p:nvPicPr>
        <p:blipFill rotWithShape="1">
          <a:blip r:embed="rId2">
            <a:alphaModFix/>
          </a:blip>
          <a:srcRect/>
          <a:stretch/>
        </p:blipFill>
        <p:spPr>
          <a:xfrm>
            <a:off x="357160" y="4615079"/>
            <a:ext cx="1069849" cy="384837"/>
          </a:xfrm>
          <a:prstGeom prst="rect">
            <a:avLst/>
          </a:prstGeom>
          <a:noFill/>
          <a:ln>
            <a:noFill/>
          </a:ln>
        </p:spPr>
      </p:pic>
      <p:sp>
        <p:nvSpPr>
          <p:cNvPr id="119" name="Google Shape;119;p23"/>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Verizon confidential and proprietary. Unauthorized disclosure, reproduction or other use prohibited.</a:t>
            </a:r>
            <a:endParaRPr sz="7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457200" y="594359"/>
            <a:ext cx="7086600" cy="1413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Arial"/>
              <a:buNone/>
              <a:defRPr sz="4000" b="1" cap="none">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2" name="Google Shape;122;p24"/>
          <p:cNvSpPr txBox="1">
            <a:spLocks noGrp="1"/>
          </p:cNvSpPr>
          <p:nvPr>
            <p:ph type="body" idx="1"/>
          </p:nvPr>
        </p:nvSpPr>
        <p:spPr>
          <a:xfrm>
            <a:off x="457200" y="2057400"/>
            <a:ext cx="7086600" cy="24195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Font typeface="Arial"/>
              <a:buNone/>
              <a:defRPr sz="1800" b="0" i="0">
                <a:solidFill>
                  <a:schemeClr val="dk1"/>
                </a:solidFill>
                <a:latin typeface="Arial"/>
                <a:ea typeface="Arial"/>
                <a:cs typeface="Arial"/>
                <a:sym typeface="Arial"/>
              </a:defRPr>
            </a:lvl1pPr>
            <a:lvl2pPr marL="914400" lvl="1" indent="-228600" algn="l" rtl="0">
              <a:lnSpc>
                <a:spcPct val="100000"/>
              </a:lnSpc>
              <a:spcBef>
                <a:spcPts val="900"/>
              </a:spcBef>
              <a:spcAft>
                <a:spcPts val="0"/>
              </a:spcAft>
              <a:buClr>
                <a:schemeClr val="dk1"/>
              </a:buClr>
              <a:buSzPts val="1800"/>
              <a:buFont typeface="Arial"/>
              <a:buNone/>
              <a:defRPr sz="1800" b="0" i="0">
                <a:solidFill>
                  <a:schemeClr val="dk1"/>
                </a:solidFill>
                <a:latin typeface="Arial"/>
                <a:ea typeface="Arial"/>
                <a:cs typeface="Arial"/>
                <a:sym typeface="Arial"/>
              </a:defRPr>
            </a:lvl2pPr>
            <a:lvl3pPr marL="1371600" lvl="2" indent="-342900" algn="l" rtl="0">
              <a:lnSpc>
                <a:spcPct val="100000"/>
              </a:lnSpc>
              <a:spcBef>
                <a:spcPts val="600"/>
              </a:spcBef>
              <a:spcAft>
                <a:spcPts val="0"/>
              </a:spcAft>
              <a:buClr>
                <a:schemeClr val="dk1"/>
              </a:buClr>
              <a:buSzPts val="1800"/>
              <a:buChar char="•"/>
              <a:defRPr sz="1800" b="0" i="0">
                <a:solidFill>
                  <a:schemeClr val="dk1"/>
                </a:solidFill>
                <a:latin typeface="Arial"/>
                <a:ea typeface="Arial"/>
                <a:cs typeface="Arial"/>
                <a:sym typeface="Arial"/>
              </a:defRPr>
            </a:lvl3pPr>
            <a:lvl4pPr marL="1828800" lvl="3" indent="-342900" algn="l" rtl="0">
              <a:lnSpc>
                <a:spcPct val="100000"/>
              </a:lnSpc>
              <a:spcBef>
                <a:spcPts val="600"/>
              </a:spcBef>
              <a:spcAft>
                <a:spcPts val="0"/>
              </a:spcAft>
              <a:buClr>
                <a:schemeClr val="dk1"/>
              </a:buClr>
              <a:buSzPts val="1800"/>
              <a:buChar char="–"/>
              <a:defRPr sz="1800" b="0" i="0">
                <a:solidFill>
                  <a:schemeClr val="dk1"/>
                </a:solidFill>
                <a:latin typeface="Arial"/>
                <a:ea typeface="Arial"/>
                <a:cs typeface="Arial"/>
                <a:sym typeface="Arial"/>
              </a:defRPr>
            </a:lvl4pPr>
            <a:lvl5pPr marL="2286000" lvl="4" indent="-342900" algn="l" rtl="0">
              <a:lnSpc>
                <a:spcPct val="100000"/>
              </a:lnSpc>
              <a:spcBef>
                <a:spcPts val="600"/>
              </a:spcBef>
              <a:spcAft>
                <a:spcPts val="0"/>
              </a:spcAft>
              <a:buClr>
                <a:schemeClr val="dk1"/>
              </a:buClr>
              <a:buSzPts val="1800"/>
              <a:buChar char="–"/>
              <a:defRPr sz="1800" b="0" i="0">
                <a:solidFill>
                  <a:schemeClr val="dk1"/>
                </a:solidFill>
                <a:latin typeface="Arial"/>
                <a:ea typeface="Arial"/>
                <a:cs typeface="Arial"/>
                <a:sym typeface="Arial"/>
              </a:defRPr>
            </a:lvl5pPr>
            <a:lvl6pPr marL="2743200" lvl="5" indent="-342900" algn="l" rtl="0">
              <a:lnSpc>
                <a:spcPct val="100000"/>
              </a:lnSpc>
              <a:spcBef>
                <a:spcPts val="600"/>
              </a:spcBef>
              <a:spcAft>
                <a:spcPts val="0"/>
              </a:spcAft>
              <a:buClr>
                <a:schemeClr val="dk1"/>
              </a:buClr>
              <a:buSzPts val="1800"/>
              <a:buChar char="–"/>
              <a:defRPr sz="1800"/>
            </a:lvl6pPr>
            <a:lvl7pPr marL="3200400" lvl="6" indent="-342900" algn="l" rtl="0">
              <a:lnSpc>
                <a:spcPct val="100000"/>
              </a:lnSpc>
              <a:spcBef>
                <a:spcPts val="600"/>
              </a:spcBef>
              <a:spcAft>
                <a:spcPts val="0"/>
              </a:spcAft>
              <a:buClr>
                <a:schemeClr val="dk1"/>
              </a:buClr>
              <a:buSzPts val="1800"/>
              <a:buChar char="–"/>
              <a:defRPr sz="1800"/>
            </a:lvl7pPr>
            <a:lvl8pPr marL="3657600" lvl="7" indent="-342900" algn="l" rtl="0">
              <a:lnSpc>
                <a:spcPct val="100000"/>
              </a:lnSpc>
              <a:spcBef>
                <a:spcPts val="600"/>
              </a:spcBef>
              <a:spcAft>
                <a:spcPts val="0"/>
              </a:spcAft>
              <a:buClr>
                <a:schemeClr val="dk1"/>
              </a:buClr>
              <a:buSzPts val="1800"/>
              <a:buChar char="–"/>
              <a:defRPr sz="1800"/>
            </a:lvl8pPr>
            <a:lvl9pPr marL="4114800" lvl="8" indent="-342900" algn="l" rtl="0">
              <a:lnSpc>
                <a:spcPct val="100000"/>
              </a:lnSpc>
              <a:spcBef>
                <a:spcPts val="600"/>
              </a:spcBef>
              <a:spcAft>
                <a:spcPts val="0"/>
              </a:spcAft>
              <a:buClr>
                <a:schemeClr val="dk1"/>
              </a:buClr>
              <a:buSzPts val="1800"/>
              <a:buChar char="–"/>
              <a:defRPr sz="1800"/>
            </a:lvl9pPr>
          </a:lstStyle>
          <a:p>
            <a:endParaRPr/>
          </a:p>
        </p:txBody>
      </p:sp>
      <p:cxnSp>
        <p:nvCxnSpPr>
          <p:cNvPr id="123" name="Google Shape;123;p24"/>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24" name="Google Shape;124;p24"/>
          <p:cNvSpPr txBox="1">
            <a:spLocks noGrp="1"/>
          </p:cNvSpPr>
          <p:nvPr>
            <p:ph type="sldNum" idx="12"/>
          </p:nvPr>
        </p:nvSpPr>
        <p:spPr>
          <a:xfrm>
            <a:off x="8458200" y="4693734"/>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tatement">
  <p:cSld name="Statement">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a:off x="457199"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Arial"/>
              <a:buNone/>
              <a:defRPr sz="4000">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7" name="Google Shape;127;p25"/>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tatement White Text Photo">
  <p:cSld name="Statement White Text Photo">
    <p:bg>
      <p:bgPr>
        <a:solidFill>
          <a:schemeClr val="dk1"/>
        </a:solidFill>
        <a:effectLst/>
      </p:bgPr>
    </p:bg>
    <p:spTree>
      <p:nvGrpSpPr>
        <p:cNvPr id="1" name="Shape 128"/>
        <p:cNvGrpSpPr/>
        <p:nvPr/>
      </p:nvGrpSpPr>
      <p:grpSpPr>
        <a:xfrm>
          <a:off x="0" y="0"/>
          <a:ext cx="0" cy="0"/>
          <a:chOff x="0" y="0"/>
          <a:chExt cx="0" cy="0"/>
        </a:xfrm>
      </p:grpSpPr>
      <p:sp>
        <p:nvSpPr>
          <p:cNvPr id="129" name="Google Shape;129;p26"/>
          <p:cNvSpPr>
            <a:spLocks noGrp="1"/>
          </p:cNvSpPr>
          <p:nvPr>
            <p:ph type="pic" idx="2"/>
          </p:nvPr>
        </p:nvSpPr>
        <p:spPr>
          <a:xfrm>
            <a:off x="0" y="0"/>
            <a:ext cx="9144000" cy="5143500"/>
          </a:xfrm>
          <a:prstGeom prst="rect">
            <a:avLst/>
          </a:prstGeom>
          <a:solidFill>
            <a:srgbClr val="A5A5A5"/>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lt1"/>
              </a:buClr>
              <a:buSzPts val="1200"/>
              <a:buFont typeface="Arial"/>
              <a:buNone/>
              <a:defRPr sz="1200" b="1" i="0" u="none" strike="noStrike" cap="none">
                <a:solidFill>
                  <a:schemeClr val="lt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30" name="Google Shape;130;p26"/>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4000"/>
              <a:buFont typeface="Arial"/>
              <a:buNone/>
              <a:defRPr sz="4000">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1" name="Google Shape;131;p2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32" name="Google Shape;132;p26"/>
          <p:cNvPicPr preferRelativeResize="0"/>
          <p:nvPr/>
        </p:nvPicPr>
        <p:blipFill rotWithShape="1">
          <a:blip r:embed="rId2">
            <a:alphaModFix/>
          </a:blip>
          <a:srcRect/>
          <a:stretch/>
        </p:blipFill>
        <p:spPr>
          <a:xfrm>
            <a:off x="357160" y="4615079"/>
            <a:ext cx="1069849" cy="384837"/>
          </a:xfrm>
          <a:prstGeom prst="rect">
            <a:avLst/>
          </a:prstGeom>
          <a:noFill/>
          <a:ln>
            <a:noFill/>
          </a:ln>
        </p:spPr>
      </p:pic>
      <p:sp>
        <p:nvSpPr>
          <p:cNvPr id="133" name="Google Shape;133;p26"/>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Verizon confidential and proprietary. Unauthorized disclosure, reproduction or other use prohibited.</a:t>
            </a:r>
            <a:endParaRPr sz="7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tatement Black Text Photo">
  <p:cSld name="Statement Black Text Photo">
    <p:bg>
      <p:bgPr>
        <a:solidFill>
          <a:schemeClr val="lt1"/>
        </a:solidFill>
        <a:effectLst/>
      </p:bgPr>
    </p:bg>
    <p:spTree>
      <p:nvGrpSpPr>
        <p:cNvPr id="1" name="Shape 134"/>
        <p:cNvGrpSpPr/>
        <p:nvPr/>
      </p:nvGrpSpPr>
      <p:grpSpPr>
        <a:xfrm>
          <a:off x="0" y="0"/>
          <a:ext cx="0" cy="0"/>
          <a:chOff x="0" y="0"/>
          <a:chExt cx="0" cy="0"/>
        </a:xfrm>
      </p:grpSpPr>
      <p:sp>
        <p:nvSpPr>
          <p:cNvPr id="135" name="Google Shape;135;p27"/>
          <p:cNvSpPr>
            <a:spLocks noGrp="1"/>
          </p:cNvSpPr>
          <p:nvPr>
            <p:ph type="pic" idx="2"/>
          </p:nvPr>
        </p:nvSpPr>
        <p:spPr>
          <a:xfrm>
            <a:off x="0" y="0"/>
            <a:ext cx="9144000" cy="5143500"/>
          </a:xfrm>
          <a:prstGeom prst="rect">
            <a:avLst/>
          </a:prstGeom>
          <a:solidFill>
            <a:srgbClr val="D8D8D8"/>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36" name="Google Shape;136;p27"/>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Arial"/>
              <a:buNone/>
              <a:defRPr sz="4000">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7" name="Google Shape;137;p2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38" name="Google Shape;138;p27"/>
          <p:cNvPicPr preferRelativeResize="0"/>
          <p:nvPr/>
        </p:nvPicPr>
        <p:blipFill rotWithShape="1">
          <a:blip r:embed="rId2">
            <a:alphaModFix/>
          </a:blip>
          <a:srcRect/>
          <a:stretch/>
        </p:blipFill>
        <p:spPr>
          <a:xfrm>
            <a:off x="353824" y="4608575"/>
            <a:ext cx="1069844" cy="397804"/>
          </a:xfrm>
          <a:prstGeom prst="rect">
            <a:avLst/>
          </a:prstGeom>
          <a:noFill/>
          <a:ln>
            <a:noFill/>
          </a:ln>
        </p:spPr>
      </p:pic>
      <p:sp>
        <p:nvSpPr>
          <p:cNvPr id="139" name="Google Shape;139;p27"/>
          <p:cNvSpPr txBox="1"/>
          <p:nvPr/>
        </p:nvSpPr>
        <p:spPr>
          <a:xfrm>
            <a:off x="1333500" y="4612166"/>
            <a:ext cx="7124700" cy="3012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700"/>
              <a:buFont typeface="Arial"/>
              <a:buNone/>
            </a:pPr>
            <a:r>
              <a:rPr lang="en" sz="700" b="0" i="0" u="none" strike="noStrike" cap="none">
                <a:solidFill>
                  <a:schemeClr val="dk1"/>
                </a:solidFill>
                <a:latin typeface="Arial"/>
                <a:ea typeface="Arial"/>
                <a:cs typeface="Arial"/>
                <a:sym typeface="Arial"/>
              </a:rPr>
              <a:t>Verizon confidential and proprietary. Unauthorized disclosure, reproduction or other use prohibited.</a:t>
            </a:r>
            <a:endParaRPr sz="7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ree Column Text and Photos">
  <p:cSld name="Three Column Text and Photos">
    <p:spTree>
      <p:nvGrpSpPr>
        <p:cNvPr id="1" name="Shape 140"/>
        <p:cNvGrpSpPr/>
        <p:nvPr/>
      </p:nvGrpSpPr>
      <p:grpSpPr>
        <a:xfrm>
          <a:off x="0" y="0"/>
          <a:ext cx="0" cy="0"/>
          <a:chOff x="0" y="0"/>
          <a:chExt cx="0" cy="0"/>
        </a:xfrm>
      </p:grpSpPr>
      <p:sp>
        <p:nvSpPr>
          <p:cNvPr id="141" name="Google Shape;141;p2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42" name="Google Shape;142;p28"/>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43" name="Google Shape;143;p28"/>
          <p:cNvSpPr txBox="1">
            <a:spLocks noGrp="1"/>
          </p:cNvSpPr>
          <p:nvPr>
            <p:ph type="body" idx="1"/>
          </p:nvPr>
        </p:nvSpPr>
        <p:spPr>
          <a:xfrm>
            <a:off x="6119213"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Arial"/>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44" name="Google Shape;144;p28"/>
          <p:cNvSpPr txBox="1">
            <a:spLocks noGrp="1"/>
          </p:cNvSpPr>
          <p:nvPr>
            <p:ph type="body" idx="2"/>
          </p:nvPr>
        </p:nvSpPr>
        <p:spPr>
          <a:xfrm>
            <a:off x="3288207"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Arial"/>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45" name="Google Shape;145;p28"/>
          <p:cNvSpPr txBox="1">
            <a:spLocks noGrp="1"/>
          </p:cNvSpPr>
          <p:nvPr>
            <p:ph type="body" idx="3"/>
          </p:nvPr>
        </p:nvSpPr>
        <p:spPr>
          <a:xfrm>
            <a:off x="457200"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Arial"/>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46" name="Google Shape;146;p28"/>
          <p:cNvSpPr>
            <a:spLocks noGrp="1"/>
          </p:cNvSpPr>
          <p:nvPr>
            <p:ph type="pic" idx="4"/>
          </p:nvPr>
        </p:nvSpPr>
        <p:spPr>
          <a:xfrm>
            <a:off x="457200"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47" name="Google Shape;147;p28"/>
          <p:cNvSpPr>
            <a:spLocks noGrp="1"/>
          </p:cNvSpPr>
          <p:nvPr>
            <p:ph type="pic" idx="5"/>
          </p:nvPr>
        </p:nvSpPr>
        <p:spPr>
          <a:xfrm>
            <a:off x="3288205"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48" name="Google Shape;148;p28"/>
          <p:cNvSpPr>
            <a:spLocks noGrp="1"/>
          </p:cNvSpPr>
          <p:nvPr>
            <p:ph type="pic" idx="6"/>
          </p:nvPr>
        </p:nvSpPr>
        <p:spPr>
          <a:xfrm>
            <a:off x="6119213"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49" name="Google Shape;149;p28"/>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edia">
  <p:cSld name="Media">
    <p:bg>
      <p:bgPr>
        <a:solidFill>
          <a:schemeClr val="dk1"/>
        </a:solidFill>
        <a:effectLst/>
      </p:bgPr>
    </p:bg>
    <p:spTree>
      <p:nvGrpSpPr>
        <p:cNvPr id="1" name="Shape 150"/>
        <p:cNvGrpSpPr/>
        <p:nvPr/>
      </p:nvGrpSpPr>
      <p:grpSpPr>
        <a:xfrm>
          <a:off x="0" y="0"/>
          <a:ext cx="0" cy="0"/>
          <a:chOff x="0" y="0"/>
          <a:chExt cx="0" cy="0"/>
        </a:xfrm>
      </p:grpSpPr>
      <p:sp>
        <p:nvSpPr>
          <p:cNvPr id="151" name="Google Shape;151;p29"/>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2" name="Google Shape;152;p29"/>
          <p:cNvSpPr>
            <a:spLocks noGrp="1"/>
          </p:cNvSpPr>
          <p:nvPr>
            <p:ph type="media" idx="2"/>
          </p:nvPr>
        </p:nvSpPr>
        <p:spPr>
          <a:xfrm>
            <a:off x="0" y="0"/>
            <a:ext cx="9144000" cy="5143500"/>
          </a:xfrm>
          <a:prstGeom prst="rect">
            <a:avLst/>
          </a:prstGeom>
          <a:solidFill>
            <a:srgbClr val="A5A5A5"/>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Statement and Long Chart">
  <p:cSld name="One Statement and Long Chart">
    <p:spTree>
      <p:nvGrpSpPr>
        <p:cNvPr id="1" name="Shape 153"/>
        <p:cNvGrpSpPr/>
        <p:nvPr/>
      </p:nvGrpSpPr>
      <p:grpSpPr>
        <a:xfrm>
          <a:off x="0" y="0"/>
          <a:ext cx="0" cy="0"/>
          <a:chOff x="0" y="0"/>
          <a:chExt cx="0" cy="0"/>
        </a:xfrm>
      </p:grpSpPr>
      <p:sp>
        <p:nvSpPr>
          <p:cNvPr id="154" name="Google Shape;154;p30"/>
          <p:cNvSpPr>
            <a:spLocks noGrp="1"/>
          </p:cNvSpPr>
          <p:nvPr>
            <p:ph type="chart" idx="2"/>
          </p:nvPr>
        </p:nvSpPr>
        <p:spPr>
          <a:xfrm>
            <a:off x="457198" y="2095248"/>
            <a:ext cx="8229600" cy="23433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55" name="Google Shape;155;p3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6" name="Google Shape;156;p30"/>
          <p:cNvSpPr txBox="1">
            <a:spLocks noGrp="1"/>
          </p:cNvSpPr>
          <p:nvPr>
            <p:ph type="body" idx="1"/>
          </p:nvPr>
        </p:nvSpPr>
        <p:spPr>
          <a:xfrm>
            <a:off x="457200" y="1459580"/>
            <a:ext cx="8229600" cy="563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Arial"/>
              <a:buNone/>
              <a:defRPr b="0"/>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157" name="Google Shape;157;p30"/>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58" name="Google Shape;158;p30"/>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Statement and Horizontal Chart">
  <p:cSld name="One Statement and Horizontal Chart">
    <p:spTree>
      <p:nvGrpSpPr>
        <p:cNvPr id="1" name="Shape 159"/>
        <p:cNvGrpSpPr/>
        <p:nvPr/>
      </p:nvGrpSpPr>
      <p:grpSpPr>
        <a:xfrm>
          <a:off x="0" y="0"/>
          <a:ext cx="0" cy="0"/>
          <a:chOff x="0" y="0"/>
          <a:chExt cx="0" cy="0"/>
        </a:xfrm>
      </p:grpSpPr>
      <p:sp>
        <p:nvSpPr>
          <p:cNvPr id="160" name="Google Shape;160;p31"/>
          <p:cNvSpPr>
            <a:spLocks noGrp="1"/>
          </p:cNvSpPr>
          <p:nvPr>
            <p:ph type="chart" idx="2"/>
          </p:nvPr>
        </p:nvSpPr>
        <p:spPr>
          <a:xfrm>
            <a:off x="457198" y="2095248"/>
            <a:ext cx="7086600" cy="23841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1" name="Google Shape;161;p3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2" name="Google Shape;162;p3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3" name="Google Shape;163;p31"/>
          <p:cNvSpPr txBox="1">
            <a:spLocks noGrp="1"/>
          </p:cNvSpPr>
          <p:nvPr>
            <p:ph type="body" idx="1"/>
          </p:nvPr>
        </p:nvSpPr>
        <p:spPr>
          <a:xfrm>
            <a:off x="457200" y="1459580"/>
            <a:ext cx="7086600" cy="563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Arial"/>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164" name="Google Shape;164;p31"/>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65" name="Google Shape;165;p31"/>
          <p:cNvSpPr txBox="1"/>
          <p:nvPr/>
        </p:nvSpPr>
        <p:spPr>
          <a:xfrm>
            <a:off x="1294108" y="937647"/>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6" name="Google Shape;166;p31"/>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One Statement and Chart">
  <p:cSld name="1_One Statement and Chart">
    <p:spTree>
      <p:nvGrpSpPr>
        <p:cNvPr id="1" name="Shape 167"/>
        <p:cNvGrpSpPr/>
        <p:nvPr/>
      </p:nvGrpSpPr>
      <p:grpSpPr>
        <a:xfrm>
          <a:off x="0" y="0"/>
          <a:ext cx="0" cy="0"/>
          <a:chOff x="0" y="0"/>
          <a:chExt cx="0" cy="0"/>
        </a:xfrm>
      </p:grpSpPr>
      <p:sp>
        <p:nvSpPr>
          <p:cNvPr id="168" name="Google Shape;168;p32"/>
          <p:cNvSpPr>
            <a:spLocks noGrp="1"/>
          </p:cNvSpPr>
          <p:nvPr>
            <p:ph type="chart" idx="2"/>
          </p:nvPr>
        </p:nvSpPr>
        <p:spPr>
          <a:xfrm>
            <a:off x="4572000" y="594360"/>
            <a:ext cx="4114800" cy="36156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9" name="Google Shape;169;p32"/>
          <p:cNvSpPr txBox="1">
            <a:spLocks noGrp="1"/>
          </p:cNvSpPr>
          <p:nvPr>
            <p:ph type="body" idx="1"/>
          </p:nvPr>
        </p:nvSpPr>
        <p:spPr>
          <a:xfrm>
            <a:off x="457200" y="1459580"/>
            <a:ext cx="3933000" cy="2750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Arial"/>
              <a:buNone/>
              <a:defRPr>
                <a:latin typeface="Arial"/>
                <a:ea typeface="Arial"/>
                <a:cs typeface="Arial"/>
                <a:sym typeface="Arial"/>
              </a:defRPr>
            </a:lvl1pPr>
            <a:lvl2pPr marL="914400" lvl="1" indent="-228600" algn="l" rtl="0">
              <a:lnSpc>
                <a:spcPct val="100000"/>
              </a:lnSpc>
              <a:spcBef>
                <a:spcPts val="900"/>
              </a:spcBef>
              <a:spcAft>
                <a:spcPts val="0"/>
              </a:spcAft>
              <a:buClr>
                <a:schemeClr val="dk1"/>
              </a:buClr>
              <a:buSzPts val="1200"/>
              <a:buFont typeface="Arial"/>
              <a:buNone/>
              <a:defRPr>
                <a:latin typeface="Arial"/>
                <a:ea typeface="Arial"/>
                <a:cs typeface="Arial"/>
                <a:sym typeface="Arial"/>
              </a:defRPr>
            </a:lvl2pPr>
            <a:lvl3pPr marL="1371600" lvl="2" indent="-304800" algn="l" rtl="0">
              <a:lnSpc>
                <a:spcPct val="100000"/>
              </a:lnSpc>
              <a:spcBef>
                <a:spcPts val="600"/>
              </a:spcBef>
              <a:spcAft>
                <a:spcPts val="0"/>
              </a:spcAft>
              <a:buClr>
                <a:schemeClr val="dk1"/>
              </a:buClr>
              <a:buSzPts val="1200"/>
              <a:buChar char="•"/>
              <a:defRPr>
                <a:latin typeface="Arial"/>
                <a:ea typeface="Arial"/>
                <a:cs typeface="Arial"/>
                <a:sym typeface="Arial"/>
              </a:defRPr>
            </a:lvl3pPr>
            <a:lvl4pPr marL="1828800" lvl="3" indent="-304800" algn="l" rtl="0">
              <a:lnSpc>
                <a:spcPct val="100000"/>
              </a:lnSpc>
              <a:spcBef>
                <a:spcPts val="600"/>
              </a:spcBef>
              <a:spcAft>
                <a:spcPts val="0"/>
              </a:spcAft>
              <a:buClr>
                <a:schemeClr val="dk1"/>
              </a:buClr>
              <a:buSzPts val="1200"/>
              <a:buChar char="–"/>
              <a:defRPr>
                <a:latin typeface="Arial"/>
                <a:ea typeface="Arial"/>
                <a:cs typeface="Arial"/>
                <a:sym typeface="Arial"/>
              </a:defRPr>
            </a:lvl4pPr>
            <a:lvl5pPr marL="2286000" lvl="4" indent="-304800" algn="l" rtl="0">
              <a:lnSpc>
                <a:spcPct val="100000"/>
              </a:lnSpc>
              <a:spcBef>
                <a:spcPts val="600"/>
              </a:spcBef>
              <a:spcAft>
                <a:spcPts val="0"/>
              </a:spcAft>
              <a:buClr>
                <a:schemeClr val="dk1"/>
              </a:buClr>
              <a:buSzPts val="1200"/>
              <a:buChar char="–"/>
              <a:defRPr>
                <a:latin typeface="Arial"/>
                <a:ea typeface="Arial"/>
                <a:cs typeface="Arial"/>
                <a:sym typeface="Arial"/>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170" name="Google Shape;170;p32"/>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71" name="Google Shape;171;p32"/>
          <p:cNvSpPr txBox="1">
            <a:spLocks noGrp="1"/>
          </p:cNvSpPr>
          <p:nvPr>
            <p:ph type="title"/>
          </p:nvPr>
        </p:nvSpPr>
        <p:spPr>
          <a:xfrm>
            <a:off x="457200" y="590550"/>
            <a:ext cx="393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2400"/>
              <a:buFont typeface="Arial"/>
              <a:buNone/>
              <a:defRPr>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mplex Chart">
  <p:cSld name="Complex Chart">
    <p:spTree>
      <p:nvGrpSpPr>
        <p:cNvPr id="1" name="Shape 172"/>
        <p:cNvGrpSpPr/>
        <p:nvPr/>
      </p:nvGrpSpPr>
      <p:grpSpPr>
        <a:xfrm>
          <a:off x="0" y="0"/>
          <a:ext cx="0" cy="0"/>
          <a:chOff x="0" y="0"/>
          <a:chExt cx="0" cy="0"/>
        </a:xfrm>
      </p:grpSpPr>
      <p:sp>
        <p:nvSpPr>
          <p:cNvPr id="173" name="Google Shape;173;p3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74" name="Google Shape;174;p33"/>
          <p:cNvSpPr txBox="1">
            <a:spLocks noGrp="1"/>
          </p:cNvSpPr>
          <p:nvPr>
            <p:ph type="title"/>
          </p:nvPr>
        </p:nvSpPr>
        <p:spPr>
          <a:xfrm>
            <a:off x="457200" y="2476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75" name="Google Shape;175;p33"/>
          <p:cNvSpPr>
            <a:spLocks noGrp="1"/>
          </p:cNvSpPr>
          <p:nvPr>
            <p:ph type="pic" idx="2"/>
          </p:nvPr>
        </p:nvSpPr>
        <p:spPr>
          <a:xfrm>
            <a:off x="457200" y="590550"/>
            <a:ext cx="8229600" cy="3848100"/>
          </a:xfrm>
          <a:prstGeom prst="rect">
            <a:avLst/>
          </a:prstGeom>
          <a:noFill/>
          <a:ln>
            <a:noFill/>
          </a:ln>
        </p:spPr>
        <p:txBody>
          <a:bodyPr spcFirstLastPara="1" wrap="square" lIns="0" tIns="1463025" rIns="0" bIns="0" anchor="t" anchorCtr="0">
            <a:noAutofit/>
          </a:bodyPr>
          <a:lstStyle>
            <a:lvl1pPr marR="0" lvl="0" algn="ctr"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wo Chart Slide">
  <p:cSld name="Two Chart Slide">
    <p:spTree>
      <p:nvGrpSpPr>
        <p:cNvPr id="1" name="Shape 176"/>
        <p:cNvGrpSpPr/>
        <p:nvPr/>
      </p:nvGrpSpPr>
      <p:grpSpPr>
        <a:xfrm>
          <a:off x="0" y="0"/>
          <a:ext cx="0" cy="0"/>
          <a:chOff x="0" y="0"/>
          <a:chExt cx="0" cy="0"/>
        </a:xfrm>
      </p:grpSpPr>
      <p:sp>
        <p:nvSpPr>
          <p:cNvPr id="177" name="Google Shape;177;p34"/>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8" name="Google Shape;178;p3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79" name="Google Shape;179;p34"/>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80" name="Google Shape;180;p34"/>
          <p:cNvSpPr txBox="1">
            <a:spLocks noGrp="1"/>
          </p:cNvSpPr>
          <p:nvPr>
            <p:ph type="body" idx="1"/>
          </p:nvPr>
        </p:nvSpPr>
        <p:spPr>
          <a:xfrm>
            <a:off x="457200" y="1459580"/>
            <a:ext cx="3933000" cy="3017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81" name="Google Shape;181;p34"/>
          <p:cNvSpPr txBox="1">
            <a:spLocks noGrp="1"/>
          </p:cNvSpPr>
          <p:nvPr>
            <p:ph type="body" idx="2"/>
          </p:nvPr>
        </p:nvSpPr>
        <p:spPr>
          <a:xfrm>
            <a:off x="4572000" y="1459580"/>
            <a:ext cx="3933000" cy="3017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82" name="Google Shape;182;p34"/>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183"/>
        <p:cNvGrpSpPr/>
        <p:nvPr/>
      </p:nvGrpSpPr>
      <p:grpSpPr>
        <a:xfrm>
          <a:off x="0" y="0"/>
          <a:ext cx="0" cy="0"/>
          <a:chOff x="0" y="0"/>
          <a:chExt cx="0" cy="0"/>
        </a:xfrm>
      </p:grpSpPr>
      <p:pic>
        <p:nvPicPr>
          <p:cNvPr id="184" name="Google Shape;184;p35"/>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1_Thank You">
  <p:cSld name="1_Thank You">
    <p:spTree>
      <p:nvGrpSpPr>
        <p:cNvPr id="1" name="Shape 185"/>
        <p:cNvGrpSpPr/>
        <p:nvPr/>
      </p:nvGrpSpPr>
      <p:grpSpPr>
        <a:xfrm>
          <a:off x="0" y="0"/>
          <a:ext cx="0" cy="0"/>
          <a:chOff x="0" y="0"/>
          <a:chExt cx="0" cy="0"/>
        </a:xfrm>
      </p:grpSpPr>
      <p:pic>
        <p:nvPicPr>
          <p:cNvPr id="186" name="Google Shape;186;p36"/>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Section Header Layout">
  <p:cSld name="Section Header Layout">
    <p:spTree>
      <p:nvGrpSpPr>
        <p:cNvPr id="1" name="Shape 187"/>
        <p:cNvGrpSpPr/>
        <p:nvPr/>
      </p:nvGrpSpPr>
      <p:grpSpPr>
        <a:xfrm>
          <a:off x="0" y="0"/>
          <a:ext cx="0" cy="0"/>
          <a:chOff x="0" y="0"/>
          <a:chExt cx="0" cy="0"/>
        </a:xfrm>
      </p:grpSpPr>
      <p:sp>
        <p:nvSpPr>
          <p:cNvPr id="188" name="Google Shape;188;p37"/>
          <p:cNvSpPr txBox="1"/>
          <p:nvPr/>
        </p:nvSpPr>
        <p:spPr>
          <a:xfrm>
            <a:off x="457202" y="4036236"/>
            <a:ext cx="665100" cy="18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600"/>
              <a:buFont typeface="Arial"/>
              <a:buNone/>
            </a:pPr>
            <a:r>
              <a:rPr lang="en" sz="1200" b="1" i="0" u="none" strike="noStrike" cap="none">
                <a:solidFill>
                  <a:schemeClr val="lt1"/>
                </a:solidFill>
                <a:latin typeface="Arial"/>
                <a:ea typeface="Arial"/>
                <a:cs typeface="Arial"/>
                <a:sym typeface="Arial"/>
              </a:rPr>
              <a:t>DRAFT</a:t>
            </a:r>
            <a:endParaRPr sz="1400" b="0" i="0" u="none" strike="noStrike" cap="none">
              <a:solidFill>
                <a:srgbClr val="000000"/>
              </a:solidFill>
              <a:latin typeface="Arial"/>
              <a:ea typeface="Arial"/>
              <a:cs typeface="Arial"/>
              <a:sym typeface="Arial"/>
            </a:endParaRPr>
          </a:p>
        </p:txBody>
      </p:sp>
      <p:sp>
        <p:nvSpPr>
          <p:cNvPr id="189" name="Google Shape;189;p37"/>
          <p:cNvSpPr txBox="1">
            <a:spLocks noGrp="1"/>
          </p:cNvSpPr>
          <p:nvPr>
            <p:ph type="ctrTitle"/>
          </p:nvPr>
        </p:nvSpPr>
        <p:spPr>
          <a:xfrm>
            <a:off x="457200" y="594360"/>
            <a:ext cx="7086600" cy="14172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5300"/>
              <a:buFont typeface="Arial"/>
              <a:buNone/>
              <a:defRPr sz="4000"/>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pic>
        <p:nvPicPr>
          <p:cNvPr id="190" name="Google Shape;190;p37"/>
          <p:cNvPicPr preferRelativeResize="0"/>
          <p:nvPr/>
        </p:nvPicPr>
        <p:blipFill rotWithShape="1">
          <a:blip r:embed="rId2">
            <a:alphaModFix/>
          </a:blip>
          <a:srcRect/>
          <a:stretch/>
        </p:blipFill>
        <p:spPr>
          <a:xfrm>
            <a:off x="353824" y="4618101"/>
            <a:ext cx="1069847" cy="397804"/>
          </a:xfrm>
          <a:prstGeom prst="rect">
            <a:avLst/>
          </a:prstGeom>
          <a:noFill/>
          <a:ln>
            <a:noFill/>
          </a:ln>
        </p:spPr>
      </p:pic>
      <p:cxnSp>
        <p:nvCxnSpPr>
          <p:cNvPr id="191" name="Google Shape;191;p37"/>
          <p:cNvCxnSpPr/>
          <p:nvPr/>
        </p:nvCxnSpPr>
        <p:spPr>
          <a:xfrm>
            <a:off x="457200" y="457200"/>
            <a:ext cx="8229600" cy="0"/>
          </a:xfrm>
          <a:prstGeom prst="straightConnector1">
            <a:avLst/>
          </a:prstGeom>
          <a:noFill/>
          <a:ln w="47625" cap="flat" cmpd="sng">
            <a:solidFill>
              <a:srgbClr val="000000"/>
            </a:solidFill>
            <a:prstDash val="solid"/>
            <a:round/>
            <a:headEnd type="none" w="sm" len="sm"/>
            <a:tailEnd type="none" w="sm" len="sm"/>
          </a:ln>
        </p:spPr>
      </p:cxnSp>
      <p:sp>
        <p:nvSpPr>
          <p:cNvPr id="192" name="Google Shape;192;p37"/>
          <p:cNvSpPr txBox="1"/>
          <p:nvPr/>
        </p:nvSpPr>
        <p:spPr>
          <a:xfrm>
            <a:off x="1423669" y="4822567"/>
            <a:ext cx="6685800" cy="228600"/>
          </a:xfrm>
          <a:prstGeom prst="rect">
            <a:avLst/>
          </a:prstGeom>
          <a:noFill/>
          <a:ln>
            <a:noFill/>
          </a:ln>
        </p:spPr>
        <p:txBody>
          <a:bodyPr spcFirstLastPara="1" wrap="square" lIns="0" tIns="0" rIns="182875" bIns="0" anchor="b" anchorCtr="0">
            <a:noAutofit/>
          </a:bodyPr>
          <a:lstStyle/>
          <a:p>
            <a:pPr marL="0" marR="0" lvl="0" indent="0" algn="l" rtl="0">
              <a:lnSpc>
                <a:spcPct val="100000"/>
              </a:lnSpc>
              <a:spcBef>
                <a:spcPts val="0"/>
              </a:spcBef>
              <a:spcAft>
                <a:spcPts val="0"/>
              </a:spcAft>
              <a:buClr>
                <a:srgbClr val="000000"/>
              </a:buClr>
              <a:buSzPts val="900"/>
              <a:buFont typeface="Arial Narrow"/>
              <a:buNone/>
            </a:pPr>
            <a:r>
              <a:rPr lang="en" sz="700" b="0" i="0" u="none" strike="noStrike" cap="none">
                <a:solidFill>
                  <a:srgbClr val="000000"/>
                </a:solidFill>
                <a:latin typeface="Arial Narrow"/>
                <a:ea typeface="Arial Narrow"/>
                <a:cs typeface="Arial Narrow"/>
                <a:sym typeface="Arial Narrow"/>
              </a:rPr>
              <a:t>Confidential and proprietary materials for authorized Verizon personnel and outside agencies only. Use, disclosure or distribution of this material is not permitted to any unauthorized persons or third parties except by written agreement.</a:t>
            </a:r>
            <a:endParaRPr sz="700" b="0" i="0" u="none" strike="noStrike" cap="none">
              <a:solidFill>
                <a:srgbClr val="000000"/>
              </a:solidFill>
              <a:latin typeface="Arial Narrow"/>
              <a:ea typeface="Arial Narrow"/>
              <a:cs typeface="Arial Narrow"/>
              <a:sym typeface="Arial Narrow"/>
            </a:endParaRPr>
          </a:p>
        </p:txBody>
      </p:sp>
      <p:sp>
        <p:nvSpPr>
          <p:cNvPr id="193" name="Google Shape;193;p37"/>
          <p:cNvSpPr txBox="1">
            <a:spLocks noGrp="1"/>
          </p:cNvSpPr>
          <p:nvPr>
            <p:ph type="body" idx="1"/>
          </p:nvPr>
        </p:nvSpPr>
        <p:spPr>
          <a:xfrm>
            <a:off x="457200" y="2057400"/>
            <a:ext cx="7086600" cy="2423100"/>
          </a:xfrm>
          <a:prstGeom prst="rect">
            <a:avLst/>
          </a:prstGeom>
          <a:noFill/>
          <a:ln>
            <a:noFill/>
          </a:ln>
        </p:spPr>
        <p:txBody>
          <a:bodyPr spcFirstLastPara="1" wrap="square" lIns="0" tIns="0" rIns="0" bIns="0" anchor="t" anchorCtr="0">
            <a:noAutofit/>
          </a:bodyPr>
          <a:lstStyle>
            <a:lvl1pPr marL="457200" lvl="0" indent="-381000" algn="l" rtl="0">
              <a:lnSpc>
                <a:spcPct val="100000"/>
              </a:lnSpc>
              <a:spcBef>
                <a:spcPts val="900"/>
              </a:spcBef>
              <a:spcAft>
                <a:spcPts val="0"/>
              </a:spcAft>
              <a:buClr>
                <a:schemeClr val="dk1"/>
              </a:buClr>
              <a:buSzPts val="2400"/>
              <a:buChar char="•"/>
              <a:defRPr sz="1800" b="1" i="0" u="none" strike="noStrike" cap="none"/>
            </a:lvl1pPr>
            <a:lvl2pPr marL="914400" lvl="1" indent="-381000" algn="l" rtl="0">
              <a:lnSpc>
                <a:spcPct val="100000"/>
              </a:lnSpc>
              <a:spcBef>
                <a:spcPts val="500"/>
              </a:spcBef>
              <a:spcAft>
                <a:spcPts val="0"/>
              </a:spcAft>
              <a:buClr>
                <a:schemeClr val="dk1"/>
              </a:buClr>
              <a:buSzPts val="2400"/>
              <a:buChar char="–"/>
              <a:defRPr sz="1800"/>
            </a:lvl2pPr>
            <a:lvl3pPr marL="1371600" lvl="2" indent="-381000" algn="l" rtl="0">
              <a:lnSpc>
                <a:spcPct val="100000"/>
              </a:lnSpc>
              <a:spcBef>
                <a:spcPts val="500"/>
              </a:spcBef>
              <a:spcAft>
                <a:spcPts val="0"/>
              </a:spcAft>
              <a:buClr>
                <a:schemeClr val="dk1"/>
              </a:buClr>
              <a:buSzPts val="2400"/>
              <a:buChar char="&gt;"/>
              <a:defRPr sz="1800"/>
            </a:lvl3pPr>
            <a:lvl4pPr marL="1828800" lvl="3" indent="-381000" algn="l" rtl="0">
              <a:lnSpc>
                <a:spcPct val="100000"/>
              </a:lnSpc>
              <a:spcBef>
                <a:spcPts val="500"/>
              </a:spcBef>
              <a:spcAft>
                <a:spcPts val="0"/>
              </a:spcAft>
              <a:buClr>
                <a:schemeClr val="dk1"/>
              </a:buClr>
              <a:buSzPts val="2400"/>
              <a:buChar char="–"/>
              <a:defRPr sz="1800"/>
            </a:lvl4pPr>
            <a:lvl5pPr marL="2286000" lvl="4" indent="-381000" algn="l" rtl="0">
              <a:lnSpc>
                <a:spcPct val="100000"/>
              </a:lnSpc>
              <a:spcBef>
                <a:spcPts val="500"/>
              </a:spcBef>
              <a:spcAft>
                <a:spcPts val="0"/>
              </a:spcAft>
              <a:buClr>
                <a:schemeClr val="dk1"/>
              </a:buClr>
              <a:buSzPts val="2400"/>
              <a:buChar char="&gt;"/>
              <a:defRPr sz="1800"/>
            </a:lvl5pPr>
            <a:lvl6pPr marL="2743200" lvl="5" indent="-381000" algn="l" rtl="0">
              <a:lnSpc>
                <a:spcPct val="90000"/>
              </a:lnSpc>
              <a:spcBef>
                <a:spcPts val="400"/>
              </a:spcBef>
              <a:spcAft>
                <a:spcPts val="0"/>
              </a:spcAft>
              <a:buClr>
                <a:schemeClr val="dk1"/>
              </a:buClr>
              <a:buSzPts val="2400"/>
              <a:buChar char="•"/>
              <a:defRPr/>
            </a:lvl6pPr>
            <a:lvl7pPr marL="3200400" lvl="6" indent="-381000" algn="l" rtl="0">
              <a:lnSpc>
                <a:spcPct val="90000"/>
              </a:lnSpc>
              <a:spcBef>
                <a:spcPts val="400"/>
              </a:spcBef>
              <a:spcAft>
                <a:spcPts val="0"/>
              </a:spcAft>
              <a:buClr>
                <a:schemeClr val="dk1"/>
              </a:buClr>
              <a:buSzPts val="2400"/>
              <a:buChar char="•"/>
              <a:defRPr/>
            </a:lvl7pPr>
            <a:lvl8pPr marL="3657600" lvl="7" indent="-381000" algn="l" rtl="0">
              <a:lnSpc>
                <a:spcPct val="90000"/>
              </a:lnSpc>
              <a:spcBef>
                <a:spcPts val="400"/>
              </a:spcBef>
              <a:spcAft>
                <a:spcPts val="0"/>
              </a:spcAft>
              <a:buClr>
                <a:schemeClr val="dk1"/>
              </a:buClr>
              <a:buSzPts val="2400"/>
              <a:buChar char="•"/>
              <a:defRPr/>
            </a:lvl8pPr>
            <a:lvl9pPr marL="4114800" lvl="8" indent="-381000" algn="l" rtl="0">
              <a:lnSpc>
                <a:spcPct val="90000"/>
              </a:lnSpc>
              <a:spcBef>
                <a:spcPts val="400"/>
              </a:spcBef>
              <a:spcAft>
                <a:spcPts val="0"/>
              </a:spcAft>
              <a:buClr>
                <a:schemeClr val="dk1"/>
              </a:buClr>
              <a:buSzPts val="24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94"/>
        <p:cNvGrpSpPr/>
        <p:nvPr/>
      </p:nvGrpSpPr>
      <p:grpSpPr>
        <a:xfrm>
          <a:off x="0" y="0"/>
          <a:ext cx="0" cy="0"/>
          <a:chOff x="0" y="0"/>
          <a:chExt cx="0" cy="0"/>
        </a:xfrm>
      </p:grpSpPr>
      <p:sp>
        <p:nvSpPr>
          <p:cNvPr id="195" name="Google Shape;195;p38"/>
          <p:cNvSpPr txBox="1">
            <a:spLocks noGrp="1"/>
          </p:cNvSpPr>
          <p:nvPr>
            <p:ph type="body" idx="1"/>
          </p:nvPr>
        </p:nvSpPr>
        <p:spPr>
          <a:xfrm>
            <a:off x="457200" y="1459580"/>
            <a:ext cx="7086600" cy="3017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Font typeface="Arial"/>
              <a:buNone/>
              <a:defRPr/>
            </a:lvl1pPr>
            <a:lvl2pPr marL="914400" lvl="1" indent="-228600" algn="l" rtl="0">
              <a:lnSpc>
                <a:spcPct val="100000"/>
              </a:lnSpc>
              <a:spcBef>
                <a:spcPts val="900"/>
              </a:spcBef>
              <a:spcAft>
                <a:spcPts val="0"/>
              </a:spcAft>
              <a:buClr>
                <a:schemeClr val="dk1"/>
              </a:buClr>
              <a:buSzPts val="1800"/>
              <a:buFont typeface="Arial"/>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96" name="Google Shape;196;p38"/>
          <p:cNvSpPr txBox="1">
            <a:spLocks noGrp="1"/>
          </p:cNvSpPr>
          <p:nvPr>
            <p:ph type="dt" idx="10"/>
          </p:nvPr>
        </p:nvSpPr>
        <p:spPr>
          <a:xfrm>
            <a:off x="7543800" y="4700016"/>
            <a:ext cx="914400" cy="2286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97" name="Google Shape;197;p3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chemeClr val="dk1"/>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198" name="Google Shape;198;p38"/>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99" name="Google Shape;199;p38"/>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Font typeface="Arial"/>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200"/>
        <p:cNvGrpSpPr/>
        <p:nvPr/>
      </p:nvGrpSpPr>
      <p:grpSpPr>
        <a:xfrm>
          <a:off x="0" y="0"/>
          <a:ext cx="0" cy="0"/>
          <a:chOff x="0" y="0"/>
          <a:chExt cx="0" cy="0"/>
        </a:xfrm>
      </p:grpSpPr>
      <p:sp>
        <p:nvSpPr>
          <p:cNvPr id="201" name="Google Shape;201;p39"/>
          <p:cNvSpPr txBox="1">
            <a:spLocks noGrp="1"/>
          </p:cNvSpPr>
          <p:nvPr>
            <p:ph type="title"/>
          </p:nvPr>
        </p:nvSpPr>
        <p:spPr>
          <a:xfrm>
            <a:off x="457200" y="594360"/>
            <a:ext cx="7086600" cy="685800"/>
          </a:xfrm>
          <a:prstGeom prst="rect">
            <a:avLst/>
          </a:prstGeom>
          <a:noFill/>
          <a:ln>
            <a:noFill/>
          </a:ln>
        </p:spPr>
        <p:txBody>
          <a:bodyPr spcFirstLastPara="1" wrap="square" lIns="91425" tIns="91425" rIns="91425" bIns="91425" anchor="t" anchorCtr="0">
            <a:noAutofit/>
          </a:bodyPr>
          <a:lstStyle>
            <a:lvl1pPr marR="0" lvl="0" algn="l" rtl="0">
              <a:lnSpc>
                <a:spcPct val="80000"/>
              </a:lnSpc>
              <a:spcBef>
                <a:spcPts val="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lvl="1" algn="l" rtl="0">
              <a:lnSpc>
                <a:spcPct val="100000"/>
              </a:lnSpc>
              <a:spcBef>
                <a:spcPts val="0"/>
              </a:spcBef>
              <a:spcAft>
                <a:spcPts val="0"/>
              </a:spcAft>
              <a:buSzPts val="1400"/>
              <a:buNone/>
              <a:defRPr sz="1800"/>
            </a:lvl2pPr>
            <a:lvl3pPr lvl="2" algn="l" rtl="0">
              <a:lnSpc>
                <a:spcPct val="100000"/>
              </a:lnSpc>
              <a:spcBef>
                <a:spcPts val="0"/>
              </a:spcBef>
              <a:spcAft>
                <a:spcPts val="0"/>
              </a:spcAft>
              <a:buSzPts val="1400"/>
              <a:buNone/>
              <a:defRPr sz="1800"/>
            </a:lvl3pPr>
            <a:lvl4pPr lvl="3" algn="l" rtl="0">
              <a:lnSpc>
                <a:spcPct val="100000"/>
              </a:lnSpc>
              <a:spcBef>
                <a:spcPts val="0"/>
              </a:spcBef>
              <a:spcAft>
                <a:spcPts val="0"/>
              </a:spcAft>
              <a:buSzPts val="1400"/>
              <a:buNone/>
              <a:defRPr sz="1800"/>
            </a:lvl4pPr>
            <a:lvl5pPr lvl="4" algn="l" rtl="0">
              <a:lnSpc>
                <a:spcPct val="100000"/>
              </a:lnSpc>
              <a:spcBef>
                <a:spcPts val="0"/>
              </a:spcBef>
              <a:spcAft>
                <a:spcPts val="0"/>
              </a:spcAft>
              <a:buSzPts val="1400"/>
              <a:buNone/>
              <a:defRPr sz="1800"/>
            </a:lvl5pPr>
            <a:lvl6pPr lvl="5" algn="l" rtl="0">
              <a:lnSpc>
                <a:spcPct val="100000"/>
              </a:lnSpc>
              <a:spcBef>
                <a:spcPts val="0"/>
              </a:spcBef>
              <a:spcAft>
                <a:spcPts val="0"/>
              </a:spcAft>
              <a:buSzPts val="1400"/>
              <a:buNone/>
              <a:defRPr sz="1800"/>
            </a:lvl6pPr>
            <a:lvl7pPr lvl="6" algn="l" rtl="0">
              <a:lnSpc>
                <a:spcPct val="100000"/>
              </a:lnSpc>
              <a:spcBef>
                <a:spcPts val="0"/>
              </a:spcBef>
              <a:spcAft>
                <a:spcPts val="0"/>
              </a:spcAft>
              <a:buSzPts val="1400"/>
              <a:buNone/>
              <a:defRPr sz="1800"/>
            </a:lvl7pPr>
            <a:lvl8pPr lvl="7" algn="l" rtl="0">
              <a:lnSpc>
                <a:spcPct val="100000"/>
              </a:lnSpc>
              <a:spcBef>
                <a:spcPts val="0"/>
              </a:spcBef>
              <a:spcAft>
                <a:spcPts val="0"/>
              </a:spcAft>
              <a:buSzPts val="1400"/>
              <a:buNone/>
              <a:defRPr sz="1800"/>
            </a:lvl8pPr>
            <a:lvl9pPr lvl="8" algn="l" rtl="0">
              <a:lnSpc>
                <a:spcPct val="100000"/>
              </a:lnSpc>
              <a:spcBef>
                <a:spcPts val="0"/>
              </a:spcBef>
              <a:spcAft>
                <a:spcPts val="0"/>
              </a:spcAft>
              <a:buSzPts val="1400"/>
              <a:buNone/>
              <a:defRPr sz="1800"/>
            </a:lvl9pPr>
          </a:lstStyle>
          <a:p>
            <a:endParaRPr/>
          </a:p>
        </p:txBody>
      </p:sp>
      <p:sp>
        <p:nvSpPr>
          <p:cNvPr id="202" name="Google Shape;202;p39"/>
          <p:cNvSpPr txBox="1">
            <a:spLocks noGrp="1"/>
          </p:cNvSpPr>
          <p:nvPr>
            <p:ph type="body" idx="1"/>
          </p:nvPr>
        </p:nvSpPr>
        <p:spPr>
          <a:xfrm>
            <a:off x="457200" y="1459580"/>
            <a:ext cx="7086600" cy="3017400"/>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900"/>
              </a:spcBef>
              <a:spcAft>
                <a:spcPts val="0"/>
              </a:spcAft>
              <a:buClr>
                <a:schemeClr val="dk1"/>
              </a:buClr>
              <a:buSzPts val="1600"/>
              <a:buFont typeface="Arial"/>
              <a:buAutoNum type="arabicPeriod"/>
              <a:defRPr sz="1600" b="1" i="0" u="none" strike="noStrike" cap="none">
                <a:solidFill>
                  <a:schemeClr val="dk1"/>
                </a:solidFill>
                <a:latin typeface="Arial"/>
                <a:ea typeface="Arial"/>
                <a:cs typeface="Arial"/>
                <a:sym typeface="Arial"/>
              </a:defRPr>
            </a:lvl1pPr>
            <a:lvl2pPr marL="914400" marR="0" lvl="1" indent="-228600"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03" name="Google Shape;203;p39"/>
          <p:cNvSpPr txBox="1">
            <a:spLocks noGrp="1"/>
          </p:cNvSpPr>
          <p:nvPr>
            <p:ph type="dt" idx="10"/>
          </p:nvPr>
        </p:nvSpPr>
        <p:spPr>
          <a:xfrm>
            <a:off x="7543800" y="4700016"/>
            <a:ext cx="914400" cy="2286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04" name="Google Shape;204;p3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205" name="Google Shape;205;p39"/>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_Title and Content_1">
  <p:cSld name="1_Title and Content_1">
    <p:spTree>
      <p:nvGrpSpPr>
        <p:cNvPr id="1" name="Shape 206"/>
        <p:cNvGrpSpPr/>
        <p:nvPr/>
      </p:nvGrpSpPr>
      <p:grpSpPr>
        <a:xfrm>
          <a:off x="0" y="0"/>
          <a:ext cx="0" cy="0"/>
          <a:chOff x="0" y="0"/>
          <a:chExt cx="0" cy="0"/>
        </a:xfrm>
      </p:grpSpPr>
      <p:cxnSp>
        <p:nvCxnSpPr>
          <p:cNvPr id="207" name="Google Shape;207;p40"/>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208" name="Google Shape;208;p40"/>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9" name="Google Shape;209;p40"/>
          <p:cNvSpPr txBox="1">
            <a:spLocks noGrp="1"/>
          </p:cNvSpPr>
          <p:nvPr>
            <p:ph type="body" idx="1"/>
          </p:nvPr>
        </p:nvSpPr>
        <p:spPr>
          <a:xfrm>
            <a:off x="457200" y="1048218"/>
            <a:ext cx="7086600" cy="34287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900"/>
              </a:spcBef>
              <a:spcAft>
                <a:spcPts val="0"/>
              </a:spcAft>
              <a:buClr>
                <a:schemeClr val="dk1"/>
              </a:buClr>
              <a:buSzPts val="1600"/>
              <a:buFont typeface="Arial"/>
              <a:buAutoNum type="arabicPeriod"/>
              <a:defRPr sz="1600"/>
            </a:lvl1pPr>
            <a:lvl2pPr marL="914400" lvl="1" indent="-228600" algn="l" rtl="0">
              <a:lnSpc>
                <a:spcPct val="100000"/>
              </a:lnSpc>
              <a:spcBef>
                <a:spcPts val="900"/>
              </a:spcBef>
              <a:spcAft>
                <a:spcPts val="0"/>
              </a:spcAft>
              <a:buClr>
                <a:schemeClr val="dk1"/>
              </a:buClr>
              <a:buSzPts val="1400"/>
              <a:buNone/>
              <a:defRPr/>
            </a:lvl2pPr>
            <a:lvl3pPr marL="1371600" lvl="2" indent="-317500" algn="l" rtl="0">
              <a:lnSpc>
                <a:spcPct val="100000"/>
              </a:lnSpc>
              <a:spcBef>
                <a:spcPts val="600"/>
              </a:spcBef>
              <a:spcAft>
                <a:spcPts val="0"/>
              </a:spcAft>
              <a:buClr>
                <a:schemeClr val="dk1"/>
              </a:buClr>
              <a:buSzPts val="1400"/>
              <a:buChar char="•"/>
              <a:defRPr/>
            </a:lvl3pPr>
            <a:lvl4pPr marL="1828800" lvl="3" indent="-317500" algn="l" rtl="0">
              <a:lnSpc>
                <a:spcPct val="100000"/>
              </a:lnSpc>
              <a:spcBef>
                <a:spcPts val="600"/>
              </a:spcBef>
              <a:spcAft>
                <a:spcPts val="0"/>
              </a:spcAft>
              <a:buClr>
                <a:schemeClr val="dk1"/>
              </a:buClr>
              <a:buSzPts val="1400"/>
              <a:buChar char="–"/>
              <a:defRPr/>
            </a:lvl4pPr>
            <a:lvl5pPr marL="2286000" lvl="4" indent="-317500" algn="l" rtl="0">
              <a:lnSpc>
                <a:spcPct val="100000"/>
              </a:lnSpc>
              <a:spcBef>
                <a:spcPts val="600"/>
              </a:spcBef>
              <a:spcAft>
                <a:spcPts val="0"/>
              </a:spcAft>
              <a:buClr>
                <a:schemeClr val="dk1"/>
              </a:buClr>
              <a:buSzPts val="1400"/>
              <a:buChar char="–"/>
              <a:defRPr/>
            </a:lvl5pPr>
            <a:lvl6pPr marL="2743200" lvl="5" indent="-317500" algn="l" rtl="0">
              <a:lnSpc>
                <a:spcPct val="100000"/>
              </a:lnSpc>
              <a:spcBef>
                <a:spcPts val="600"/>
              </a:spcBef>
              <a:spcAft>
                <a:spcPts val="0"/>
              </a:spcAft>
              <a:buClr>
                <a:schemeClr val="dk1"/>
              </a:buClr>
              <a:buSzPts val="1400"/>
              <a:buChar char="–"/>
              <a:defRPr/>
            </a:lvl6pPr>
            <a:lvl7pPr marL="3200400" lvl="6" indent="-317500" algn="l" rtl="0">
              <a:lnSpc>
                <a:spcPct val="100000"/>
              </a:lnSpc>
              <a:spcBef>
                <a:spcPts val="600"/>
              </a:spcBef>
              <a:spcAft>
                <a:spcPts val="0"/>
              </a:spcAft>
              <a:buClr>
                <a:schemeClr val="dk1"/>
              </a:buClr>
              <a:buSzPts val="1400"/>
              <a:buChar char="–"/>
              <a:defRPr/>
            </a:lvl7pPr>
            <a:lvl8pPr marL="3657600" lvl="7" indent="-317500" algn="l" rtl="0">
              <a:lnSpc>
                <a:spcPct val="100000"/>
              </a:lnSpc>
              <a:spcBef>
                <a:spcPts val="600"/>
              </a:spcBef>
              <a:spcAft>
                <a:spcPts val="0"/>
              </a:spcAft>
              <a:buClr>
                <a:schemeClr val="dk1"/>
              </a:buClr>
              <a:buSzPts val="1400"/>
              <a:buChar char="–"/>
              <a:defRPr/>
            </a:lvl8pPr>
            <a:lvl9pPr marL="4114800" lvl="8" indent="-304800" algn="l" rtl="0">
              <a:lnSpc>
                <a:spcPct val="100000"/>
              </a:lnSpc>
              <a:spcBef>
                <a:spcPts val="600"/>
              </a:spcBef>
              <a:spcAft>
                <a:spcPts val="0"/>
              </a:spcAft>
              <a:buClr>
                <a:schemeClr val="dk1"/>
              </a:buClr>
              <a:buSzPts val="1200"/>
              <a:buChar char="–"/>
              <a:defRPr/>
            </a:lvl9pPr>
          </a:lstStyle>
          <a:p>
            <a:endParaRPr/>
          </a:p>
        </p:txBody>
      </p:sp>
      <p:sp>
        <p:nvSpPr>
          <p:cNvPr id="210" name="Google Shape;210;p40"/>
          <p:cNvSpPr txBox="1">
            <a:spLocks noGrp="1"/>
          </p:cNvSpPr>
          <p:nvPr>
            <p:ph type="body" idx="2"/>
          </p:nvPr>
        </p:nvSpPr>
        <p:spPr>
          <a:xfrm>
            <a:off x="457200" y="514371"/>
            <a:ext cx="7886700" cy="3936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accent2"/>
              </a:buClr>
              <a:buSzPts val="1600"/>
              <a:buFont typeface="Arial"/>
              <a:buNone/>
              <a:defRPr sz="1600">
                <a:solidFill>
                  <a:schemeClr val="accent2"/>
                </a:solidFill>
              </a:defRPr>
            </a:lvl1pPr>
            <a:lvl2pPr marL="914400" lvl="1" indent="-228600" algn="l" rtl="0">
              <a:lnSpc>
                <a:spcPct val="100000"/>
              </a:lnSpc>
              <a:spcBef>
                <a:spcPts val="900"/>
              </a:spcBef>
              <a:spcAft>
                <a:spcPts val="0"/>
              </a:spcAft>
              <a:buClr>
                <a:schemeClr val="dk1"/>
              </a:buClr>
              <a:buSzPts val="1400"/>
              <a:buNone/>
              <a:defRPr/>
            </a:lvl2pPr>
            <a:lvl3pPr marL="1371600" lvl="2" indent="-317500" algn="l" rtl="0">
              <a:lnSpc>
                <a:spcPct val="100000"/>
              </a:lnSpc>
              <a:spcBef>
                <a:spcPts val="600"/>
              </a:spcBef>
              <a:spcAft>
                <a:spcPts val="0"/>
              </a:spcAft>
              <a:buClr>
                <a:schemeClr val="dk1"/>
              </a:buClr>
              <a:buSzPts val="1400"/>
              <a:buChar char="•"/>
              <a:defRPr/>
            </a:lvl3pPr>
            <a:lvl4pPr marL="1828800" lvl="3" indent="-317500" algn="l" rtl="0">
              <a:lnSpc>
                <a:spcPct val="100000"/>
              </a:lnSpc>
              <a:spcBef>
                <a:spcPts val="600"/>
              </a:spcBef>
              <a:spcAft>
                <a:spcPts val="0"/>
              </a:spcAft>
              <a:buClr>
                <a:schemeClr val="dk1"/>
              </a:buClr>
              <a:buSzPts val="1400"/>
              <a:buChar char="–"/>
              <a:defRPr/>
            </a:lvl4pPr>
            <a:lvl5pPr marL="2286000" lvl="4" indent="-317500" algn="l" rtl="0">
              <a:lnSpc>
                <a:spcPct val="100000"/>
              </a:lnSpc>
              <a:spcBef>
                <a:spcPts val="600"/>
              </a:spcBef>
              <a:spcAft>
                <a:spcPts val="0"/>
              </a:spcAft>
              <a:buClr>
                <a:schemeClr val="dk1"/>
              </a:buClr>
              <a:buSzPts val="1400"/>
              <a:buChar char="–"/>
              <a:defRPr/>
            </a:lvl5pPr>
            <a:lvl6pPr marL="2743200" lvl="5" indent="-317500" algn="l" rtl="0">
              <a:lnSpc>
                <a:spcPct val="100000"/>
              </a:lnSpc>
              <a:spcBef>
                <a:spcPts val="600"/>
              </a:spcBef>
              <a:spcAft>
                <a:spcPts val="0"/>
              </a:spcAft>
              <a:buClr>
                <a:schemeClr val="dk1"/>
              </a:buClr>
              <a:buSzPts val="1400"/>
              <a:buChar char="–"/>
              <a:defRPr/>
            </a:lvl6pPr>
            <a:lvl7pPr marL="3200400" lvl="6" indent="-317500" algn="l" rtl="0">
              <a:lnSpc>
                <a:spcPct val="100000"/>
              </a:lnSpc>
              <a:spcBef>
                <a:spcPts val="600"/>
              </a:spcBef>
              <a:spcAft>
                <a:spcPts val="0"/>
              </a:spcAft>
              <a:buClr>
                <a:schemeClr val="dk1"/>
              </a:buClr>
              <a:buSzPts val="1400"/>
              <a:buChar char="–"/>
              <a:defRPr/>
            </a:lvl7pPr>
            <a:lvl8pPr marL="3657600" lvl="7" indent="-317500" algn="l" rtl="0">
              <a:lnSpc>
                <a:spcPct val="100000"/>
              </a:lnSpc>
              <a:spcBef>
                <a:spcPts val="600"/>
              </a:spcBef>
              <a:spcAft>
                <a:spcPts val="0"/>
              </a:spcAft>
              <a:buClr>
                <a:schemeClr val="dk1"/>
              </a:buClr>
              <a:buSzPts val="1400"/>
              <a:buChar char="–"/>
              <a:defRPr/>
            </a:lvl8pPr>
            <a:lvl9pPr marL="4114800" lvl="8" indent="-317500" algn="l" rtl="0">
              <a:lnSpc>
                <a:spcPct val="100000"/>
              </a:lnSpc>
              <a:spcBef>
                <a:spcPts val="600"/>
              </a:spcBef>
              <a:spcAft>
                <a:spcPts val="0"/>
              </a:spcAft>
              <a:buClr>
                <a:schemeClr val="dk1"/>
              </a:buClr>
              <a:buSzPts val="1400"/>
              <a:buChar char="–"/>
              <a:defRPr/>
            </a:lvl9pPr>
          </a:lstStyle>
          <a:p>
            <a:endParaRPr/>
          </a:p>
        </p:txBody>
      </p:sp>
      <p:sp>
        <p:nvSpPr>
          <p:cNvPr id="211" name="Google Shape;211;p4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_Title and Content_2">
  <p:cSld name="1_Title and Content_2">
    <p:spTree>
      <p:nvGrpSpPr>
        <p:cNvPr id="1" name="Shape 212"/>
        <p:cNvGrpSpPr/>
        <p:nvPr/>
      </p:nvGrpSpPr>
      <p:grpSpPr>
        <a:xfrm>
          <a:off x="0" y="0"/>
          <a:ext cx="0" cy="0"/>
          <a:chOff x="0" y="0"/>
          <a:chExt cx="0" cy="0"/>
        </a:xfrm>
      </p:grpSpPr>
      <p:cxnSp>
        <p:nvCxnSpPr>
          <p:cNvPr id="213" name="Google Shape;213;p41"/>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214" name="Google Shape;214;p41"/>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5" name="Google Shape;215;p41"/>
          <p:cNvSpPr txBox="1">
            <a:spLocks noGrp="1"/>
          </p:cNvSpPr>
          <p:nvPr>
            <p:ph type="body" idx="1"/>
          </p:nvPr>
        </p:nvSpPr>
        <p:spPr>
          <a:xfrm>
            <a:off x="457200" y="1048218"/>
            <a:ext cx="7086600" cy="34287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900"/>
              </a:spcBef>
              <a:spcAft>
                <a:spcPts val="0"/>
              </a:spcAft>
              <a:buClr>
                <a:schemeClr val="dk1"/>
              </a:buClr>
              <a:buSzPts val="1600"/>
              <a:buFont typeface="Arial"/>
              <a:buAutoNum type="arabicPeriod"/>
              <a:defRPr sz="1600"/>
            </a:lvl1pPr>
            <a:lvl2pPr marL="914400" lvl="1" indent="-228600" algn="l" rtl="0">
              <a:lnSpc>
                <a:spcPct val="100000"/>
              </a:lnSpc>
              <a:spcBef>
                <a:spcPts val="900"/>
              </a:spcBef>
              <a:spcAft>
                <a:spcPts val="0"/>
              </a:spcAft>
              <a:buClr>
                <a:schemeClr val="dk1"/>
              </a:buClr>
              <a:buSzPts val="1400"/>
              <a:buNone/>
              <a:defRPr/>
            </a:lvl2pPr>
            <a:lvl3pPr marL="1371600" lvl="2" indent="-317500" algn="l" rtl="0">
              <a:lnSpc>
                <a:spcPct val="100000"/>
              </a:lnSpc>
              <a:spcBef>
                <a:spcPts val="600"/>
              </a:spcBef>
              <a:spcAft>
                <a:spcPts val="0"/>
              </a:spcAft>
              <a:buClr>
                <a:schemeClr val="dk1"/>
              </a:buClr>
              <a:buSzPts val="1400"/>
              <a:buChar char="•"/>
              <a:defRPr/>
            </a:lvl3pPr>
            <a:lvl4pPr marL="1828800" lvl="3" indent="-317500" algn="l" rtl="0">
              <a:lnSpc>
                <a:spcPct val="100000"/>
              </a:lnSpc>
              <a:spcBef>
                <a:spcPts val="600"/>
              </a:spcBef>
              <a:spcAft>
                <a:spcPts val="0"/>
              </a:spcAft>
              <a:buClr>
                <a:schemeClr val="dk1"/>
              </a:buClr>
              <a:buSzPts val="1400"/>
              <a:buChar char="–"/>
              <a:defRPr/>
            </a:lvl4pPr>
            <a:lvl5pPr marL="2286000" lvl="4" indent="-317500" algn="l" rtl="0">
              <a:lnSpc>
                <a:spcPct val="100000"/>
              </a:lnSpc>
              <a:spcBef>
                <a:spcPts val="600"/>
              </a:spcBef>
              <a:spcAft>
                <a:spcPts val="0"/>
              </a:spcAft>
              <a:buClr>
                <a:schemeClr val="dk1"/>
              </a:buClr>
              <a:buSzPts val="1400"/>
              <a:buChar char="–"/>
              <a:defRPr/>
            </a:lvl5pPr>
            <a:lvl6pPr marL="2743200" lvl="5" indent="-317500" algn="l" rtl="0">
              <a:lnSpc>
                <a:spcPct val="100000"/>
              </a:lnSpc>
              <a:spcBef>
                <a:spcPts val="600"/>
              </a:spcBef>
              <a:spcAft>
                <a:spcPts val="0"/>
              </a:spcAft>
              <a:buClr>
                <a:schemeClr val="dk1"/>
              </a:buClr>
              <a:buSzPts val="1400"/>
              <a:buChar char="–"/>
              <a:defRPr/>
            </a:lvl6pPr>
            <a:lvl7pPr marL="3200400" lvl="6" indent="-317500" algn="l" rtl="0">
              <a:lnSpc>
                <a:spcPct val="100000"/>
              </a:lnSpc>
              <a:spcBef>
                <a:spcPts val="600"/>
              </a:spcBef>
              <a:spcAft>
                <a:spcPts val="0"/>
              </a:spcAft>
              <a:buClr>
                <a:schemeClr val="dk1"/>
              </a:buClr>
              <a:buSzPts val="1400"/>
              <a:buChar char="–"/>
              <a:defRPr/>
            </a:lvl7pPr>
            <a:lvl8pPr marL="3657600" lvl="7" indent="-317500" algn="l" rtl="0">
              <a:lnSpc>
                <a:spcPct val="100000"/>
              </a:lnSpc>
              <a:spcBef>
                <a:spcPts val="600"/>
              </a:spcBef>
              <a:spcAft>
                <a:spcPts val="0"/>
              </a:spcAft>
              <a:buClr>
                <a:schemeClr val="dk1"/>
              </a:buClr>
              <a:buSzPts val="1400"/>
              <a:buChar char="–"/>
              <a:defRPr/>
            </a:lvl8pPr>
            <a:lvl9pPr marL="4114800" lvl="8" indent="-304800" algn="l" rtl="0">
              <a:lnSpc>
                <a:spcPct val="100000"/>
              </a:lnSpc>
              <a:spcBef>
                <a:spcPts val="600"/>
              </a:spcBef>
              <a:spcAft>
                <a:spcPts val="0"/>
              </a:spcAft>
              <a:buClr>
                <a:schemeClr val="dk1"/>
              </a:buClr>
              <a:buSzPts val="1200"/>
              <a:buChar char="–"/>
              <a:defRPr/>
            </a:lvl9pPr>
          </a:lstStyle>
          <a:p>
            <a:endParaRPr/>
          </a:p>
        </p:txBody>
      </p:sp>
      <p:sp>
        <p:nvSpPr>
          <p:cNvPr id="216" name="Google Shape;216;p41"/>
          <p:cNvSpPr txBox="1">
            <a:spLocks noGrp="1"/>
          </p:cNvSpPr>
          <p:nvPr>
            <p:ph type="body" idx="2"/>
          </p:nvPr>
        </p:nvSpPr>
        <p:spPr>
          <a:xfrm>
            <a:off x="457200" y="514371"/>
            <a:ext cx="7886700" cy="3936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accent2"/>
              </a:buClr>
              <a:buSzPts val="1600"/>
              <a:buFont typeface="Arial"/>
              <a:buNone/>
              <a:defRPr sz="1600">
                <a:solidFill>
                  <a:schemeClr val="accent2"/>
                </a:solidFill>
              </a:defRPr>
            </a:lvl1pPr>
            <a:lvl2pPr marL="914400" lvl="1" indent="-228600" algn="l" rtl="0">
              <a:lnSpc>
                <a:spcPct val="100000"/>
              </a:lnSpc>
              <a:spcBef>
                <a:spcPts val="900"/>
              </a:spcBef>
              <a:spcAft>
                <a:spcPts val="0"/>
              </a:spcAft>
              <a:buClr>
                <a:schemeClr val="dk1"/>
              </a:buClr>
              <a:buSzPts val="1400"/>
              <a:buNone/>
              <a:defRPr/>
            </a:lvl2pPr>
            <a:lvl3pPr marL="1371600" lvl="2" indent="-317500" algn="l" rtl="0">
              <a:lnSpc>
                <a:spcPct val="100000"/>
              </a:lnSpc>
              <a:spcBef>
                <a:spcPts val="600"/>
              </a:spcBef>
              <a:spcAft>
                <a:spcPts val="0"/>
              </a:spcAft>
              <a:buClr>
                <a:schemeClr val="dk1"/>
              </a:buClr>
              <a:buSzPts val="1400"/>
              <a:buChar char="•"/>
              <a:defRPr/>
            </a:lvl3pPr>
            <a:lvl4pPr marL="1828800" lvl="3" indent="-317500" algn="l" rtl="0">
              <a:lnSpc>
                <a:spcPct val="100000"/>
              </a:lnSpc>
              <a:spcBef>
                <a:spcPts val="600"/>
              </a:spcBef>
              <a:spcAft>
                <a:spcPts val="0"/>
              </a:spcAft>
              <a:buClr>
                <a:schemeClr val="dk1"/>
              </a:buClr>
              <a:buSzPts val="1400"/>
              <a:buChar char="–"/>
              <a:defRPr/>
            </a:lvl4pPr>
            <a:lvl5pPr marL="2286000" lvl="4" indent="-317500" algn="l" rtl="0">
              <a:lnSpc>
                <a:spcPct val="100000"/>
              </a:lnSpc>
              <a:spcBef>
                <a:spcPts val="600"/>
              </a:spcBef>
              <a:spcAft>
                <a:spcPts val="0"/>
              </a:spcAft>
              <a:buClr>
                <a:schemeClr val="dk1"/>
              </a:buClr>
              <a:buSzPts val="1400"/>
              <a:buChar char="–"/>
              <a:defRPr/>
            </a:lvl5pPr>
            <a:lvl6pPr marL="2743200" lvl="5" indent="-317500" algn="l" rtl="0">
              <a:lnSpc>
                <a:spcPct val="100000"/>
              </a:lnSpc>
              <a:spcBef>
                <a:spcPts val="600"/>
              </a:spcBef>
              <a:spcAft>
                <a:spcPts val="0"/>
              </a:spcAft>
              <a:buClr>
                <a:schemeClr val="dk1"/>
              </a:buClr>
              <a:buSzPts val="1400"/>
              <a:buChar char="–"/>
              <a:defRPr/>
            </a:lvl6pPr>
            <a:lvl7pPr marL="3200400" lvl="6" indent="-317500" algn="l" rtl="0">
              <a:lnSpc>
                <a:spcPct val="100000"/>
              </a:lnSpc>
              <a:spcBef>
                <a:spcPts val="600"/>
              </a:spcBef>
              <a:spcAft>
                <a:spcPts val="0"/>
              </a:spcAft>
              <a:buClr>
                <a:schemeClr val="dk1"/>
              </a:buClr>
              <a:buSzPts val="1400"/>
              <a:buChar char="–"/>
              <a:defRPr/>
            </a:lvl7pPr>
            <a:lvl8pPr marL="3657600" lvl="7" indent="-317500" algn="l" rtl="0">
              <a:lnSpc>
                <a:spcPct val="100000"/>
              </a:lnSpc>
              <a:spcBef>
                <a:spcPts val="600"/>
              </a:spcBef>
              <a:spcAft>
                <a:spcPts val="0"/>
              </a:spcAft>
              <a:buClr>
                <a:schemeClr val="dk1"/>
              </a:buClr>
              <a:buSzPts val="1400"/>
              <a:buChar char="–"/>
              <a:defRPr/>
            </a:lvl8pPr>
            <a:lvl9pPr marL="4114800" lvl="8" indent="-317500" algn="l" rtl="0">
              <a:lnSpc>
                <a:spcPct val="100000"/>
              </a:lnSpc>
              <a:spcBef>
                <a:spcPts val="600"/>
              </a:spcBef>
              <a:spcAft>
                <a:spcPts val="0"/>
              </a:spcAft>
              <a:buClr>
                <a:schemeClr val="dk1"/>
              </a:buClr>
              <a:buSzPts val="1400"/>
              <a:buChar char="–"/>
              <a:defRPr/>
            </a:lvl9pPr>
          </a:lstStyle>
          <a:p>
            <a:endParaRPr/>
          </a:p>
        </p:txBody>
      </p:sp>
      <p:sp>
        <p:nvSpPr>
          <p:cNvPr id="217" name="Google Shape;217;p4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2 Column Agenda">
  <p:cSld name="2 Column Agenda">
    <p:spTree>
      <p:nvGrpSpPr>
        <p:cNvPr id="1" name="Shape 218"/>
        <p:cNvGrpSpPr/>
        <p:nvPr/>
      </p:nvGrpSpPr>
      <p:grpSpPr>
        <a:xfrm>
          <a:off x="0" y="0"/>
          <a:ext cx="0" cy="0"/>
          <a:chOff x="0" y="0"/>
          <a:chExt cx="0" cy="0"/>
        </a:xfrm>
      </p:grpSpPr>
      <p:sp>
        <p:nvSpPr>
          <p:cNvPr id="219" name="Google Shape;219;p42"/>
          <p:cNvSpPr txBox="1">
            <a:spLocks noGrp="1"/>
          </p:cNvSpPr>
          <p:nvPr>
            <p:ph type="title"/>
          </p:nvPr>
        </p:nvSpPr>
        <p:spPr>
          <a:xfrm>
            <a:off x="457200" y="594360"/>
            <a:ext cx="7086600" cy="685800"/>
          </a:xfrm>
          <a:prstGeom prst="rect">
            <a:avLst/>
          </a:prstGeom>
          <a:noFill/>
          <a:ln>
            <a:noFill/>
          </a:ln>
        </p:spPr>
        <p:txBody>
          <a:bodyPr spcFirstLastPara="1" wrap="square" lIns="91425" tIns="91425" rIns="91425" bIns="91425" anchor="t" anchorCtr="0">
            <a:noAutofit/>
          </a:bodyPr>
          <a:lstStyle>
            <a:lvl1pPr lvl="0" algn="l" rtl="0">
              <a:lnSpc>
                <a:spcPct val="80000"/>
              </a:lnSpc>
              <a:spcBef>
                <a:spcPts val="0"/>
              </a:spcBef>
              <a:spcAft>
                <a:spcPts val="0"/>
              </a:spcAft>
              <a:buClr>
                <a:schemeClr val="dk1"/>
              </a:buClr>
              <a:buSzPts val="2400"/>
              <a:buFont typeface="Arial"/>
              <a:buNone/>
              <a:defRPr b="1"/>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0" name="Google Shape;220;p42"/>
          <p:cNvSpPr txBox="1">
            <a:spLocks noGrp="1"/>
          </p:cNvSpPr>
          <p:nvPr>
            <p:ph type="body" idx="1"/>
          </p:nvPr>
        </p:nvSpPr>
        <p:spPr>
          <a:xfrm>
            <a:off x="457200" y="1459580"/>
            <a:ext cx="7086600" cy="3017400"/>
          </a:xfrm>
          <a:prstGeom prst="rect">
            <a:avLst/>
          </a:prstGeom>
          <a:noFill/>
          <a:ln>
            <a:noFill/>
          </a:ln>
        </p:spPr>
        <p:txBody>
          <a:bodyPr spcFirstLastPara="1" wrap="square" lIns="91425" tIns="91425" rIns="91425" bIns="91425" anchor="t" anchorCtr="0">
            <a:noAutofit/>
          </a:bodyPr>
          <a:lstStyle>
            <a:lvl1pPr marL="457200" lvl="0" indent="-304800" algn="l" rtl="0">
              <a:lnSpc>
                <a:spcPct val="100000"/>
              </a:lnSpc>
              <a:spcBef>
                <a:spcPts val="900"/>
              </a:spcBef>
              <a:spcAft>
                <a:spcPts val="0"/>
              </a:spcAft>
              <a:buClr>
                <a:schemeClr val="dk1"/>
              </a:buClr>
              <a:buSzPts val="1200"/>
              <a:buFont typeface="Arial"/>
              <a:buAutoNum type="arabicPeriod"/>
              <a:defRPr sz="1600"/>
            </a:lvl1pPr>
            <a:lvl2pPr marL="914400" lvl="1" indent="-228600" algn="l" rtl="0">
              <a:lnSpc>
                <a:spcPct val="100000"/>
              </a:lnSpc>
              <a:spcBef>
                <a:spcPts val="900"/>
              </a:spcBef>
              <a:spcAft>
                <a:spcPts val="0"/>
              </a:spcAft>
              <a:buClr>
                <a:schemeClr val="dk1"/>
              </a:buClr>
              <a:buSzPts val="1200"/>
              <a:buFont typeface="Arial"/>
              <a:buNone/>
              <a:defRPr/>
            </a:lvl2pPr>
            <a:lvl3pPr marL="1371600" lvl="2" indent="-304800" algn="l" rtl="0">
              <a:lnSpc>
                <a:spcPct val="100000"/>
              </a:lnSpc>
              <a:spcBef>
                <a:spcPts val="600"/>
              </a:spcBef>
              <a:spcAft>
                <a:spcPts val="0"/>
              </a:spcAft>
              <a:buClr>
                <a:schemeClr val="dk1"/>
              </a:buClr>
              <a:buSzPts val="1200"/>
              <a:buChar char="•"/>
              <a:defRPr/>
            </a:lvl3pPr>
            <a:lvl4pPr marL="1828800" lvl="3" indent="-304800" algn="l" rtl="0">
              <a:lnSpc>
                <a:spcPct val="100000"/>
              </a:lnSpc>
              <a:spcBef>
                <a:spcPts val="600"/>
              </a:spcBef>
              <a:spcAft>
                <a:spcPts val="0"/>
              </a:spcAft>
              <a:buClr>
                <a:schemeClr val="dk1"/>
              </a:buClr>
              <a:buSzPts val="1200"/>
              <a:buChar char="–"/>
              <a:defRPr/>
            </a:lvl4pPr>
            <a:lvl5pPr marL="2286000" lvl="4" indent="-304800" algn="l" rtl="0">
              <a:lnSpc>
                <a:spcPct val="100000"/>
              </a:lnSpc>
              <a:spcBef>
                <a:spcPts val="600"/>
              </a:spcBef>
              <a:spcAft>
                <a:spcPts val="0"/>
              </a:spcAft>
              <a:buClr>
                <a:schemeClr val="dk1"/>
              </a:buClr>
              <a:buSzPts val="1200"/>
              <a:buChar char="–"/>
              <a:defRPr/>
            </a:lvl5pPr>
            <a:lvl6pPr marL="2743200" lvl="5" indent="-355600" algn="l" rtl="0">
              <a:lnSpc>
                <a:spcPct val="100000"/>
              </a:lnSpc>
              <a:spcBef>
                <a:spcPts val="400"/>
              </a:spcBef>
              <a:spcAft>
                <a:spcPts val="0"/>
              </a:spcAft>
              <a:buClr>
                <a:schemeClr val="dk1"/>
              </a:buClr>
              <a:buSzPts val="2000"/>
              <a:buChar char="•"/>
              <a:defRPr/>
            </a:lvl6pPr>
            <a:lvl7pPr marL="3200400" lvl="6" indent="-355600" algn="l" rtl="0">
              <a:lnSpc>
                <a:spcPct val="100000"/>
              </a:lnSpc>
              <a:spcBef>
                <a:spcPts val="400"/>
              </a:spcBef>
              <a:spcAft>
                <a:spcPts val="0"/>
              </a:spcAft>
              <a:buClr>
                <a:schemeClr val="dk1"/>
              </a:buClr>
              <a:buSzPts val="2000"/>
              <a:buChar char="•"/>
              <a:defRPr/>
            </a:lvl7pPr>
            <a:lvl8pPr marL="3657600" lvl="7" indent="-355600" algn="l" rtl="0">
              <a:lnSpc>
                <a:spcPct val="100000"/>
              </a:lnSpc>
              <a:spcBef>
                <a:spcPts val="400"/>
              </a:spcBef>
              <a:spcAft>
                <a:spcPts val="0"/>
              </a:spcAft>
              <a:buClr>
                <a:schemeClr val="dk1"/>
              </a:buClr>
              <a:buSzPts val="2000"/>
              <a:buChar char="•"/>
              <a:defRPr/>
            </a:lvl8pPr>
            <a:lvl9pPr marL="4114800" lvl="8" indent="-355600" algn="l" rtl="0">
              <a:lnSpc>
                <a:spcPct val="100000"/>
              </a:lnSpc>
              <a:spcBef>
                <a:spcPts val="400"/>
              </a:spcBef>
              <a:spcAft>
                <a:spcPts val="0"/>
              </a:spcAft>
              <a:buClr>
                <a:schemeClr val="dk1"/>
              </a:buClr>
              <a:buSzPts val="2000"/>
              <a:buChar char="•"/>
              <a:defRPr/>
            </a:lvl9pPr>
          </a:lstStyle>
          <a:p>
            <a:endParaRPr/>
          </a:p>
        </p:txBody>
      </p:sp>
      <p:sp>
        <p:nvSpPr>
          <p:cNvPr id="221" name="Google Shape;221;p42"/>
          <p:cNvSpPr txBox="1">
            <a:spLocks noGrp="1"/>
          </p:cNvSpPr>
          <p:nvPr>
            <p:ph type="dt" idx="10"/>
          </p:nvPr>
        </p:nvSpPr>
        <p:spPr>
          <a:xfrm>
            <a:off x="7543800" y="4700016"/>
            <a:ext cx="914400" cy="2286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2" name="Google Shape;222;p4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223" name="Google Shape;223;p42"/>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224"/>
        <p:cNvGrpSpPr/>
        <p:nvPr/>
      </p:nvGrpSpPr>
      <p:grpSpPr>
        <a:xfrm>
          <a:off x="0" y="0"/>
          <a:ext cx="0" cy="0"/>
          <a:chOff x="0" y="0"/>
          <a:chExt cx="0" cy="0"/>
        </a:xfrm>
      </p:grpSpPr>
      <p:sp>
        <p:nvSpPr>
          <p:cNvPr id="225" name="Google Shape;225;p43"/>
          <p:cNvSpPr txBox="1">
            <a:spLocks noGrp="1"/>
          </p:cNvSpPr>
          <p:nvPr>
            <p:ph type="ctrTitle"/>
          </p:nvPr>
        </p:nvSpPr>
        <p:spPr>
          <a:xfrm>
            <a:off x="311708" y="744575"/>
            <a:ext cx="8520600" cy="2052600"/>
          </a:xfrm>
          <a:prstGeom prst="rect">
            <a:avLst/>
          </a:prstGeom>
          <a:noFill/>
          <a:ln>
            <a:noFill/>
          </a:ln>
        </p:spPr>
        <p:txBody>
          <a:bodyPr spcFirstLastPara="1" wrap="square" lIns="0" tIns="0" rIns="0" bIns="0" anchor="b" anchorCtr="0">
            <a:noAutofit/>
          </a:bodyPr>
          <a:lstStyle>
            <a:lvl1pPr lvl="0" algn="ctr" rtl="0">
              <a:lnSpc>
                <a:spcPct val="80000"/>
              </a:lnSpc>
              <a:spcBef>
                <a:spcPts val="0"/>
              </a:spcBef>
              <a:spcAft>
                <a:spcPts val="0"/>
              </a:spcAft>
              <a:buSzPts val="5200"/>
              <a:buNone/>
              <a:defRPr sz="52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226" name="Google Shape;226;p43"/>
          <p:cNvSpPr txBox="1">
            <a:spLocks noGrp="1"/>
          </p:cNvSpPr>
          <p:nvPr>
            <p:ph type="subTitle" idx="1"/>
          </p:nvPr>
        </p:nvSpPr>
        <p:spPr>
          <a:xfrm>
            <a:off x="311700" y="2834125"/>
            <a:ext cx="8520600" cy="792600"/>
          </a:xfrm>
          <a:prstGeom prst="rect">
            <a:avLst/>
          </a:prstGeom>
          <a:noFill/>
          <a:ln>
            <a:noFill/>
          </a:ln>
        </p:spPr>
        <p:txBody>
          <a:bodyPr spcFirstLastPara="1" wrap="square" lIns="0" tIns="0" rIns="0" bIns="0" anchor="t" anchorCtr="0">
            <a:noAutofit/>
          </a:bodyPr>
          <a:lstStyle>
            <a:lvl1pPr lvl="0" algn="ctr" rtl="0">
              <a:lnSpc>
                <a:spcPct val="100000"/>
              </a:lnSpc>
              <a:spcBef>
                <a:spcPts val="900"/>
              </a:spcBef>
              <a:spcAft>
                <a:spcPts val="0"/>
              </a:spcAft>
              <a:buSzPts val="2800"/>
              <a:buNone/>
              <a:defRPr sz="2800"/>
            </a:lvl1pPr>
            <a:lvl2pPr lvl="1" algn="ctr" rtl="0">
              <a:lnSpc>
                <a:spcPct val="100000"/>
              </a:lnSpc>
              <a:spcBef>
                <a:spcPts val="900"/>
              </a:spcBef>
              <a:spcAft>
                <a:spcPts val="0"/>
              </a:spcAft>
              <a:buSzPts val="2800"/>
              <a:buNone/>
              <a:defRPr sz="2800"/>
            </a:lvl2pPr>
            <a:lvl3pPr lvl="2" algn="ctr" rtl="0">
              <a:lnSpc>
                <a:spcPct val="100000"/>
              </a:lnSpc>
              <a:spcBef>
                <a:spcPts val="600"/>
              </a:spcBef>
              <a:spcAft>
                <a:spcPts val="0"/>
              </a:spcAft>
              <a:buSzPts val="2800"/>
              <a:buNone/>
              <a:defRPr sz="2800"/>
            </a:lvl3pPr>
            <a:lvl4pPr lvl="3" algn="ctr" rtl="0">
              <a:lnSpc>
                <a:spcPct val="100000"/>
              </a:lnSpc>
              <a:spcBef>
                <a:spcPts val="600"/>
              </a:spcBef>
              <a:spcAft>
                <a:spcPts val="0"/>
              </a:spcAft>
              <a:buSzPts val="2800"/>
              <a:buNone/>
              <a:defRPr sz="2800"/>
            </a:lvl4pPr>
            <a:lvl5pPr lvl="4" algn="ctr" rtl="0">
              <a:lnSpc>
                <a:spcPct val="100000"/>
              </a:lnSpc>
              <a:spcBef>
                <a:spcPts val="600"/>
              </a:spcBef>
              <a:spcAft>
                <a:spcPts val="0"/>
              </a:spcAft>
              <a:buSzPts val="2800"/>
              <a:buNone/>
              <a:defRPr sz="2800"/>
            </a:lvl5pPr>
            <a:lvl6pPr lvl="5" algn="ctr" rtl="0">
              <a:lnSpc>
                <a:spcPct val="100000"/>
              </a:lnSpc>
              <a:spcBef>
                <a:spcPts val="600"/>
              </a:spcBef>
              <a:spcAft>
                <a:spcPts val="0"/>
              </a:spcAft>
              <a:buSzPts val="2800"/>
              <a:buNone/>
              <a:defRPr sz="2800"/>
            </a:lvl6pPr>
            <a:lvl7pPr lvl="6" algn="ctr" rtl="0">
              <a:lnSpc>
                <a:spcPct val="100000"/>
              </a:lnSpc>
              <a:spcBef>
                <a:spcPts val="600"/>
              </a:spcBef>
              <a:spcAft>
                <a:spcPts val="0"/>
              </a:spcAft>
              <a:buSzPts val="2800"/>
              <a:buNone/>
              <a:defRPr sz="2800"/>
            </a:lvl7pPr>
            <a:lvl8pPr lvl="7" algn="ctr" rtl="0">
              <a:lnSpc>
                <a:spcPct val="100000"/>
              </a:lnSpc>
              <a:spcBef>
                <a:spcPts val="600"/>
              </a:spcBef>
              <a:spcAft>
                <a:spcPts val="0"/>
              </a:spcAft>
              <a:buSzPts val="2800"/>
              <a:buNone/>
              <a:defRPr sz="2800"/>
            </a:lvl8pPr>
            <a:lvl9pPr lvl="8" algn="ctr" rtl="0">
              <a:lnSpc>
                <a:spcPct val="100000"/>
              </a:lnSpc>
              <a:spcBef>
                <a:spcPts val="600"/>
              </a:spcBef>
              <a:spcAft>
                <a:spcPts val="0"/>
              </a:spcAft>
              <a:buSzPts val="2800"/>
              <a:buNone/>
              <a:defRPr sz="2800"/>
            </a:lvl9pPr>
          </a:lstStyle>
          <a:p>
            <a:endParaRPr/>
          </a:p>
        </p:txBody>
      </p:sp>
      <p:sp>
        <p:nvSpPr>
          <p:cNvPr id="227" name="Google Shape;227;p43"/>
          <p:cNvSpPr txBox="1">
            <a:spLocks noGrp="1"/>
          </p:cNvSpPr>
          <p:nvPr>
            <p:ph type="sldNum" idx="12"/>
          </p:nvPr>
        </p:nvSpPr>
        <p:spPr>
          <a:xfrm>
            <a:off x="8472458" y="4663216"/>
            <a:ext cx="548700" cy="393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234"/>
        <p:cNvGrpSpPr/>
        <p:nvPr/>
      </p:nvGrpSpPr>
      <p:grpSpPr>
        <a:xfrm>
          <a:off x="0" y="0"/>
          <a:ext cx="0" cy="0"/>
          <a:chOff x="0" y="0"/>
          <a:chExt cx="0" cy="0"/>
        </a:xfrm>
      </p:grpSpPr>
      <p:sp>
        <p:nvSpPr>
          <p:cNvPr id="235" name="Google Shape;235;p45"/>
          <p:cNvSpPr txBox="1">
            <a:spLocks noGrp="1"/>
          </p:cNvSpPr>
          <p:nvPr>
            <p:ph type="ctrTitle"/>
          </p:nvPr>
        </p:nvSpPr>
        <p:spPr>
          <a:xfrm>
            <a:off x="457200" y="463073"/>
            <a:ext cx="6271800" cy="17373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6000"/>
              <a:buFont typeface="Verizon NHG DS"/>
              <a:buNone/>
              <a:defRPr sz="6000" b="1" i="0">
                <a:latin typeface="Verizon NHG DS"/>
                <a:ea typeface="Verizon NHG DS"/>
                <a:cs typeface="Verizon NHG DS"/>
                <a:sym typeface="Verizon NHG D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36" name="Google Shape;236;p45"/>
          <p:cNvSpPr txBox="1">
            <a:spLocks noGrp="1"/>
          </p:cNvSpPr>
          <p:nvPr>
            <p:ph type="subTitle" idx="1"/>
          </p:nvPr>
        </p:nvSpPr>
        <p:spPr>
          <a:xfrm>
            <a:off x="457200" y="2291873"/>
            <a:ext cx="4114800" cy="1371600"/>
          </a:xfrm>
          <a:prstGeom prst="rect">
            <a:avLst/>
          </a:prstGeom>
          <a:noFill/>
          <a:ln>
            <a:noFill/>
          </a:ln>
        </p:spPr>
        <p:txBody>
          <a:bodyPr spcFirstLastPara="1" wrap="square" lIns="0" tIns="0" rIns="0" bIns="0" anchor="t" anchorCtr="0">
            <a:noAutofit/>
          </a:bodyPr>
          <a:lstStyle>
            <a:lvl1pPr lvl="0" algn="l" rtl="0">
              <a:lnSpc>
                <a:spcPct val="80000"/>
              </a:lnSpc>
              <a:spcBef>
                <a:spcPts val="900"/>
              </a:spcBef>
              <a:spcAft>
                <a:spcPts val="0"/>
              </a:spcAft>
              <a:buClr>
                <a:schemeClr val="dk1"/>
              </a:buClr>
              <a:buSzPts val="2000"/>
              <a:buFont typeface="Verizon NHG TX"/>
              <a:buNone/>
              <a:defRPr sz="2000" b="0" i="0">
                <a:solidFill>
                  <a:schemeClr val="dk1"/>
                </a:solidFill>
                <a:latin typeface="Verizon NHG TX"/>
                <a:ea typeface="Verizon NHG TX"/>
                <a:cs typeface="Verizon NHG TX"/>
                <a:sym typeface="Verizon NHG TX"/>
              </a:defRPr>
            </a:lvl1pPr>
            <a:lvl2pPr lvl="1" algn="l" rtl="0">
              <a:lnSpc>
                <a:spcPct val="80000"/>
              </a:lnSpc>
              <a:spcBef>
                <a:spcPts val="900"/>
              </a:spcBef>
              <a:spcAft>
                <a:spcPts val="0"/>
              </a:spcAft>
              <a:buClr>
                <a:schemeClr val="dk1"/>
              </a:buClr>
              <a:buSzPts val="2000"/>
              <a:buFont typeface="Verizon NHG TX"/>
              <a:buNone/>
              <a:defRPr sz="2000" b="1">
                <a:solidFill>
                  <a:schemeClr val="dk1"/>
                </a:solidFill>
              </a:defRPr>
            </a:lvl2pPr>
            <a:lvl3pPr lvl="2" algn="l" rtl="0">
              <a:lnSpc>
                <a:spcPct val="80000"/>
              </a:lnSpc>
              <a:spcBef>
                <a:spcPts val="900"/>
              </a:spcBef>
              <a:spcAft>
                <a:spcPts val="0"/>
              </a:spcAft>
              <a:buClr>
                <a:schemeClr val="dk1"/>
              </a:buClr>
              <a:buSzPts val="2000"/>
              <a:buNone/>
              <a:defRPr sz="2000" b="1">
                <a:solidFill>
                  <a:schemeClr val="dk1"/>
                </a:solidFill>
              </a:defRPr>
            </a:lvl3pPr>
            <a:lvl4pPr lvl="3" algn="l" rtl="0">
              <a:lnSpc>
                <a:spcPct val="80000"/>
              </a:lnSpc>
              <a:spcBef>
                <a:spcPts val="900"/>
              </a:spcBef>
              <a:spcAft>
                <a:spcPts val="0"/>
              </a:spcAft>
              <a:buClr>
                <a:schemeClr val="dk1"/>
              </a:buClr>
              <a:buSzPts val="2000"/>
              <a:buNone/>
              <a:defRPr sz="2000" b="1">
                <a:solidFill>
                  <a:schemeClr val="dk1"/>
                </a:solidFill>
              </a:defRPr>
            </a:lvl4pPr>
            <a:lvl5pPr lvl="4" algn="l" rtl="0">
              <a:lnSpc>
                <a:spcPct val="80000"/>
              </a:lnSpc>
              <a:spcBef>
                <a:spcPts val="900"/>
              </a:spcBef>
              <a:spcAft>
                <a:spcPts val="0"/>
              </a:spcAft>
              <a:buClr>
                <a:schemeClr val="dk1"/>
              </a:buClr>
              <a:buSzPts val="2000"/>
              <a:buNone/>
              <a:defRPr sz="2000" b="1">
                <a:solidFill>
                  <a:schemeClr val="dk1"/>
                </a:solidFill>
              </a:defRPr>
            </a:lvl5pPr>
            <a:lvl6pPr lvl="5" algn="l" rtl="0">
              <a:lnSpc>
                <a:spcPct val="80000"/>
              </a:lnSpc>
              <a:spcBef>
                <a:spcPts val="900"/>
              </a:spcBef>
              <a:spcAft>
                <a:spcPts val="0"/>
              </a:spcAft>
              <a:buClr>
                <a:schemeClr val="dk1"/>
              </a:buClr>
              <a:buSzPts val="2000"/>
              <a:buNone/>
              <a:defRPr sz="2000" b="1">
                <a:solidFill>
                  <a:schemeClr val="dk1"/>
                </a:solidFill>
              </a:defRPr>
            </a:lvl6pPr>
            <a:lvl7pPr lvl="6" algn="l" rtl="0">
              <a:lnSpc>
                <a:spcPct val="80000"/>
              </a:lnSpc>
              <a:spcBef>
                <a:spcPts val="900"/>
              </a:spcBef>
              <a:spcAft>
                <a:spcPts val="0"/>
              </a:spcAft>
              <a:buClr>
                <a:schemeClr val="dk1"/>
              </a:buClr>
              <a:buSzPts val="2000"/>
              <a:buNone/>
              <a:defRPr sz="2000" b="1">
                <a:solidFill>
                  <a:schemeClr val="dk1"/>
                </a:solidFill>
              </a:defRPr>
            </a:lvl7pPr>
            <a:lvl8pPr lvl="7" algn="l" rtl="0">
              <a:lnSpc>
                <a:spcPct val="80000"/>
              </a:lnSpc>
              <a:spcBef>
                <a:spcPts val="900"/>
              </a:spcBef>
              <a:spcAft>
                <a:spcPts val="0"/>
              </a:spcAft>
              <a:buClr>
                <a:schemeClr val="dk1"/>
              </a:buClr>
              <a:buSzPts val="2000"/>
              <a:buNone/>
              <a:defRPr sz="2000" b="1">
                <a:solidFill>
                  <a:schemeClr val="dk1"/>
                </a:solidFill>
              </a:defRPr>
            </a:lvl8pPr>
            <a:lvl9pPr lvl="8" algn="l" rtl="0">
              <a:lnSpc>
                <a:spcPct val="80000"/>
              </a:lnSpc>
              <a:spcBef>
                <a:spcPts val="900"/>
              </a:spcBef>
              <a:spcAft>
                <a:spcPts val="0"/>
              </a:spcAft>
              <a:buClr>
                <a:schemeClr val="dk1"/>
              </a:buClr>
              <a:buSzPts val="2000"/>
              <a:buNone/>
              <a:defRPr sz="2000" b="1">
                <a:solidFill>
                  <a:schemeClr val="dk1"/>
                </a:solidFill>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ext and One Picture">
  <p:cSld name="Text and One Picture">
    <p:spTree>
      <p:nvGrpSpPr>
        <p:cNvPr id="1" name="Shape 237"/>
        <p:cNvGrpSpPr/>
        <p:nvPr/>
      </p:nvGrpSpPr>
      <p:grpSpPr>
        <a:xfrm>
          <a:off x="0" y="0"/>
          <a:ext cx="0" cy="0"/>
          <a:chOff x="0" y="0"/>
          <a:chExt cx="0" cy="0"/>
        </a:xfrm>
      </p:grpSpPr>
      <p:sp>
        <p:nvSpPr>
          <p:cNvPr id="238" name="Google Shape;238;p4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i="0" u="none" strike="noStrike" cap="none">
                <a:solidFill>
                  <a:schemeClr val="dk1"/>
                </a:solidFill>
                <a:latin typeface="Verizon NHG DS"/>
                <a:ea typeface="Verizon NHG DS"/>
                <a:cs typeface="Verizon NHG DS"/>
                <a:sym typeface="Verizon NHG DS"/>
              </a:defRPr>
            </a:lvl1pPr>
            <a:lvl2pPr marL="0" lvl="1" indent="0" algn="r" rtl="0">
              <a:spcBef>
                <a:spcPts val="0"/>
              </a:spcBef>
              <a:buNone/>
              <a:defRPr sz="700" b="1" i="0" u="none" strike="noStrike" cap="none">
                <a:solidFill>
                  <a:schemeClr val="dk1"/>
                </a:solidFill>
                <a:latin typeface="Verizon NHG DS"/>
                <a:ea typeface="Verizon NHG DS"/>
                <a:cs typeface="Verizon NHG DS"/>
                <a:sym typeface="Verizon NHG DS"/>
              </a:defRPr>
            </a:lvl2pPr>
            <a:lvl3pPr marL="0" lvl="2" indent="0" algn="r" rtl="0">
              <a:spcBef>
                <a:spcPts val="0"/>
              </a:spcBef>
              <a:buNone/>
              <a:defRPr sz="700" b="1" i="0" u="none" strike="noStrike" cap="none">
                <a:solidFill>
                  <a:schemeClr val="dk1"/>
                </a:solidFill>
                <a:latin typeface="Verizon NHG DS"/>
                <a:ea typeface="Verizon NHG DS"/>
                <a:cs typeface="Verizon NHG DS"/>
                <a:sym typeface="Verizon NHG DS"/>
              </a:defRPr>
            </a:lvl3pPr>
            <a:lvl4pPr marL="0" lvl="3" indent="0" algn="r" rtl="0">
              <a:spcBef>
                <a:spcPts val="0"/>
              </a:spcBef>
              <a:buNone/>
              <a:defRPr sz="700" b="1" i="0" u="none" strike="noStrike" cap="none">
                <a:solidFill>
                  <a:schemeClr val="dk1"/>
                </a:solidFill>
                <a:latin typeface="Verizon NHG DS"/>
                <a:ea typeface="Verizon NHG DS"/>
                <a:cs typeface="Verizon NHG DS"/>
                <a:sym typeface="Verizon NHG DS"/>
              </a:defRPr>
            </a:lvl4pPr>
            <a:lvl5pPr marL="0" lvl="4" indent="0" algn="r" rtl="0">
              <a:spcBef>
                <a:spcPts val="0"/>
              </a:spcBef>
              <a:buNone/>
              <a:defRPr sz="700" b="1" i="0" u="none" strike="noStrike" cap="none">
                <a:solidFill>
                  <a:schemeClr val="dk1"/>
                </a:solidFill>
                <a:latin typeface="Verizon NHG DS"/>
                <a:ea typeface="Verizon NHG DS"/>
                <a:cs typeface="Verizon NHG DS"/>
                <a:sym typeface="Verizon NHG DS"/>
              </a:defRPr>
            </a:lvl5pPr>
            <a:lvl6pPr marL="0" lvl="5" indent="0" algn="r" rtl="0">
              <a:spcBef>
                <a:spcPts val="0"/>
              </a:spcBef>
              <a:buNone/>
              <a:defRPr sz="700" b="1" i="0" u="none" strike="noStrike" cap="none">
                <a:solidFill>
                  <a:schemeClr val="dk1"/>
                </a:solidFill>
                <a:latin typeface="Verizon NHG DS"/>
                <a:ea typeface="Verizon NHG DS"/>
                <a:cs typeface="Verizon NHG DS"/>
                <a:sym typeface="Verizon NHG DS"/>
              </a:defRPr>
            </a:lvl6pPr>
            <a:lvl7pPr marL="0" lvl="6" indent="0" algn="r" rtl="0">
              <a:spcBef>
                <a:spcPts val="0"/>
              </a:spcBef>
              <a:buNone/>
              <a:defRPr sz="700" b="1" i="0" u="none" strike="noStrike" cap="none">
                <a:solidFill>
                  <a:schemeClr val="dk1"/>
                </a:solidFill>
                <a:latin typeface="Verizon NHG DS"/>
                <a:ea typeface="Verizon NHG DS"/>
                <a:cs typeface="Verizon NHG DS"/>
                <a:sym typeface="Verizon NHG DS"/>
              </a:defRPr>
            </a:lvl7pPr>
            <a:lvl8pPr marL="0" lvl="7" indent="0" algn="r" rtl="0">
              <a:spcBef>
                <a:spcPts val="0"/>
              </a:spcBef>
              <a:buNone/>
              <a:defRPr sz="700" b="1" i="0" u="none" strike="noStrike" cap="none">
                <a:solidFill>
                  <a:schemeClr val="dk1"/>
                </a:solidFill>
                <a:latin typeface="Verizon NHG DS"/>
                <a:ea typeface="Verizon NHG DS"/>
                <a:cs typeface="Verizon NHG DS"/>
                <a:sym typeface="Verizon NHG DS"/>
              </a:defRPr>
            </a:lvl8pPr>
            <a:lvl9pPr marL="0" lvl="8" indent="0" algn="r" rtl="0">
              <a:spcBef>
                <a:spcPts val="0"/>
              </a:spcBef>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239" name="Google Shape;239;p46"/>
          <p:cNvSpPr>
            <a:spLocks noGrp="1"/>
          </p:cNvSpPr>
          <p:nvPr>
            <p:ph type="pic" idx="2"/>
          </p:nvPr>
        </p:nvSpPr>
        <p:spPr>
          <a:xfrm>
            <a:off x="4572000" y="1457325"/>
            <a:ext cx="4114800" cy="2657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240" name="Google Shape;240;p46"/>
          <p:cNvSpPr txBox="1">
            <a:spLocks noGrp="1"/>
          </p:cNvSpPr>
          <p:nvPr>
            <p:ph type="body" idx="1"/>
          </p:nvPr>
        </p:nvSpPr>
        <p:spPr>
          <a:xfrm>
            <a:off x="4572000" y="4154833"/>
            <a:ext cx="4114800" cy="2838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Clr>
                <a:schemeClr val="dk1"/>
              </a:buClr>
              <a:buSzPts val="700"/>
              <a:buFont typeface="Verizon NHG TX"/>
              <a:buNone/>
              <a:defRPr sz="700" b="0">
                <a:solidFill>
                  <a:schemeClr val="dk1"/>
                </a:solidFill>
              </a:defRPr>
            </a:lvl1pPr>
            <a:lvl2pPr marL="914400" lvl="1" indent="-228600" algn="l" rtl="0">
              <a:lnSpc>
                <a:spcPct val="100000"/>
              </a:lnSpc>
              <a:spcBef>
                <a:spcPts val="0"/>
              </a:spcBef>
              <a:spcAft>
                <a:spcPts val="0"/>
              </a:spcAft>
              <a:buClr>
                <a:schemeClr val="dk1"/>
              </a:buClr>
              <a:buSzPts val="700"/>
              <a:buFont typeface="Verizon NHG TX"/>
              <a:buNone/>
              <a:defRPr sz="700"/>
            </a:lvl2pPr>
            <a:lvl3pPr marL="1371600" lvl="2" indent="-228600" algn="l" rtl="0">
              <a:lnSpc>
                <a:spcPct val="100000"/>
              </a:lnSpc>
              <a:spcBef>
                <a:spcPts val="0"/>
              </a:spcBef>
              <a:spcAft>
                <a:spcPts val="0"/>
              </a:spcAft>
              <a:buClr>
                <a:schemeClr val="dk1"/>
              </a:buClr>
              <a:buSzPts val="700"/>
              <a:buFont typeface="Verizon NHG TX"/>
              <a:buNone/>
              <a:defRPr sz="700"/>
            </a:lvl3pPr>
            <a:lvl4pPr marL="1828800" lvl="3" indent="-228600" algn="l" rtl="0">
              <a:lnSpc>
                <a:spcPct val="100000"/>
              </a:lnSpc>
              <a:spcBef>
                <a:spcPts val="0"/>
              </a:spcBef>
              <a:spcAft>
                <a:spcPts val="0"/>
              </a:spcAft>
              <a:buClr>
                <a:schemeClr val="dk1"/>
              </a:buClr>
              <a:buSzPts val="700"/>
              <a:buFont typeface="Verizon NHG TX"/>
              <a:buNone/>
              <a:defRPr sz="700"/>
            </a:lvl4pPr>
            <a:lvl5pPr marL="2286000" lvl="4" indent="-228600" algn="l" rtl="0">
              <a:lnSpc>
                <a:spcPct val="100000"/>
              </a:lnSpc>
              <a:spcBef>
                <a:spcPts val="0"/>
              </a:spcBef>
              <a:spcAft>
                <a:spcPts val="0"/>
              </a:spcAft>
              <a:buClr>
                <a:schemeClr val="dk1"/>
              </a:buClr>
              <a:buSzPts val="700"/>
              <a:buFont typeface="Verizon NHG TX"/>
              <a:buNone/>
              <a:defRPr sz="700"/>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241" name="Google Shape;241;p46"/>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242" name="Google Shape;242;p46"/>
          <p:cNvSpPr txBox="1">
            <a:spLocks noGrp="1"/>
          </p:cNvSpPr>
          <p:nvPr>
            <p:ph type="body" idx="3"/>
          </p:nvPr>
        </p:nvSpPr>
        <p:spPr>
          <a:xfrm>
            <a:off x="457200" y="1459580"/>
            <a:ext cx="39330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243" name="Google Shape;243;p46"/>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44"/>
        <p:cNvGrpSpPr/>
        <p:nvPr/>
      </p:nvGrpSpPr>
      <p:grpSpPr>
        <a:xfrm>
          <a:off x="0" y="0"/>
          <a:ext cx="0" cy="0"/>
          <a:chOff x="0" y="0"/>
          <a:chExt cx="0" cy="0"/>
        </a:xfrm>
      </p:grpSpPr>
      <p:sp>
        <p:nvSpPr>
          <p:cNvPr id="245" name="Google Shape;245;p47"/>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246" name="Google Shape;246;p4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i="0" u="none" strike="noStrike" cap="none">
                <a:solidFill>
                  <a:schemeClr val="dk1"/>
                </a:solidFill>
                <a:latin typeface="Verizon NHG DS"/>
                <a:ea typeface="Verizon NHG DS"/>
                <a:cs typeface="Verizon NHG DS"/>
                <a:sym typeface="Verizon NHG DS"/>
              </a:defRPr>
            </a:lvl1pPr>
            <a:lvl2pPr marL="0" lvl="1" indent="0" algn="r" rtl="0">
              <a:spcBef>
                <a:spcPts val="0"/>
              </a:spcBef>
              <a:buNone/>
              <a:defRPr sz="700" b="1" i="0" u="none" strike="noStrike" cap="none">
                <a:solidFill>
                  <a:schemeClr val="dk1"/>
                </a:solidFill>
                <a:latin typeface="Verizon NHG DS"/>
                <a:ea typeface="Verizon NHG DS"/>
                <a:cs typeface="Verizon NHG DS"/>
                <a:sym typeface="Verizon NHG DS"/>
              </a:defRPr>
            </a:lvl2pPr>
            <a:lvl3pPr marL="0" lvl="2" indent="0" algn="r" rtl="0">
              <a:spcBef>
                <a:spcPts val="0"/>
              </a:spcBef>
              <a:buNone/>
              <a:defRPr sz="700" b="1" i="0" u="none" strike="noStrike" cap="none">
                <a:solidFill>
                  <a:schemeClr val="dk1"/>
                </a:solidFill>
                <a:latin typeface="Verizon NHG DS"/>
                <a:ea typeface="Verizon NHG DS"/>
                <a:cs typeface="Verizon NHG DS"/>
                <a:sym typeface="Verizon NHG DS"/>
              </a:defRPr>
            </a:lvl3pPr>
            <a:lvl4pPr marL="0" lvl="3" indent="0" algn="r" rtl="0">
              <a:spcBef>
                <a:spcPts val="0"/>
              </a:spcBef>
              <a:buNone/>
              <a:defRPr sz="700" b="1" i="0" u="none" strike="noStrike" cap="none">
                <a:solidFill>
                  <a:schemeClr val="dk1"/>
                </a:solidFill>
                <a:latin typeface="Verizon NHG DS"/>
                <a:ea typeface="Verizon NHG DS"/>
                <a:cs typeface="Verizon NHG DS"/>
                <a:sym typeface="Verizon NHG DS"/>
              </a:defRPr>
            </a:lvl4pPr>
            <a:lvl5pPr marL="0" lvl="4" indent="0" algn="r" rtl="0">
              <a:spcBef>
                <a:spcPts val="0"/>
              </a:spcBef>
              <a:buNone/>
              <a:defRPr sz="700" b="1" i="0" u="none" strike="noStrike" cap="none">
                <a:solidFill>
                  <a:schemeClr val="dk1"/>
                </a:solidFill>
                <a:latin typeface="Verizon NHG DS"/>
                <a:ea typeface="Verizon NHG DS"/>
                <a:cs typeface="Verizon NHG DS"/>
                <a:sym typeface="Verizon NHG DS"/>
              </a:defRPr>
            </a:lvl5pPr>
            <a:lvl6pPr marL="0" lvl="5" indent="0" algn="r" rtl="0">
              <a:spcBef>
                <a:spcPts val="0"/>
              </a:spcBef>
              <a:buNone/>
              <a:defRPr sz="700" b="1" i="0" u="none" strike="noStrike" cap="none">
                <a:solidFill>
                  <a:schemeClr val="dk1"/>
                </a:solidFill>
                <a:latin typeface="Verizon NHG DS"/>
                <a:ea typeface="Verizon NHG DS"/>
                <a:cs typeface="Verizon NHG DS"/>
                <a:sym typeface="Verizon NHG DS"/>
              </a:defRPr>
            </a:lvl6pPr>
            <a:lvl7pPr marL="0" lvl="6" indent="0" algn="r" rtl="0">
              <a:spcBef>
                <a:spcPts val="0"/>
              </a:spcBef>
              <a:buNone/>
              <a:defRPr sz="700" b="1" i="0" u="none" strike="noStrike" cap="none">
                <a:solidFill>
                  <a:schemeClr val="dk1"/>
                </a:solidFill>
                <a:latin typeface="Verizon NHG DS"/>
                <a:ea typeface="Verizon NHG DS"/>
                <a:cs typeface="Verizon NHG DS"/>
                <a:sym typeface="Verizon NHG DS"/>
              </a:defRPr>
            </a:lvl7pPr>
            <a:lvl8pPr marL="0" lvl="7" indent="0" algn="r" rtl="0">
              <a:spcBef>
                <a:spcPts val="0"/>
              </a:spcBef>
              <a:buNone/>
              <a:defRPr sz="700" b="1" i="0" u="none" strike="noStrike" cap="none">
                <a:solidFill>
                  <a:schemeClr val="dk1"/>
                </a:solidFill>
                <a:latin typeface="Verizon NHG DS"/>
                <a:ea typeface="Verizon NHG DS"/>
                <a:cs typeface="Verizon NHG DS"/>
                <a:sym typeface="Verizon NHG DS"/>
              </a:defRPr>
            </a:lvl8pPr>
            <a:lvl9pPr marL="0" lvl="8" indent="0" algn="r" rtl="0">
              <a:spcBef>
                <a:spcPts val="0"/>
              </a:spcBef>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cxnSp>
        <p:nvCxnSpPr>
          <p:cNvPr id="247" name="Google Shape;247;p47"/>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248" name="Google Shape;248;p47"/>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Reverse Section Header">
  <p:cSld name="Reverse Section Header">
    <p:bg>
      <p:bgPr>
        <a:solidFill>
          <a:schemeClr val="dk1"/>
        </a:solidFill>
        <a:effectLst/>
      </p:bgPr>
    </p:bg>
    <p:spTree>
      <p:nvGrpSpPr>
        <p:cNvPr id="1" name="Shape 249"/>
        <p:cNvGrpSpPr/>
        <p:nvPr/>
      </p:nvGrpSpPr>
      <p:grpSpPr>
        <a:xfrm>
          <a:off x="0" y="0"/>
          <a:ext cx="0" cy="0"/>
          <a:chOff x="0" y="0"/>
          <a:chExt cx="0" cy="0"/>
        </a:xfrm>
      </p:grpSpPr>
      <p:sp>
        <p:nvSpPr>
          <p:cNvPr id="250" name="Google Shape;250;p48"/>
          <p:cNvSpPr txBox="1">
            <a:spLocks noGrp="1"/>
          </p:cNvSpPr>
          <p:nvPr>
            <p:ph type="title"/>
          </p:nvPr>
        </p:nvSpPr>
        <p:spPr>
          <a:xfrm>
            <a:off x="457200" y="594359"/>
            <a:ext cx="7086600" cy="1413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2"/>
              </a:buClr>
              <a:buSzPts val="4000"/>
              <a:buFont typeface="Verizon NHG DS"/>
              <a:buNone/>
              <a:defRPr sz="4000" b="1" cap="none">
                <a:solidFill>
                  <a:schemeClr val="lt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1" name="Google Shape;251;p48"/>
          <p:cNvSpPr txBox="1">
            <a:spLocks noGrp="1"/>
          </p:cNvSpPr>
          <p:nvPr>
            <p:ph type="body" idx="1"/>
          </p:nvPr>
        </p:nvSpPr>
        <p:spPr>
          <a:xfrm>
            <a:off x="457200" y="2057400"/>
            <a:ext cx="7086600" cy="2381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lt2"/>
              </a:buClr>
              <a:buSzPts val="1800"/>
              <a:buFont typeface="Verizon NHG TX"/>
              <a:buNone/>
              <a:defRPr sz="1800" b="0" i="0">
                <a:solidFill>
                  <a:schemeClr val="lt2"/>
                </a:solidFill>
                <a:latin typeface="Verizon NHG TX"/>
                <a:ea typeface="Verizon NHG TX"/>
                <a:cs typeface="Verizon NHG TX"/>
                <a:sym typeface="Verizon NHG TX"/>
              </a:defRPr>
            </a:lvl1pPr>
            <a:lvl2pPr marL="914400" lvl="1" indent="-228600" algn="l" rtl="0">
              <a:lnSpc>
                <a:spcPct val="100000"/>
              </a:lnSpc>
              <a:spcBef>
                <a:spcPts val="900"/>
              </a:spcBef>
              <a:spcAft>
                <a:spcPts val="0"/>
              </a:spcAft>
              <a:buClr>
                <a:schemeClr val="lt2"/>
              </a:buClr>
              <a:buSzPts val="1800"/>
              <a:buFont typeface="Verizon NHG TX"/>
              <a:buNone/>
              <a:defRPr sz="1800" b="0" i="0">
                <a:solidFill>
                  <a:schemeClr val="lt2"/>
                </a:solidFill>
                <a:latin typeface="Verizon NHG TX"/>
                <a:ea typeface="Verizon NHG TX"/>
                <a:cs typeface="Verizon NHG TX"/>
                <a:sym typeface="Verizon NHG TX"/>
              </a:defRPr>
            </a:lvl2pPr>
            <a:lvl3pPr marL="1371600" lvl="2" indent="-342900" algn="l" rtl="0">
              <a:lnSpc>
                <a:spcPct val="100000"/>
              </a:lnSpc>
              <a:spcBef>
                <a:spcPts val="600"/>
              </a:spcBef>
              <a:spcAft>
                <a:spcPts val="0"/>
              </a:spcAft>
              <a:buClr>
                <a:schemeClr val="lt2"/>
              </a:buClr>
              <a:buSzPts val="1800"/>
              <a:buChar char="•"/>
              <a:defRPr sz="1800" b="0" i="0">
                <a:solidFill>
                  <a:schemeClr val="lt2"/>
                </a:solidFill>
                <a:latin typeface="Verizon NHG TX"/>
                <a:ea typeface="Verizon NHG TX"/>
                <a:cs typeface="Verizon NHG TX"/>
                <a:sym typeface="Verizon NHG TX"/>
              </a:defRPr>
            </a:lvl3pPr>
            <a:lvl4pPr marL="1828800" lvl="3" indent="-342900" algn="l" rtl="0">
              <a:lnSpc>
                <a:spcPct val="100000"/>
              </a:lnSpc>
              <a:spcBef>
                <a:spcPts val="600"/>
              </a:spcBef>
              <a:spcAft>
                <a:spcPts val="0"/>
              </a:spcAft>
              <a:buClr>
                <a:schemeClr val="lt2"/>
              </a:buClr>
              <a:buSzPts val="1800"/>
              <a:buChar char="–"/>
              <a:defRPr sz="1800" b="0" i="0">
                <a:solidFill>
                  <a:schemeClr val="lt2"/>
                </a:solidFill>
                <a:latin typeface="Verizon NHG TX"/>
                <a:ea typeface="Verizon NHG TX"/>
                <a:cs typeface="Verizon NHG TX"/>
                <a:sym typeface="Verizon NHG TX"/>
              </a:defRPr>
            </a:lvl4pPr>
            <a:lvl5pPr marL="2286000" lvl="4" indent="-342900" algn="l" rtl="0">
              <a:lnSpc>
                <a:spcPct val="100000"/>
              </a:lnSpc>
              <a:spcBef>
                <a:spcPts val="600"/>
              </a:spcBef>
              <a:spcAft>
                <a:spcPts val="0"/>
              </a:spcAft>
              <a:buClr>
                <a:schemeClr val="lt2"/>
              </a:buClr>
              <a:buSzPts val="1800"/>
              <a:buChar char="–"/>
              <a:defRPr sz="1800" b="0" i="0">
                <a:solidFill>
                  <a:schemeClr val="lt2"/>
                </a:solidFill>
                <a:latin typeface="Verizon NHG TX"/>
                <a:ea typeface="Verizon NHG TX"/>
                <a:cs typeface="Verizon NHG TX"/>
                <a:sym typeface="Verizon NHG TX"/>
              </a:defRPr>
            </a:lvl5pPr>
            <a:lvl6pPr marL="2743200" lvl="5" indent="-342900" algn="l" rtl="0">
              <a:lnSpc>
                <a:spcPct val="100000"/>
              </a:lnSpc>
              <a:spcBef>
                <a:spcPts val="600"/>
              </a:spcBef>
              <a:spcAft>
                <a:spcPts val="0"/>
              </a:spcAft>
              <a:buClr>
                <a:schemeClr val="dk1"/>
              </a:buClr>
              <a:buSzPts val="1800"/>
              <a:buChar char="–"/>
              <a:defRPr sz="1800"/>
            </a:lvl6pPr>
            <a:lvl7pPr marL="3200400" lvl="6" indent="-342900" algn="l" rtl="0">
              <a:lnSpc>
                <a:spcPct val="100000"/>
              </a:lnSpc>
              <a:spcBef>
                <a:spcPts val="600"/>
              </a:spcBef>
              <a:spcAft>
                <a:spcPts val="0"/>
              </a:spcAft>
              <a:buClr>
                <a:schemeClr val="dk1"/>
              </a:buClr>
              <a:buSzPts val="1800"/>
              <a:buChar char="–"/>
              <a:defRPr sz="1800"/>
            </a:lvl7pPr>
            <a:lvl8pPr marL="3657600" lvl="7" indent="-342900" algn="l" rtl="0">
              <a:lnSpc>
                <a:spcPct val="100000"/>
              </a:lnSpc>
              <a:spcBef>
                <a:spcPts val="600"/>
              </a:spcBef>
              <a:spcAft>
                <a:spcPts val="0"/>
              </a:spcAft>
              <a:buClr>
                <a:schemeClr val="dk1"/>
              </a:buClr>
              <a:buSzPts val="1800"/>
              <a:buChar char="–"/>
              <a:defRPr sz="1800"/>
            </a:lvl8pPr>
            <a:lvl9pPr marL="4114800" lvl="8" indent="-342900" algn="l" rtl="0">
              <a:lnSpc>
                <a:spcPct val="100000"/>
              </a:lnSpc>
              <a:spcBef>
                <a:spcPts val="600"/>
              </a:spcBef>
              <a:spcAft>
                <a:spcPts val="0"/>
              </a:spcAft>
              <a:buClr>
                <a:schemeClr val="dk1"/>
              </a:buClr>
              <a:buSzPts val="1800"/>
              <a:buChar char="–"/>
              <a:defRPr sz="1800"/>
            </a:lvl9pPr>
          </a:lstStyle>
          <a:p>
            <a:endParaRPr/>
          </a:p>
        </p:txBody>
      </p:sp>
      <p:cxnSp>
        <p:nvCxnSpPr>
          <p:cNvPr id="252" name="Google Shape;252;p48"/>
          <p:cNvCxnSpPr/>
          <p:nvPr/>
        </p:nvCxnSpPr>
        <p:spPr>
          <a:xfrm>
            <a:off x="457200" y="457200"/>
            <a:ext cx="8229600" cy="0"/>
          </a:xfrm>
          <a:prstGeom prst="straightConnector1">
            <a:avLst/>
          </a:prstGeom>
          <a:noFill/>
          <a:ln w="47625" cap="flat" cmpd="sng">
            <a:solidFill>
              <a:schemeClr val="lt2"/>
            </a:solidFill>
            <a:prstDash val="solid"/>
            <a:round/>
            <a:headEnd type="none" w="sm" len="sm"/>
            <a:tailEnd type="none" w="sm" len="sm"/>
          </a:ln>
        </p:spPr>
      </p:cxnSp>
      <p:sp>
        <p:nvSpPr>
          <p:cNvPr id="253" name="Google Shape;253;p4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lt2"/>
                </a:solidFill>
                <a:latin typeface="Verizon NHG DS"/>
                <a:ea typeface="Verizon NHG DS"/>
                <a:cs typeface="Verizon NHG DS"/>
                <a:sym typeface="Verizon NHG DS"/>
              </a:defRPr>
            </a:lvl1pPr>
            <a:lvl2pPr marL="0" lvl="1" indent="0" algn="r" rtl="0">
              <a:spcBef>
                <a:spcPts val="0"/>
              </a:spcBef>
              <a:buNone/>
              <a:defRPr sz="700" b="1">
                <a:solidFill>
                  <a:schemeClr val="lt2"/>
                </a:solidFill>
                <a:latin typeface="Verizon NHG DS"/>
                <a:ea typeface="Verizon NHG DS"/>
                <a:cs typeface="Verizon NHG DS"/>
                <a:sym typeface="Verizon NHG DS"/>
              </a:defRPr>
            </a:lvl2pPr>
            <a:lvl3pPr marL="0" lvl="2" indent="0" algn="r" rtl="0">
              <a:spcBef>
                <a:spcPts val="0"/>
              </a:spcBef>
              <a:buNone/>
              <a:defRPr sz="700" b="1">
                <a:solidFill>
                  <a:schemeClr val="lt2"/>
                </a:solidFill>
                <a:latin typeface="Verizon NHG DS"/>
                <a:ea typeface="Verizon NHG DS"/>
                <a:cs typeface="Verizon NHG DS"/>
                <a:sym typeface="Verizon NHG DS"/>
              </a:defRPr>
            </a:lvl3pPr>
            <a:lvl4pPr marL="0" lvl="3" indent="0" algn="r" rtl="0">
              <a:spcBef>
                <a:spcPts val="0"/>
              </a:spcBef>
              <a:buNone/>
              <a:defRPr sz="700" b="1">
                <a:solidFill>
                  <a:schemeClr val="lt2"/>
                </a:solidFill>
                <a:latin typeface="Verizon NHG DS"/>
                <a:ea typeface="Verizon NHG DS"/>
                <a:cs typeface="Verizon NHG DS"/>
                <a:sym typeface="Verizon NHG DS"/>
              </a:defRPr>
            </a:lvl4pPr>
            <a:lvl5pPr marL="0" lvl="4" indent="0" algn="r" rtl="0">
              <a:spcBef>
                <a:spcPts val="0"/>
              </a:spcBef>
              <a:buNone/>
              <a:defRPr sz="700" b="1">
                <a:solidFill>
                  <a:schemeClr val="lt2"/>
                </a:solidFill>
                <a:latin typeface="Verizon NHG DS"/>
                <a:ea typeface="Verizon NHG DS"/>
                <a:cs typeface="Verizon NHG DS"/>
                <a:sym typeface="Verizon NHG DS"/>
              </a:defRPr>
            </a:lvl5pPr>
            <a:lvl6pPr marL="0" lvl="5" indent="0" algn="r" rtl="0">
              <a:spcBef>
                <a:spcPts val="0"/>
              </a:spcBef>
              <a:buNone/>
              <a:defRPr sz="700" b="1">
                <a:solidFill>
                  <a:schemeClr val="lt2"/>
                </a:solidFill>
                <a:latin typeface="Verizon NHG DS"/>
                <a:ea typeface="Verizon NHG DS"/>
                <a:cs typeface="Verizon NHG DS"/>
                <a:sym typeface="Verizon NHG DS"/>
              </a:defRPr>
            </a:lvl6pPr>
            <a:lvl7pPr marL="0" lvl="6" indent="0" algn="r" rtl="0">
              <a:spcBef>
                <a:spcPts val="0"/>
              </a:spcBef>
              <a:buNone/>
              <a:defRPr sz="700" b="1">
                <a:solidFill>
                  <a:schemeClr val="lt2"/>
                </a:solidFill>
                <a:latin typeface="Verizon NHG DS"/>
                <a:ea typeface="Verizon NHG DS"/>
                <a:cs typeface="Verizon NHG DS"/>
                <a:sym typeface="Verizon NHG DS"/>
              </a:defRPr>
            </a:lvl7pPr>
            <a:lvl8pPr marL="0" lvl="7" indent="0" algn="r" rtl="0">
              <a:spcBef>
                <a:spcPts val="0"/>
              </a:spcBef>
              <a:buNone/>
              <a:defRPr sz="700" b="1">
                <a:solidFill>
                  <a:schemeClr val="lt2"/>
                </a:solidFill>
                <a:latin typeface="Verizon NHG DS"/>
                <a:ea typeface="Verizon NHG DS"/>
                <a:cs typeface="Verizon NHG DS"/>
                <a:sym typeface="Verizon NHG DS"/>
              </a:defRPr>
            </a:lvl8pPr>
            <a:lvl9pPr marL="0" lvl="8" indent="0" algn="r" rtl="0">
              <a:spcBef>
                <a:spcPts val="0"/>
              </a:spcBef>
              <a:buNone/>
              <a:defRPr sz="700" b="1">
                <a:solidFill>
                  <a:schemeClr val="lt2"/>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254" name="Google Shape;254;p48"/>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pic>
        <p:nvPicPr>
          <p:cNvPr id="255" name="Google Shape;255;p48"/>
          <p:cNvPicPr preferRelativeResize="0"/>
          <p:nvPr/>
        </p:nvPicPr>
        <p:blipFill rotWithShape="1">
          <a:blip r:embed="rId2">
            <a:alphaModFix/>
          </a:blip>
          <a:srcRect/>
          <a:stretch/>
        </p:blipFill>
        <p:spPr>
          <a:xfrm>
            <a:off x="352422" y="4615079"/>
            <a:ext cx="1069848" cy="384837"/>
          </a:xfrm>
          <a:prstGeom prst="rect">
            <a:avLst/>
          </a:prstGeom>
          <a:noFill/>
          <a:ln>
            <a:noFill/>
          </a:ln>
        </p:spPr>
      </p:pic>
      <p:sp>
        <p:nvSpPr>
          <p:cNvPr id="256" name="Google Shape;256;p48"/>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 sz="650" b="0" i="0">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57"/>
        <p:cNvGrpSpPr/>
        <p:nvPr/>
      </p:nvGrpSpPr>
      <p:grpSpPr>
        <a:xfrm>
          <a:off x="0" y="0"/>
          <a:ext cx="0" cy="0"/>
          <a:chOff x="0" y="0"/>
          <a:chExt cx="0" cy="0"/>
        </a:xfrm>
      </p:grpSpPr>
      <p:sp>
        <p:nvSpPr>
          <p:cNvPr id="258" name="Google Shape;258;p49"/>
          <p:cNvSpPr txBox="1">
            <a:spLocks noGrp="1"/>
          </p:cNvSpPr>
          <p:nvPr>
            <p:ph type="title"/>
          </p:nvPr>
        </p:nvSpPr>
        <p:spPr>
          <a:xfrm>
            <a:off x="457200" y="59436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2400"/>
              <a:buFont typeface="Verizon NHG DS"/>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9" name="Google Shape;259;p49"/>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900"/>
              </a:spcBef>
              <a:spcAft>
                <a:spcPts val="0"/>
              </a:spcAft>
              <a:buClr>
                <a:schemeClr val="dk1"/>
              </a:buClr>
              <a:buSzPts val="1600"/>
              <a:buFont typeface="Verizon NHG DS"/>
              <a:buAutoNum type="arabicPeriod"/>
              <a:defRPr sz="1600"/>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04800" algn="l" rtl="0">
              <a:lnSpc>
                <a:spcPct val="100000"/>
              </a:lnSpc>
              <a:spcBef>
                <a:spcPts val="600"/>
              </a:spcBef>
              <a:spcAft>
                <a:spcPts val="0"/>
              </a:spcAft>
              <a:buClr>
                <a:schemeClr val="dk1"/>
              </a:buClr>
              <a:buSzPts val="1200"/>
              <a:buChar char="–"/>
              <a:defRPr/>
            </a:lvl9pPr>
          </a:lstStyle>
          <a:p>
            <a:endParaRPr/>
          </a:p>
        </p:txBody>
      </p:sp>
      <p:sp>
        <p:nvSpPr>
          <p:cNvPr id="260" name="Google Shape;260;p4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cxnSp>
        <p:nvCxnSpPr>
          <p:cNvPr id="261" name="Google Shape;261;p49"/>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Four Column Text and Photos">
  <p:cSld name="Four Column Text and Photos">
    <p:spTree>
      <p:nvGrpSpPr>
        <p:cNvPr id="1" name="Shape 262"/>
        <p:cNvGrpSpPr/>
        <p:nvPr/>
      </p:nvGrpSpPr>
      <p:grpSpPr>
        <a:xfrm>
          <a:off x="0" y="0"/>
          <a:ext cx="0" cy="0"/>
          <a:chOff x="0" y="0"/>
          <a:chExt cx="0" cy="0"/>
        </a:xfrm>
      </p:grpSpPr>
      <p:sp>
        <p:nvSpPr>
          <p:cNvPr id="263" name="Google Shape;263;p5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cxnSp>
        <p:nvCxnSpPr>
          <p:cNvPr id="264" name="Google Shape;264;p50"/>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265" name="Google Shape;265;p50"/>
          <p:cNvSpPr txBox="1">
            <a:spLocks noGrp="1"/>
          </p:cNvSpPr>
          <p:nvPr>
            <p:ph type="body" idx="1"/>
          </p:nvPr>
        </p:nvSpPr>
        <p:spPr>
          <a:xfrm>
            <a:off x="4701228"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266" name="Google Shape;266;p50"/>
          <p:cNvSpPr txBox="1">
            <a:spLocks noGrp="1"/>
          </p:cNvSpPr>
          <p:nvPr>
            <p:ph type="body" idx="2"/>
          </p:nvPr>
        </p:nvSpPr>
        <p:spPr>
          <a:xfrm>
            <a:off x="2572863"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267" name="Google Shape;267;p50"/>
          <p:cNvSpPr txBox="1">
            <a:spLocks noGrp="1"/>
          </p:cNvSpPr>
          <p:nvPr>
            <p:ph type="body" idx="3"/>
          </p:nvPr>
        </p:nvSpPr>
        <p:spPr>
          <a:xfrm>
            <a:off x="457200"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268" name="Google Shape;268;p50"/>
          <p:cNvSpPr>
            <a:spLocks noGrp="1"/>
          </p:cNvSpPr>
          <p:nvPr>
            <p:ph type="pic" idx="4"/>
          </p:nvPr>
        </p:nvSpPr>
        <p:spPr>
          <a:xfrm>
            <a:off x="457200"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269" name="Google Shape;269;p50"/>
          <p:cNvSpPr>
            <a:spLocks noGrp="1"/>
          </p:cNvSpPr>
          <p:nvPr>
            <p:ph type="pic" idx="5"/>
          </p:nvPr>
        </p:nvSpPr>
        <p:spPr>
          <a:xfrm>
            <a:off x="2572862"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270" name="Google Shape;270;p50"/>
          <p:cNvSpPr>
            <a:spLocks noGrp="1"/>
          </p:cNvSpPr>
          <p:nvPr>
            <p:ph type="pic" idx="6"/>
          </p:nvPr>
        </p:nvSpPr>
        <p:spPr>
          <a:xfrm>
            <a:off x="4701228"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271" name="Google Shape;271;p50"/>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2" name="Google Shape;272;p50"/>
          <p:cNvSpPr txBox="1">
            <a:spLocks noGrp="1"/>
          </p:cNvSpPr>
          <p:nvPr>
            <p:ph type="body" idx="7"/>
          </p:nvPr>
        </p:nvSpPr>
        <p:spPr>
          <a:xfrm>
            <a:off x="6816891"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273" name="Google Shape;273;p50"/>
          <p:cNvSpPr>
            <a:spLocks noGrp="1"/>
          </p:cNvSpPr>
          <p:nvPr>
            <p:ph type="pic" idx="8"/>
          </p:nvPr>
        </p:nvSpPr>
        <p:spPr>
          <a:xfrm>
            <a:off x="6816891"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One Statement and Chart">
  <p:cSld name="One Statement and Chart">
    <p:spTree>
      <p:nvGrpSpPr>
        <p:cNvPr id="1" name="Shape 274"/>
        <p:cNvGrpSpPr/>
        <p:nvPr/>
      </p:nvGrpSpPr>
      <p:grpSpPr>
        <a:xfrm>
          <a:off x="0" y="0"/>
          <a:ext cx="0" cy="0"/>
          <a:chOff x="0" y="0"/>
          <a:chExt cx="0" cy="0"/>
        </a:xfrm>
      </p:grpSpPr>
      <p:sp>
        <p:nvSpPr>
          <p:cNvPr id="275" name="Google Shape;275;p51"/>
          <p:cNvSpPr>
            <a:spLocks noGrp="1"/>
          </p:cNvSpPr>
          <p:nvPr>
            <p:ph type="chart" idx="2"/>
          </p:nvPr>
        </p:nvSpPr>
        <p:spPr>
          <a:xfrm>
            <a:off x="4572000" y="594360"/>
            <a:ext cx="4114800" cy="38442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276" name="Google Shape;276;p5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277" name="Google Shape;277;p51"/>
          <p:cNvSpPr txBox="1">
            <a:spLocks noGrp="1"/>
          </p:cNvSpPr>
          <p:nvPr>
            <p:ph type="body" idx="1"/>
          </p:nvPr>
        </p:nvSpPr>
        <p:spPr>
          <a:xfrm>
            <a:off x="457200" y="1459580"/>
            <a:ext cx="39330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278" name="Google Shape;278;p51"/>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279" name="Google Shape;279;p51"/>
          <p:cNvSpPr txBox="1">
            <a:spLocks noGrp="1"/>
          </p:cNvSpPr>
          <p:nvPr>
            <p:ph type="title"/>
          </p:nvPr>
        </p:nvSpPr>
        <p:spPr>
          <a:xfrm>
            <a:off x="457200" y="590550"/>
            <a:ext cx="393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Agenda Black">
  <p:cSld name="Agenda Black">
    <p:bg>
      <p:bgPr>
        <a:solidFill>
          <a:schemeClr val="dk1"/>
        </a:solidFill>
        <a:effectLst/>
      </p:bgPr>
    </p:bg>
    <p:spTree>
      <p:nvGrpSpPr>
        <p:cNvPr id="1" name="Shape 280"/>
        <p:cNvGrpSpPr/>
        <p:nvPr/>
      </p:nvGrpSpPr>
      <p:grpSpPr>
        <a:xfrm>
          <a:off x="0" y="0"/>
          <a:ext cx="0" cy="0"/>
          <a:chOff x="0" y="0"/>
          <a:chExt cx="0" cy="0"/>
        </a:xfrm>
      </p:grpSpPr>
      <p:sp>
        <p:nvSpPr>
          <p:cNvPr id="281" name="Google Shape;281;p52"/>
          <p:cNvSpPr txBox="1">
            <a:spLocks noGrp="1"/>
          </p:cNvSpPr>
          <p:nvPr>
            <p:ph type="title"/>
          </p:nvPr>
        </p:nvSpPr>
        <p:spPr>
          <a:xfrm>
            <a:off x="457200" y="59436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2400"/>
              <a:buFont typeface="Verizon NHG DS"/>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2" name="Google Shape;282;p52"/>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900"/>
              </a:spcBef>
              <a:spcAft>
                <a:spcPts val="0"/>
              </a:spcAft>
              <a:buClr>
                <a:schemeClr val="lt1"/>
              </a:buClr>
              <a:buSzPts val="1600"/>
              <a:buFont typeface="Verizon NHG DS"/>
              <a:buAutoNum type="arabicPeriod"/>
              <a:defRPr sz="1600">
                <a:solidFill>
                  <a:schemeClr val="lt1"/>
                </a:solidFill>
              </a:defRPr>
            </a:lvl1pPr>
            <a:lvl2pPr marL="914400" lvl="1" indent="-228600" algn="l" rtl="0">
              <a:lnSpc>
                <a:spcPct val="100000"/>
              </a:lnSpc>
              <a:spcBef>
                <a:spcPts val="900"/>
              </a:spcBef>
              <a:spcAft>
                <a:spcPts val="0"/>
              </a:spcAft>
              <a:buClr>
                <a:schemeClr val="lt1"/>
              </a:buClr>
              <a:buSzPts val="1200"/>
              <a:buFont typeface="Verizon NHG TX"/>
              <a:buNone/>
              <a:defRPr>
                <a:solidFill>
                  <a:schemeClr val="lt1"/>
                </a:solidFill>
              </a:defRPr>
            </a:lvl2pPr>
            <a:lvl3pPr marL="1371600" lvl="2" indent="-304800" algn="l" rtl="0">
              <a:lnSpc>
                <a:spcPct val="100000"/>
              </a:lnSpc>
              <a:spcBef>
                <a:spcPts val="600"/>
              </a:spcBef>
              <a:spcAft>
                <a:spcPts val="0"/>
              </a:spcAft>
              <a:buClr>
                <a:schemeClr val="lt1"/>
              </a:buClr>
              <a:buSzPts val="1200"/>
              <a:buChar char="•"/>
              <a:defRPr>
                <a:solidFill>
                  <a:schemeClr val="lt1"/>
                </a:solidFill>
              </a:defRPr>
            </a:lvl3pPr>
            <a:lvl4pPr marL="1828800" lvl="3" indent="-304800" algn="l" rtl="0">
              <a:lnSpc>
                <a:spcPct val="100000"/>
              </a:lnSpc>
              <a:spcBef>
                <a:spcPts val="600"/>
              </a:spcBef>
              <a:spcAft>
                <a:spcPts val="0"/>
              </a:spcAft>
              <a:buClr>
                <a:schemeClr val="lt1"/>
              </a:buClr>
              <a:buSzPts val="1200"/>
              <a:buChar char="–"/>
              <a:defRPr>
                <a:solidFill>
                  <a:schemeClr val="lt1"/>
                </a:solidFill>
              </a:defRPr>
            </a:lvl4pPr>
            <a:lvl5pPr marL="2286000" lvl="4" indent="-304800" algn="l" rtl="0">
              <a:lnSpc>
                <a:spcPct val="100000"/>
              </a:lnSpc>
              <a:spcBef>
                <a:spcPts val="600"/>
              </a:spcBef>
              <a:spcAft>
                <a:spcPts val="0"/>
              </a:spcAft>
              <a:buClr>
                <a:schemeClr val="lt1"/>
              </a:buClr>
              <a:buSzPts val="1200"/>
              <a:buChar char="–"/>
              <a:defRPr>
                <a:solidFill>
                  <a:schemeClr val="lt1"/>
                </a:solidFill>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04800" algn="l" rtl="0">
              <a:lnSpc>
                <a:spcPct val="100000"/>
              </a:lnSpc>
              <a:spcBef>
                <a:spcPts val="600"/>
              </a:spcBef>
              <a:spcAft>
                <a:spcPts val="0"/>
              </a:spcAft>
              <a:buClr>
                <a:schemeClr val="dk1"/>
              </a:buClr>
              <a:buSzPts val="1200"/>
              <a:buChar char="–"/>
              <a:defRPr/>
            </a:lvl9pPr>
          </a:lstStyle>
          <a:p>
            <a:endParaRPr/>
          </a:p>
        </p:txBody>
      </p:sp>
      <p:cxnSp>
        <p:nvCxnSpPr>
          <p:cNvPr id="283" name="Google Shape;283;p52"/>
          <p:cNvCxnSpPr/>
          <p:nvPr/>
        </p:nvCxnSpPr>
        <p:spPr>
          <a:xfrm>
            <a:off x="457200" y="457200"/>
            <a:ext cx="8229600" cy="0"/>
          </a:xfrm>
          <a:prstGeom prst="straightConnector1">
            <a:avLst/>
          </a:prstGeom>
          <a:noFill/>
          <a:ln w="47625" cap="flat" cmpd="sng">
            <a:solidFill>
              <a:schemeClr val="lt1"/>
            </a:solidFill>
            <a:prstDash val="solid"/>
            <a:round/>
            <a:headEnd type="none" w="sm" len="sm"/>
            <a:tailEnd type="none" w="sm" len="sm"/>
          </a:ln>
        </p:spPr>
      </p:cxnSp>
      <p:sp>
        <p:nvSpPr>
          <p:cNvPr id="284" name="Google Shape;284;p5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lt2"/>
                </a:solidFill>
                <a:latin typeface="Verizon NHG DS"/>
                <a:ea typeface="Verizon NHG DS"/>
                <a:cs typeface="Verizon NHG DS"/>
                <a:sym typeface="Verizon NHG DS"/>
              </a:defRPr>
            </a:lvl1pPr>
            <a:lvl2pPr marL="0" lvl="1" indent="0" algn="r" rtl="0">
              <a:spcBef>
                <a:spcPts val="0"/>
              </a:spcBef>
              <a:buNone/>
              <a:defRPr sz="700" b="1">
                <a:solidFill>
                  <a:schemeClr val="lt2"/>
                </a:solidFill>
                <a:latin typeface="Verizon NHG DS"/>
                <a:ea typeface="Verizon NHG DS"/>
                <a:cs typeface="Verizon NHG DS"/>
                <a:sym typeface="Verizon NHG DS"/>
              </a:defRPr>
            </a:lvl2pPr>
            <a:lvl3pPr marL="0" lvl="2" indent="0" algn="r" rtl="0">
              <a:spcBef>
                <a:spcPts val="0"/>
              </a:spcBef>
              <a:buNone/>
              <a:defRPr sz="700" b="1">
                <a:solidFill>
                  <a:schemeClr val="lt2"/>
                </a:solidFill>
                <a:latin typeface="Verizon NHG DS"/>
                <a:ea typeface="Verizon NHG DS"/>
                <a:cs typeface="Verizon NHG DS"/>
                <a:sym typeface="Verizon NHG DS"/>
              </a:defRPr>
            </a:lvl3pPr>
            <a:lvl4pPr marL="0" lvl="3" indent="0" algn="r" rtl="0">
              <a:spcBef>
                <a:spcPts val="0"/>
              </a:spcBef>
              <a:buNone/>
              <a:defRPr sz="700" b="1">
                <a:solidFill>
                  <a:schemeClr val="lt2"/>
                </a:solidFill>
                <a:latin typeface="Verizon NHG DS"/>
                <a:ea typeface="Verizon NHG DS"/>
                <a:cs typeface="Verizon NHG DS"/>
                <a:sym typeface="Verizon NHG DS"/>
              </a:defRPr>
            </a:lvl4pPr>
            <a:lvl5pPr marL="0" lvl="4" indent="0" algn="r" rtl="0">
              <a:spcBef>
                <a:spcPts val="0"/>
              </a:spcBef>
              <a:buNone/>
              <a:defRPr sz="700" b="1">
                <a:solidFill>
                  <a:schemeClr val="lt2"/>
                </a:solidFill>
                <a:latin typeface="Verizon NHG DS"/>
                <a:ea typeface="Verizon NHG DS"/>
                <a:cs typeface="Verizon NHG DS"/>
                <a:sym typeface="Verizon NHG DS"/>
              </a:defRPr>
            </a:lvl5pPr>
            <a:lvl6pPr marL="0" lvl="5" indent="0" algn="r" rtl="0">
              <a:spcBef>
                <a:spcPts val="0"/>
              </a:spcBef>
              <a:buNone/>
              <a:defRPr sz="700" b="1">
                <a:solidFill>
                  <a:schemeClr val="lt2"/>
                </a:solidFill>
                <a:latin typeface="Verizon NHG DS"/>
                <a:ea typeface="Verizon NHG DS"/>
                <a:cs typeface="Verizon NHG DS"/>
                <a:sym typeface="Verizon NHG DS"/>
              </a:defRPr>
            </a:lvl6pPr>
            <a:lvl7pPr marL="0" lvl="6" indent="0" algn="r" rtl="0">
              <a:spcBef>
                <a:spcPts val="0"/>
              </a:spcBef>
              <a:buNone/>
              <a:defRPr sz="700" b="1">
                <a:solidFill>
                  <a:schemeClr val="lt2"/>
                </a:solidFill>
                <a:latin typeface="Verizon NHG DS"/>
                <a:ea typeface="Verizon NHG DS"/>
                <a:cs typeface="Verizon NHG DS"/>
                <a:sym typeface="Verizon NHG DS"/>
              </a:defRPr>
            </a:lvl7pPr>
            <a:lvl8pPr marL="0" lvl="7" indent="0" algn="r" rtl="0">
              <a:spcBef>
                <a:spcPts val="0"/>
              </a:spcBef>
              <a:buNone/>
              <a:defRPr sz="700" b="1">
                <a:solidFill>
                  <a:schemeClr val="lt2"/>
                </a:solidFill>
                <a:latin typeface="Verizon NHG DS"/>
                <a:ea typeface="Verizon NHG DS"/>
                <a:cs typeface="Verizon NHG DS"/>
                <a:sym typeface="Verizon NHG DS"/>
              </a:defRPr>
            </a:lvl8pPr>
            <a:lvl9pPr marL="0" lvl="8" indent="0" algn="r" rtl="0">
              <a:spcBef>
                <a:spcPts val="0"/>
              </a:spcBef>
              <a:buNone/>
              <a:defRPr sz="700" b="1">
                <a:solidFill>
                  <a:schemeClr val="lt2"/>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285" name="Google Shape;285;p52"/>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 sz="650" b="0" i="0">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lt1"/>
              </a:solidFill>
              <a:latin typeface="Verizon NHG DS"/>
              <a:ea typeface="Verizon NHG DS"/>
              <a:cs typeface="Verizon NHG DS"/>
              <a:sym typeface="Verizon NHG DS"/>
            </a:endParaRPr>
          </a:p>
        </p:txBody>
      </p:sp>
      <p:sp>
        <p:nvSpPr>
          <p:cNvPr id="286" name="Google Shape;286;p52"/>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pic>
        <p:nvPicPr>
          <p:cNvPr id="287" name="Google Shape;287;p52"/>
          <p:cNvPicPr preferRelativeResize="0"/>
          <p:nvPr/>
        </p:nvPicPr>
        <p:blipFill rotWithShape="1">
          <a:blip r:embed="rId2">
            <a:alphaModFix/>
          </a:blip>
          <a:srcRect/>
          <a:stretch/>
        </p:blipFill>
        <p:spPr>
          <a:xfrm>
            <a:off x="352422" y="4615079"/>
            <a:ext cx="1069848" cy="384837"/>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Reverse Statement">
  <p:cSld name="Reverse Statement">
    <p:bg>
      <p:bgPr>
        <a:solidFill>
          <a:schemeClr val="dk1"/>
        </a:solidFill>
        <a:effectLst/>
      </p:bgPr>
    </p:bg>
    <p:spTree>
      <p:nvGrpSpPr>
        <p:cNvPr id="1" name="Shape 288"/>
        <p:cNvGrpSpPr/>
        <p:nvPr/>
      </p:nvGrpSpPr>
      <p:grpSpPr>
        <a:xfrm>
          <a:off x="0" y="0"/>
          <a:ext cx="0" cy="0"/>
          <a:chOff x="0" y="0"/>
          <a:chExt cx="0" cy="0"/>
        </a:xfrm>
      </p:grpSpPr>
      <p:sp>
        <p:nvSpPr>
          <p:cNvPr id="289" name="Google Shape;289;p53"/>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4000"/>
              <a:buFont typeface="Verizon NHG DS"/>
              <a:buNone/>
              <a:defRPr sz="40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90" name="Google Shape;290;p5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lt1"/>
                </a:solidFill>
                <a:latin typeface="Verizon NHG DS"/>
                <a:ea typeface="Verizon NHG DS"/>
                <a:cs typeface="Verizon NHG DS"/>
                <a:sym typeface="Verizon NHG DS"/>
              </a:defRPr>
            </a:lvl1pPr>
            <a:lvl2pPr marL="0" lvl="1" indent="0" algn="r" rtl="0">
              <a:spcBef>
                <a:spcPts val="0"/>
              </a:spcBef>
              <a:buNone/>
              <a:defRPr sz="700" b="1">
                <a:solidFill>
                  <a:schemeClr val="lt1"/>
                </a:solidFill>
                <a:latin typeface="Verizon NHG DS"/>
                <a:ea typeface="Verizon NHG DS"/>
                <a:cs typeface="Verizon NHG DS"/>
                <a:sym typeface="Verizon NHG DS"/>
              </a:defRPr>
            </a:lvl2pPr>
            <a:lvl3pPr marL="0" lvl="2" indent="0" algn="r" rtl="0">
              <a:spcBef>
                <a:spcPts val="0"/>
              </a:spcBef>
              <a:buNone/>
              <a:defRPr sz="700" b="1">
                <a:solidFill>
                  <a:schemeClr val="lt1"/>
                </a:solidFill>
                <a:latin typeface="Verizon NHG DS"/>
                <a:ea typeface="Verizon NHG DS"/>
                <a:cs typeface="Verizon NHG DS"/>
                <a:sym typeface="Verizon NHG DS"/>
              </a:defRPr>
            </a:lvl3pPr>
            <a:lvl4pPr marL="0" lvl="3" indent="0" algn="r" rtl="0">
              <a:spcBef>
                <a:spcPts val="0"/>
              </a:spcBef>
              <a:buNone/>
              <a:defRPr sz="700" b="1">
                <a:solidFill>
                  <a:schemeClr val="lt1"/>
                </a:solidFill>
                <a:latin typeface="Verizon NHG DS"/>
                <a:ea typeface="Verizon NHG DS"/>
                <a:cs typeface="Verizon NHG DS"/>
                <a:sym typeface="Verizon NHG DS"/>
              </a:defRPr>
            </a:lvl4pPr>
            <a:lvl5pPr marL="0" lvl="4" indent="0" algn="r" rtl="0">
              <a:spcBef>
                <a:spcPts val="0"/>
              </a:spcBef>
              <a:buNone/>
              <a:defRPr sz="700" b="1">
                <a:solidFill>
                  <a:schemeClr val="lt1"/>
                </a:solidFill>
                <a:latin typeface="Verizon NHG DS"/>
                <a:ea typeface="Verizon NHG DS"/>
                <a:cs typeface="Verizon NHG DS"/>
                <a:sym typeface="Verizon NHG DS"/>
              </a:defRPr>
            </a:lvl5pPr>
            <a:lvl6pPr marL="0" lvl="5" indent="0" algn="r" rtl="0">
              <a:spcBef>
                <a:spcPts val="0"/>
              </a:spcBef>
              <a:buNone/>
              <a:defRPr sz="700" b="1">
                <a:solidFill>
                  <a:schemeClr val="lt1"/>
                </a:solidFill>
                <a:latin typeface="Verizon NHG DS"/>
                <a:ea typeface="Verizon NHG DS"/>
                <a:cs typeface="Verizon NHG DS"/>
                <a:sym typeface="Verizon NHG DS"/>
              </a:defRPr>
            </a:lvl6pPr>
            <a:lvl7pPr marL="0" lvl="6" indent="0" algn="r" rtl="0">
              <a:spcBef>
                <a:spcPts val="0"/>
              </a:spcBef>
              <a:buNone/>
              <a:defRPr sz="700" b="1">
                <a:solidFill>
                  <a:schemeClr val="lt1"/>
                </a:solidFill>
                <a:latin typeface="Verizon NHG DS"/>
                <a:ea typeface="Verizon NHG DS"/>
                <a:cs typeface="Verizon NHG DS"/>
                <a:sym typeface="Verizon NHG DS"/>
              </a:defRPr>
            </a:lvl7pPr>
            <a:lvl8pPr marL="0" lvl="7" indent="0" algn="r" rtl="0">
              <a:spcBef>
                <a:spcPts val="0"/>
              </a:spcBef>
              <a:buNone/>
              <a:defRPr sz="700" b="1">
                <a:solidFill>
                  <a:schemeClr val="lt1"/>
                </a:solidFill>
                <a:latin typeface="Verizon NHG DS"/>
                <a:ea typeface="Verizon NHG DS"/>
                <a:cs typeface="Verizon NHG DS"/>
                <a:sym typeface="Verizon NHG DS"/>
              </a:defRPr>
            </a:lvl8pPr>
            <a:lvl9pPr marL="0" lvl="8" indent="0" algn="r" rtl="0">
              <a:spcBef>
                <a:spcPts val="0"/>
              </a:spcBef>
              <a:buNone/>
              <a:defRPr sz="700" b="1">
                <a:solidFill>
                  <a:schemeClr val="lt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291" name="Google Shape;291;p53"/>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pic>
        <p:nvPicPr>
          <p:cNvPr id="292" name="Google Shape;292;p53"/>
          <p:cNvPicPr preferRelativeResize="0"/>
          <p:nvPr/>
        </p:nvPicPr>
        <p:blipFill rotWithShape="1">
          <a:blip r:embed="rId2">
            <a:alphaModFix/>
          </a:blip>
          <a:srcRect/>
          <a:stretch/>
        </p:blipFill>
        <p:spPr>
          <a:xfrm>
            <a:off x="357160" y="4615079"/>
            <a:ext cx="1069848" cy="384837"/>
          </a:xfrm>
          <a:prstGeom prst="rect">
            <a:avLst/>
          </a:prstGeom>
          <a:noFill/>
          <a:ln>
            <a:noFill/>
          </a:ln>
        </p:spPr>
      </p:pic>
      <p:sp>
        <p:nvSpPr>
          <p:cNvPr id="293" name="Google Shape;293;p53"/>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 sz="650" b="0" i="0">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94"/>
        <p:cNvGrpSpPr/>
        <p:nvPr/>
      </p:nvGrpSpPr>
      <p:grpSpPr>
        <a:xfrm>
          <a:off x="0" y="0"/>
          <a:ext cx="0" cy="0"/>
          <a:chOff x="0" y="0"/>
          <a:chExt cx="0" cy="0"/>
        </a:xfrm>
      </p:grpSpPr>
      <p:sp>
        <p:nvSpPr>
          <p:cNvPr id="295" name="Google Shape;295;p54"/>
          <p:cNvSpPr txBox="1">
            <a:spLocks noGrp="1"/>
          </p:cNvSpPr>
          <p:nvPr>
            <p:ph type="title"/>
          </p:nvPr>
        </p:nvSpPr>
        <p:spPr>
          <a:xfrm>
            <a:off x="457200" y="594359"/>
            <a:ext cx="7086600" cy="1413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Verizon NHG DS"/>
              <a:buNone/>
              <a:defRPr sz="4000" b="1" cap="none">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96" name="Google Shape;296;p54"/>
          <p:cNvSpPr txBox="1">
            <a:spLocks noGrp="1"/>
          </p:cNvSpPr>
          <p:nvPr>
            <p:ph type="body" idx="1"/>
          </p:nvPr>
        </p:nvSpPr>
        <p:spPr>
          <a:xfrm>
            <a:off x="457200" y="2057400"/>
            <a:ext cx="7086600" cy="24195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Font typeface="Verizon NHG TX"/>
              <a:buNone/>
              <a:defRPr sz="1800" b="0" i="0">
                <a:solidFill>
                  <a:schemeClr val="dk1"/>
                </a:solidFill>
                <a:latin typeface="Verizon NHG TX"/>
                <a:ea typeface="Verizon NHG TX"/>
                <a:cs typeface="Verizon NHG TX"/>
                <a:sym typeface="Verizon NHG TX"/>
              </a:defRPr>
            </a:lvl1pPr>
            <a:lvl2pPr marL="914400" lvl="1" indent="-228600" algn="l" rtl="0">
              <a:lnSpc>
                <a:spcPct val="100000"/>
              </a:lnSpc>
              <a:spcBef>
                <a:spcPts val="900"/>
              </a:spcBef>
              <a:spcAft>
                <a:spcPts val="0"/>
              </a:spcAft>
              <a:buClr>
                <a:schemeClr val="dk1"/>
              </a:buClr>
              <a:buSzPts val="1800"/>
              <a:buFont typeface="Verizon NHG TX"/>
              <a:buNone/>
              <a:defRPr sz="1800" b="0" i="0">
                <a:solidFill>
                  <a:schemeClr val="dk1"/>
                </a:solidFill>
                <a:latin typeface="Verizon NHG TX"/>
                <a:ea typeface="Verizon NHG TX"/>
                <a:cs typeface="Verizon NHG TX"/>
                <a:sym typeface="Verizon NHG TX"/>
              </a:defRPr>
            </a:lvl2pPr>
            <a:lvl3pPr marL="1371600" lvl="2" indent="-342900" algn="l" rtl="0">
              <a:lnSpc>
                <a:spcPct val="100000"/>
              </a:lnSpc>
              <a:spcBef>
                <a:spcPts val="600"/>
              </a:spcBef>
              <a:spcAft>
                <a:spcPts val="0"/>
              </a:spcAft>
              <a:buClr>
                <a:schemeClr val="dk1"/>
              </a:buClr>
              <a:buSzPts val="1800"/>
              <a:buChar char="•"/>
              <a:defRPr sz="1800" b="0" i="0">
                <a:solidFill>
                  <a:schemeClr val="dk1"/>
                </a:solidFill>
                <a:latin typeface="Verizon NHG TX"/>
                <a:ea typeface="Verizon NHG TX"/>
                <a:cs typeface="Verizon NHG TX"/>
                <a:sym typeface="Verizon NHG TX"/>
              </a:defRPr>
            </a:lvl3pPr>
            <a:lvl4pPr marL="1828800" lvl="3" indent="-342900" algn="l" rtl="0">
              <a:lnSpc>
                <a:spcPct val="100000"/>
              </a:lnSpc>
              <a:spcBef>
                <a:spcPts val="600"/>
              </a:spcBef>
              <a:spcAft>
                <a:spcPts val="0"/>
              </a:spcAft>
              <a:buClr>
                <a:schemeClr val="dk1"/>
              </a:buClr>
              <a:buSzPts val="1800"/>
              <a:buChar char="–"/>
              <a:defRPr sz="1800" b="0" i="0">
                <a:solidFill>
                  <a:schemeClr val="dk1"/>
                </a:solidFill>
                <a:latin typeface="Verizon NHG TX"/>
                <a:ea typeface="Verizon NHG TX"/>
                <a:cs typeface="Verizon NHG TX"/>
                <a:sym typeface="Verizon NHG TX"/>
              </a:defRPr>
            </a:lvl4pPr>
            <a:lvl5pPr marL="2286000" lvl="4" indent="-342900" algn="l" rtl="0">
              <a:lnSpc>
                <a:spcPct val="100000"/>
              </a:lnSpc>
              <a:spcBef>
                <a:spcPts val="600"/>
              </a:spcBef>
              <a:spcAft>
                <a:spcPts val="0"/>
              </a:spcAft>
              <a:buClr>
                <a:schemeClr val="dk1"/>
              </a:buClr>
              <a:buSzPts val="1800"/>
              <a:buChar char="–"/>
              <a:defRPr sz="1800" b="0" i="0">
                <a:solidFill>
                  <a:schemeClr val="dk1"/>
                </a:solidFill>
                <a:latin typeface="Verizon NHG TX"/>
                <a:ea typeface="Verizon NHG TX"/>
                <a:cs typeface="Verizon NHG TX"/>
                <a:sym typeface="Verizon NHG TX"/>
              </a:defRPr>
            </a:lvl5pPr>
            <a:lvl6pPr marL="2743200" lvl="5" indent="-342900" algn="l" rtl="0">
              <a:lnSpc>
                <a:spcPct val="100000"/>
              </a:lnSpc>
              <a:spcBef>
                <a:spcPts val="600"/>
              </a:spcBef>
              <a:spcAft>
                <a:spcPts val="0"/>
              </a:spcAft>
              <a:buClr>
                <a:schemeClr val="dk1"/>
              </a:buClr>
              <a:buSzPts val="1800"/>
              <a:buChar char="–"/>
              <a:defRPr sz="1800"/>
            </a:lvl6pPr>
            <a:lvl7pPr marL="3200400" lvl="6" indent="-342900" algn="l" rtl="0">
              <a:lnSpc>
                <a:spcPct val="100000"/>
              </a:lnSpc>
              <a:spcBef>
                <a:spcPts val="600"/>
              </a:spcBef>
              <a:spcAft>
                <a:spcPts val="0"/>
              </a:spcAft>
              <a:buClr>
                <a:schemeClr val="dk1"/>
              </a:buClr>
              <a:buSzPts val="1800"/>
              <a:buChar char="–"/>
              <a:defRPr sz="1800"/>
            </a:lvl7pPr>
            <a:lvl8pPr marL="3657600" lvl="7" indent="-342900" algn="l" rtl="0">
              <a:lnSpc>
                <a:spcPct val="100000"/>
              </a:lnSpc>
              <a:spcBef>
                <a:spcPts val="600"/>
              </a:spcBef>
              <a:spcAft>
                <a:spcPts val="0"/>
              </a:spcAft>
              <a:buClr>
                <a:schemeClr val="dk1"/>
              </a:buClr>
              <a:buSzPts val="1800"/>
              <a:buChar char="–"/>
              <a:defRPr sz="1800"/>
            </a:lvl8pPr>
            <a:lvl9pPr marL="4114800" lvl="8" indent="-342900" algn="l" rtl="0">
              <a:lnSpc>
                <a:spcPct val="100000"/>
              </a:lnSpc>
              <a:spcBef>
                <a:spcPts val="600"/>
              </a:spcBef>
              <a:spcAft>
                <a:spcPts val="0"/>
              </a:spcAft>
              <a:buClr>
                <a:schemeClr val="dk1"/>
              </a:buClr>
              <a:buSzPts val="1800"/>
              <a:buChar char="–"/>
              <a:defRPr sz="1800"/>
            </a:lvl9pPr>
          </a:lstStyle>
          <a:p>
            <a:endParaRPr/>
          </a:p>
        </p:txBody>
      </p:sp>
      <p:cxnSp>
        <p:nvCxnSpPr>
          <p:cNvPr id="297" name="Google Shape;297;p54"/>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298" name="Google Shape;298;p54"/>
          <p:cNvSpPr txBox="1">
            <a:spLocks noGrp="1"/>
          </p:cNvSpPr>
          <p:nvPr>
            <p:ph type="sldNum" idx="12"/>
          </p:nvPr>
        </p:nvSpPr>
        <p:spPr>
          <a:xfrm>
            <a:off x="8458200" y="4693734"/>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Statement">
  <p:cSld name="Statement">
    <p:spTree>
      <p:nvGrpSpPr>
        <p:cNvPr id="1" name="Shape 299"/>
        <p:cNvGrpSpPr/>
        <p:nvPr/>
      </p:nvGrpSpPr>
      <p:grpSpPr>
        <a:xfrm>
          <a:off x="0" y="0"/>
          <a:ext cx="0" cy="0"/>
          <a:chOff x="0" y="0"/>
          <a:chExt cx="0" cy="0"/>
        </a:xfrm>
      </p:grpSpPr>
      <p:sp>
        <p:nvSpPr>
          <p:cNvPr id="300" name="Google Shape;300;p55"/>
          <p:cNvSpPr txBox="1">
            <a:spLocks noGrp="1"/>
          </p:cNvSpPr>
          <p:nvPr>
            <p:ph type="title"/>
          </p:nvPr>
        </p:nvSpPr>
        <p:spPr>
          <a:xfrm>
            <a:off x="457199"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Verizon NHG DS"/>
              <a:buNone/>
              <a:defRPr sz="40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1" name="Google Shape;301;p55"/>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Statement White Text Photo">
  <p:cSld name="Statement White Text Photo">
    <p:bg>
      <p:bgPr>
        <a:solidFill>
          <a:schemeClr val="dk1"/>
        </a:solidFill>
        <a:effectLst/>
      </p:bgPr>
    </p:bg>
    <p:spTree>
      <p:nvGrpSpPr>
        <p:cNvPr id="1" name="Shape 302"/>
        <p:cNvGrpSpPr/>
        <p:nvPr/>
      </p:nvGrpSpPr>
      <p:grpSpPr>
        <a:xfrm>
          <a:off x="0" y="0"/>
          <a:ext cx="0" cy="0"/>
          <a:chOff x="0" y="0"/>
          <a:chExt cx="0" cy="0"/>
        </a:xfrm>
      </p:grpSpPr>
      <p:sp>
        <p:nvSpPr>
          <p:cNvPr id="303" name="Google Shape;303;p56"/>
          <p:cNvSpPr>
            <a:spLocks noGrp="1"/>
          </p:cNvSpPr>
          <p:nvPr>
            <p:ph type="pic" idx="2"/>
          </p:nvPr>
        </p:nvSpPr>
        <p:spPr>
          <a:xfrm>
            <a:off x="0" y="0"/>
            <a:ext cx="9144000" cy="5143500"/>
          </a:xfrm>
          <a:prstGeom prst="rect">
            <a:avLst/>
          </a:prstGeom>
          <a:solidFill>
            <a:srgbClr val="A5A5A5"/>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lt1"/>
              </a:buClr>
              <a:buSzPts val="1200"/>
              <a:buFont typeface="Verizon NHG TX"/>
              <a:buNone/>
              <a:defRPr sz="1200" b="1" i="0" u="none" strike="noStrike" cap="none">
                <a:solidFill>
                  <a:schemeClr val="lt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304" name="Google Shape;304;p56"/>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4000"/>
              <a:buFont typeface="Verizon NHG DS"/>
              <a:buNone/>
              <a:defRPr sz="40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5" name="Google Shape;305;p5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lt1"/>
                </a:solidFill>
                <a:latin typeface="Verizon NHG DS"/>
                <a:ea typeface="Verizon NHG DS"/>
                <a:cs typeface="Verizon NHG DS"/>
                <a:sym typeface="Verizon NHG DS"/>
              </a:defRPr>
            </a:lvl1pPr>
            <a:lvl2pPr marL="0" lvl="1" indent="0" algn="r" rtl="0">
              <a:spcBef>
                <a:spcPts val="0"/>
              </a:spcBef>
              <a:buNone/>
              <a:defRPr sz="700" b="1">
                <a:solidFill>
                  <a:schemeClr val="lt1"/>
                </a:solidFill>
                <a:latin typeface="Verizon NHG DS"/>
                <a:ea typeface="Verizon NHG DS"/>
                <a:cs typeface="Verizon NHG DS"/>
                <a:sym typeface="Verizon NHG DS"/>
              </a:defRPr>
            </a:lvl2pPr>
            <a:lvl3pPr marL="0" lvl="2" indent="0" algn="r" rtl="0">
              <a:spcBef>
                <a:spcPts val="0"/>
              </a:spcBef>
              <a:buNone/>
              <a:defRPr sz="700" b="1">
                <a:solidFill>
                  <a:schemeClr val="lt1"/>
                </a:solidFill>
                <a:latin typeface="Verizon NHG DS"/>
                <a:ea typeface="Verizon NHG DS"/>
                <a:cs typeface="Verizon NHG DS"/>
                <a:sym typeface="Verizon NHG DS"/>
              </a:defRPr>
            </a:lvl3pPr>
            <a:lvl4pPr marL="0" lvl="3" indent="0" algn="r" rtl="0">
              <a:spcBef>
                <a:spcPts val="0"/>
              </a:spcBef>
              <a:buNone/>
              <a:defRPr sz="700" b="1">
                <a:solidFill>
                  <a:schemeClr val="lt1"/>
                </a:solidFill>
                <a:latin typeface="Verizon NHG DS"/>
                <a:ea typeface="Verizon NHG DS"/>
                <a:cs typeface="Verizon NHG DS"/>
                <a:sym typeface="Verizon NHG DS"/>
              </a:defRPr>
            </a:lvl4pPr>
            <a:lvl5pPr marL="0" lvl="4" indent="0" algn="r" rtl="0">
              <a:spcBef>
                <a:spcPts val="0"/>
              </a:spcBef>
              <a:buNone/>
              <a:defRPr sz="700" b="1">
                <a:solidFill>
                  <a:schemeClr val="lt1"/>
                </a:solidFill>
                <a:latin typeface="Verizon NHG DS"/>
                <a:ea typeface="Verizon NHG DS"/>
                <a:cs typeface="Verizon NHG DS"/>
                <a:sym typeface="Verizon NHG DS"/>
              </a:defRPr>
            </a:lvl5pPr>
            <a:lvl6pPr marL="0" lvl="5" indent="0" algn="r" rtl="0">
              <a:spcBef>
                <a:spcPts val="0"/>
              </a:spcBef>
              <a:buNone/>
              <a:defRPr sz="700" b="1">
                <a:solidFill>
                  <a:schemeClr val="lt1"/>
                </a:solidFill>
                <a:latin typeface="Verizon NHG DS"/>
                <a:ea typeface="Verizon NHG DS"/>
                <a:cs typeface="Verizon NHG DS"/>
                <a:sym typeface="Verizon NHG DS"/>
              </a:defRPr>
            </a:lvl6pPr>
            <a:lvl7pPr marL="0" lvl="6" indent="0" algn="r" rtl="0">
              <a:spcBef>
                <a:spcPts val="0"/>
              </a:spcBef>
              <a:buNone/>
              <a:defRPr sz="700" b="1">
                <a:solidFill>
                  <a:schemeClr val="lt1"/>
                </a:solidFill>
                <a:latin typeface="Verizon NHG DS"/>
                <a:ea typeface="Verizon NHG DS"/>
                <a:cs typeface="Verizon NHG DS"/>
                <a:sym typeface="Verizon NHG DS"/>
              </a:defRPr>
            </a:lvl7pPr>
            <a:lvl8pPr marL="0" lvl="7" indent="0" algn="r" rtl="0">
              <a:spcBef>
                <a:spcPts val="0"/>
              </a:spcBef>
              <a:buNone/>
              <a:defRPr sz="700" b="1">
                <a:solidFill>
                  <a:schemeClr val="lt1"/>
                </a:solidFill>
                <a:latin typeface="Verizon NHG DS"/>
                <a:ea typeface="Verizon NHG DS"/>
                <a:cs typeface="Verizon NHG DS"/>
                <a:sym typeface="Verizon NHG DS"/>
              </a:defRPr>
            </a:lvl8pPr>
            <a:lvl9pPr marL="0" lvl="8" indent="0" algn="r" rtl="0">
              <a:spcBef>
                <a:spcPts val="0"/>
              </a:spcBef>
              <a:buNone/>
              <a:defRPr sz="700" b="1">
                <a:solidFill>
                  <a:schemeClr val="lt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pic>
        <p:nvPicPr>
          <p:cNvPr id="306" name="Google Shape;306;p56"/>
          <p:cNvPicPr preferRelativeResize="0"/>
          <p:nvPr/>
        </p:nvPicPr>
        <p:blipFill rotWithShape="1">
          <a:blip r:embed="rId2">
            <a:alphaModFix/>
          </a:blip>
          <a:srcRect/>
          <a:stretch/>
        </p:blipFill>
        <p:spPr>
          <a:xfrm>
            <a:off x="357160" y="4615079"/>
            <a:ext cx="1069848" cy="384837"/>
          </a:xfrm>
          <a:prstGeom prst="rect">
            <a:avLst/>
          </a:prstGeom>
          <a:noFill/>
          <a:ln>
            <a:noFill/>
          </a:ln>
        </p:spPr>
      </p:pic>
      <p:sp>
        <p:nvSpPr>
          <p:cNvPr id="307" name="Google Shape;307;p56"/>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 sz="650" b="0" i="0">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Statement Black Text Photo">
  <p:cSld name="Statement Black Text Photo">
    <p:bg>
      <p:bgPr>
        <a:solidFill>
          <a:schemeClr val="lt1"/>
        </a:solidFill>
        <a:effectLst/>
      </p:bgPr>
    </p:bg>
    <p:spTree>
      <p:nvGrpSpPr>
        <p:cNvPr id="1" name="Shape 308"/>
        <p:cNvGrpSpPr/>
        <p:nvPr/>
      </p:nvGrpSpPr>
      <p:grpSpPr>
        <a:xfrm>
          <a:off x="0" y="0"/>
          <a:ext cx="0" cy="0"/>
          <a:chOff x="0" y="0"/>
          <a:chExt cx="0" cy="0"/>
        </a:xfrm>
      </p:grpSpPr>
      <p:sp>
        <p:nvSpPr>
          <p:cNvPr id="309" name="Google Shape;309;p57"/>
          <p:cNvSpPr>
            <a:spLocks noGrp="1"/>
          </p:cNvSpPr>
          <p:nvPr>
            <p:ph type="pic" idx="2"/>
          </p:nvPr>
        </p:nvSpPr>
        <p:spPr>
          <a:xfrm>
            <a:off x="0" y="0"/>
            <a:ext cx="9144000" cy="5143500"/>
          </a:xfrm>
          <a:prstGeom prst="rect">
            <a:avLst/>
          </a:prstGeom>
          <a:solidFill>
            <a:srgbClr val="D8D8D8"/>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310" name="Google Shape;310;p57"/>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Verizon NHG DS"/>
              <a:buNone/>
              <a:defRPr sz="40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1" name="Google Shape;311;p5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pic>
        <p:nvPicPr>
          <p:cNvPr id="312" name="Google Shape;312;p57"/>
          <p:cNvPicPr preferRelativeResize="0"/>
          <p:nvPr/>
        </p:nvPicPr>
        <p:blipFill rotWithShape="1">
          <a:blip r:embed="rId2">
            <a:alphaModFix/>
          </a:blip>
          <a:srcRect/>
          <a:stretch/>
        </p:blipFill>
        <p:spPr>
          <a:xfrm>
            <a:off x="353824" y="4608575"/>
            <a:ext cx="1069844" cy="397804"/>
          </a:xfrm>
          <a:prstGeom prst="rect">
            <a:avLst/>
          </a:prstGeom>
          <a:noFill/>
          <a:ln>
            <a:noFill/>
          </a:ln>
        </p:spPr>
      </p:pic>
      <p:sp>
        <p:nvSpPr>
          <p:cNvPr id="313" name="Google Shape;313;p57"/>
          <p:cNvSpPr txBox="1"/>
          <p:nvPr/>
        </p:nvSpPr>
        <p:spPr>
          <a:xfrm>
            <a:off x="1333500" y="4612166"/>
            <a:ext cx="7124700" cy="3012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 sz="650" b="0" i="0">
                <a:solidFill>
                  <a:schemeClr val="dk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dk1"/>
              </a:solidFill>
              <a:latin typeface="Verizon NHG DS"/>
              <a:ea typeface="Verizon NHG DS"/>
              <a:cs typeface="Verizon NHG DS"/>
              <a:sym typeface="Verizon NHG D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hree Column Text and Photos">
  <p:cSld name="Three Column Text and Photos">
    <p:spTree>
      <p:nvGrpSpPr>
        <p:cNvPr id="1" name="Shape 314"/>
        <p:cNvGrpSpPr/>
        <p:nvPr/>
      </p:nvGrpSpPr>
      <p:grpSpPr>
        <a:xfrm>
          <a:off x="0" y="0"/>
          <a:ext cx="0" cy="0"/>
          <a:chOff x="0" y="0"/>
          <a:chExt cx="0" cy="0"/>
        </a:xfrm>
      </p:grpSpPr>
      <p:sp>
        <p:nvSpPr>
          <p:cNvPr id="315" name="Google Shape;315;p5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cxnSp>
        <p:nvCxnSpPr>
          <p:cNvPr id="316" name="Google Shape;316;p58"/>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317" name="Google Shape;317;p58"/>
          <p:cNvSpPr txBox="1">
            <a:spLocks noGrp="1"/>
          </p:cNvSpPr>
          <p:nvPr>
            <p:ph type="body" idx="1"/>
          </p:nvPr>
        </p:nvSpPr>
        <p:spPr>
          <a:xfrm>
            <a:off x="6119213"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318" name="Google Shape;318;p58"/>
          <p:cNvSpPr txBox="1">
            <a:spLocks noGrp="1"/>
          </p:cNvSpPr>
          <p:nvPr>
            <p:ph type="body" idx="2"/>
          </p:nvPr>
        </p:nvSpPr>
        <p:spPr>
          <a:xfrm>
            <a:off x="3288207"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319" name="Google Shape;319;p58"/>
          <p:cNvSpPr txBox="1">
            <a:spLocks noGrp="1"/>
          </p:cNvSpPr>
          <p:nvPr>
            <p:ph type="body" idx="3"/>
          </p:nvPr>
        </p:nvSpPr>
        <p:spPr>
          <a:xfrm>
            <a:off x="457200"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320" name="Google Shape;320;p58"/>
          <p:cNvSpPr>
            <a:spLocks noGrp="1"/>
          </p:cNvSpPr>
          <p:nvPr>
            <p:ph type="pic" idx="4"/>
          </p:nvPr>
        </p:nvSpPr>
        <p:spPr>
          <a:xfrm>
            <a:off x="457200"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321" name="Google Shape;321;p58"/>
          <p:cNvSpPr>
            <a:spLocks noGrp="1"/>
          </p:cNvSpPr>
          <p:nvPr>
            <p:ph type="pic" idx="5"/>
          </p:nvPr>
        </p:nvSpPr>
        <p:spPr>
          <a:xfrm>
            <a:off x="3288206"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322" name="Google Shape;322;p58"/>
          <p:cNvSpPr>
            <a:spLocks noGrp="1"/>
          </p:cNvSpPr>
          <p:nvPr>
            <p:ph type="pic" idx="6"/>
          </p:nvPr>
        </p:nvSpPr>
        <p:spPr>
          <a:xfrm>
            <a:off x="6119213"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323" name="Google Shape;323;p58"/>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Media">
  <p:cSld name="Media">
    <p:bg>
      <p:bgPr>
        <a:solidFill>
          <a:schemeClr val="dk1"/>
        </a:solidFill>
        <a:effectLst/>
      </p:bgPr>
    </p:bg>
    <p:spTree>
      <p:nvGrpSpPr>
        <p:cNvPr id="1" name="Shape 324"/>
        <p:cNvGrpSpPr/>
        <p:nvPr/>
      </p:nvGrpSpPr>
      <p:grpSpPr>
        <a:xfrm>
          <a:off x="0" y="0"/>
          <a:ext cx="0" cy="0"/>
          <a:chOff x="0" y="0"/>
          <a:chExt cx="0" cy="0"/>
        </a:xfrm>
      </p:grpSpPr>
      <p:sp>
        <p:nvSpPr>
          <p:cNvPr id="325" name="Google Shape;325;p59"/>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sp>
        <p:nvSpPr>
          <p:cNvPr id="326" name="Google Shape;326;p59"/>
          <p:cNvSpPr>
            <a:spLocks noGrp="1"/>
          </p:cNvSpPr>
          <p:nvPr>
            <p:ph type="media" idx="2"/>
          </p:nvPr>
        </p:nvSpPr>
        <p:spPr>
          <a:xfrm>
            <a:off x="0" y="0"/>
            <a:ext cx="9144000" cy="5143500"/>
          </a:xfrm>
          <a:prstGeom prst="rect">
            <a:avLst/>
          </a:prstGeom>
          <a:solidFill>
            <a:srgbClr val="A5A5A5"/>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One Statement and Long Chart">
  <p:cSld name="One Statement and Long Chart">
    <p:spTree>
      <p:nvGrpSpPr>
        <p:cNvPr id="1" name="Shape 327"/>
        <p:cNvGrpSpPr/>
        <p:nvPr/>
      </p:nvGrpSpPr>
      <p:grpSpPr>
        <a:xfrm>
          <a:off x="0" y="0"/>
          <a:ext cx="0" cy="0"/>
          <a:chOff x="0" y="0"/>
          <a:chExt cx="0" cy="0"/>
        </a:xfrm>
      </p:grpSpPr>
      <p:sp>
        <p:nvSpPr>
          <p:cNvPr id="328" name="Google Shape;328;p60"/>
          <p:cNvSpPr>
            <a:spLocks noGrp="1"/>
          </p:cNvSpPr>
          <p:nvPr>
            <p:ph type="chart" idx="2"/>
          </p:nvPr>
        </p:nvSpPr>
        <p:spPr>
          <a:xfrm>
            <a:off x="457198" y="2095248"/>
            <a:ext cx="8229600" cy="23433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329" name="Google Shape;329;p6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330" name="Google Shape;330;p60"/>
          <p:cNvSpPr txBox="1">
            <a:spLocks noGrp="1"/>
          </p:cNvSpPr>
          <p:nvPr>
            <p:ph type="body" idx="1"/>
          </p:nvPr>
        </p:nvSpPr>
        <p:spPr>
          <a:xfrm>
            <a:off x="457200" y="1459580"/>
            <a:ext cx="8229600" cy="563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0"/>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331" name="Google Shape;331;p60"/>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332" name="Google Shape;332;p60"/>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One Statement and Horizontal Chart">
  <p:cSld name="One Statement and Horizontal Chart">
    <p:spTree>
      <p:nvGrpSpPr>
        <p:cNvPr id="1" name="Shape 333"/>
        <p:cNvGrpSpPr/>
        <p:nvPr/>
      </p:nvGrpSpPr>
      <p:grpSpPr>
        <a:xfrm>
          <a:off x="0" y="0"/>
          <a:ext cx="0" cy="0"/>
          <a:chOff x="0" y="0"/>
          <a:chExt cx="0" cy="0"/>
        </a:xfrm>
      </p:grpSpPr>
      <p:sp>
        <p:nvSpPr>
          <p:cNvPr id="334" name="Google Shape;334;p61"/>
          <p:cNvSpPr>
            <a:spLocks noGrp="1"/>
          </p:cNvSpPr>
          <p:nvPr>
            <p:ph type="chart" idx="2"/>
          </p:nvPr>
        </p:nvSpPr>
        <p:spPr>
          <a:xfrm>
            <a:off x="457198" y="2095248"/>
            <a:ext cx="7086600" cy="23841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335" name="Google Shape;335;p6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Verizon NHG TX"/>
                <a:ea typeface="Verizon NHG TX"/>
                <a:cs typeface="Verizon NHG TX"/>
                <a:sym typeface="Verizon NHG TX"/>
              </a:defRPr>
            </a:lvl1pPr>
            <a:lvl2pPr marR="0" lvl="1"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2pPr>
            <a:lvl3pPr marR="0" lvl="2"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3pPr>
            <a:lvl4pPr marR="0" lvl="3"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4pPr>
            <a:lvl5pPr marR="0" lvl="4"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5pPr>
            <a:lvl6pPr marR="0" lvl="5"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6pPr>
            <a:lvl7pPr marR="0" lvl="6"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7pPr>
            <a:lvl8pPr marR="0" lvl="7"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8pPr>
            <a:lvl9pPr marR="0" lvl="8"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9pPr>
          </a:lstStyle>
          <a:p>
            <a:endParaRPr/>
          </a:p>
        </p:txBody>
      </p:sp>
      <p:sp>
        <p:nvSpPr>
          <p:cNvPr id="336" name="Google Shape;336;p6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337" name="Google Shape;337;p61"/>
          <p:cNvSpPr txBox="1">
            <a:spLocks noGrp="1"/>
          </p:cNvSpPr>
          <p:nvPr>
            <p:ph type="body" idx="1"/>
          </p:nvPr>
        </p:nvSpPr>
        <p:spPr>
          <a:xfrm>
            <a:off x="457200" y="1459580"/>
            <a:ext cx="7086600" cy="563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338" name="Google Shape;338;p61"/>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339" name="Google Shape;339;p61"/>
          <p:cNvSpPr txBox="1"/>
          <p:nvPr/>
        </p:nvSpPr>
        <p:spPr>
          <a:xfrm>
            <a:off x="1294108" y="937647"/>
            <a:ext cx="1848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izon NHG TX"/>
              <a:ea typeface="Verizon NHG TX"/>
              <a:cs typeface="Verizon NHG TX"/>
              <a:sym typeface="Verizon NHG TX"/>
            </a:endParaRPr>
          </a:p>
        </p:txBody>
      </p:sp>
      <p:sp>
        <p:nvSpPr>
          <p:cNvPr id="340" name="Google Shape;340;p61"/>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1_One Statement and Chart">
  <p:cSld name="1_One Statement and Chart">
    <p:spTree>
      <p:nvGrpSpPr>
        <p:cNvPr id="1" name="Shape 341"/>
        <p:cNvGrpSpPr/>
        <p:nvPr/>
      </p:nvGrpSpPr>
      <p:grpSpPr>
        <a:xfrm>
          <a:off x="0" y="0"/>
          <a:ext cx="0" cy="0"/>
          <a:chOff x="0" y="0"/>
          <a:chExt cx="0" cy="0"/>
        </a:xfrm>
      </p:grpSpPr>
      <p:sp>
        <p:nvSpPr>
          <p:cNvPr id="342" name="Google Shape;342;p62"/>
          <p:cNvSpPr>
            <a:spLocks noGrp="1"/>
          </p:cNvSpPr>
          <p:nvPr>
            <p:ph type="chart" idx="2"/>
          </p:nvPr>
        </p:nvSpPr>
        <p:spPr>
          <a:xfrm>
            <a:off x="4572000" y="594360"/>
            <a:ext cx="4114800" cy="36156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DS"/>
              <a:buNone/>
              <a:defRPr sz="1200" b="0" i="0" u="none" strike="noStrike" cap="none">
                <a:solidFill>
                  <a:schemeClr val="dk1"/>
                </a:solidFill>
                <a:latin typeface="Verizon NHG DS"/>
                <a:ea typeface="Verizon NHG DS"/>
                <a:cs typeface="Verizon NHG DS"/>
                <a:sym typeface="Verizon NHG DS"/>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343" name="Google Shape;343;p62"/>
          <p:cNvSpPr txBox="1">
            <a:spLocks noGrp="1"/>
          </p:cNvSpPr>
          <p:nvPr>
            <p:ph type="body" idx="1"/>
          </p:nvPr>
        </p:nvSpPr>
        <p:spPr>
          <a:xfrm>
            <a:off x="457200" y="1459580"/>
            <a:ext cx="3933000" cy="2750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DS"/>
              <a:buNone/>
              <a:defRPr>
                <a:latin typeface="Verizon NHG DS"/>
                <a:ea typeface="Verizon NHG DS"/>
                <a:cs typeface="Verizon NHG DS"/>
                <a:sym typeface="Verizon NHG DS"/>
              </a:defRPr>
            </a:lvl1pPr>
            <a:lvl2pPr marL="914400" lvl="1" indent="-228600" algn="l" rtl="0">
              <a:lnSpc>
                <a:spcPct val="100000"/>
              </a:lnSpc>
              <a:spcBef>
                <a:spcPts val="900"/>
              </a:spcBef>
              <a:spcAft>
                <a:spcPts val="0"/>
              </a:spcAft>
              <a:buClr>
                <a:schemeClr val="dk1"/>
              </a:buClr>
              <a:buSzPts val="1200"/>
              <a:buFont typeface="Verizon NHG DS"/>
              <a:buNone/>
              <a:defRPr>
                <a:latin typeface="Verizon NHG DS"/>
                <a:ea typeface="Verizon NHG DS"/>
                <a:cs typeface="Verizon NHG DS"/>
                <a:sym typeface="Verizon NHG DS"/>
              </a:defRPr>
            </a:lvl2pPr>
            <a:lvl3pPr marL="1371600" lvl="2" indent="-304800" algn="l" rtl="0">
              <a:lnSpc>
                <a:spcPct val="100000"/>
              </a:lnSpc>
              <a:spcBef>
                <a:spcPts val="600"/>
              </a:spcBef>
              <a:spcAft>
                <a:spcPts val="0"/>
              </a:spcAft>
              <a:buClr>
                <a:schemeClr val="dk1"/>
              </a:buClr>
              <a:buSzPts val="1200"/>
              <a:buChar char="•"/>
              <a:defRPr>
                <a:latin typeface="Verizon NHG DS"/>
                <a:ea typeface="Verizon NHG DS"/>
                <a:cs typeface="Verizon NHG DS"/>
                <a:sym typeface="Verizon NHG DS"/>
              </a:defRPr>
            </a:lvl3pPr>
            <a:lvl4pPr marL="1828800" lvl="3" indent="-304800" algn="l" rtl="0">
              <a:lnSpc>
                <a:spcPct val="100000"/>
              </a:lnSpc>
              <a:spcBef>
                <a:spcPts val="600"/>
              </a:spcBef>
              <a:spcAft>
                <a:spcPts val="0"/>
              </a:spcAft>
              <a:buClr>
                <a:schemeClr val="dk1"/>
              </a:buClr>
              <a:buSzPts val="1200"/>
              <a:buChar char="–"/>
              <a:defRPr>
                <a:latin typeface="Verizon NHG DS"/>
                <a:ea typeface="Verizon NHG DS"/>
                <a:cs typeface="Verizon NHG DS"/>
                <a:sym typeface="Verizon NHG DS"/>
              </a:defRPr>
            </a:lvl4pPr>
            <a:lvl5pPr marL="2286000" lvl="4" indent="-304800" algn="l" rtl="0">
              <a:lnSpc>
                <a:spcPct val="100000"/>
              </a:lnSpc>
              <a:spcBef>
                <a:spcPts val="600"/>
              </a:spcBef>
              <a:spcAft>
                <a:spcPts val="0"/>
              </a:spcAft>
              <a:buClr>
                <a:schemeClr val="dk1"/>
              </a:buClr>
              <a:buSzPts val="1200"/>
              <a:buChar char="–"/>
              <a:defRPr>
                <a:latin typeface="Verizon NHG DS"/>
                <a:ea typeface="Verizon NHG DS"/>
                <a:cs typeface="Verizon NHG DS"/>
                <a:sym typeface="Verizon NHG DS"/>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344" name="Google Shape;344;p62"/>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345" name="Google Shape;345;p62"/>
          <p:cNvSpPr txBox="1">
            <a:spLocks noGrp="1"/>
          </p:cNvSpPr>
          <p:nvPr>
            <p:ph type="title"/>
          </p:nvPr>
        </p:nvSpPr>
        <p:spPr>
          <a:xfrm>
            <a:off x="457200" y="590550"/>
            <a:ext cx="393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2400"/>
              <a:buFont typeface="Verizon NHG DS"/>
              <a:buNone/>
              <a:defRPr>
                <a:latin typeface="Verizon NHG DS"/>
                <a:ea typeface="Verizon NHG DS"/>
                <a:cs typeface="Verizon NHG DS"/>
                <a:sym typeface="Verizon NHG D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omplex Chart">
  <p:cSld name="Complex Chart">
    <p:spTree>
      <p:nvGrpSpPr>
        <p:cNvPr id="1" name="Shape 346"/>
        <p:cNvGrpSpPr/>
        <p:nvPr/>
      </p:nvGrpSpPr>
      <p:grpSpPr>
        <a:xfrm>
          <a:off x="0" y="0"/>
          <a:ext cx="0" cy="0"/>
          <a:chOff x="0" y="0"/>
          <a:chExt cx="0" cy="0"/>
        </a:xfrm>
      </p:grpSpPr>
      <p:sp>
        <p:nvSpPr>
          <p:cNvPr id="347" name="Google Shape;347;p6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348" name="Google Shape;348;p63"/>
          <p:cNvSpPr txBox="1">
            <a:spLocks noGrp="1"/>
          </p:cNvSpPr>
          <p:nvPr>
            <p:ph type="title"/>
          </p:nvPr>
        </p:nvSpPr>
        <p:spPr>
          <a:xfrm>
            <a:off x="457200" y="2476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9" name="Google Shape;349;p63"/>
          <p:cNvSpPr>
            <a:spLocks noGrp="1"/>
          </p:cNvSpPr>
          <p:nvPr>
            <p:ph type="pic" idx="2"/>
          </p:nvPr>
        </p:nvSpPr>
        <p:spPr>
          <a:xfrm>
            <a:off x="457200" y="590550"/>
            <a:ext cx="8229600" cy="3848100"/>
          </a:xfrm>
          <a:prstGeom prst="rect">
            <a:avLst/>
          </a:prstGeom>
          <a:noFill/>
          <a:ln>
            <a:noFill/>
          </a:ln>
        </p:spPr>
        <p:txBody>
          <a:bodyPr spcFirstLastPara="1" wrap="square" lIns="0" tIns="1463025" rIns="0" bIns="0" anchor="t" anchorCtr="0">
            <a:noAutofit/>
          </a:bodyPr>
          <a:lstStyle>
            <a:lvl1pPr marR="0" lvl="0" algn="ctr"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wo Chart Slide">
  <p:cSld name="Two Chart Slide">
    <p:spTree>
      <p:nvGrpSpPr>
        <p:cNvPr id="1" name="Shape 350"/>
        <p:cNvGrpSpPr/>
        <p:nvPr/>
      </p:nvGrpSpPr>
      <p:grpSpPr>
        <a:xfrm>
          <a:off x="0" y="0"/>
          <a:ext cx="0" cy="0"/>
          <a:chOff x="0" y="0"/>
          <a:chExt cx="0" cy="0"/>
        </a:xfrm>
      </p:grpSpPr>
      <p:sp>
        <p:nvSpPr>
          <p:cNvPr id="351" name="Google Shape;351;p64"/>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Verizon NHG TX"/>
                <a:ea typeface="Verizon NHG TX"/>
                <a:cs typeface="Verizon NHG TX"/>
                <a:sym typeface="Verizon NHG TX"/>
              </a:defRPr>
            </a:lvl1pPr>
            <a:lvl2pPr marR="0" lvl="1"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2pPr>
            <a:lvl3pPr marR="0" lvl="2"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3pPr>
            <a:lvl4pPr marR="0" lvl="3"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4pPr>
            <a:lvl5pPr marR="0" lvl="4"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5pPr>
            <a:lvl6pPr marR="0" lvl="5"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6pPr>
            <a:lvl7pPr marR="0" lvl="6"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7pPr>
            <a:lvl8pPr marR="0" lvl="7"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8pPr>
            <a:lvl9pPr marR="0" lvl="8"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9pPr>
          </a:lstStyle>
          <a:p>
            <a:endParaRPr/>
          </a:p>
        </p:txBody>
      </p:sp>
      <p:sp>
        <p:nvSpPr>
          <p:cNvPr id="352" name="Google Shape;352;p6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353" name="Google Shape;353;p64"/>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354" name="Google Shape;354;p64"/>
          <p:cNvSpPr txBox="1">
            <a:spLocks noGrp="1"/>
          </p:cNvSpPr>
          <p:nvPr>
            <p:ph type="body" idx="1"/>
          </p:nvPr>
        </p:nvSpPr>
        <p:spPr>
          <a:xfrm>
            <a:off x="457200" y="1459580"/>
            <a:ext cx="3933000" cy="3017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355" name="Google Shape;355;p64"/>
          <p:cNvSpPr txBox="1">
            <a:spLocks noGrp="1"/>
          </p:cNvSpPr>
          <p:nvPr>
            <p:ph type="body" idx="2"/>
          </p:nvPr>
        </p:nvSpPr>
        <p:spPr>
          <a:xfrm>
            <a:off x="4572000" y="1459580"/>
            <a:ext cx="3933000" cy="3017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356" name="Google Shape;356;p64"/>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357"/>
        <p:cNvGrpSpPr/>
        <p:nvPr/>
      </p:nvGrpSpPr>
      <p:grpSpPr>
        <a:xfrm>
          <a:off x="0" y="0"/>
          <a:ext cx="0" cy="0"/>
          <a:chOff x="0" y="0"/>
          <a:chExt cx="0" cy="0"/>
        </a:xfrm>
      </p:grpSpPr>
      <p:pic>
        <p:nvPicPr>
          <p:cNvPr id="358" name="Google Shape;358;p65"/>
          <p:cNvPicPr preferRelativeResize="0"/>
          <p:nvPr/>
        </p:nvPicPr>
        <p:blipFill rotWithShape="1">
          <a:blip r:embed="rId2">
            <a:alphaModFix/>
          </a:blip>
          <a:srcRect/>
          <a:stretch/>
        </p:blipFill>
        <p:spPr>
          <a:xfrm>
            <a:off x="0" y="0"/>
            <a:ext cx="9144002" cy="5143501"/>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1_Thank You">
  <p:cSld name="1_Thank You">
    <p:spTree>
      <p:nvGrpSpPr>
        <p:cNvPr id="1" name="Shape 359"/>
        <p:cNvGrpSpPr/>
        <p:nvPr/>
      </p:nvGrpSpPr>
      <p:grpSpPr>
        <a:xfrm>
          <a:off x="0" y="0"/>
          <a:ext cx="0" cy="0"/>
          <a:chOff x="0" y="0"/>
          <a:chExt cx="0" cy="0"/>
        </a:xfrm>
      </p:grpSpPr>
      <p:pic>
        <p:nvPicPr>
          <p:cNvPr id="360" name="Google Shape;360;p66"/>
          <p:cNvPicPr preferRelativeResize="0"/>
          <p:nvPr/>
        </p:nvPicPr>
        <p:blipFill rotWithShape="1">
          <a:blip r:embed="rId2">
            <a:alphaModFix/>
          </a:blip>
          <a:srcRect/>
          <a:stretch/>
        </p:blipFill>
        <p:spPr>
          <a:xfrm>
            <a:off x="0" y="0"/>
            <a:ext cx="9144002" cy="5143501"/>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matchingName="Title Slide Black">
  <p:cSld name="Title Slide Black">
    <p:bg>
      <p:bgPr>
        <a:solidFill>
          <a:schemeClr val="dk2"/>
        </a:solidFill>
        <a:effectLst/>
      </p:bgPr>
    </p:bg>
    <p:spTree>
      <p:nvGrpSpPr>
        <p:cNvPr id="1" name="Shape 361"/>
        <p:cNvGrpSpPr/>
        <p:nvPr/>
      </p:nvGrpSpPr>
      <p:grpSpPr>
        <a:xfrm>
          <a:off x="0" y="0"/>
          <a:ext cx="0" cy="0"/>
          <a:chOff x="0" y="0"/>
          <a:chExt cx="0" cy="0"/>
        </a:xfrm>
      </p:grpSpPr>
      <p:sp>
        <p:nvSpPr>
          <p:cNvPr id="362" name="Google Shape;362;p67"/>
          <p:cNvSpPr txBox="1">
            <a:spLocks noGrp="1"/>
          </p:cNvSpPr>
          <p:nvPr>
            <p:ph type="ctrTitle"/>
          </p:nvPr>
        </p:nvSpPr>
        <p:spPr>
          <a:xfrm>
            <a:off x="457200" y="1097280"/>
            <a:ext cx="4114800" cy="1302900"/>
          </a:xfrm>
          <a:prstGeom prst="rect">
            <a:avLst/>
          </a:prstGeom>
          <a:noFill/>
          <a:ln>
            <a:noFill/>
          </a:ln>
        </p:spPr>
        <p:txBody>
          <a:bodyPr spcFirstLastPara="1" wrap="square" lIns="68575" tIns="68575" rIns="68575" bIns="68575" anchor="t" anchorCtr="0">
            <a:noAutofit/>
          </a:bodyPr>
          <a:lstStyle>
            <a:lvl1pPr marR="0" lvl="0" algn="l" rtl="0">
              <a:lnSpc>
                <a:spcPct val="80000"/>
              </a:lnSpc>
              <a:spcBef>
                <a:spcPts val="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800"/>
              <a:buFont typeface="Arial"/>
              <a:buNone/>
              <a:defRPr sz="1800"/>
            </a:lvl2pPr>
            <a:lvl3pPr lvl="2" algn="l" rtl="0">
              <a:lnSpc>
                <a:spcPct val="100000"/>
              </a:lnSpc>
              <a:spcBef>
                <a:spcPts val="0"/>
              </a:spcBef>
              <a:spcAft>
                <a:spcPts val="0"/>
              </a:spcAft>
              <a:buSzPts val="1800"/>
              <a:buFont typeface="Arial"/>
              <a:buNone/>
              <a:defRPr sz="1800"/>
            </a:lvl3pPr>
            <a:lvl4pPr lvl="3" algn="l" rtl="0">
              <a:lnSpc>
                <a:spcPct val="100000"/>
              </a:lnSpc>
              <a:spcBef>
                <a:spcPts val="0"/>
              </a:spcBef>
              <a:spcAft>
                <a:spcPts val="0"/>
              </a:spcAft>
              <a:buSzPts val="1800"/>
              <a:buFont typeface="Arial"/>
              <a:buNone/>
              <a:defRPr sz="1800"/>
            </a:lvl4pPr>
            <a:lvl5pPr lvl="4" algn="l" rtl="0">
              <a:lnSpc>
                <a:spcPct val="100000"/>
              </a:lnSpc>
              <a:spcBef>
                <a:spcPts val="0"/>
              </a:spcBef>
              <a:spcAft>
                <a:spcPts val="0"/>
              </a:spcAft>
              <a:buSzPts val="1800"/>
              <a:buFont typeface="Arial"/>
              <a:buNone/>
              <a:defRPr sz="1800"/>
            </a:lvl5pPr>
            <a:lvl6pPr lvl="5" algn="l" rtl="0">
              <a:lnSpc>
                <a:spcPct val="100000"/>
              </a:lnSpc>
              <a:spcBef>
                <a:spcPts val="0"/>
              </a:spcBef>
              <a:spcAft>
                <a:spcPts val="0"/>
              </a:spcAft>
              <a:buSzPts val="1800"/>
              <a:buFont typeface="Arial"/>
              <a:buNone/>
              <a:defRPr sz="1800"/>
            </a:lvl6pPr>
            <a:lvl7pPr lvl="6" algn="l" rtl="0">
              <a:lnSpc>
                <a:spcPct val="100000"/>
              </a:lnSpc>
              <a:spcBef>
                <a:spcPts val="0"/>
              </a:spcBef>
              <a:spcAft>
                <a:spcPts val="0"/>
              </a:spcAft>
              <a:buSzPts val="1800"/>
              <a:buFont typeface="Arial"/>
              <a:buNone/>
              <a:defRPr sz="1800"/>
            </a:lvl7pPr>
            <a:lvl8pPr lvl="7" algn="l" rtl="0">
              <a:lnSpc>
                <a:spcPct val="100000"/>
              </a:lnSpc>
              <a:spcBef>
                <a:spcPts val="0"/>
              </a:spcBef>
              <a:spcAft>
                <a:spcPts val="0"/>
              </a:spcAft>
              <a:buSzPts val="1800"/>
              <a:buFont typeface="Arial"/>
              <a:buNone/>
              <a:defRPr sz="1800"/>
            </a:lvl8pPr>
            <a:lvl9pPr lvl="8" algn="l" rtl="0">
              <a:lnSpc>
                <a:spcPct val="100000"/>
              </a:lnSpc>
              <a:spcBef>
                <a:spcPts val="0"/>
              </a:spcBef>
              <a:spcAft>
                <a:spcPts val="0"/>
              </a:spcAft>
              <a:buSzPts val="1800"/>
              <a:buFont typeface="Arial"/>
              <a:buNone/>
              <a:defRPr sz="1800"/>
            </a:lvl9pPr>
          </a:lstStyle>
          <a:p>
            <a:endParaRPr/>
          </a:p>
        </p:txBody>
      </p:sp>
      <p:sp>
        <p:nvSpPr>
          <p:cNvPr id="363" name="Google Shape;363;p67"/>
          <p:cNvSpPr txBox="1">
            <a:spLocks noGrp="1"/>
          </p:cNvSpPr>
          <p:nvPr>
            <p:ph type="subTitle" idx="1"/>
          </p:nvPr>
        </p:nvSpPr>
        <p:spPr>
          <a:xfrm>
            <a:off x="457200" y="2468880"/>
            <a:ext cx="4114800" cy="1028700"/>
          </a:xfrm>
          <a:prstGeom prst="rect">
            <a:avLst/>
          </a:prstGeom>
          <a:noFill/>
          <a:ln>
            <a:noFill/>
          </a:ln>
        </p:spPr>
        <p:txBody>
          <a:bodyPr spcFirstLastPara="1" wrap="square" lIns="68575" tIns="68575" rIns="68575" bIns="68575" anchor="t" anchorCtr="0">
            <a:noAutofit/>
          </a:bodyPr>
          <a:lstStyle>
            <a:lvl1pPr marR="0" lvl="0" algn="l" rtl="0">
              <a:lnSpc>
                <a:spcPct val="80000"/>
              </a:lnSpc>
              <a:spcBef>
                <a:spcPts val="900"/>
              </a:spcBef>
              <a:spcAft>
                <a:spcPts val="0"/>
              </a:spcAft>
              <a:buClr>
                <a:schemeClr val="lt1"/>
              </a:buClr>
              <a:buSzPts val="2000"/>
              <a:buFont typeface="Arial"/>
              <a:buNone/>
              <a:defRPr sz="2000" b="1" i="0" u="none" strike="noStrike" cap="none">
                <a:solidFill>
                  <a:schemeClr val="lt1"/>
                </a:solidFill>
                <a:latin typeface="Arial"/>
                <a:ea typeface="Arial"/>
                <a:cs typeface="Arial"/>
                <a:sym typeface="Arial"/>
              </a:defRPr>
            </a:lvl1pPr>
            <a:lvl2pPr marR="0" lvl="1" algn="ctr" rtl="0">
              <a:lnSpc>
                <a:spcPct val="100000"/>
              </a:lnSpc>
              <a:spcBef>
                <a:spcPts val="12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ctr" rtl="0">
              <a:lnSpc>
                <a:spcPct val="100000"/>
              </a:lnSpc>
              <a:spcBef>
                <a:spcPts val="9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ctr" rtl="0">
              <a:lnSpc>
                <a:spcPct val="100000"/>
              </a:lnSpc>
              <a:spcBef>
                <a:spcPts val="9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ctr" rtl="0">
              <a:lnSpc>
                <a:spcPct val="100000"/>
              </a:lnSpc>
              <a:spcBef>
                <a:spcPts val="9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ctr" rtl="0">
              <a:lnSpc>
                <a:spcPct val="100000"/>
              </a:lnSpc>
              <a:spcBef>
                <a:spcPts val="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6pPr>
            <a:lvl7pPr marR="0" lvl="6" algn="ctr" rtl="0">
              <a:lnSpc>
                <a:spcPct val="100000"/>
              </a:lnSpc>
              <a:spcBef>
                <a:spcPts val="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7pPr>
            <a:lvl8pPr marR="0" lvl="7" algn="ctr" rtl="0">
              <a:lnSpc>
                <a:spcPct val="100000"/>
              </a:lnSpc>
              <a:spcBef>
                <a:spcPts val="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8pPr>
            <a:lvl9pPr marR="0" lvl="8" algn="ctr" rtl="0">
              <a:lnSpc>
                <a:spcPct val="100000"/>
              </a:lnSpc>
              <a:spcBef>
                <a:spcPts val="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9pPr>
          </a:lstStyle>
          <a:p>
            <a:endParaRPr/>
          </a:p>
        </p:txBody>
      </p:sp>
      <p:pic>
        <p:nvPicPr>
          <p:cNvPr id="364" name="Google Shape;364;p67"/>
          <p:cNvPicPr preferRelativeResize="0"/>
          <p:nvPr/>
        </p:nvPicPr>
        <p:blipFill rotWithShape="1">
          <a:blip r:embed="rId2">
            <a:alphaModFix/>
          </a:blip>
          <a:srcRect/>
          <a:stretch/>
        </p:blipFill>
        <p:spPr>
          <a:xfrm>
            <a:off x="353825" y="4749451"/>
            <a:ext cx="786284" cy="297807"/>
          </a:xfrm>
          <a:prstGeom prst="rect">
            <a:avLst/>
          </a:prstGeom>
          <a:noFill/>
          <a:ln>
            <a:noFill/>
          </a:ln>
        </p:spPr>
      </p:pic>
      <p:sp>
        <p:nvSpPr>
          <p:cNvPr id="365" name="Google Shape;365;p67"/>
          <p:cNvSpPr txBox="1"/>
          <p:nvPr/>
        </p:nvSpPr>
        <p:spPr>
          <a:xfrm>
            <a:off x="1311899" y="4810894"/>
            <a:ext cx="7236300" cy="171600"/>
          </a:xfrm>
          <a:prstGeom prst="rect">
            <a:avLst/>
          </a:prstGeom>
          <a:noFill/>
          <a:ln>
            <a:noFill/>
          </a:ln>
        </p:spPr>
        <p:txBody>
          <a:bodyPr spcFirstLastPara="1" wrap="square" lIns="0" tIns="0" rIns="182875" bIns="0" anchor="b" anchorCtr="0">
            <a:noAutofit/>
          </a:bodyPr>
          <a:lstStyle/>
          <a:p>
            <a:pPr marL="0" marR="0" lvl="0" indent="0" algn="l" rtl="0">
              <a:lnSpc>
                <a:spcPct val="100000"/>
              </a:lnSpc>
              <a:spcBef>
                <a:spcPts val="0"/>
              </a:spcBef>
              <a:spcAft>
                <a:spcPts val="0"/>
              </a:spcAft>
              <a:buClr>
                <a:srgbClr val="FFFFFF"/>
              </a:buClr>
              <a:buSzPts val="200"/>
              <a:buFont typeface="Arial Narrow"/>
              <a:buNone/>
            </a:pPr>
            <a:r>
              <a:rPr lang="en" sz="600" b="0" i="0" u="none" strike="noStrike" cap="none">
                <a:solidFill>
                  <a:srgbClr val="FFFFFF"/>
                </a:solidFill>
                <a:latin typeface="Arial Narrow"/>
                <a:ea typeface="Arial Narrow"/>
                <a:cs typeface="Arial Narrow"/>
                <a:sym typeface="Arial Narrow"/>
              </a:rPr>
              <a:t>Confidential and proprietary materials for authorized Verizon personnel and outside agencies only. Use, disclosure or distribution of this material is not permitted to any unauthorized persons or third parties except by written agreement.</a:t>
            </a:r>
            <a:endParaRPr sz="600" b="0" i="0" u="none" strike="noStrike" cap="none">
              <a:solidFill>
                <a:srgbClr val="000000"/>
              </a:solidFill>
              <a:latin typeface="Arial"/>
              <a:ea typeface="Arial"/>
              <a:cs typeface="Arial"/>
              <a:sym typeface="Arial"/>
            </a:endParaRPr>
          </a:p>
        </p:txBody>
      </p:sp>
      <p:sp>
        <p:nvSpPr>
          <p:cNvPr id="366" name="Google Shape;366;p67"/>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1000"/>
              <a:buFont typeface="Arial"/>
              <a:buNone/>
              <a:defRPr sz="10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wo Column Content">
  <p:cSld name="Two Column Content">
    <p:spTree>
      <p:nvGrpSpPr>
        <p:cNvPr id="1" name="Shape 367"/>
        <p:cNvGrpSpPr/>
        <p:nvPr/>
      </p:nvGrpSpPr>
      <p:grpSpPr>
        <a:xfrm>
          <a:off x="0" y="0"/>
          <a:ext cx="0" cy="0"/>
          <a:chOff x="0" y="0"/>
          <a:chExt cx="0" cy="0"/>
        </a:xfrm>
      </p:grpSpPr>
      <p:sp>
        <p:nvSpPr>
          <p:cNvPr id="368" name="Google Shape;368;p68"/>
          <p:cNvSpPr txBox="1">
            <a:spLocks noGrp="1"/>
          </p:cNvSpPr>
          <p:nvPr>
            <p:ph type="body" idx="1"/>
          </p:nvPr>
        </p:nvSpPr>
        <p:spPr>
          <a:xfrm>
            <a:off x="457200" y="1097756"/>
            <a:ext cx="3977700" cy="3530100"/>
          </a:xfrm>
          <a:prstGeom prst="rect">
            <a:avLst/>
          </a:prstGeom>
          <a:noFill/>
          <a:ln>
            <a:noFill/>
          </a:ln>
        </p:spPr>
        <p:txBody>
          <a:bodyPr spcFirstLastPara="1" wrap="square" lIns="68575" tIns="68575" rIns="68575" bIns="68575" anchor="t" anchorCtr="0">
            <a:noAutofit/>
          </a:bodyPr>
          <a:lstStyle>
            <a:lvl1pPr marL="457200" marR="0" lvl="0" indent="-228600" algn="l" rtl="0">
              <a:lnSpc>
                <a:spcPct val="100000"/>
              </a:lnSpc>
              <a:spcBef>
                <a:spcPts val="12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1pPr>
            <a:lvl2pPr marL="914400" marR="0" lvl="1" indent="-228600" algn="l" rtl="0">
              <a:lnSpc>
                <a:spcPct val="10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9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9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9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69" name="Google Shape;369;p68"/>
          <p:cNvSpPr txBox="1">
            <a:spLocks noGrp="1"/>
          </p:cNvSpPr>
          <p:nvPr>
            <p:ph type="dt" idx="10"/>
          </p:nvPr>
        </p:nvSpPr>
        <p:spPr>
          <a:xfrm>
            <a:off x="7543800" y="4810899"/>
            <a:ext cx="914400" cy="171600"/>
          </a:xfrm>
          <a:prstGeom prst="rect">
            <a:avLst/>
          </a:prstGeom>
          <a:noFill/>
          <a:ln>
            <a:noFill/>
          </a:ln>
        </p:spPr>
        <p:txBody>
          <a:bodyPr spcFirstLastPara="1" wrap="square" lIns="68575" tIns="68575" rIns="68575" bIns="68575" anchor="b" anchorCtr="0">
            <a:noAutofit/>
          </a:bodyPr>
          <a:lstStyle>
            <a:lvl1pPr marR="0" lvl="0" algn="l" rtl="0">
              <a:lnSpc>
                <a:spcPct val="100000"/>
              </a:lnSpc>
              <a:spcBef>
                <a:spcPts val="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370" name="Google Shape;370;p68"/>
          <p:cNvSpPr txBox="1">
            <a:spLocks noGrp="1"/>
          </p:cNvSpPr>
          <p:nvPr>
            <p:ph type="sldNum" idx="12"/>
          </p:nvPr>
        </p:nvSpPr>
        <p:spPr>
          <a:xfrm>
            <a:off x="8458200" y="4810899"/>
            <a:ext cx="228600" cy="171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371" name="Google Shape;371;p68"/>
          <p:cNvCxnSpPr/>
          <p:nvPr/>
        </p:nvCxnSpPr>
        <p:spPr>
          <a:xfrm>
            <a:off x="457200" y="342900"/>
            <a:ext cx="8229600" cy="0"/>
          </a:xfrm>
          <a:prstGeom prst="straightConnector1">
            <a:avLst/>
          </a:prstGeom>
          <a:noFill/>
          <a:ln w="47625" cap="flat" cmpd="sng">
            <a:solidFill>
              <a:schemeClr val="dk1"/>
            </a:solidFill>
            <a:prstDash val="solid"/>
            <a:round/>
            <a:headEnd type="none" w="sm" len="sm"/>
            <a:tailEnd type="none" w="sm" len="sm"/>
          </a:ln>
        </p:spPr>
      </p:cxnSp>
      <p:sp>
        <p:nvSpPr>
          <p:cNvPr id="372" name="Google Shape;372;p68"/>
          <p:cNvSpPr txBox="1">
            <a:spLocks noGrp="1"/>
          </p:cNvSpPr>
          <p:nvPr>
            <p:ph type="body" idx="2"/>
          </p:nvPr>
        </p:nvSpPr>
        <p:spPr>
          <a:xfrm>
            <a:off x="4709160" y="1097756"/>
            <a:ext cx="3977700" cy="3530100"/>
          </a:xfrm>
          <a:prstGeom prst="rect">
            <a:avLst/>
          </a:prstGeom>
          <a:noFill/>
          <a:ln>
            <a:noFill/>
          </a:ln>
        </p:spPr>
        <p:txBody>
          <a:bodyPr spcFirstLastPara="1" wrap="square" lIns="68575" tIns="68575" rIns="68575" bIns="68575" anchor="t" anchorCtr="0">
            <a:noAutofit/>
          </a:bodyPr>
          <a:lstStyle>
            <a:lvl1pPr marL="457200" marR="0" lvl="0" indent="-228600" algn="l" rtl="0">
              <a:lnSpc>
                <a:spcPct val="100000"/>
              </a:lnSpc>
              <a:spcBef>
                <a:spcPts val="12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1pPr>
            <a:lvl2pPr marL="914400" marR="0" lvl="1" indent="-228600" algn="l" rtl="0">
              <a:lnSpc>
                <a:spcPct val="10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9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9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9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73" name="Google Shape;373;p68"/>
          <p:cNvSpPr txBox="1">
            <a:spLocks noGrp="1"/>
          </p:cNvSpPr>
          <p:nvPr>
            <p:ph type="title"/>
          </p:nvPr>
        </p:nvSpPr>
        <p:spPr>
          <a:xfrm>
            <a:off x="457200" y="445770"/>
            <a:ext cx="7086600" cy="514200"/>
          </a:xfrm>
          <a:prstGeom prst="rect">
            <a:avLst/>
          </a:prstGeom>
          <a:noFill/>
          <a:ln>
            <a:noFill/>
          </a:ln>
        </p:spPr>
        <p:txBody>
          <a:bodyPr spcFirstLastPara="1" wrap="square" lIns="68575" tIns="68575" rIns="68575" bIns="68575" anchor="t" anchorCtr="0">
            <a:noAutofit/>
          </a:bodyPr>
          <a:lstStyle>
            <a:lvl1pPr marR="0" lvl="0" algn="l" rtl="0">
              <a:lnSpc>
                <a:spcPct val="80000"/>
              </a:lnSpc>
              <a:spcBef>
                <a:spcPts val="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lvl="1" algn="l" rtl="0">
              <a:lnSpc>
                <a:spcPct val="100000"/>
              </a:lnSpc>
              <a:spcBef>
                <a:spcPts val="0"/>
              </a:spcBef>
              <a:spcAft>
                <a:spcPts val="0"/>
              </a:spcAft>
              <a:buSzPts val="1800"/>
              <a:buFont typeface="Arial"/>
              <a:buNone/>
              <a:defRPr sz="1800"/>
            </a:lvl2pPr>
            <a:lvl3pPr lvl="2" algn="l" rtl="0">
              <a:lnSpc>
                <a:spcPct val="100000"/>
              </a:lnSpc>
              <a:spcBef>
                <a:spcPts val="0"/>
              </a:spcBef>
              <a:spcAft>
                <a:spcPts val="0"/>
              </a:spcAft>
              <a:buSzPts val="1800"/>
              <a:buFont typeface="Arial"/>
              <a:buNone/>
              <a:defRPr sz="1800"/>
            </a:lvl3pPr>
            <a:lvl4pPr lvl="3" algn="l" rtl="0">
              <a:lnSpc>
                <a:spcPct val="100000"/>
              </a:lnSpc>
              <a:spcBef>
                <a:spcPts val="0"/>
              </a:spcBef>
              <a:spcAft>
                <a:spcPts val="0"/>
              </a:spcAft>
              <a:buSzPts val="1800"/>
              <a:buFont typeface="Arial"/>
              <a:buNone/>
              <a:defRPr sz="1800"/>
            </a:lvl4pPr>
            <a:lvl5pPr lvl="4" algn="l" rtl="0">
              <a:lnSpc>
                <a:spcPct val="100000"/>
              </a:lnSpc>
              <a:spcBef>
                <a:spcPts val="0"/>
              </a:spcBef>
              <a:spcAft>
                <a:spcPts val="0"/>
              </a:spcAft>
              <a:buSzPts val="1800"/>
              <a:buFont typeface="Arial"/>
              <a:buNone/>
              <a:defRPr sz="1800"/>
            </a:lvl5pPr>
            <a:lvl6pPr lvl="5" algn="l" rtl="0">
              <a:lnSpc>
                <a:spcPct val="100000"/>
              </a:lnSpc>
              <a:spcBef>
                <a:spcPts val="0"/>
              </a:spcBef>
              <a:spcAft>
                <a:spcPts val="0"/>
              </a:spcAft>
              <a:buSzPts val="1800"/>
              <a:buFont typeface="Arial"/>
              <a:buNone/>
              <a:defRPr sz="1800"/>
            </a:lvl6pPr>
            <a:lvl7pPr lvl="6" algn="l" rtl="0">
              <a:lnSpc>
                <a:spcPct val="100000"/>
              </a:lnSpc>
              <a:spcBef>
                <a:spcPts val="0"/>
              </a:spcBef>
              <a:spcAft>
                <a:spcPts val="0"/>
              </a:spcAft>
              <a:buSzPts val="1800"/>
              <a:buFont typeface="Arial"/>
              <a:buNone/>
              <a:defRPr sz="1800"/>
            </a:lvl7pPr>
            <a:lvl8pPr lvl="7" algn="l" rtl="0">
              <a:lnSpc>
                <a:spcPct val="100000"/>
              </a:lnSpc>
              <a:spcBef>
                <a:spcPts val="0"/>
              </a:spcBef>
              <a:spcAft>
                <a:spcPts val="0"/>
              </a:spcAft>
              <a:buSzPts val="1800"/>
              <a:buFont typeface="Arial"/>
              <a:buNone/>
              <a:defRPr sz="1800"/>
            </a:lvl8pPr>
            <a:lvl9pPr lvl="8" algn="l" rtl="0">
              <a:lnSpc>
                <a:spcPct val="100000"/>
              </a:lnSpc>
              <a:spcBef>
                <a:spcPts val="0"/>
              </a:spcBef>
              <a:spcAft>
                <a:spcPts val="0"/>
              </a:spcAft>
              <a:buSzPts val="1800"/>
              <a:buFont typeface="Arial"/>
              <a:buNone/>
              <a:defRPr sz="1800"/>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Main Body">
  <p:cSld name="Main Body">
    <p:spTree>
      <p:nvGrpSpPr>
        <p:cNvPr id="1" name="Shape 374"/>
        <p:cNvGrpSpPr/>
        <p:nvPr/>
      </p:nvGrpSpPr>
      <p:grpSpPr>
        <a:xfrm>
          <a:off x="0" y="0"/>
          <a:ext cx="0" cy="0"/>
          <a:chOff x="0" y="0"/>
          <a:chExt cx="0" cy="0"/>
        </a:xfrm>
      </p:grpSpPr>
      <p:sp>
        <p:nvSpPr>
          <p:cNvPr id="375" name="Google Shape;375;p69"/>
          <p:cNvSpPr txBox="1">
            <a:spLocks noGrp="1"/>
          </p:cNvSpPr>
          <p:nvPr>
            <p:ph type="body" idx="1"/>
          </p:nvPr>
        </p:nvSpPr>
        <p:spPr>
          <a:xfrm>
            <a:off x="457200" y="994417"/>
            <a:ext cx="8229600" cy="3703200"/>
          </a:xfrm>
          <a:prstGeom prst="rect">
            <a:avLst/>
          </a:prstGeom>
          <a:noFill/>
          <a:ln>
            <a:noFill/>
          </a:ln>
        </p:spPr>
        <p:txBody>
          <a:bodyPr spcFirstLastPara="1" wrap="square" lIns="68575" tIns="68575" rIns="68575" bIns="68575" anchor="t" anchorCtr="0">
            <a:noAutofit/>
          </a:bodyPr>
          <a:lstStyle>
            <a:lvl1pPr marL="457200" marR="0" lvl="0" indent="-228600"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914400" marR="0" lvl="1" indent="-298450" algn="l" rtl="0">
              <a:lnSpc>
                <a:spcPct val="100000"/>
              </a:lnSpc>
              <a:spcBef>
                <a:spcPts val="500"/>
              </a:spcBef>
              <a:spcAft>
                <a:spcPts val="0"/>
              </a:spcAft>
              <a:buClr>
                <a:schemeClr val="dk1"/>
              </a:buClr>
              <a:buSzPts val="1100"/>
              <a:buFont typeface="Arial"/>
              <a:buAutoNum type="arabicPeriod"/>
              <a:defRPr sz="1100" b="0" i="0" u="none" strike="noStrike" cap="none">
                <a:solidFill>
                  <a:schemeClr val="dk1"/>
                </a:solidFill>
                <a:latin typeface="Arial"/>
                <a:ea typeface="Arial"/>
                <a:cs typeface="Arial"/>
                <a:sym typeface="Arial"/>
              </a:defRPr>
            </a:lvl2pPr>
            <a:lvl3pPr marL="1371600" marR="0" lvl="2" indent="-228600" algn="l" rtl="0">
              <a:lnSpc>
                <a:spcPct val="100000"/>
              </a:lnSpc>
              <a:spcBef>
                <a:spcPts val="7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85750" algn="l" rtl="0">
              <a:lnSpc>
                <a:spcPct val="100000"/>
              </a:lnSpc>
              <a:spcBef>
                <a:spcPts val="500"/>
              </a:spcBef>
              <a:spcAft>
                <a:spcPts val="0"/>
              </a:spcAft>
              <a:buClr>
                <a:schemeClr val="dk1"/>
              </a:buClr>
              <a:buSzPts val="900"/>
              <a:buFont typeface="Arial"/>
              <a:buAutoNum type="alphaLcPeriod"/>
              <a:defRPr sz="900" b="0" i="0" u="none" strike="noStrike" cap="none">
                <a:solidFill>
                  <a:schemeClr val="dk1"/>
                </a:solidFill>
                <a:latin typeface="Arial"/>
                <a:ea typeface="Arial"/>
                <a:cs typeface="Arial"/>
                <a:sym typeface="Arial"/>
              </a:defRPr>
            </a:lvl4pPr>
            <a:lvl5pPr marL="2286000" marR="0" lvl="4" indent="-285750" algn="l" rtl="0">
              <a:lnSpc>
                <a:spcPct val="100000"/>
              </a:lnSpc>
              <a:spcBef>
                <a:spcPts val="5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5pPr>
            <a:lvl6pPr marL="2743200" marR="0" lvl="5"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76" name="Google Shape;376;p69"/>
          <p:cNvSpPr txBox="1">
            <a:spLocks noGrp="1"/>
          </p:cNvSpPr>
          <p:nvPr>
            <p:ph type="title"/>
          </p:nvPr>
        </p:nvSpPr>
        <p:spPr>
          <a:xfrm>
            <a:off x="457200" y="411483"/>
            <a:ext cx="8229600" cy="514200"/>
          </a:xfrm>
          <a:prstGeom prst="rect">
            <a:avLst/>
          </a:prstGeom>
          <a:noFill/>
          <a:ln>
            <a:noFill/>
          </a:ln>
        </p:spPr>
        <p:txBody>
          <a:bodyPr spcFirstLastPara="1" wrap="square" lIns="68575" tIns="68575" rIns="68575" bIns="68575" anchor="t" anchorCtr="0">
            <a:noAutofit/>
          </a:bodyPr>
          <a:lstStyle>
            <a:lvl1pPr marR="0" lvl="0" algn="l" rtl="0">
              <a:lnSpc>
                <a:spcPct val="80000"/>
              </a:lnSpc>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lvl="1" algn="l" rtl="0">
              <a:lnSpc>
                <a:spcPct val="100000"/>
              </a:lnSpc>
              <a:spcBef>
                <a:spcPts val="0"/>
              </a:spcBef>
              <a:spcAft>
                <a:spcPts val="0"/>
              </a:spcAft>
              <a:buSzPts val="1100"/>
              <a:buNone/>
              <a:defRPr sz="1400"/>
            </a:lvl2pPr>
            <a:lvl3pPr lvl="2" algn="l" rtl="0">
              <a:lnSpc>
                <a:spcPct val="100000"/>
              </a:lnSpc>
              <a:spcBef>
                <a:spcPts val="0"/>
              </a:spcBef>
              <a:spcAft>
                <a:spcPts val="0"/>
              </a:spcAft>
              <a:buSzPts val="1100"/>
              <a:buNone/>
              <a:defRPr sz="1400"/>
            </a:lvl3pPr>
            <a:lvl4pPr lvl="3" algn="l" rtl="0">
              <a:lnSpc>
                <a:spcPct val="100000"/>
              </a:lnSpc>
              <a:spcBef>
                <a:spcPts val="0"/>
              </a:spcBef>
              <a:spcAft>
                <a:spcPts val="0"/>
              </a:spcAft>
              <a:buSzPts val="1100"/>
              <a:buNone/>
              <a:defRPr sz="1400"/>
            </a:lvl4pPr>
            <a:lvl5pPr lvl="4" algn="l" rtl="0">
              <a:lnSpc>
                <a:spcPct val="100000"/>
              </a:lnSpc>
              <a:spcBef>
                <a:spcPts val="0"/>
              </a:spcBef>
              <a:spcAft>
                <a:spcPts val="0"/>
              </a:spcAft>
              <a:buSzPts val="1100"/>
              <a:buNone/>
              <a:defRPr sz="1400"/>
            </a:lvl5pPr>
            <a:lvl6pPr lvl="5" algn="l" rtl="0">
              <a:lnSpc>
                <a:spcPct val="100000"/>
              </a:lnSpc>
              <a:spcBef>
                <a:spcPts val="0"/>
              </a:spcBef>
              <a:spcAft>
                <a:spcPts val="0"/>
              </a:spcAft>
              <a:buSzPts val="1100"/>
              <a:buNone/>
              <a:defRPr sz="1400"/>
            </a:lvl6pPr>
            <a:lvl7pPr lvl="6" algn="l" rtl="0">
              <a:lnSpc>
                <a:spcPct val="100000"/>
              </a:lnSpc>
              <a:spcBef>
                <a:spcPts val="0"/>
              </a:spcBef>
              <a:spcAft>
                <a:spcPts val="0"/>
              </a:spcAft>
              <a:buSzPts val="1100"/>
              <a:buNone/>
              <a:defRPr sz="1400"/>
            </a:lvl7pPr>
            <a:lvl8pPr lvl="7" algn="l" rtl="0">
              <a:lnSpc>
                <a:spcPct val="100000"/>
              </a:lnSpc>
              <a:spcBef>
                <a:spcPts val="0"/>
              </a:spcBef>
              <a:spcAft>
                <a:spcPts val="0"/>
              </a:spcAft>
              <a:buSzPts val="1100"/>
              <a:buNone/>
              <a:defRPr sz="1400"/>
            </a:lvl8pPr>
            <a:lvl9pPr lvl="8" algn="l" rtl="0">
              <a:lnSpc>
                <a:spcPct val="100000"/>
              </a:lnSpc>
              <a:spcBef>
                <a:spcPts val="0"/>
              </a:spcBef>
              <a:spcAft>
                <a:spcPts val="0"/>
              </a:spcAft>
              <a:buSzPts val="1100"/>
              <a:buNone/>
              <a:defRPr sz="1400"/>
            </a:lvl9pPr>
          </a:lstStyle>
          <a:p>
            <a:endParaRPr/>
          </a:p>
        </p:txBody>
      </p:sp>
      <p:sp>
        <p:nvSpPr>
          <p:cNvPr id="377" name="Google Shape;377;p69"/>
          <p:cNvSpPr txBox="1">
            <a:spLocks noGrp="1"/>
          </p:cNvSpPr>
          <p:nvPr>
            <p:ph type="sldNum" idx="12"/>
          </p:nvPr>
        </p:nvSpPr>
        <p:spPr>
          <a:xfrm>
            <a:off x="8458200" y="4810899"/>
            <a:ext cx="228600" cy="1716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6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6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6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6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6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6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6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6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78" name="Google Shape;378;p69"/>
          <p:cNvSpPr txBox="1">
            <a:spLocks noGrp="1"/>
          </p:cNvSpPr>
          <p:nvPr>
            <p:ph type="dt" idx="10"/>
          </p:nvPr>
        </p:nvSpPr>
        <p:spPr>
          <a:xfrm>
            <a:off x="7283670" y="4810899"/>
            <a:ext cx="1024200" cy="171600"/>
          </a:xfrm>
          <a:prstGeom prst="rect">
            <a:avLst/>
          </a:prstGeom>
          <a:noFill/>
          <a:ln>
            <a:noFill/>
          </a:ln>
        </p:spPr>
        <p:txBody>
          <a:bodyPr spcFirstLastPara="1" wrap="square" lIns="68575" tIns="68575" rIns="68575" bIns="68575" anchor="ctr" anchorCtr="0">
            <a:noAutofit/>
          </a:bodyPr>
          <a:lstStyle>
            <a:lvl1pPr marR="0" lvl="0" algn="r" rtl="0">
              <a:lnSpc>
                <a:spcPct val="100000"/>
              </a:lnSpc>
              <a:spcBef>
                <a:spcPts val="0"/>
              </a:spcBef>
              <a:spcAft>
                <a:spcPts val="0"/>
              </a:spcAft>
              <a:buSzPts val="1100"/>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1_Table of Contents">
  <p:cSld name="1_Table of Contents">
    <p:spTree>
      <p:nvGrpSpPr>
        <p:cNvPr id="1" name="Shape 379"/>
        <p:cNvGrpSpPr/>
        <p:nvPr/>
      </p:nvGrpSpPr>
      <p:grpSpPr>
        <a:xfrm>
          <a:off x="0" y="0"/>
          <a:ext cx="0" cy="0"/>
          <a:chOff x="0" y="0"/>
          <a:chExt cx="0" cy="0"/>
        </a:xfrm>
      </p:grpSpPr>
      <p:sp>
        <p:nvSpPr>
          <p:cNvPr id="380" name="Google Shape;380;p70"/>
          <p:cNvSpPr txBox="1">
            <a:spLocks noGrp="1"/>
          </p:cNvSpPr>
          <p:nvPr>
            <p:ph type="body" idx="1"/>
          </p:nvPr>
        </p:nvSpPr>
        <p:spPr>
          <a:xfrm>
            <a:off x="457200" y="1097756"/>
            <a:ext cx="7086600" cy="3530100"/>
          </a:xfrm>
          <a:prstGeom prst="rect">
            <a:avLst/>
          </a:prstGeom>
          <a:noFill/>
          <a:ln>
            <a:noFill/>
          </a:ln>
        </p:spPr>
        <p:txBody>
          <a:bodyPr spcFirstLastPara="1" wrap="square" lIns="0" tIns="0" rIns="0" bIns="0" anchor="t" anchorCtr="0">
            <a:noAutofit/>
          </a:bodyPr>
          <a:lstStyle>
            <a:lvl1pPr marL="457200" marR="0" lvl="0" indent="-355600" algn="l" rtl="0">
              <a:lnSpc>
                <a:spcPct val="100000"/>
              </a:lnSpc>
              <a:spcBef>
                <a:spcPts val="900"/>
              </a:spcBef>
              <a:spcAft>
                <a:spcPts val="0"/>
              </a:spcAft>
              <a:buClr>
                <a:schemeClr val="dk1"/>
              </a:buClr>
              <a:buSzPts val="2000"/>
              <a:buFont typeface="Arial"/>
              <a:buAutoNum type="arabicPeriod"/>
              <a:defRPr sz="1500" b="1" i="0" u="none" strike="noStrike" cap="none">
                <a:solidFill>
                  <a:schemeClr val="dk1"/>
                </a:solidFill>
                <a:latin typeface="Arial"/>
                <a:ea typeface="Arial"/>
                <a:cs typeface="Arial"/>
                <a:sym typeface="Arial"/>
              </a:defRPr>
            </a:lvl1pPr>
            <a:lvl2pPr marL="914400" marR="0" lvl="1" indent="-228600" algn="l" rtl="0">
              <a:lnSpc>
                <a:spcPct val="100000"/>
              </a:lnSpc>
              <a:spcBef>
                <a:spcPts val="900"/>
              </a:spcBef>
              <a:spcAft>
                <a:spcPts val="0"/>
              </a:spcAft>
              <a:buClr>
                <a:schemeClr val="dk1"/>
              </a:buClr>
              <a:buSzPts val="1600"/>
              <a:buFont typeface="Arial"/>
              <a:buNone/>
              <a:defRPr sz="1200" b="0" i="0" u="none" strike="noStrike" cap="none">
                <a:solidFill>
                  <a:schemeClr val="dk1"/>
                </a:solidFill>
                <a:latin typeface="Arial"/>
                <a:ea typeface="Arial"/>
                <a:cs typeface="Arial"/>
                <a:sym typeface="Arial"/>
              </a:defRPr>
            </a:lvl2pPr>
            <a:lvl3pPr marL="1371600" marR="0" lvl="2" indent="-330200" algn="l" rtl="0">
              <a:lnSpc>
                <a:spcPct val="100000"/>
              </a:lnSpc>
              <a:spcBef>
                <a:spcPts val="675"/>
              </a:spcBef>
              <a:spcAft>
                <a:spcPts val="0"/>
              </a:spcAft>
              <a:buClr>
                <a:schemeClr val="dk1"/>
              </a:buClr>
              <a:buSzPts val="1600"/>
              <a:buFont typeface="Arial"/>
              <a:buChar char="•"/>
              <a:defRPr sz="1200" b="0" i="0" u="none" strike="noStrike" cap="none">
                <a:solidFill>
                  <a:schemeClr val="dk1"/>
                </a:solidFill>
                <a:latin typeface="Arial"/>
                <a:ea typeface="Arial"/>
                <a:cs typeface="Arial"/>
                <a:sym typeface="Arial"/>
              </a:defRPr>
            </a:lvl3pPr>
            <a:lvl4pPr marL="1828800" marR="0" lvl="3" indent="-330200" algn="l" rtl="0">
              <a:lnSpc>
                <a:spcPct val="100000"/>
              </a:lnSpc>
              <a:spcBef>
                <a:spcPts val="675"/>
              </a:spcBef>
              <a:spcAft>
                <a:spcPts val="0"/>
              </a:spcAft>
              <a:buClr>
                <a:schemeClr val="dk1"/>
              </a:buClr>
              <a:buSzPts val="1600"/>
              <a:buFont typeface="Arial"/>
              <a:buChar char="–"/>
              <a:defRPr sz="1200" b="0" i="0" u="none" strike="noStrike" cap="none">
                <a:solidFill>
                  <a:schemeClr val="dk1"/>
                </a:solidFill>
                <a:latin typeface="Arial"/>
                <a:ea typeface="Arial"/>
                <a:cs typeface="Arial"/>
                <a:sym typeface="Arial"/>
              </a:defRPr>
            </a:lvl4pPr>
            <a:lvl5pPr marL="2286000" marR="0" lvl="4" indent="-330200" algn="l" rtl="0">
              <a:lnSpc>
                <a:spcPct val="100000"/>
              </a:lnSpc>
              <a:spcBef>
                <a:spcPts val="675"/>
              </a:spcBef>
              <a:spcAft>
                <a:spcPts val="0"/>
              </a:spcAft>
              <a:buClr>
                <a:schemeClr val="dk1"/>
              </a:buClr>
              <a:buSzPts val="1600"/>
              <a:buFont typeface="Arial"/>
              <a:buChar char="–"/>
              <a:defRPr sz="1200" b="0" i="0" u="none" strike="noStrike" cap="none">
                <a:solidFill>
                  <a:schemeClr val="dk1"/>
                </a:solidFill>
                <a:latin typeface="Arial"/>
                <a:ea typeface="Arial"/>
                <a:cs typeface="Arial"/>
                <a:sym typeface="Arial"/>
              </a:defRPr>
            </a:lvl5pPr>
            <a:lvl6pPr marL="2743200" marR="0" lvl="5" indent="-355600" algn="l" rtl="0">
              <a:lnSpc>
                <a:spcPct val="100000"/>
              </a:lnSpc>
              <a:spcBef>
                <a:spcPts val="300"/>
              </a:spcBef>
              <a:spcAft>
                <a:spcPts val="0"/>
              </a:spcAft>
              <a:buClr>
                <a:schemeClr val="dk1"/>
              </a:buClr>
              <a:buSzPts val="2000"/>
              <a:buFont typeface="Arial"/>
              <a:buChar char="•"/>
              <a:defRPr sz="1500" b="0" i="0" u="none" strike="noStrike" cap="none">
                <a:solidFill>
                  <a:schemeClr val="dk1"/>
                </a:solidFill>
                <a:latin typeface="Arial"/>
                <a:ea typeface="Arial"/>
                <a:cs typeface="Arial"/>
                <a:sym typeface="Arial"/>
              </a:defRPr>
            </a:lvl6pPr>
            <a:lvl7pPr marL="3200400" marR="0" lvl="6" indent="-355600" algn="l" rtl="0">
              <a:lnSpc>
                <a:spcPct val="100000"/>
              </a:lnSpc>
              <a:spcBef>
                <a:spcPts val="300"/>
              </a:spcBef>
              <a:spcAft>
                <a:spcPts val="0"/>
              </a:spcAft>
              <a:buClr>
                <a:schemeClr val="dk1"/>
              </a:buClr>
              <a:buSzPts val="2000"/>
              <a:buFont typeface="Arial"/>
              <a:buChar char="•"/>
              <a:defRPr sz="1500" b="0" i="0" u="none" strike="noStrike" cap="none">
                <a:solidFill>
                  <a:schemeClr val="dk1"/>
                </a:solidFill>
                <a:latin typeface="Arial"/>
                <a:ea typeface="Arial"/>
                <a:cs typeface="Arial"/>
                <a:sym typeface="Arial"/>
              </a:defRPr>
            </a:lvl7pPr>
            <a:lvl8pPr marL="3657600" marR="0" lvl="7" indent="-355600" algn="l" rtl="0">
              <a:lnSpc>
                <a:spcPct val="100000"/>
              </a:lnSpc>
              <a:spcBef>
                <a:spcPts val="300"/>
              </a:spcBef>
              <a:spcAft>
                <a:spcPts val="0"/>
              </a:spcAft>
              <a:buClr>
                <a:schemeClr val="dk1"/>
              </a:buClr>
              <a:buSzPts val="2000"/>
              <a:buFont typeface="Arial"/>
              <a:buChar char="•"/>
              <a:defRPr sz="1500" b="0" i="0" u="none" strike="noStrike" cap="none">
                <a:solidFill>
                  <a:schemeClr val="dk1"/>
                </a:solidFill>
                <a:latin typeface="Arial"/>
                <a:ea typeface="Arial"/>
                <a:cs typeface="Arial"/>
                <a:sym typeface="Arial"/>
              </a:defRPr>
            </a:lvl8pPr>
            <a:lvl9pPr marL="4114800" marR="0" lvl="8" indent="-355600" algn="l" rtl="0">
              <a:lnSpc>
                <a:spcPct val="100000"/>
              </a:lnSpc>
              <a:spcBef>
                <a:spcPts val="300"/>
              </a:spcBef>
              <a:spcAft>
                <a:spcPts val="0"/>
              </a:spcAft>
              <a:buClr>
                <a:schemeClr val="dk1"/>
              </a:buClr>
              <a:buSzPts val="20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81" name="Google Shape;381;p70"/>
          <p:cNvSpPr txBox="1">
            <a:spLocks noGrp="1"/>
          </p:cNvSpPr>
          <p:nvPr>
            <p:ph type="dt" idx="10"/>
          </p:nvPr>
        </p:nvSpPr>
        <p:spPr>
          <a:xfrm>
            <a:off x="7543800" y="4810899"/>
            <a:ext cx="914400" cy="1713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400"/>
              <a:buFont typeface="Arial"/>
              <a:buNone/>
              <a:defRPr sz="525">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350" b="0" i="0" u="none" strike="noStrike" cap="none">
                <a:solidFill>
                  <a:schemeClr val="dk1"/>
                </a:solidFill>
                <a:latin typeface="Arial"/>
                <a:ea typeface="Arial"/>
                <a:cs typeface="Arial"/>
                <a:sym typeface="Arial"/>
              </a:defRPr>
            </a:lvl9pPr>
          </a:lstStyle>
          <a:p>
            <a:endParaRPr/>
          </a:p>
        </p:txBody>
      </p:sp>
      <p:sp>
        <p:nvSpPr>
          <p:cNvPr id="382" name="Google Shape;382;p70"/>
          <p:cNvSpPr txBox="1">
            <a:spLocks noGrp="1"/>
          </p:cNvSpPr>
          <p:nvPr>
            <p:ph type="sldNum" idx="12"/>
          </p:nvPr>
        </p:nvSpPr>
        <p:spPr>
          <a:xfrm>
            <a:off x="8458200" y="4810899"/>
            <a:ext cx="228600" cy="1713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525"/>
              <a:buFont typeface="Arial"/>
              <a:buNone/>
              <a:defRPr sz="525" b="1"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525"/>
              <a:buFont typeface="Arial"/>
              <a:buNone/>
              <a:defRPr sz="525" b="1"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525"/>
              <a:buFont typeface="Arial"/>
              <a:buNone/>
              <a:defRPr sz="525" b="1"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525"/>
              <a:buFont typeface="Arial"/>
              <a:buNone/>
              <a:defRPr sz="525" b="1"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525"/>
              <a:buFont typeface="Arial"/>
              <a:buNone/>
              <a:defRPr sz="525" b="1"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525"/>
              <a:buFont typeface="Arial"/>
              <a:buNone/>
              <a:defRPr sz="525" b="1"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525"/>
              <a:buFont typeface="Arial"/>
              <a:buNone/>
              <a:defRPr sz="525" b="1"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525"/>
              <a:buFont typeface="Arial"/>
              <a:buNone/>
              <a:defRPr sz="525" b="1"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525"/>
              <a:buFont typeface="Arial"/>
              <a:buNone/>
              <a:defRPr sz="525" b="1"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383" name="Google Shape;383;p70"/>
          <p:cNvCxnSpPr/>
          <p:nvPr/>
        </p:nvCxnSpPr>
        <p:spPr>
          <a:xfrm>
            <a:off x="457200" y="342900"/>
            <a:ext cx="8229600" cy="0"/>
          </a:xfrm>
          <a:prstGeom prst="straightConnector1">
            <a:avLst/>
          </a:prstGeom>
          <a:noFill/>
          <a:ln w="47625" cap="flat" cmpd="sng">
            <a:solidFill>
              <a:schemeClr val="dk1"/>
            </a:solidFill>
            <a:prstDash val="solid"/>
            <a:round/>
            <a:headEnd type="none" w="sm" len="sm"/>
            <a:tailEnd type="none" w="sm" len="sm"/>
          </a:ln>
        </p:spPr>
      </p:cxnSp>
      <p:sp>
        <p:nvSpPr>
          <p:cNvPr id="384" name="Google Shape;384;p70"/>
          <p:cNvSpPr txBox="1">
            <a:spLocks noGrp="1"/>
          </p:cNvSpPr>
          <p:nvPr>
            <p:ph type="title"/>
          </p:nvPr>
        </p:nvSpPr>
        <p:spPr>
          <a:xfrm>
            <a:off x="457200" y="445770"/>
            <a:ext cx="7086600" cy="5145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2400"/>
              <a:buFont typeface="Arial"/>
              <a:buNone/>
              <a:defRPr sz="1800" b="1" i="0" u="none" strike="noStrike" cap="none">
                <a:solidFill>
                  <a:schemeClr val="dk1"/>
                </a:solidFill>
                <a:latin typeface="Arial"/>
                <a:ea typeface="Arial"/>
                <a:cs typeface="Arial"/>
                <a:sym typeface="Arial"/>
              </a:defRPr>
            </a:lvl1pPr>
            <a:lvl2pPr lvl="1" algn="l" rtl="0">
              <a:lnSpc>
                <a:spcPct val="100000"/>
              </a:lnSpc>
              <a:spcBef>
                <a:spcPts val="0"/>
              </a:spcBef>
              <a:spcAft>
                <a:spcPts val="0"/>
              </a:spcAft>
              <a:buSzPts val="1400"/>
              <a:buNone/>
              <a:defRPr sz="1350"/>
            </a:lvl2pPr>
            <a:lvl3pPr lvl="2" algn="l" rtl="0">
              <a:lnSpc>
                <a:spcPct val="100000"/>
              </a:lnSpc>
              <a:spcBef>
                <a:spcPts val="0"/>
              </a:spcBef>
              <a:spcAft>
                <a:spcPts val="0"/>
              </a:spcAft>
              <a:buSzPts val="1400"/>
              <a:buNone/>
              <a:defRPr sz="1350"/>
            </a:lvl3pPr>
            <a:lvl4pPr lvl="3" algn="l" rtl="0">
              <a:lnSpc>
                <a:spcPct val="100000"/>
              </a:lnSpc>
              <a:spcBef>
                <a:spcPts val="0"/>
              </a:spcBef>
              <a:spcAft>
                <a:spcPts val="0"/>
              </a:spcAft>
              <a:buSzPts val="1400"/>
              <a:buNone/>
              <a:defRPr sz="1350"/>
            </a:lvl4pPr>
            <a:lvl5pPr lvl="4" algn="l" rtl="0">
              <a:lnSpc>
                <a:spcPct val="100000"/>
              </a:lnSpc>
              <a:spcBef>
                <a:spcPts val="0"/>
              </a:spcBef>
              <a:spcAft>
                <a:spcPts val="0"/>
              </a:spcAft>
              <a:buSzPts val="1400"/>
              <a:buNone/>
              <a:defRPr sz="1350"/>
            </a:lvl5pPr>
            <a:lvl6pPr lvl="5" algn="l" rtl="0">
              <a:lnSpc>
                <a:spcPct val="100000"/>
              </a:lnSpc>
              <a:spcBef>
                <a:spcPts val="0"/>
              </a:spcBef>
              <a:spcAft>
                <a:spcPts val="0"/>
              </a:spcAft>
              <a:buSzPts val="1400"/>
              <a:buNone/>
              <a:defRPr sz="1350"/>
            </a:lvl6pPr>
            <a:lvl7pPr lvl="6" algn="l" rtl="0">
              <a:lnSpc>
                <a:spcPct val="100000"/>
              </a:lnSpc>
              <a:spcBef>
                <a:spcPts val="0"/>
              </a:spcBef>
              <a:spcAft>
                <a:spcPts val="0"/>
              </a:spcAft>
              <a:buSzPts val="1400"/>
              <a:buNone/>
              <a:defRPr sz="1350"/>
            </a:lvl7pPr>
            <a:lvl8pPr lvl="7" algn="l" rtl="0">
              <a:lnSpc>
                <a:spcPct val="100000"/>
              </a:lnSpc>
              <a:spcBef>
                <a:spcPts val="0"/>
              </a:spcBef>
              <a:spcAft>
                <a:spcPts val="0"/>
              </a:spcAft>
              <a:buSzPts val="1400"/>
              <a:buNone/>
              <a:defRPr sz="1350"/>
            </a:lvl8pPr>
            <a:lvl9pPr lvl="8" algn="l" rtl="0">
              <a:lnSpc>
                <a:spcPct val="100000"/>
              </a:lnSpc>
              <a:spcBef>
                <a:spcPts val="0"/>
              </a:spcBef>
              <a:spcAft>
                <a:spcPts val="0"/>
              </a:spcAft>
              <a:buSzPts val="1400"/>
              <a:buNone/>
              <a:defRPr sz="1350"/>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able of Contents 1">
  <p:cSld name="Table of Contents">
    <p:spTree>
      <p:nvGrpSpPr>
        <p:cNvPr id="1" name="Shape 385"/>
        <p:cNvGrpSpPr/>
        <p:nvPr/>
      </p:nvGrpSpPr>
      <p:grpSpPr>
        <a:xfrm>
          <a:off x="0" y="0"/>
          <a:ext cx="0" cy="0"/>
          <a:chOff x="0" y="0"/>
          <a:chExt cx="0" cy="0"/>
        </a:xfrm>
      </p:grpSpPr>
      <p:sp>
        <p:nvSpPr>
          <p:cNvPr id="386" name="Google Shape;386;p71"/>
          <p:cNvSpPr txBox="1">
            <a:spLocks noGrp="1"/>
          </p:cNvSpPr>
          <p:nvPr>
            <p:ph type="body" idx="1"/>
          </p:nvPr>
        </p:nvSpPr>
        <p:spPr>
          <a:xfrm>
            <a:off x="457200" y="1097756"/>
            <a:ext cx="7086600" cy="3530100"/>
          </a:xfrm>
          <a:prstGeom prst="rect">
            <a:avLst/>
          </a:prstGeom>
          <a:noFill/>
          <a:ln>
            <a:noFill/>
          </a:ln>
        </p:spPr>
        <p:txBody>
          <a:bodyPr spcFirstLastPara="1" wrap="square" lIns="91425" tIns="91425" rIns="91425" bIns="91425" anchor="t" anchorCtr="0">
            <a:noAutofit/>
          </a:bodyPr>
          <a:lstStyle>
            <a:lvl1pPr marL="457200" marR="0" lvl="0" indent="-355600" algn="l" rtl="0">
              <a:lnSpc>
                <a:spcPct val="100000"/>
              </a:lnSpc>
              <a:spcBef>
                <a:spcPts val="1200"/>
              </a:spcBef>
              <a:spcAft>
                <a:spcPts val="0"/>
              </a:spcAft>
              <a:buClr>
                <a:schemeClr val="dk1"/>
              </a:buClr>
              <a:buSzPts val="2000"/>
              <a:buFont typeface="Arial"/>
              <a:buAutoNum type="arabicPeriod"/>
              <a:defRPr sz="2000" b="1" i="0" u="none" strike="noStrike" cap="none">
                <a:solidFill>
                  <a:schemeClr val="dk1"/>
                </a:solidFill>
                <a:latin typeface="Arial"/>
                <a:ea typeface="Arial"/>
                <a:cs typeface="Arial"/>
                <a:sym typeface="Arial"/>
              </a:defRPr>
            </a:lvl1pPr>
            <a:lvl2pPr marL="914400" marR="0" lvl="1" indent="-228600" algn="l" rtl="0">
              <a:lnSpc>
                <a:spcPct val="10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9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9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9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87" name="Google Shape;387;p71"/>
          <p:cNvSpPr txBox="1">
            <a:spLocks noGrp="1"/>
          </p:cNvSpPr>
          <p:nvPr>
            <p:ph type="sldNum" idx="12"/>
          </p:nvPr>
        </p:nvSpPr>
        <p:spPr>
          <a:xfrm>
            <a:off x="8458200" y="4810899"/>
            <a:ext cx="228600" cy="171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388" name="Google Shape;388;p71"/>
          <p:cNvCxnSpPr/>
          <p:nvPr/>
        </p:nvCxnSpPr>
        <p:spPr>
          <a:xfrm>
            <a:off x="457200" y="342900"/>
            <a:ext cx="8229600" cy="0"/>
          </a:xfrm>
          <a:prstGeom prst="straightConnector1">
            <a:avLst/>
          </a:prstGeom>
          <a:noFill/>
          <a:ln w="47625" cap="flat" cmpd="sng">
            <a:solidFill>
              <a:schemeClr val="dk1"/>
            </a:solidFill>
            <a:prstDash val="solid"/>
            <a:round/>
            <a:headEnd type="none" w="sm" len="sm"/>
            <a:tailEnd type="none" w="sm" len="sm"/>
          </a:ln>
        </p:spPr>
      </p:cxnSp>
      <p:sp>
        <p:nvSpPr>
          <p:cNvPr id="389" name="Google Shape;389;p71"/>
          <p:cNvSpPr txBox="1">
            <a:spLocks noGrp="1"/>
          </p:cNvSpPr>
          <p:nvPr>
            <p:ph type="title"/>
          </p:nvPr>
        </p:nvSpPr>
        <p:spPr>
          <a:xfrm>
            <a:off x="457200" y="445770"/>
            <a:ext cx="7086600" cy="514200"/>
          </a:xfrm>
          <a:prstGeom prst="rect">
            <a:avLst/>
          </a:prstGeom>
          <a:noFill/>
          <a:ln>
            <a:noFill/>
          </a:ln>
        </p:spPr>
        <p:txBody>
          <a:bodyPr spcFirstLastPara="1" wrap="square" lIns="91425" tIns="91425" rIns="91425" bIns="91425" anchor="t" anchorCtr="0">
            <a:noAutofit/>
          </a:bodyPr>
          <a:lstStyle>
            <a:lvl1pPr marR="0" lvl="0" algn="l" rtl="0">
              <a:lnSpc>
                <a:spcPct val="80000"/>
              </a:lnSpc>
              <a:spcBef>
                <a:spcPts val="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able of Contents" type="obj">
  <p:cSld name="OBJECT">
    <p:spTree>
      <p:nvGrpSpPr>
        <p:cNvPr id="1" name="Shape 390"/>
        <p:cNvGrpSpPr/>
        <p:nvPr/>
      </p:nvGrpSpPr>
      <p:grpSpPr>
        <a:xfrm>
          <a:off x="0" y="0"/>
          <a:ext cx="0" cy="0"/>
          <a:chOff x="0" y="0"/>
          <a:chExt cx="0" cy="0"/>
        </a:xfrm>
      </p:grpSpPr>
      <p:sp>
        <p:nvSpPr>
          <p:cNvPr id="391" name="Google Shape;391;p72"/>
          <p:cNvSpPr txBox="1">
            <a:spLocks noGrp="1"/>
          </p:cNvSpPr>
          <p:nvPr>
            <p:ph type="title"/>
          </p:nvPr>
        </p:nvSpPr>
        <p:spPr>
          <a:xfrm>
            <a:off x="457200" y="594360"/>
            <a:ext cx="7086600" cy="685800"/>
          </a:xfrm>
          <a:prstGeom prst="rect">
            <a:avLst/>
          </a:prstGeom>
          <a:noFill/>
          <a:ln>
            <a:noFill/>
          </a:ln>
        </p:spPr>
        <p:txBody>
          <a:bodyPr spcFirstLastPara="1" wrap="square" lIns="91425" tIns="91425" rIns="91425" bIns="91425" anchor="t" anchorCtr="0">
            <a:noAutofit/>
          </a:bodyPr>
          <a:lstStyle>
            <a:lvl1pPr marR="0" lvl="0" algn="l" rtl="0">
              <a:lnSpc>
                <a:spcPct val="80000"/>
              </a:lnSpc>
              <a:spcBef>
                <a:spcPts val="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lvl="1" algn="l" rtl="0">
              <a:lnSpc>
                <a:spcPct val="100000"/>
              </a:lnSpc>
              <a:spcBef>
                <a:spcPts val="0"/>
              </a:spcBef>
              <a:spcAft>
                <a:spcPts val="0"/>
              </a:spcAft>
              <a:buSzPts val="1400"/>
              <a:buNone/>
              <a:defRPr sz="1800"/>
            </a:lvl2pPr>
            <a:lvl3pPr lvl="2" algn="l" rtl="0">
              <a:lnSpc>
                <a:spcPct val="100000"/>
              </a:lnSpc>
              <a:spcBef>
                <a:spcPts val="0"/>
              </a:spcBef>
              <a:spcAft>
                <a:spcPts val="0"/>
              </a:spcAft>
              <a:buSzPts val="1400"/>
              <a:buNone/>
              <a:defRPr sz="1800"/>
            </a:lvl3pPr>
            <a:lvl4pPr lvl="3" algn="l" rtl="0">
              <a:lnSpc>
                <a:spcPct val="100000"/>
              </a:lnSpc>
              <a:spcBef>
                <a:spcPts val="0"/>
              </a:spcBef>
              <a:spcAft>
                <a:spcPts val="0"/>
              </a:spcAft>
              <a:buSzPts val="1400"/>
              <a:buNone/>
              <a:defRPr sz="1800"/>
            </a:lvl4pPr>
            <a:lvl5pPr lvl="4" algn="l" rtl="0">
              <a:lnSpc>
                <a:spcPct val="100000"/>
              </a:lnSpc>
              <a:spcBef>
                <a:spcPts val="0"/>
              </a:spcBef>
              <a:spcAft>
                <a:spcPts val="0"/>
              </a:spcAft>
              <a:buSzPts val="1400"/>
              <a:buNone/>
              <a:defRPr sz="1800"/>
            </a:lvl5pPr>
            <a:lvl6pPr lvl="5" algn="l" rtl="0">
              <a:lnSpc>
                <a:spcPct val="100000"/>
              </a:lnSpc>
              <a:spcBef>
                <a:spcPts val="0"/>
              </a:spcBef>
              <a:spcAft>
                <a:spcPts val="0"/>
              </a:spcAft>
              <a:buSzPts val="1400"/>
              <a:buNone/>
              <a:defRPr sz="1800"/>
            </a:lvl6pPr>
            <a:lvl7pPr lvl="6" algn="l" rtl="0">
              <a:lnSpc>
                <a:spcPct val="100000"/>
              </a:lnSpc>
              <a:spcBef>
                <a:spcPts val="0"/>
              </a:spcBef>
              <a:spcAft>
                <a:spcPts val="0"/>
              </a:spcAft>
              <a:buSzPts val="1400"/>
              <a:buNone/>
              <a:defRPr sz="1800"/>
            </a:lvl7pPr>
            <a:lvl8pPr lvl="7" algn="l" rtl="0">
              <a:lnSpc>
                <a:spcPct val="100000"/>
              </a:lnSpc>
              <a:spcBef>
                <a:spcPts val="0"/>
              </a:spcBef>
              <a:spcAft>
                <a:spcPts val="0"/>
              </a:spcAft>
              <a:buSzPts val="1400"/>
              <a:buNone/>
              <a:defRPr sz="1800"/>
            </a:lvl8pPr>
            <a:lvl9pPr lvl="8" algn="l" rtl="0">
              <a:lnSpc>
                <a:spcPct val="100000"/>
              </a:lnSpc>
              <a:spcBef>
                <a:spcPts val="0"/>
              </a:spcBef>
              <a:spcAft>
                <a:spcPts val="0"/>
              </a:spcAft>
              <a:buSzPts val="1400"/>
              <a:buNone/>
              <a:defRPr sz="1800"/>
            </a:lvl9pPr>
          </a:lstStyle>
          <a:p>
            <a:endParaRPr/>
          </a:p>
        </p:txBody>
      </p:sp>
      <p:sp>
        <p:nvSpPr>
          <p:cNvPr id="392" name="Google Shape;392;p72"/>
          <p:cNvSpPr txBox="1">
            <a:spLocks noGrp="1"/>
          </p:cNvSpPr>
          <p:nvPr>
            <p:ph type="body" idx="1"/>
          </p:nvPr>
        </p:nvSpPr>
        <p:spPr>
          <a:xfrm>
            <a:off x="457200" y="1459580"/>
            <a:ext cx="7086600" cy="3017400"/>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900"/>
              </a:spcBef>
              <a:spcAft>
                <a:spcPts val="0"/>
              </a:spcAft>
              <a:buClr>
                <a:schemeClr val="dk1"/>
              </a:buClr>
              <a:buSzPts val="1600"/>
              <a:buFont typeface="Arial"/>
              <a:buAutoNum type="arabicPeriod"/>
              <a:defRPr sz="1600" b="1" i="0" u="none" strike="noStrike" cap="none">
                <a:solidFill>
                  <a:schemeClr val="dk1"/>
                </a:solidFill>
                <a:latin typeface="Arial"/>
                <a:ea typeface="Arial"/>
                <a:cs typeface="Arial"/>
                <a:sym typeface="Arial"/>
              </a:defRPr>
            </a:lvl1pPr>
            <a:lvl2pPr marL="914400" marR="0" lvl="1" indent="-342900" algn="l" rtl="0">
              <a:lnSpc>
                <a:spcPct val="100000"/>
              </a:lnSpc>
              <a:spcBef>
                <a:spcPts val="9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17500" algn="l" rtl="0">
              <a:lnSpc>
                <a:spcPct val="100000"/>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6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93" name="Google Shape;393;p72"/>
          <p:cNvSpPr txBox="1">
            <a:spLocks noGrp="1"/>
          </p:cNvSpPr>
          <p:nvPr>
            <p:ph type="dt" idx="10"/>
          </p:nvPr>
        </p:nvSpPr>
        <p:spPr>
          <a:xfrm>
            <a:off x="7543800" y="4700016"/>
            <a:ext cx="914400" cy="2286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SzPts val="1400"/>
              <a:buNone/>
              <a:defRPr sz="700">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94" name="Google Shape;394;p7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ext and Chart Thirds (Right)">
  <p:cSld name="Text and Chart Thirds (Right)">
    <p:spTree>
      <p:nvGrpSpPr>
        <p:cNvPr id="1" name="Shape 395"/>
        <p:cNvGrpSpPr/>
        <p:nvPr/>
      </p:nvGrpSpPr>
      <p:grpSpPr>
        <a:xfrm>
          <a:off x="0" y="0"/>
          <a:ext cx="0" cy="0"/>
          <a:chOff x="0" y="0"/>
          <a:chExt cx="0" cy="0"/>
        </a:xfrm>
      </p:grpSpPr>
      <p:sp>
        <p:nvSpPr>
          <p:cNvPr id="396" name="Google Shape;396;p73"/>
          <p:cNvSpPr txBox="1">
            <a:spLocks noGrp="1"/>
          </p:cNvSpPr>
          <p:nvPr>
            <p:ph type="title"/>
          </p:nvPr>
        </p:nvSpPr>
        <p:spPr>
          <a:xfrm>
            <a:off x="524766" y="423621"/>
            <a:ext cx="7963800" cy="4881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2200"/>
              <a:buFont typeface="Arial"/>
              <a:buNone/>
              <a:defRPr sz="2200" b="1" i="0" u="none" strike="noStrike" cap="none">
                <a:solidFill>
                  <a:schemeClr val="dk1"/>
                </a:solidFill>
                <a:latin typeface="Arial"/>
                <a:ea typeface="Arial"/>
                <a:cs typeface="Arial"/>
                <a:sym typeface="Arial"/>
              </a:defRPr>
            </a:lvl1pPr>
            <a:lvl2pPr lvl="1" algn="l" rtl="0">
              <a:lnSpc>
                <a:spcPct val="100000"/>
              </a:lnSpc>
              <a:spcBef>
                <a:spcPts val="0"/>
              </a:spcBef>
              <a:spcAft>
                <a:spcPts val="0"/>
              </a:spcAft>
              <a:buSzPts val="1400"/>
              <a:buNone/>
              <a:defRPr sz="1800"/>
            </a:lvl2pPr>
            <a:lvl3pPr lvl="2" algn="l" rtl="0">
              <a:lnSpc>
                <a:spcPct val="100000"/>
              </a:lnSpc>
              <a:spcBef>
                <a:spcPts val="0"/>
              </a:spcBef>
              <a:spcAft>
                <a:spcPts val="0"/>
              </a:spcAft>
              <a:buSzPts val="1400"/>
              <a:buNone/>
              <a:defRPr sz="1800"/>
            </a:lvl3pPr>
            <a:lvl4pPr lvl="3" algn="l" rtl="0">
              <a:lnSpc>
                <a:spcPct val="100000"/>
              </a:lnSpc>
              <a:spcBef>
                <a:spcPts val="0"/>
              </a:spcBef>
              <a:spcAft>
                <a:spcPts val="0"/>
              </a:spcAft>
              <a:buSzPts val="1400"/>
              <a:buNone/>
              <a:defRPr sz="1800"/>
            </a:lvl4pPr>
            <a:lvl5pPr lvl="4" algn="l" rtl="0">
              <a:lnSpc>
                <a:spcPct val="100000"/>
              </a:lnSpc>
              <a:spcBef>
                <a:spcPts val="0"/>
              </a:spcBef>
              <a:spcAft>
                <a:spcPts val="0"/>
              </a:spcAft>
              <a:buSzPts val="1400"/>
              <a:buNone/>
              <a:defRPr sz="1800"/>
            </a:lvl5pPr>
            <a:lvl6pPr lvl="5" algn="l" rtl="0">
              <a:lnSpc>
                <a:spcPct val="100000"/>
              </a:lnSpc>
              <a:spcBef>
                <a:spcPts val="0"/>
              </a:spcBef>
              <a:spcAft>
                <a:spcPts val="0"/>
              </a:spcAft>
              <a:buSzPts val="1400"/>
              <a:buNone/>
              <a:defRPr sz="1800"/>
            </a:lvl6pPr>
            <a:lvl7pPr lvl="6" algn="l" rtl="0">
              <a:lnSpc>
                <a:spcPct val="100000"/>
              </a:lnSpc>
              <a:spcBef>
                <a:spcPts val="0"/>
              </a:spcBef>
              <a:spcAft>
                <a:spcPts val="0"/>
              </a:spcAft>
              <a:buSzPts val="1400"/>
              <a:buNone/>
              <a:defRPr sz="1800"/>
            </a:lvl7pPr>
            <a:lvl8pPr lvl="7" algn="l" rtl="0">
              <a:lnSpc>
                <a:spcPct val="100000"/>
              </a:lnSpc>
              <a:spcBef>
                <a:spcPts val="0"/>
              </a:spcBef>
              <a:spcAft>
                <a:spcPts val="0"/>
              </a:spcAft>
              <a:buSzPts val="1400"/>
              <a:buNone/>
              <a:defRPr sz="1800"/>
            </a:lvl8pPr>
            <a:lvl9pPr lvl="8" algn="l" rtl="0">
              <a:lnSpc>
                <a:spcPct val="100000"/>
              </a:lnSpc>
              <a:spcBef>
                <a:spcPts val="0"/>
              </a:spcBef>
              <a:spcAft>
                <a:spcPts val="0"/>
              </a:spcAft>
              <a:buSzPts val="1400"/>
              <a:buNone/>
              <a:defRPr sz="1800"/>
            </a:lvl9pPr>
          </a:lstStyle>
          <a:p>
            <a:endParaRPr/>
          </a:p>
        </p:txBody>
      </p:sp>
      <p:sp>
        <p:nvSpPr>
          <p:cNvPr id="397" name="Google Shape;397;p73"/>
          <p:cNvSpPr txBox="1">
            <a:spLocks noGrp="1"/>
          </p:cNvSpPr>
          <p:nvPr>
            <p:ph type="sldNum" idx="12"/>
          </p:nvPr>
        </p:nvSpPr>
        <p:spPr>
          <a:xfrm>
            <a:off x="8556784" y="4749851"/>
            <a:ext cx="548700" cy="393600"/>
          </a:xfrm>
          <a:prstGeom prst="rect">
            <a:avLst/>
          </a:prstGeom>
        </p:spPr>
        <p:txBody>
          <a:bodyPr spcFirstLastPara="1" wrap="square" lIns="0" tIns="0" rIns="0" bIns="0" anchor="t" anchorCtr="0">
            <a:noAutofit/>
          </a:bodyPr>
          <a:lstStyle>
            <a:lvl1pPr lvl="0" rtl="0">
              <a:buNone/>
              <a:defRPr sz="1300">
                <a:latin typeface="Verizon NHG TX"/>
                <a:ea typeface="Verizon NHG TX"/>
                <a:cs typeface="Verizon NHG TX"/>
                <a:sym typeface="Verizon NHG TX"/>
              </a:defRPr>
            </a:lvl1pPr>
            <a:lvl2pPr lvl="1" rtl="0">
              <a:buNone/>
              <a:defRPr sz="1300">
                <a:latin typeface="Verizon NHG TX"/>
                <a:ea typeface="Verizon NHG TX"/>
                <a:cs typeface="Verizon NHG TX"/>
                <a:sym typeface="Verizon NHG TX"/>
              </a:defRPr>
            </a:lvl2pPr>
            <a:lvl3pPr lvl="2" rtl="0">
              <a:buNone/>
              <a:defRPr sz="1300">
                <a:latin typeface="Verizon NHG TX"/>
                <a:ea typeface="Verizon NHG TX"/>
                <a:cs typeface="Verizon NHG TX"/>
                <a:sym typeface="Verizon NHG TX"/>
              </a:defRPr>
            </a:lvl3pPr>
            <a:lvl4pPr lvl="3" rtl="0">
              <a:buNone/>
              <a:defRPr sz="1300">
                <a:latin typeface="Verizon NHG TX"/>
                <a:ea typeface="Verizon NHG TX"/>
                <a:cs typeface="Verizon NHG TX"/>
                <a:sym typeface="Verizon NHG TX"/>
              </a:defRPr>
            </a:lvl4pPr>
            <a:lvl5pPr lvl="4" rtl="0">
              <a:buNone/>
              <a:defRPr sz="1300">
                <a:latin typeface="Verizon NHG TX"/>
                <a:ea typeface="Verizon NHG TX"/>
                <a:cs typeface="Verizon NHG TX"/>
                <a:sym typeface="Verizon NHG TX"/>
              </a:defRPr>
            </a:lvl5pPr>
            <a:lvl6pPr lvl="5" rtl="0">
              <a:buNone/>
              <a:defRPr sz="1300">
                <a:latin typeface="Verizon NHG TX"/>
                <a:ea typeface="Verizon NHG TX"/>
                <a:cs typeface="Verizon NHG TX"/>
                <a:sym typeface="Verizon NHG TX"/>
              </a:defRPr>
            </a:lvl6pPr>
            <a:lvl7pPr lvl="6" rtl="0">
              <a:buNone/>
              <a:defRPr sz="1300">
                <a:latin typeface="Verizon NHG TX"/>
                <a:ea typeface="Verizon NHG TX"/>
                <a:cs typeface="Verizon NHG TX"/>
                <a:sym typeface="Verizon NHG TX"/>
              </a:defRPr>
            </a:lvl7pPr>
            <a:lvl8pPr lvl="7" rtl="0">
              <a:buNone/>
              <a:defRPr sz="1300">
                <a:latin typeface="Verizon NHG TX"/>
                <a:ea typeface="Verizon NHG TX"/>
                <a:cs typeface="Verizon NHG TX"/>
                <a:sym typeface="Verizon NHG TX"/>
              </a:defRPr>
            </a:lvl8pPr>
            <a:lvl9pPr lvl="8" rtl="0">
              <a:buNone/>
              <a:defRPr sz="1300">
                <a:latin typeface="Verizon NHG TX"/>
                <a:ea typeface="Verizon NHG TX"/>
                <a:cs typeface="Verizon NHG TX"/>
                <a:sym typeface="Verizon NHG TX"/>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Alternate Statement">
  <p:cSld name="Alternate Statement">
    <p:spTree>
      <p:nvGrpSpPr>
        <p:cNvPr id="1" name="Shape 398"/>
        <p:cNvGrpSpPr/>
        <p:nvPr/>
      </p:nvGrpSpPr>
      <p:grpSpPr>
        <a:xfrm>
          <a:off x="0" y="0"/>
          <a:ext cx="0" cy="0"/>
          <a:chOff x="0" y="0"/>
          <a:chExt cx="0" cy="0"/>
        </a:xfrm>
      </p:grpSpPr>
      <p:sp>
        <p:nvSpPr>
          <p:cNvPr id="399" name="Google Shape;399;p74"/>
          <p:cNvSpPr txBox="1">
            <a:spLocks noGrp="1"/>
          </p:cNvSpPr>
          <p:nvPr>
            <p:ph type="title"/>
          </p:nvPr>
        </p:nvSpPr>
        <p:spPr>
          <a:xfrm>
            <a:off x="457200" y="1097756"/>
            <a:ext cx="5943600" cy="1543200"/>
          </a:xfrm>
          <a:prstGeom prst="rect">
            <a:avLst/>
          </a:prstGeom>
          <a:noFill/>
          <a:ln>
            <a:noFill/>
          </a:ln>
        </p:spPr>
        <p:txBody>
          <a:bodyPr spcFirstLastPara="1" wrap="square" lIns="91425" tIns="91425" rIns="91425" bIns="91425" anchor="t" anchorCtr="0">
            <a:noAutofit/>
          </a:bodyPr>
          <a:lstStyle>
            <a:lvl1pPr marR="0" lvl="0" algn="l" rtl="0">
              <a:lnSpc>
                <a:spcPct val="80000"/>
              </a:lnSpc>
              <a:spcBef>
                <a:spcPts val="0"/>
              </a:spcBef>
              <a:spcAft>
                <a:spcPts val="0"/>
              </a:spcAft>
              <a:buClr>
                <a:schemeClr val="dk1"/>
              </a:buClr>
              <a:buSzPts val="40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400" name="Google Shape;400;p74"/>
          <p:cNvSpPr txBox="1">
            <a:spLocks noGrp="1"/>
          </p:cNvSpPr>
          <p:nvPr>
            <p:ph type="dt" idx="10"/>
          </p:nvPr>
        </p:nvSpPr>
        <p:spPr>
          <a:xfrm>
            <a:off x="7543800" y="4810899"/>
            <a:ext cx="914400" cy="1716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401" name="Google Shape;401;p74"/>
          <p:cNvSpPr txBox="1">
            <a:spLocks noGrp="1"/>
          </p:cNvSpPr>
          <p:nvPr>
            <p:ph type="sldNum" idx="12"/>
          </p:nvPr>
        </p:nvSpPr>
        <p:spPr>
          <a:xfrm>
            <a:off x="8458200" y="4810899"/>
            <a:ext cx="228600" cy="171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402"/>
        <p:cNvGrpSpPr/>
        <p:nvPr/>
      </p:nvGrpSpPr>
      <p:grpSpPr>
        <a:xfrm>
          <a:off x="0" y="0"/>
          <a:ext cx="0" cy="0"/>
          <a:chOff x="0" y="0"/>
          <a:chExt cx="0" cy="0"/>
        </a:xfrm>
      </p:grpSpPr>
      <p:sp>
        <p:nvSpPr>
          <p:cNvPr id="403" name="Google Shape;403;p75"/>
          <p:cNvSpPr txBox="1">
            <a:spLocks noGrp="1"/>
          </p:cNvSpPr>
          <p:nvPr>
            <p:ph type="title"/>
          </p:nvPr>
        </p:nvSpPr>
        <p:spPr>
          <a:xfrm>
            <a:off x="457200" y="445294"/>
            <a:ext cx="7086600" cy="558000"/>
          </a:xfrm>
          <a:prstGeom prst="rect">
            <a:avLst/>
          </a:prstGeom>
          <a:noFill/>
          <a:ln>
            <a:noFill/>
          </a:ln>
        </p:spPr>
        <p:txBody>
          <a:bodyPr spcFirstLastPara="1" wrap="square" lIns="0" tIns="34275" rIns="0" bIns="34275" anchor="t" anchorCtr="0">
            <a:noAutofit/>
          </a:bodyPr>
          <a:lstStyle>
            <a:lvl1pPr marR="0" lvl="0" algn="l" rtl="0">
              <a:lnSpc>
                <a:spcPct val="9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cxnSp>
        <p:nvCxnSpPr>
          <p:cNvPr id="404" name="Google Shape;404;p75"/>
          <p:cNvCxnSpPr/>
          <p:nvPr/>
        </p:nvCxnSpPr>
        <p:spPr>
          <a:xfrm>
            <a:off x="457200" y="342900"/>
            <a:ext cx="8229600" cy="0"/>
          </a:xfrm>
          <a:prstGeom prst="straightConnector1">
            <a:avLst/>
          </a:prstGeom>
          <a:noFill/>
          <a:ln w="47625" cap="flat" cmpd="sng">
            <a:solidFill>
              <a:schemeClr val="dk1"/>
            </a:solidFill>
            <a:prstDash val="solid"/>
            <a:round/>
            <a:headEnd type="none" w="sm" len="sm"/>
            <a:tailEnd type="none" w="sm" len="sm"/>
          </a:ln>
        </p:spPr>
      </p:cxnSp>
      <p:sp>
        <p:nvSpPr>
          <p:cNvPr id="405" name="Google Shape;405;p75"/>
          <p:cNvSpPr txBox="1">
            <a:spLocks noGrp="1"/>
          </p:cNvSpPr>
          <p:nvPr>
            <p:ph type="sldNum" idx="12"/>
          </p:nvPr>
        </p:nvSpPr>
        <p:spPr>
          <a:xfrm>
            <a:off x="8556784" y="4749851"/>
            <a:ext cx="548700" cy="393600"/>
          </a:xfrm>
          <a:prstGeom prst="rect">
            <a:avLst/>
          </a:prstGeom>
        </p:spPr>
        <p:txBody>
          <a:bodyPr spcFirstLastPara="1" wrap="square" lIns="0" tIns="0" rIns="0" bIns="0" anchor="t" anchorCtr="0">
            <a:noAutofit/>
          </a:bodyPr>
          <a:lstStyle>
            <a:lvl1pPr lvl="0" rtl="0">
              <a:buNone/>
              <a:defRPr sz="1300">
                <a:latin typeface="Verizon NHG TX"/>
                <a:ea typeface="Verizon NHG TX"/>
                <a:cs typeface="Verizon NHG TX"/>
                <a:sym typeface="Verizon NHG TX"/>
              </a:defRPr>
            </a:lvl1pPr>
            <a:lvl2pPr lvl="1" rtl="0">
              <a:buNone/>
              <a:defRPr sz="1300">
                <a:latin typeface="Verizon NHG TX"/>
                <a:ea typeface="Verizon NHG TX"/>
                <a:cs typeface="Verizon NHG TX"/>
                <a:sym typeface="Verizon NHG TX"/>
              </a:defRPr>
            </a:lvl2pPr>
            <a:lvl3pPr lvl="2" rtl="0">
              <a:buNone/>
              <a:defRPr sz="1300">
                <a:latin typeface="Verizon NHG TX"/>
                <a:ea typeface="Verizon NHG TX"/>
                <a:cs typeface="Verizon NHG TX"/>
                <a:sym typeface="Verizon NHG TX"/>
              </a:defRPr>
            </a:lvl3pPr>
            <a:lvl4pPr lvl="3" rtl="0">
              <a:buNone/>
              <a:defRPr sz="1300">
                <a:latin typeface="Verizon NHG TX"/>
                <a:ea typeface="Verizon NHG TX"/>
                <a:cs typeface="Verizon NHG TX"/>
                <a:sym typeface="Verizon NHG TX"/>
              </a:defRPr>
            </a:lvl4pPr>
            <a:lvl5pPr lvl="4" rtl="0">
              <a:buNone/>
              <a:defRPr sz="1300">
                <a:latin typeface="Verizon NHG TX"/>
                <a:ea typeface="Verizon NHG TX"/>
                <a:cs typeface="Verizon NHG TX"/>
                <a:sym typeface="Verizon NHG TX"/>
              </a:defRPr>
            </a:lvl5pPr>
            <a:lvl6pPr lvl="5" rtl="0">
              <a:buNone/>
              <a:defRPr sz="1300">
                <a:latin typeface="Verizon NHG TX"/>
                <a:ea typeface="Verizon NHG TX"/>
                <a:cs typeface="Verizon NHG TX"/>
                <a:sym typeface="Verizon NHG TX"/>
              </a:defRPr>
            </a:lvl6pPr>
            <a:lvl7pPr lvl="6" rtl="0">
              <a:buNone/>
              <a:defRPr sz="1300">
                <a:latin typeface="Verizon NHG TX"/>
                <a:ea typeface="Verizon NHG TX"/>
                <a:cs typeface="Verizon NHG TX"/>
                <a:sym typeface="Verizon NHG TX"/>
              </a:defRPr>
            </a:lvl7pPr>
            <a:lvl8pPr lvl="7" rtl="0">
              <a:buNone/>
              <a:defRPr sz="1300">
                <a:latin typeface="Verizon NHG TX"/>
                <a:ea typeface="Verizon NHG TX"/>
                <a:cs typeface="Verizon NHG TX"/>
                <a:sym typeface="Verizon NHG TX"/>
              </a:defRPr>
            </a:lvl8pPr>
            <a:lvl9pPr lvl="8" rtl="0">
              <a:buNone/>
              <a:defRPr sz="1300">
                <a:latin typeface="Verizon NHG TX"/>
                <a:ea typeface="Verizon NHG TX"/>
                <a:cs typeface="Verizon NHG TX"/>
                <a:sym typeface="Verizon NHG TX"/>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matchingName="Full-Screen Picture">
  <p:cSld name="Full-Screen Picture">
    <p:spTree>
      <p:nvGrpSpPr>
        <p:cNvPr id="1" name="Shape 406"/>
        <p:cNvGrpSpPr/>
        <p:nvPr/>
      </p:nvGrpSpPr>
      <p:grpSpPr>
        <a:xfrm>
          <a:off x="0" y="0"/>
          <a:ext cx="0" cy="0"/>
          <a:chOff x="0" y="0"/>
          <a:chExt cx="0" cy="0"/>
        </a:xfrm>
      </p:grpSpPr>
      <p:sp>
        <p:nvSpPr>
          <p:cNvPr id="407" name="Google Shape;407;p76"/>
          <p:cNvSpPr>
            <a:spLocks noGrp="1"/>
          </p:cNvSpPr>
          <p:nvPr>
            <p:ph type="pic" idx="2"/>
          </p:nvPr>
        </p:nvSpPr>
        <p:spPr>
          <a:xfrm>
            <a:off x="0" y="0"/>
            <a:ext cx="9144000" cy="51435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9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9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9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08" name="Google Shape;408;p76"/>
          <p:cNvSpPr txBox="1">
            <a:spLocks noGrp="1"/>
          </p:cNvSpPr>
          <p:nvPr>
            <p:ph type="dt" idx="10"/>
          </p:nvPr>
        </p:nvSpPr>
        <p:spPr>
          <a:xfrm>
            <a:off x="7543800" y="4810899"/>
            <a:ext cx="914400" cy="1716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409" name="Google Shape;409;p76"/>
          <p:cNvSpPr txBox="1">
            <a:spLocks noGrp="1"/>
          </p:cNvSpPr>
          <p:nvPr>
            <p:ph type="sldNum" idx="12"/>
          </p:nvPr>
        </p:nvSpPr>
        <p:spPr>
          <a:xfrm>
            <a:off x="8458200" y="4810899"/>
            <a:ext cx="228600" cy="17160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700" b="1">
                <a:solidFill>
                  <a:schemeClr val="dk1"/>
                </a:solidFill>
                <a:latin typeface="Arial"/>
                <a:ea typeface="Arial"/>
                <a:cs typeface="Arial"/>
                <a:sym typeface="Arial"/>
              </a:defRPr>
            </a:lvl1pPr>
            <a:lvl2pPr marL="0" marR="0" lvl="1" indent="0" algn="r" rtl="0">
              <a:spcBef>
                <a:spcPts val="0"/>
              </a:spcBef>
              <a:buNone/>
              <a:defRPr sz="700" b="1">
                <a:solidFill>
                  <a:schemeClr val="dk1"/>
                </a:solidFill>
                <a:latin typeface="Arial"/>
                <a:ea typeface="Arial"/>
                <a:cs typeface="Arial"/>
                <a:sym typeface="Arial"/>
              </a:defRPr>
            </a:lvl2pPr>
            <a:lvl3pPr marL="0" marR="0" lvl="2" indent="0" algn="r" rtl="0">
              <a:spcBef>
                <a:spcPts val="0"/>
              </a:spcBef>
              <a:buNone/>
              <a:defRPr sz="700" b="1">
                <a:solidFill>
                  <a:schemeClr val="dk1"/>
                </a:solidFill>
                <a:latin typeface="Arial"/>
                <a:ea typeface="Arial"/>
                <a:cs typeface="Arial"/>
                <a:sym typeface="Arial"/>
              </a:defRPr>
            </a:lvl3pPr>
            <a:lvl4pPr marL="0" marR="0" lvl="3" indent="0" algn="r" rtl="0">
              <a:spcBef>
                <a:spcPts val="0"/>
              </a:spcBef>
              <a:buNone/>
              <a:defRPr sz="700" b="1">
                <a:solidFill>
                  <a:schemeClr val="dk1"/>
                </a:solidFill>
                <a:latin typeface="Arial"/>
                <a:ea typeface="Arial"/>
                <a:cs typeface="Arial"/>
                <a:sym typeface="Arial"/>
              </a:defRPr>
            </a:lvl4pPr>
            <a:lvl5pPr marL="0" marR="0" lvl="4" indent="0" algn="r" rtl="0">
              <a:spcBef>
                <a:spcPts val="0"/>
              </a:spcBef>
              <a:buNone/>
              <a:defRPr sz="700" b="1">
                <a:solidFill>
                  <a:schemeClr val="dk1"/>
                </a:solidFill>
                <a:latin typeface="Arial"/>
                <a:ea typeface="Arial"/>
                <a:cs typeface="Arial"/>
                <a:sym typeface="Arial"/>
              </a:defRPr>
            </a:lvl5pPr>
            <a:lvl6pPr marL="0" marR="0" lvl="5" indent="0" algn="r" rtl="0">
              <a:spcBef>
                <a:spcPts val="0"/>
              </a:spcBef>
              <a:buNone/>
              <a:defRPr sz="700" b="1">
                <a:solidFill>
                  <a:schemeClr val="dk1"/>
                </a:solidFill>
                <a:latin typeface="Arial"/>
                <a:ea typeface="Arial"/>
                <a:cs typeface="Arial"/>
                <a:sym typeface="Arial"/>
              </a:defRPr>
            </a:lvl6pPr>
            <a:lvl7pPr marL="0" marR="0" lvl="6" indent="0" algn="r" rtl="0">
              <a:spcBef>
                <a:spcPts val="0"/>
              </a:spcBef>
              <a:buNone/>
              <a:defRPr sz="700" b="1">
                <a:solidFill>
                  <a:schemeClr val="dk1"/>
                </a:solidFill>
                <a:latin typeface="Arial"/>
                <a:ea typeface="Arial"/>
                <a:cs typeface="Arial"/>
                <a:sym typeface="Arial"/>
              </a:defRPr>
            </a:lvl7pPr>
            <a:lvl8pPr marL="0" marR="0" lvl="7" indent="0" algn="r" rtl="0">
              <a:spcBef>
                <a:spcPts val="0"/>
              </a:spcBef>
              <a:buNone/>
              <a:defRPr sz="700" b="1">
                <a:solidFill>
                  <a:schemeClr val="dk1"/>
                </a:solidFill>
                <a:latin typeface="Arial"/>
                <a:ea typeface="Arial"/>
                <a:cs typeface="Arial"/>
                <a:sym typeface="Arial"/>
              </a:defRPr>
            </a:lvl8pPr>
            <a:lvl9pPr marL="0" marR="0" lvl="8" indent="0" algn="r" rtl="0">
              <a:spcBef>
                <a:spcPts val="0"/>
              </a:spcBef>
              <a:buNone/>
              <a:defRPr sz="700" b="1">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410" name="Google Shape;410;p76"/>
          <p:cNvSpPr txBox="1"/>
          <p:nvPr/>
        </p:nvSpPr>
        <p:spPr>
          <a:xfrm>
            <a:off x="2812568" y="4810899"/>
            <a:ext cx="4023300" cy="171600"/>
          </a:xfrm>
          <a:prstGeom prst="rect">
            <a:avLst/>
          </a:prstGeom>
          <a:noFill/>
          <a:ln>
            <a:noFill/>
          </a:ln>
        </p:spPr>
        <p:txBody>
          <a:bodyPr spcFirstLastPara="1" wrap="square" lIns="0" tIns="0" rIns="182875" bIns="0" anchor="b" anchorCtr="0">
            <a:noAutofit/>
          </a:bodyPr>
          <a:lstStyle/>
          <a:p>
            <a:pPr marL="0" marR="0" lvl="0" indent="0" algn="l" rtl="0">
              <a:spcBef>
                <a:spcPts val="0"/>
              </a:spcBef>
              <a:spcAft>
                <a:spcPts val="0"/>
              </a:spcAft>
              <a:buClr>
                <a:srgbClr val="000000"/>
              </a:buClr>
              <a:buSzPts val="200"/>
              <a:buFont typeface="Arial Narrow"/>
              <a:buNone/>
            </a:pPr>
            <a:r>
              <a:rPr lang="en" sz="700">
                <a:solidFill>
                  <a:srgbClr val="000000"/>
                </a:solidFill>
                <a:latin typeface="Arial Narrow"/>
                <a:ea typeface="Arial Narrow"/>
                <a:cs typeface="Arial Narrow"/>
                <a:sym typeface="Arial Narrow"/>
              </a:rPr>
              <a:t>Confidential and proprietary materials for authorized Verizon personnel and outside agencies only. Use, disclosure or distribution of this material is not permitted to any unauthorized persons or third parties except by written agreement.</a:t>
            </a:r>
            <a:endParaRPr sz="110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Alternate Section Header">
  <p:cSld name="Alternate Section Header">
    <p:spTree>
      <p:nvGrpSpPr>
        <p:cNvPr id="1" name="Shape 411"/>
        <p:cNvGrpSpPr/>
        <p:nvPr/>
      </p:nvGrpSpPr>
      <p:grpSpPr>
        <a:xfrm>
          <a:off x="0" y="0"/>
          <a:ext cx="0" cy="0"/>
          <a:chOff x="0" y="0"/>
          <a:chExt cx="0" cy="0"/>
        </a:xfrm>
      </p:grpSpPr>
      <p:sp>
        <p:nvSpPr>
          <p:cNvPr id="412" name="Google Shape;412;p77"/>
          <p:cNvSpPr txBox="1">
            <a:spLocks noGrp="1"/>
          </p:cNvSpPr>
          <p:nvPr>
            <p:ph type="title"/>
          </p:nvPr>
        </p:nvSpPr>
        <p:spPr>
          <a:xfrm>
            <a:off x="457200" y="445770"/>
            <a:ext cx="7086600" cy="14172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600"/>
              <a:buFont typeface="Arial"/>
              <a:buNone/>
              <a:defRPr sz="3600" b="1" cap="none">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13" name="Google Shape;413;p77"/>
          <p:cNvSpPr txBox="1">
            <a:spLocks noGrp="1"/>
          </p:cNvSpPr>
          <p:nvPr>
            <p:ph type="body" idx="1"/>
          </p:nvPr>
        </p:nvSpPr>
        <p:spPr>
          <a:xfrm>
            <a:off x="457200" y="2057400"/>
            <a:ext cx="4645200" cy="2423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Font typeface="Neue Haas Grotesk Text Std"/>
              <a:buNone/>
              <a:defRPr sz="1800">
                <a:solidFill>
                  <a:schemeClr val="dk1"/>
                </a:solidFill>
                <a:latin typeface="Neue Haas Grotesk Text Std"/>
                <a:ea typeface="Neue Haas Grotesk Text Std"/>
                <a:cs typeface="Neue Haas Grotesk Text Std"/>
                <a:sym typeface="Neue Haas Grotesk Text Std"/>
              </a:defRPr>
            </a:lvl1pPr>
            <a:lvl2pPr marL="914400" lvl="1" indent="-228600" algn="l" rtl="0">
              <a:lnSpc>
                <a:spcPct val="100000"/>
              </a:lnSpc>
              <a:spcBef>
                <a:spcPts val="900"/>
              </a:spcBef>
              <a:spcAft>
                <a:spcPts val="0"/>
              </a:spcAft>
              <a:buClr>
                <a:schemeClr val="dk1"/>
              </a:buClr>
              <a:buSzPts val="1800"/>
              <a:buFont typeface="Neue Haas Grotesk Text Std"/>
              <a:buNone/>
              <a:defRPr sz="1800">
                <a:solidFill>
                  <a:schemeClr val="dk1"/>
                </a:solidFill>
                <a:latin typeface="Neue Haas Grotesk Text Std"/>
                <a:ea typeface="Neue Haas Grotesk Text Std"/>
                <a:cs typeface="Neue Haas Grotesk Text Std"/>
                <a:sym typeface="Neue Haas Grotesk Text Std"/>
              </a:defRPr>
            </a:lvl2pPr>
            <a:lvl3pPr marL="1371600" lvl="2" indent="-342900" algn="l" rtl="0">
              <a:lnSpc>
                <a:spcPct val="100000"/>
              </a:lnSpc>
              <a:spcBef>
                <a:spcPts val="600"/>
              </a:spcBef>
              <a:spcAft>
                <a:spcPts val="0"/>
              </a:spcAft>
              <a:buClr>
                <a:schemeClr val="dk1"/>
              </a:buClr>
              <a:buSzPts val="1800"/>
              <a:buChar char="•"/>
              <a:defRPr sz="1800">
                <a:solidFill>
                  <a:schemeClr val="dk1"/>
                </a:solidFill>
                <a:latin typeface="Neue Haas Grotesk Text Std"/>
                <a:ea typeface="Neue Haas Grotesk Text Std"/>
                <a:cs typeface="Neue Haas Grotesk Text Std"/>
                <a:sym typeface="Neue Haas Grotesk Text Std"/>
              </a:defRPr>
            </a:lvl3pPr>
            <a:lvl4pPr marL="1828800" lvl="3" indent="-342900" algn="l" rtl="0">
              <a:lnSpc>
                <a:spcPct val="100000"/>
              </a:lnSpc>
              <a:spcBef>
                <a:spcPts val="600"/>
              </a:spcBef>
              <a:spcAft>
                <a:spcPts val="0"/>
              </a:spcAft>
              <a:buClr>
                <a:schemeClr val="dk1"/>
              </a:buClr>
              <a:buSzPts val="1800"/>
              <a:buChar char="–"/>
              <a:defRPr sz="1800">
                <a:solidFill>
                  <a:schemeClr val="dk1"/>
                </a:solidFill>
                <a:latin typeface="Neue Haas Grotesk Text Std"/>
                <a:ea typeface="Neue Haas Grotesk Text Std"/>
                <a:cs typeface="Neue Haas Grotesk Text Std"/>
                <a:sym typeface="Neue Haas Grotesk Text Std"/>
              </a:defRPr>
            </a:lvl4pPr>
            <a:lvl5pPr marL="2286000" lvl="4" indent="-342900" algn="l" rtl="0">
              <a:lnSpc>
                <a:spcPct val="100000"/>
              </a:lnSpc>
              <a:spcBef>
                <a:spcPts val="600"/>
              </a:spcBef>
              <a:spcAft>
                <a:spcPts val="0"/>
              </a:spcAft>
              <a:buClr>
                <a:schemeClr val="dk1"/>
              </a:buClr>
              <a:buSzPts val="1800"/>
              <a:buChar char="–"/>
              <a:defRPr sz="1800">
                <a:solidFill>
                  <a:schemeClr val="dk1"/>
                </a:solidFill>
                <a:latin typeface="Neue Haas Grotesk Text Std"/>
                <a:ea typeface="Neue Haas Grotesk Text Std"/>
                <a:cs typeface="Neue Haas Grotesk Text Std"/>
                <a:sym typeface="Neue Haas Grotesk Text Std"/>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grpSp>
        <p:nvGrpSpPr>
          <p:cNvPr id="414" name="Google Shape;414;p77"/>
          <p:cNvGrpSpPr/>
          <p:nvPr/>
        </p:nvGrpSpPr>
        <p:grpSpPr>
          <a:xfrm>
            <a:off x="6128382" y="3762114"/>
            <a:ext cx="1686375" cy="307357"/>
            <a:chOff x="3168194" y="5764185"/>
            <a:chExt cx="2032266" cy="370399"/>
          </a:xfrm>
        </p:grpSpPr>
        <p:grpSp>
          <p:nvGrpSpPr>
            <p:cNvPr id="415" name="Google Shape;415;p77"/>
            <p:cNvGrpSpPr/>
            <p:nvPr/>
          </p:nvGrpSpPr>
          <p:grpSpPr>
            <a:xfrm>
              <a:off x="3940230" y="5764185"/>
              <a:ext cx="370398" cy="370399"/>
              <a:chOff x="3949244" y="5773211"/>
              <a:chExt cx="352425" cy="352425"/>
            </a:xfrm>
          </p:grpSpPr>
          <p:sp>
            <p:nvSpPr>
              <p:cNvPr id="416" name="Google Shape;416;p77"/>
              <p:cNvSpPr/>
              <p:nvPr/>
            </p:nvSpPr>
            <p:spPr>
              <a:xfrm>
                <a:off x="3949244" y="5773211"/>
                <a:ext cx="352425" cy="352425"/>
              </a:xfrm>
              <a:custGeom>
                <a:avLst/>
                <a:gdLst/>
                <a:ahLst/>
                <a:cxnLst/>
                <a:rect l="l" t="t" r="r" b="b"/>
                <a:pathLst>
                  <a:path w="664" h="665" extrusionOk="0">
                    <a:moveTo>
                      <a:pt x="332" y="0"/>
                    </a:moveTo>
                    <a:lnTo>
                      <a:pt x="381" y="4"/>
                    </a:lnTo>
                    <a:lnTo>
                      <a:pt x="428" y="14"/>
                    </a:lnTo>
                    <a:lnTo>
                      <a:pt x="472" y="31"/>
                    </a:lnTo>
                    <a:lnTo>
                      <a:pt x="513" y="54"/>
                    </a:lnTo>
                    <a:lnTo>
                      <a:pt x="550" y="82"/>
                    </a:lnTo>
                    <a:lnTo>
                      <a:pt x="583" y="114"/>
                    </a:lnTo>
                    <a:lnTo>
                      <a:pt x="611" y="151"/>
                    </a:lnTo>
                    <a:lnTo>
                      <a:pt x="633" y="192"/>
                    </a:lnTo>
                    <a:lnTo>
                      <a:pt x="650" y="236"/>
                    </a:lnTo>
                    <a:lnTo>
                      <a:pt x="660" y="284"/>
                    </a:lnTo>
                    <a:lnTo>
                      <a:pt x="664" y="333"/>
                    </a:lnTo>
                    <a:lnTo>
                      <a:pt x="660" y="382"/>
                    </a:lnTo>
                    <a:lnTo>
                      <a:pt x="650" y="429"/>
                    </a:lnTo>
                    <a:lnTo>
                      <a:pt x="633" y="473"/>
                    </a:lnTo>
                    <a:lnTo>
                      <a:pt x="611" y="514"/>
                    </a:lnTo>
                    <a:lnTo>
                      <a:pt x="583" y="551"/>
                    </a:lnTo>
                    <a:lnTo>
                      <a:pt x="550" y="584"/>
                    </a:lnTo>
                    <a:lnTo>
                      <a:pt x="513" y="612"/>
                    </a:lnTo>
                    <a:lnTo>
                      <a:pt x="472" y="634"/>
                    </a:lnTo>
                    <a:lnTo>
                      <a:pt x="428" y="652"/>
                    </a:lnTo>
                    <a:lnTo>
                      <a:pt x="381" y="661"/>
                    </a:lnTo>
                    <a:lnTo>
                      <a:pt x="332" y="665"/>
                    </a:lnTo>
                    <a:lnTo>
                      <a:pt x="283" y="661"/>
                    </a:lnTo>
                    <a:lnTo>
                      <a:pt x="236" y="652"/>
                    </a:lnTo>
                    <a:lnTo>
                      <a:pt x="192" y="634"/>
                    </a:lnTo>
                    <a:lnTo>
                      <a:pt x="151" y="612"/>
                    </a:lnTo>
                    <a:lnTo>
                      <a:pt x="114" y="584"/>
                    </a:lnTo>
                    <a:lnTo>
                      <a:pt x="81" y="551"/>
                    </a:lnTo>
                    <a:lnTo>
                      <a:pt x="53" y="514"/>
                    </a:lnTo>
                    <a:lnTo>
                      <a:pt x="31" y="473"/>
                    </a:lnTo>
                    <a:lnTo>
                      <a:pt x="14" y="429"/>
                    </a:lnTo>
                    <a:lnTo>
                      <a:pt x="4" y="382"/>
                    </a:lnTo>
                    <a:lnTo>
                      <a:pt x="0" y="333"/>
                    </a:lnTo>
                    <a:lnTo>
                      <a:pt x="4" y="284"/>
                    </a:lnTo>
                    <a:lnTo>
                      <a:pt x="14" y="236"/>
                    </a:lnTo>
                    <a:lnTo>
                      <a:pt x="31" y="192"/>
                    </a:lnTo>
                    <a:lnTo>
                      <a:pt x="53" y="151"/>
                    </a:lnTo>
                    <a:lnTo>
                      <a:pt x="81" y="114"/>
                    </a:lnTo>
                    <a:lnTo>
                      <a:pt x="114" y="82"/>
                    </a:lnTo>
                    <a:lnTo>
                      <a:pt x="151" y="54"/>
                    </a:lnTo>
                    <a:lnTo>
                      <a:pt x="192" y="31"/>
                    </a:lnTo>
                    <a:lnTo>
                      <a:pt x="236" y="14"/>
                    </a:lnTo>
                    <a:lnTo>
                      <a:pt x="283" y="4"/>
                    </a:lnTo>
                    <a:lnTo>
                      <a:pt x="33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17" name="Google Shape;417;p77"/>
              <p:cNvSpPr/>
              <p:nvPr/>
            </p:nvSpPr>
            <p:spPr>
              <a:xfrm>
                <a:off x="3968870" y="5792837"/>
                <a:ext cx="313171" cy="313172"/>
              </a:xfrm>
              <a:custGeom>
                <a:avLst/>
                <a:gdLst/>
                <a:ahLst/>
                <a:cxnLst/>
                <a:rect l="l" t="t" r="r" b="b"/>
                <a:pathLst>
                  <a:path w="550" h="551" extrusionOk="0">
                    <a:moveTo>
                      <a:pt x="275" y="0"/>
                    </a:moveTo>
                    <a:lnTo>
                      <a:pt x="320" y="4"/>
                    </a:lnTo>
                    <a:lnTo>
                      <a:pt x="362" y="14"/>
                    </a:lnTo>
                    <a:lnTo>
                      <a:pt x="402" y="31"/>
                    </a:lnTo>
                    <a:lnTo>
                      <a:pt x="437" y="54"/>
                    </a:lnTo>
                    <a:lnTo>
                      <a:pt x="469" y="81"/>
                    </a:lnTo>
                    <a:lnTo>
                      <a:pt x="497" y="113"/>
                    </a:lnTo>
                    <a:lnTo>
                      <a:pt x="519" y="149"/>
                    </a:lnTo>
                    <a:lnTo>
                      <a:pt x="536" y="189"/>
                    </a:lnTo>
                    <a:lnTo>
                      <a:pt x="546" y="230"/>
                    </a:lnTo>
                    <a:lnTo>
                      <a:pt x="550" y="276"/>
                    </a:lnTo>
                    <a:lnTo>
                      <a:pt x="546" y="321"/>
                    </a:lnTo>
                    <a:lnTo>
                      <a:pt x="536" y="363"/>
                    </a:lnTo>
                    <a:lnTo>
                      <a:pt x="519" y="403"/>
                    </a:lnTo>
                    <a:lnTo>
                      <a:pt x="497" y="438"/>
                    </a:lnTo>
                    <a:lnTo>
                      <a:pt x="469" y="470"/>
                    </a:lnTo>
                    <a:lnTo>
                      <a:pt x="437" y="499"/>
                    </a:lnTo>
                    <a:lnTo>
                      <a:pt x="402" y="520"/>
                    </a:lnTo>
                    <a:lnTo>
                      <a:pt x="362" y="538"/>
                    </a:lnTo>
                    <a:lnTo>
                      <a:pt x="320" y="547"/>
                    </a:lnTo>
                    <a:lnTo>
                      <a:pt x="275" y="551"/>
                    </a:lnTo>
                    <a:lnTo>
                      <a:pt x="230" y="547"/>
                    </a:lnTo>
                    <a:lnTo>
                      <a:pt x="188" y="538"/>
                    </a:lnTo>
                    <a:lnTo>
                      <a:pt x="148" y="520"/>
                    </a:lnTo>
                    <a:lnTo>
                      <a:pt x="113" y="499"/>
                    </a:lnTo>
                    <a:lnTo>
                      <a:pt x="81" y="470"/>
                    </a:lnTo>
                    <a:lnTo>
                      <a:pt x="52" y="438"/>
                    </a:lnTo>
                    <a:lnTo>
                      <a:pt x="31" y="403"/>
                    </a:lnTo>
                    <a:lnTo>
                      <a:pt x="14" y="363"/>
                    </a:lnTo>
                    <a:lnTo>
                      <a:pt x="4" y="321"/>
                    </a:lnTo>
                    <a:lnTo>
                      <a:pt x="0" y="276"/>
                    </a:lnTo>
                    <a:lnTo>
                      <a:pt x="4" y="230"/>
                    </a:lnTo>
                    <a:lnTo>
                      <a:pt x="14" y="189"/>
                    </a:lnTo>
                    <a:lnTo>
                      <a:pt x="31" y="149"/>
                    </a:lnTo>
                    <a:lnTo>
                      <a:pt x="52" y="113"/>
                    </a:lnTo>
                    <a:lnTo>
                      <a:pt x="81" y="81"/>
                    </a:lnTo>
                    <a:lnTo>
                      <a:pt x="113" y="54"/>
                    </a:lnTo>
                    <a:lnTo>
                      <a:pt x="148" y="31"/>
                    </a:lnTo>
                    <a:lnTo>
                      <a:pt x="188" y="14"/>
                    </a:lnTo>
                    <a:lnTo>
                      <a:pt x="230" y="4"/>
                    </a:lnTo>
                    <a:lnTo>
                      <a:pt x="275"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grpSp>
        <p:grpSp>
          <p:nvGrpSpPr>
            <p:cNvPr id="418" name="Google Shape;418;p77"/>
            <p:cNvGrpSpPr/>
            <p:nvPr/>
          </p:nvGrpSpPr>
          <p:grpSpPr>
            <a:xfrm>
              <a:off x="3168194" y="5892273"/>
              <a:ext cx="674688" cy="114301"/>
              <a:chOff x="3168194" y="5890686"/>
              <a:chExt cx="674688" cy="114301"/>
            </a:xfrm>
          </p:grpSpPr>
          <p:sp>
            <p:nvSpPr>
              <p:cNvPr id="419" name="Google Shape;419;p77"/>
              <p:cNvSpPr/>
              <p:nvPr/>
            </p:nvSpPr>
            <p:spPr>
              <a:xfrm>
                <a:off x="3168194" y="5890686"/>
                <a:ext cx="76200" cy="92075"/>
              </a:xfrm>
              <a:custGeom>
                <a:avLst/>
                <a:gdLst/>
                <a:ahLst/>
                <a:cxnLst/>
                <a:rect l="l" t="t" r="r" b="b"/>
                <a:pathLst>
                  <a:path w="143" h="174" extrusionOk="0">
                    <a:moveTo>
                      <a:pt x="44" y="37"/>
                    </a:moveTo>
                    <a:lnTo>
                      <a:pt x="44" y="82"/>
                    </a:lnTo>
                    <a:lnTo>
                      <a:pt x="76" y="82"/>
                    </a:lnTo>
                    <a:lnTo>
                      <a:pt x="87" y="81"/>
                    </a:lnTo>
                    <a:lnTo>
                      <a:pt x="94" y="76"/>
                    </a:lnTo>
                    <a:lnTo>
                      <a:pt x="98" y="69"/>
                    </a:lnTo>
                    <a:lnTo>
                      <a:pt x="100" y="59"/>
                    </a:lnTo>
                    <a:lnTo>
                      <a:pt x="98" y="50"/>
                    </a:lnTo>
                    <a:lnTo>
                      <a:pt x="94" y="43"/>
                    </a:lnTo>
                    <a:lnTo>
                      <a:pt x="85" y="38"/>
                    </a:lnTo>
                    <a:lnTo>
                      <a:pt x="76" y="37"/>
                    </a:lnTo>
                    <a:lnTo>
                      <a:pt x="44" y="37"/>
                    </a:lnTo>
                    <a:close/>
                    <a:moveTo>
                      <a:pt x="0" y="0"/>
                    </a:moveTo>
                    <a:lnTo>
                      <a:pt x="78" y="0"/>
                    </a:lnTo>
                    <a:lnTo>
                      <a:pt x="97" y="2"/>
                    </a:lnTo>
                    <a:lnTo>
                      <a:pt x="114" y="8"/>
                    </a:lnTo>
                    <a:lnTo>
                      <a:pt x="126" y="17"/>
                    </a:lnTo>
                    <a:lnTo>
                      <a:pt x="135" y="28"/>
                    </a:lnTo>
                    <a:lnTo>
                      <a:pt x="141" y="43"/>
                    </a:lnTo>
                    <a:lnTo>
                      <a:pt x="143" y="59"/>
                    </a:lnTo>
                    <a:lnTo>
                      <a:pt x="141" y="78"/>
                    </a:lnTo>
                    <a:lnTo>
                      <a:pt x="133" y="94"/>
                    </a:lnTo>
                    <a:lnTo>
                      <a:pt x="121" y="106"/>
                    </a:lnTo>
                    <a:lnTo>
                      <a:pt x="104" y="114"/>
                    </a:lnTo>
                    <a:lnTo>
                      <a:pt x="84" y="116"/>
                    </a:lnTo>
                    <a:lnTo>
                      <a:pt x="44" y="116"/>
                    </a:lnTo>
                    <a:lnTo>
                      <a:pt x="44" y="174"/>
                    </a:lnTo>
                    <a:lnTo>
                      <a:pt x="0" y="174"/>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20" name="Google Shape;420;p77"/>
              <p:cNvSpPr/>
              <p:nvPr/>
            </p:nvSpPr>
            <p:spPr>
              <a:xfrm>
                <a:off x="3245982" y="5914499"/>
                <a:ext cx="69850" cy="69850"/>
              </a:xfrm>
              <a:custGeom>
                <a:avLst/>
                <a:gdLst/>
                <a:ahLst/>
                <a:cxnLst/>
                <a:rect l="l" t="t" r="r" b="b"/>
                <a:pathLst>
                  <a:path w="133" h="132" extrusionOk="0">
                    <a:moveTo>
                      <a:pt x="66" y="29"/>
                    </a:moveTo>
                    <a:lnTo>
                      <a:pt x="54" y="31"/>
                    </a:lnTo>
                    <a:lnTo>
                      <a:pt x="46" y="39"/>
                    </a:lnTo>
                    <a:lnTo>
                      <a:pt x="41" y="51"/>
                    </a:lnTo>
                    <a:lnTo>
                      <a:pt x="40" y="67"/>
                    </a:lnTo>
                    <a:lnTo>
                      <a:pt x="41" y="82"/>
                    </a:lnTo>
                    <a:lnTo>
                      <a:pt x="46" y="94"/>
                    </a:lnTo>
                    <a:lnTo>
                      <a:pt x="54" y="101"/>
                    </a:lnTo>
                    <a:lnTo>
                      <a:pt x="66" y="105"/>
                    </a:lnTo>
                    <a:lnTo>
                      <a:pt x="78" y="101"/>
                    </a:lnTo>
                    <a:lnTo>
                      <a:pt x="86" y="94"/>
                    </a:lnTo>
                    <a:lnTo>
                      <a:pt x="91" y="82"/>
                    </a:lnTo>
                    <a:lnTo>
                      <a:pt x="92" y="67"/>
                    </a:lnTo>
                    <a:lnTo>
                      <a:pt x="91" y="51"/>
                    </a:lnTo>
                    <a:lnTo>
                      <a:pt x="86" y="39"/>
                    </a:lnTo>
                    <a:lnTo>
                      <a:pt x="78" y="31"/>
                    </a:lnTo>
                    <a:lnTo>
                      <a:pt x="66" y="29"/>
                    </a:lnTo>
                    <a:close/>
                    <a:moveTo>
                      <a:pt x="66" y="0"/>
                    </a:moveTo>
                    <a:lnTo>
                      <a:pt x="85" y="3"/>
                    </a:lnTo>
                    <a:lnTo>
                      <a:pt x="102" y="10"/>
                    </a:lnTo>
                    <a:lnTo>
                      <a:pt x="115" y="19"/>
                    </a:lnTo>
                    <a:lnTo>
                      <a:pt x="124" y="32"/>
                    </a:lnTo>
                    <a:lnTo>
                      <a:pt x="130" y="49"/>
                    </a:lnTo>
                    <a:lnTo>
                      <a:pt x="133" y="67"/>
                    </a:lnTo>
                    <a:lnTo>
                      <a:pt x="130" y="85"/>
                    </a:lnTo>
                    <a:lnTo>
                      <a:pt x="124" y="100"/>
                    </a:lnTo>
                    <a:lnTo>
                      <a:pt x="115" y="113"/>
                    </a:lnTo>
                    <a:lnTo>
                      <a:pt x="102" y="124"/>
                    </a:lnTo>
                    <a:lnTo>
                      <a:pt x="85" y="130"/>
                    </a:lnTo>
                    <a:lnTo>
                      <a:pt x="66" y="132"/>
                    </a:lnTo>
                    <a:lnTo>
                      <a:pt x="47" y="130"/>
                    </a:lnTo>
                    <a:lnTo>
                      <a:pt x="32" y="124"/>
                    </a:lnTo>
                    <a:lnTo>
                      <a:pt x="18" y="113"/>
                    </a:lnTo>
                    <a:lnTo>
                      <a:pt x="8" y="100"/>
                    </a:lnTo>
                    <a:lnTo>
                      <a:pt x="2" y="85"/>
                    </a:lnTo>
                    <a:lnTo>
                      <a:pt x="0" y="67"/>
                    </a:lnTo>
                    <a:lnTo>
                      <a:pt x="2" y="49"/>
                    </a:lnTo>
                    <a:lnTo>
                      <a:pt x="8" y="32"/>
                    </a:lnTo>
                    <a:lnTo>
                      <a:pt x="18" y="19"/>
                    </a:lnTo>
                    <a:lnTo>
                      <a:pt x="32" y="10"/>
                    </a:lnTo>
                    <a:lnTo>
                      <a:pt x="47" y="3"/>
                    </a:lnTo>
                    <a:lnTo>
                      <a:pt x="6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21" name="Google Shape;421;p77"/>
              <p:cNvSpPr/>
              <p:nvPr/>
            </p:nvSpPr>
            <p:spPr>
              <a:xfrm>
                <a:off x="3314244" y="5917674"/>
                <a:ext cx="101600" cy="65088"/>
              </a:xfrm>
              <a:custGeom>
                <a:avLst/>
                <a:gdLst/>
                <a:ahLst/>
                <a:cxnLst/>
                <a:rect l="l" t="t" r="r" b="b"/>
                <a:pathLst>
                  <a:path w="191" h="124" extrusionOk="0">
                    <a:moveTo>
                      <a:pt x="0" y="0"/>
                    </a:moveTo>
                    <a:lnTo>
                      <a:pt x="41" y="0"/>
                    </a:lnTo>
                    <a:lnTo>
                      <a:pt x="55" y="51"/>
                    </a:lnTo>
                    <a:lnTo>
                      <a:pt x="56" y="59"/>
                    </a:lnTo>
                    <a:lnTo>
                      <a:pt x="58" y="67"/>
                    </a:lnTo>
                    <a:lnTo>
                      <a:pt x="60" y="73"/>
                    </a:lnTo>
                    <a:lnTo>
                      <a:pt x="60" y="76"/>
                    </a:lnTo>
                    <a:lnTo>
                      <a:pt x="61" y="76"/>
                    </a:lnTo>
                    <a:lnTo>
                      <a:pt x="61" y="73"/>
                    </a:lnTo>
                    <a:lnTo>
                      <a:pt x="62" y="67"/>
                    </a:lnTo>
                    <a:lnTo>
                      <a:pt x="64" y="59"/>
                    </a:lnTo>
                    <a:lnTo>
                      <a:pt x="66" y="51"/>
                    </a:lnTo>
                    <a:lnTo>
                      <a:pt x="79" y="0"/>
                    </a:lnTo>
                    <a:lnTo>
                      <a:pt x="113" y="0"/>
                    </a:lnTo>
                    <a:lnTo>
                      <a:pt x="126" y="51"/>
                    </a:lnTo>
                    <a:lnTo>
                      <a:pt x="128" y="59"/>
                    </a:lnTo>
                    <a:lnTo>
                      <a:pt x="131" y="67"/>
                    </a:lnTo>
                    <a:lnTo>
                      <a:pt x="132" y="73"/>
                    </a:lnTo>
                    <a:lnTo>
                      <a:pt x="132" y="76"/>
                    </a:lnTo>
                    <a:lnTo>
                      <a:pt x="133" y="76"/>
                    </a:lnTo>
                    <a:lnTo>
                      <a:pt x="133" y="73"/>
                    </a:lnTo>
                    <a:lnTo>
                      <a:pt x="134" y="67"/>
                    </a:lnTo>
                    <a:lnTo>
                      <a:pt x="137" y="59"/>
                    </a:lnTo>
                    <a:lnTo>
                      <a:pt x="139" y="51"/>
                    </a:lnTo>
                    <a:lnTo>
                      <a:pt x="152" y="0"/>
                    </a:lnTo>
                    <a:lnTo>
                      <a:pt x="191" y="0"/>
                    </a:lnTo>
                    <a:lnTo>
                      <a:pt x="153" y="124"/>
                    </a:lnTo>
                    <a:lnTo>
                      <a:pt x="117" y="124"/>
                    </a:lnTo>
                    <a:lnTo>
                      <a:pt x="101" y="67"/>
                    </a:lnTo>
                    <a:lnTo>
                      <a:pt x="100" y="60"/>
                    </a:lnTo>
                    <a:lnTo>
                      <a:pt x="98" y="53"/>
                    </a:lnTo>
                    <a:lnTo>
                      <a:pt x="96" y="47"/>
                    </a:lnTo>
                    <a:lnTo>
                      <a:pt x="96" y="46"/>
                    </a:lnTo>
                    <a:lnTo>
                      <a:pt x="95" y="46"/>
                    </a:lnTo>
                    <a:lnTo>
                      <a:pt x="95" y="47"/>
                    </a:lnTo>
                    <a:lnTo>
                      <a:pt x="94" y="53"/>
                    </a:lnTo>
                    <a:lnTo>
                      <a:pt x="92" y="60"/>
                    </a:lnTo>
                    <a:lnTo>
                      <a:pt x="90" y="67"/>
                    </a:lnTo>
                    <a:lnTo>
                      <a:pt x="75" y="124"/>
                    </a:lnTo>
                    <a:lnTo>
                      <a:pt x="38" y="124"/>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22" name="Google Shape;422;p77"/>
              <p:cNvSpPr/>
              <p:nvPr/>
            </p:nvSpPr>
            <p:spPr>
              <a:xfrm>
                <a:off x="3415844" y="5914499"/>
                <a:ext cx="68263" cy="69850"/>
              </a:xfrm>
              <a:custGeom>
                <a:avLst/>
                <a:gdLst/>
                <a:ahLst/>
                <a:cxnLst/>
                <a:rect l="l" t="t" r="r" b="b"/>
                <a:pathLst>
                  <a:path w="129" h="132" extrusionOk="0">
                    <a:moveTo>
                      <a:pt x="65" y="29"/>
                    </a:moveTo>
                    <a:lnTo>
                      <a:pt x="55" y="30"/>
                    </a:lnTo>
                    <a:lnTo>
                      <a:pt x="47" y="35"/>
                    </a:lnTo>
                    <a:lnTo>
                      <a:pt x="43" y="43"/>
                    </a:lnTo>
                    <a:lnTo>
                      <a:pt x="39" y="53"/>
                    </a:lnTo>
                    <a:lnTo>
                      <a:pt x="89" y="53"/>
                    </a:lnTo>
                    <a:lnTo>
                      <a:pt x="85" y="39"/>
                    </a:lnTo>
                    <a:lnTo>
                      <a:pt x="77" y="31"/>
                    </a:lnTo>
                    <a:lnTo>
                      <a:pt x="65" y="29"/>
                    </a:lnTo>
                    <a:close/>
                    <a:moveTo>
                      <a:pt x="64" y="0"/>
                    </a:moveTo>
                    <a:lnTo>
                      <a:pt x="81" y="1"/>
                    </a:lnTo>
                    <a:lnTo>
                      <a:pt x="95" y="7"/>
                    </a:lnTo>
                    <a:lnTo>
                      <a:pt x="107" y="16"/>
                    </a:lnTo>
                    <a:lnTo>
                      <a:pt x="116" y="28"/>
                    </a:lnTo>
                    <a:lnTo>
                      <a:pt x="123" y="42"/>
                    </a:lnTo>
                    <a:lnTo>
                      <a:pt x="128" y="58"/>
                    </a:lnTo>
                    <a:lnTo>
                      <a:pt x="129" y="76"/>
                    </a:lnTo>
                    <a:lnTo>
                      <a:pt x="39" y="76"/>
                    </a:lnTo>
                    <a:lnTo>
                      <a:pt x="43" y="88"/>
                    </a:lnTo>
                    <a:lnTo>
                      <a:pt x="49" y="96"/>
                    </a:lnTo>
                    <a:lnTo>
                      <a:pt x="57" y="101"/>
                    </a:lnTo>
                    <a:lnTo>
                      <a:pt x="68" y="104"/>
                    </a:lnTo>
                    <a:lnTo>
                      <a:pt x="77" y="102"/>
                    </a:lnTo>
                    <a:lnTo>
                      <a:pt x="83" y="98"/>
                    </a:lnTo>
                    <a:lnTo>
                      <a:pt x="88" y="92"/>
                    </a:lnTo>
                    <a:lnTo>
                      <a:pt x="127" y="92"/>
                    </a:lnTo>
                    <a:lnTo>
                      <a:pt x="122" y="102"/>
                    </a:lnTo>
                    <a:lnTo>
                      <a:pt x="115" y="112"/>
                    </a:lnTo>
                    <a:lnTo>
                      <a:pt x="106" y="120"/>
                    </a:lnTo>
                    <a:lnTo>
                      <a:pt x="95" y="127"/>
                    </a:lnTo>
                    <a:lnTo>
                      <a:pt x="82" y="131"/>
                    </a:lnTo>
                    <a:lnTo>
                      <a:pt x="66" y="132"/>
                    </a:lnTo>
                    <a:lnTo>
                      <a:pt x="47" y="130"/>
                    </a:lnTo>
                    <a:lnTo>
                      <a:pt x="31" y="124"/>
                    </a:lnTo>
                    <a:lnTo>
                      <a:pt x="18" y="113"/>
                    </a:lnTo>
                    <a:lnTo>
                      <a:pt x="8" y="100"/>
                    </a:lnTo>
                    <a:lnTo>
                      <a:pt x="2" y="83"/>
                    </a:lnTo>
                    <a:lnTo>
                      <a:pt x="0" y="66"/>
                    </a:lnTo>
                    <a:lnTo>
                      <a:pt x="2" y="48"/>
                    </a:lnTo>
                    <a:lnTo>
                      <a:pt x="8" y="32"/>
                    </a:lnTo>
                    <a:lnTo>
                      <a:pt x="18" y="19"/>
                    </a:lnTo>
                    <a:lnTo>
                      <a:pt x="31" y="9"/>
                    </a:lnTo>
                    <a:lnTo>
                      <a:pt x="46" y="3"/>
                    </a:lnTo>
                    <a:lnTo>
                      <a:pt x="64"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23" name="Google Shape;423;p77"/>
              <p:cNvSpPr/>
              <p:nvPr/>
            </p:nvSpPr>
            <p:spPr>
              <a:xfrm>
                <a:off x="3490457" y="5916086"/>
                <a:ext cx="42863" cy="66675"/>
              </a:xfrm>
              <a:custGeom>
                <a:avLst/>
                <a:gdLst/>
                <a:ahLst/>
                <a:cxnLst/>
                <a:rect l="l" t="t" r="r" b="b"/>
                <a:pathLst>
                  <a:path w="81" h="127" extrusionOk="0">
                    <a:moveTo>
                      <a:pt x="73" y="0"/>
                    </a:moveTo>
                    <a:lnTo>
                      <a:pt x="77" y="2"/>
                    </a:lnTo>
                    <a:lnTo>
                      <a:pt x="81" y="2"/>
                    </a:lnTo>
                    <a:lnTo>
                      <a:pt x="81" y="36"/>
                    </a:lnTo>
                    <a:lnTo>
                      <a:pt x="80" y="36"/>
                    </a:lnTo>
                    <a:lnTo>
                      <a:pt x="67" y="36"/>
                    </a:lnTo>
                    <a:lnTo>
                      <a:pt x="55" y="40"/>
                    </a:lnTo>
                    <a:lnTo>
                      <a:pt x="47" y="47"/>
                    </a:lnTo>
                    <a:lnTo>
                      <a:pt x="42" y="57"/>
                    </a:lnTo>
                    <a:lnTo>
                      <a:pt x="39" y="72"/>
                    </a:lnTo>
                    <a:lnTo>
                      <a:pt x="39" y="127"/>
                    </a:lnTo>
                    <a:lnTo>
                      <a:pt x="0" y="127"/>
                    </a:lnTo>
                    <a:lnTo>
                      <a:pt x="0" y="3"/>
                    </a:lnTo>
                    <a:lnTo>
                      <a:pt x="38" y="3"/>
                    </a:lnTo>
                    <a:lnTo>
                      <a:pt x="38" y="22"/>
                    </a:lnTo>
                    <a:lnTo>
                      <a:pt x="39" y="22"/>
                    </a:lnTo>
                    <a:lnTo>
                      <a:pt x="49" y="10"/>
                    </a:lnTo>
                    <a:lnTo>
                      <a:pt x="60" y="3"/>
                    </a:lnTo>
                    <a:lnTo>
                      <a:pt x="73"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24" name="Google Shape;424;p77"/>
              <p:cNvSpPr/>
              <p:nvPr/>
            </p:nvSpPr>
            <p:spPr>
              <a:xfrm>
                <a:off x="3536494" y="5914499"/>
                <a:ext cx="66675" cy="69850"/>
              </a:xfrm>
              <a:custGeom>
                <a:avLst/>
                <a:gdLst/>
                <a:ahLst/>
                <a:cxnLst/>
                <a:rect l="l" t="t" r="r" b="b"/>
                <a:pathLst>
                  <a:path w="128" h="132" extrusionOk="0">
                    <a:moveTo>
                      <a:pt x="64" y="29"/>
                    </a:moveTo>
                    <a:lnTo>
                      <a:pt x="54" y="30"/>
                    </a:lnTo>
                    <a:lnTo>
                      <a:pt x="47" y="35"/>
                    </a:lnTo>
                    <a:lnTo>
                      <a:pt x="41" y="43"/>
                    </a:lnTo>
                    <a:lnTo>
                      <a:pt x="39" y="53"/>
                    </a:lnTo>
                    <a:lnTo>
                      <a:pt x="87" y="53"/>
                    </a:lnTo>
                    <a:lnTo>
                      <a:pt x="84" y="39"/>
                    </a:lnTo>
                    <a:lnTo>
                      <a:pt x="76" y="31"/>
                    </a:lnTo>
                    <a:lnTo>
                      <a:pt x="64" y="29"/>
                    </a:lnTo>
                    <a:close/>
                    <a:moveTo>
                      <a:pt x="64" y="0"/>
                    </a:moveTo>
                    <a:lnTo>
                      <a:pt x="80" y="1"/>
                    </a:lnTo>
                    <a:lnTo>
                      <a:pt x="95" y="7"/>
                    </a:lnTo>
                    <a:lnTo>
                      <a:pt x="106" y="16"/>
                    </a:lnTo>
                    <a:lnTo>
                      <a:pt x="116" y="28"/>
                    </a:lnTo>
                    <a:lnTo>
                      <a:pt x="123" y="42"/>
                    </a:lnTo>
                    <a:lnTo>
                      <a:pt x="127" y="58"/>
                    </a:lnTo>
                    <a:lnTo>
                      <a:pt x="128" y="76"/>
                    </a:lnTo>
                    <a:lnTo>
                      <a:pt x="39" y="76"/>
                    </a:lnTo>
                    <a:lnTo>
                      <a:pt x="41" y="88"/>
                    </a:lnTo>
                    <a:lnTo>
                      <a:pt x="47" y="96"/>
                    </a:lnTo>
                    <a:lnTo>
                      <a:pt x="55" y="101"/>
                    </a:lnTo>
                    <a:lnTo>
                      <a:pt x="66" y="104"/>
                    </a:lnTo>
                    <a:lnTo>
                      <a:pt x="76" y="102"/>
                    </a:lnTo>
                    <a:lnTo>
                      <a:pt x="83" y="98"/>
                    </a:lnTo>
                    <a:lnTo>
                      <a:pt x="87" y="92"/>
                    </a:lnTo>
                    <a:lnTo>
                      <a:pt x="125" y="92"/>
                    </a:lnTo>
                    <a:lnTo>
                      <a:pt x="122" y="102"/>
                    </a:lnTo>
                    <a:lnTo>
                      <a:pt x="115" y="112"/>
                    </a:lnTo>
                    <a:lnTo>
                      <a:pt x="105" y="120"/>
                    </a:lnTo>
                    <a:lnTo>
                      <a:pt x="93" y="127"/>
                    </a:lnTo>
                    <a:lnTo>
                      <a:pt x="80" y="131"/>
                    </a:lnTo>
                    <a:lnTo>
                      <a:pt x="66" y="132"/>
                    </a:lnTo>
                    <a:lnTo>
                      <a:pt x="47" y="130"/>
                    </a:lnTo>
                    <a:lnTo>
                      <a:pt x="30" y="124"/>
                    </a:lnTo>
                    <a:lnTo>
                      <a:pt x="17" y="113"/>
                    </a:lnTo>
                    <a:lnTo>
                      <a:pt x="8" y="100"/>
                    </a:lnTo>
                    <a:lnTo>
                      <a:pt x="2" y="83"/>
                    </a:lnTo>
                    <a:lnTo>
                      <a:pt x="0" y="66"/>
                    </a:lnTo>
                    <a:lnTo>
                      <a:pt x="2" y="48"/>
                    </a:lnTo>
                    <a:lnTo>
                      <a:pt x="8" y="32"/>
                    </a:lnTo>
                    <a:lnTo>
                      <a:pt x="17" y="19"/>
                    </a:lnTo>
                    <a:lnTo>
                      <a:pt x="30" y="9"/>
                    </a:lnTo>
                    <a:lnTo>
                      <a:pt x="46" y="3"/>
                    </a:lnTo>
                    <a:lnTo>
                      <a:pt x="64"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25" name="Google Shape;425;p77"/>
              <p:cNvSpPr/>
              <p:nvPr/>
            </p:nvSpPr>
            <p:spPr>
              <a:xfrm>
                <a:off x="3607932" y="5890686"/>
                <a:ext cx="68263" cy="93663"/>
              </a:xfrm>
              <a:custGeom>
                <a:avLst/>
                <a:gdLst/>
                <a:ahLst/>
                <a:cxnLst/>
                <a:rect l="l" t="t" r="r" b="b"/>
                <a:pathLst>
                  <a:path w="129" h="178" extrusionOk="0">
                    <a:moveTo>
                      <a:pt x="65" y="76"/>
                    </a:moveTo>
                    <a:lnTo>
                      <a:pt x="55" y="78"/>
                    </a:lnTo>
                    <a:lnTo>
                      <a:pt x="46" y="85"/>
                    </a:lnTo>
                    <a:lnTo>
                      <a:pt x="41" y="97"/>
                    </a:lnTo>
                    <a:lnTo>
                      <a:pt x="40" y="112"/>
                    </a:lnTo>
                    <a:lnTo>
                      <a:pt x="41" y="126"/>
                    </a:lnTo>
                    <a:lnTo>
                      <a:pt x="46" y="138"/>
                    </a:lnTo>
                    <a:lnTo>
                      <a:pt x="55" y="145"/>
                    </a:lnTo>
                    <a:lnTo>
                      <a:pt x="64" y="147"/>
                    </a:lnTo>
                    <a:lnTo>
                      <a:pt x="76" y="145"/>
                    </a:lnTo>
                    <a:lnTo>
                      <a:pt x="84" y="138"/>
                    </a:lnTo>
                    <a:lnTo>
                      <a:pt x="89" y="126"/>
                    </a:lnTo>
                    <a:lnTo>
                      <a:pt x="91" y="113"/>
                    </a:lnTo>
                    <a:lnTo>
                      <a:pt x="89" y="97"/>
                    </a:lnTo>
                    <a:lnTo>
                      <a:pt x="84" y="87"/>
                    </a:lnTo>
                    <a:lnTo>
                      <a:pt x="76" y="78"/>
                    </a:lnTo>
                    <a:lnTo>
                      <a:pt x="65" y="76"/>
                    </a:lnTo>
                    <a:close/>
                    <a:moveTo>
                      <a:pt x="90" y="0"/>
                    </a:moveTo>
                    <a:lnTo>
                      <a:pt x="129" y="0"/>
                    </a:lnTo>
                    <a:lnTo>
                      <a:pt x="129" y="174"/>
                    </a:lnTo>
                    <a:lnTo>
                      <a:pt x="91" y="174"/>
                    </a:lnTo>
                    <a:lnTo>
                      <a:pt x="91" y="158"/>
                    </a:lnTo>
                    <a:lnTo>
                      <a:pt x="91" y="158"/>
                    </a:lnTo>
                    <a:lnTo>
                      <a:pt x="82" y="169"/>
                    </a:lnTo>
                    <a:lnTo>
                      <a:pt x="69" y="176"/>
                    </a:lnTo>
                    <a:lnTo>
                      <a:pt x="55" y="178"/>
                    </a:lnTo>
                    <a:lnTo>
                      <a:pt x="39" y="177"/>
                    </a:lnTo>
                    <a:lnTo>
                      <a:pt x="26" y="171"/>
                    </a:lnTo>
                    <a:lnTo>
                      <a:pt x="15" y="161"/>
                    </a:lnTo>
                    <a:lnTo>
                      <a:pt x="7" y="148"/>
                    </a:lnTo>
                    <a:lnTo>
                      <a:pt x="1" y="132"/>
                    </a:lnTo>
                    <a:lnTo>
                      <a:pt x="0" y="113"/>
                    </a:lnTo>
                    <a:lnTo>
                      <a:pt x="2" y="90"/>
                    </a:lnTo>
                    <a:lnTo>
                      <a:pt x="9" y="72"/>
                    </a:lnTo>
                    <a:lnTo>
                      <a:pt x="21" y="58"/>
                    </a:lnTo>
                    <a:lnTo>
                      <a:pt x="37" y="50"/>
                    </a:lnTo>
                    <a:lnTo>
                      <a:pt x="55" y="46"/>
                    </a:lnTo>
                    <a:lnTo>
                      <a:pt x="66" y="47"/>
                    </a:lnTo>
                    <a:lnTo>
                      <a:pt x="76" y="51"/>
                    </a:lnTo>
                    <a:lnTo>
                      <a:pt x="83" y="57"/>
                    </a:lnTo>
                    <a:lnTo>
                      <a:pt x="89" y="64"/>
                    </a:lnTo>
                    <a:lnTo>
                      <a:pt x="90" y="64"/>
                    </a:lnTo>
                    <a:lnTo>
                      <a:pt x="9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26" name="Google Shape;426;p77"/>
              <p:cNvSpPr/>
              <p:nvPr/>
            </p:nvSpPr>
            <p:spPr>
              <a:xfrm>
                <a:off x="3706357" y="5890686"/>
                <a:ext cx="68263" cy="93663"/>
              </a:xfrm>
              <a:custGeom>
                <a:avLst/>
                <a:gdLst/>
                <a:ahLst/>
                <a:cxnLst/>
                <a:rect l="l" t="t" r="r" b="b"/>
                <a:pathLst>
                  <a:path w="129" h="178" extrusionOk="0">
                    <a:moveTo>
                      <a:pt x="64" y="76"/>
                    </a:moveTo>
                    <a:lnTo>
                      <a:pt x="53" y="80"/>
                    </a:lnTo>
                    <a:lnTo>
                      <a:pt x="45" y="87"/>
                    </a:lnTo>
                    <a:lnTo>
                      <a:pt x="40" y="99"/>
                    </a:lnTo>
                    <a:lnTo>
                      <a:pt x="38" y="113"/>
                    </a:lnTo>
                    <a:lnTo>
                      <a:pt x="40" y="126"/>
                    </a:lnTo>
                    <a:lnTo>
                      <a:pt x="45" y="138"/>
                    </a:lnTo>
                    <a:lnTo>
                      <a:pt x="55" y="145"/>
                    </a:lnTo>
                    <a:lnTo>
                      <a:pt x="65" y="147"/>
                    </a:lnTo>
                    <a:lnTo>
                      <a:pt x="76" y="145"/>
                    </a:lnTo>
                    <a:lnTo>
                      <a:pt x="83" y="138"/>
                    </a:lnTo>
                    <a:lnTo>
                      <a:pt x="88" y="127"/>
                    </a:lnTo>
                    <a:lnTo>
                      <a:pt x="89" y="112"/>
                    </a:lnTo>
                    <a:lnTo>
                      <a:pt x="88" y="97"/>
                    </a:lnTo>
                    <a:lnTo>
                      <a:pt x="83" y="87"/>
                    </a:lnTo>
                    <a:lnTo>
                      <a:pt x="75" y="78"/>
                    </a:lnTo>
                    <a:lnTo>
                      <a:pt x="64" y="76"/>
                    </a:lnTo>
                    <a:close/>
                    <a:moveTo>
                      <a:pt x="0" y="0"/>
                    </a:moveTo>
                    <a:lnTo>
                      <a:pt x="39" y="0"/>
                    </a:lnTo>
                    <a:lnTo>
                      <a:pt x="39" y="64"/>
                    </a:lnTo>
                    <a:lnTo>
                      <a:pt x="40" y="64"/>
                    </a:lnTo>
                    <a:lnTo>
                      <a:pt x="50" y="55"/>
                    </a:lnTo>
                    <a:lnTo>
                      <a:pt x="61" y="49"/>
                    </a:lnTo>
                    <a:lnTo>
                      <a:pt x="76" y="46"/>
                    </a:lnTo>
                    <a:lnTo>
                      <a:pt x="91" y="49"/>
                    </a:lnTo>
                    <a:lnTo>
                      <a:pt x="104" y="55"/>
                    </a:lnTo>
                    <a:lnTo>
                      <a:pt x="115" y="65"/>
                    </a:lnTo>
                    <a:lnTo>
                      <a:pt x="122" y="78"/>
                    </a:lnTo>
                    <a:lnTo>
                      <a:pt x="128" y="94"/>
                    </a:lnTo>
                    <a:lnTo>
                      <a:pt x="129" y="113"/>
                    </a:lnTo>
                    <a:lnTo>
                      <a:pt x="127" y="135"/>
                    </a:lnTo>
                    <a:lnTo>
                      <a:pt x="120" y="153"/>
                    </a:lnTo>
                    <a:lnTo>
                      <a:pt x="109" y="167"/>
                    </a:lnTo>
                    <a:lnTo>
                      <a:pt x="94" y="176"/>
                    </a:lnTo>
                    <a:lnTo>
                      <a:pt x="76" y="178"/>
                    </a:lnTo>
                    <a:lnTo>
                      <a:pt x="61" y="176"/>
                    </a:lnTo>
                    <a:lnTo>
                      <a:pt x="49" y="170"/>
                    </a:lnTo>
                    <a:lnTo>
                      <a:pt x="38" y="159"/>
                    </a:lnTo>
                    <a:lnTo>
                      <a:pt x="38" y="159"/>
                    </a:lnTo>
                    <a:lnTo>
                      <a:pt x="38" y="174"/>
                    </a:lnTo>
                    <a:lnTo>
                      <a:pt x="0" y="174"/>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27" name="Google Shape;427;p77"/>
              <p:cNvSpPr/>
              <p:nvPr/>
            </p:nvSpPr>
            <p:spPr>
              <a:xfrm>
                <a:off x="3774619" y="5917674"/>
                <a:ext cx="68263" cy="87313"/>
              </a:xfrm>
              <a:custGeom>
                <a:avLst/>
                <a:gdLst/>
                <a:ahLst/>
                <a:cxnLst/>
                <a:rect l="l" t="t" r="r" b="b"/>
                <a:pathLst>
                  <a:path w="129" h="166" extrusionOk="0">
                    <a:moveTo>
                      <a:pt x="0" y="0"/>
                    </a:moveTo>
                    <a:lnTo>
                      <a:pt x="42" y="0"/>
                    </a:lnTo>
                    <a:lnTo>
                      <a:pt x="58" y="53"/>
                    </a:lnTo>
                    <a:lnTo>
                      <a:pt x="61" y="63"/>
                    </a:lnTo>
                    <a:lnTo>
                      <a:pt x="64" y="72"/>
                    </a:lnTo>
                    <a:lnTo>
                      <a:pt x="65" y="79"/>
                    </a:lnTo>
                    <a:lnTo>
                      <a:pt x="67" y="82"/>
                    </a:lnTo>
                    <a:lnTo>
                      <a:pt x="67" y="82"/>
                    </a:lnTo>
                    <a:lnTo>
                      <a:pt x="68" y="79"/>
                    </a:lnTo>
                    <a:lnTo>
                      <a:pt x="69" y="72"/>
                    </a:lnTo>
                    <a:lnTo>
                      <a:pt x="71" y="63"/>
                    </a:lnTo>
                    <a:lnTo>
                      <a:pt x="74" y="53"/>
                    </a:lnTo>
                    <a:lnTo>
                      <a:pt x="90" y="0"/>
                    </a:lnTo>
                    <a:lnTo>
                      <a:pt x="129" y="0"/>
                    </a:lnTo>
                    <a:lnTo>
                      <a:pt x="87" y="126"/>
                    </a:lnTo>
                    <a:lnTo>
                      <a:pt x="78" y="145"/>
                    </a:lnTo>
                    <a:lnTo>
                      <a:pt x="69" y="157"/>
                    </a:lnTo>
                    <a:lnTo>
                      <a:pt x="56" y="164"/>
                    </a:lnTo>
                    <a:lnTo>
                      <a:pt x="39" y="166"/>
                    </a:lnTo>
                    <a:lnTo>
                      <a:pt x="14" y="166"/>
                    </a:lnTo>
                    <a:lnTo>
                      <a:pt x="14" y="135"/>
                    </a:lnTo>
                    <a:lnTo>
                      <a:pt x="27" y="135"/>
                    </a:lnTo>
                    <a:lnTo>
                      <a:pt x="33" y="134"/>
                    </a:lnTo>
                    <a:lnTo>
                      <a:pt x="37" y="133"/>
                    </a:lnTo>
                    <a:lnTo>
                      <a:pt x="40" y="132"/>
                    </a:lnTo>
                    <a:lnTo>
                      <a:pt x="43" y="129"/>
                    </a:lnTo>
                    <a:lnTo>
                      <a:pt x="44" y="126"/>
                    </a:lnTo>
                    <a:lnTo>
                      <a:pt x="44" y="122"/>
                    </a:lnTo>
                    <a:lnTo>
                      <a:pt x="43" y="115"/>
                    </a:lnTo>
                    <a:lnTo>
                      <a:pt x="40" y="107"/>
                    </a:lnTo>
                    <a:lnTo>
                      <a:pt x="37" y="9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grpSp>
        <p:grpSp>
          <p:nvGrpSpPr>
            <p:cNvPr id="428" name="Google Shape;428;p77"/>
            <p:cNvGrpSpPr/>
            <p:nvPr/>
          </p:nvGrpSpPr>
          <p:grpSpPr>
            <a:xfrm>
              <a:off x="4407252" y="5806210"/>
              <a:ext cx="793209" cy="286217"/>
              <a:chOff x="11942763" y="2482851"/>
              <a:chExt cx="5253037" cy="1895475"/>
            </a:xfrm>
          </p:grpSpPr>
          <p:sp>
            <p:nvSpPr>
              <p:cNvPr id="429" name="Google Shape;429;p77"/>
              <p:cNvSpPr/>
              <p:nvPr/>
            </p:nvSpPr>
            <p:spPr>
              <a:xfrm>
                <a:off x="11942763" y="2482851"/>
                <a:ext cx="1719262" cy="1895475"/>
              </a:xfrm>
              <a:custGeom>
                <a:avLst/>
                <a:gdLst/>
                <a:ahLst/>
                <a:cxnLst/>
                <a:rect l="l" t="t" r="r" b="b"/>
                <a:pathLst>
                  <a:path w="458" h="503" extrusionOk="0">
                    <a:moveTo>
                      <a:pt x="0" y="251"/>
                    </a:moveTo>
                    <a:cubicBezTo>
                      <a:pt x="0" y="109"/>
                      <a:pt x="93" y="0"/>
                      <a:pt x="237" y="0"/>
                    </a:cubicBezTo>
                    <a:cubicBezTo>
                      <a:pt x="361" y="0"/>
                      <a:pt x="437" y="71"/>
                      <a:pt x="454" y="174"/>
                    </a:cubicBezTo>
                    <a:cubicBezTo>
                      <a:pt x="330" y="174"/>
                      <a:pt x="330" y="174"/>
                      <a:pt x="330" y="174"/>
                    </a:cubicBezTo>
                    <a:cubicBezTo>
                      <a:pt x="322" y="132"/>
                      <a:pt x="289" y="101"/>
                      <a:pt x="243" y="101"/>
                    </a:cubicBezTo>
                    <a:cubicBezTo>
                      <a:pt x="167" y="101"/>
                      <a:pt x="128" y="159"/>
                      <a:pt x="128" y="251"/>
                    </a:cubicBezTo>
                    <a:cubicBezTo>
                      <a:pt x="128" y="341"/>
                      <a:pt x="164" y="402"/>
                      <a:pt x="241" y="402"/>
                    </a:cubicBezTo>
                    <a:cubicBezTo>
                      <a:pt x="292" y="402"/>
                      <a:pt x="328" y="375"/>
                      <a:pt x="337" y="321"/>
                    </a:cubicBezTo>
                    <a:cubicBezTo>
                      <a:pt x="458" y="321"/>
                      <a:pt x="458" y="321"/>
                      <a:pt x="458" y="321"/>
                    </a:cubicBezTo>
                    <a:cubicBezTo>
                      <a:pt x="450" y="422"/>
                      <a:pt x="371" y="503"/>
                      <a:pt x="244" y="503"/>
                    </a:cubicBezTo>
                    <a:cubicBezTo>
                      <a:pt x="94" y="503"/>
                      <a:pt x="0" y="393"/>
                      <a:pt x="0" y="251"/>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30" name="Google Shape;430;p77"/>
              <p:cNvSpPr/>
              <p:nvPr/>
            </p:nvSpPr>
            <p:spPr>
              <a:xfrm>
                <a:off x="13674725" y="2532063"/>
                <a:ext cx="1809750" cy="1793875"/>
              </a:xfrm>
              <a:custGeom>
                <a:avLst/>
                <a:gdLst/>
                <a:ahLst/>
                <a:cxnLst/>
                <a:rect l="l" t="t" r="r" b="b"/>
                <a:pathLst>
                  <a:path w="1140" h="1130" extrusionOk="0">
                    <a:moveTo>
                      <a:pt x="411" y="529"/>
                    </a:moveTo>
                    <a:lnTo>
                      <a:pt x="45" y="0"/>
                    </a:lnTo>
                    <a:lnTo>
                      <a:pt x="385" y="0"/>
                    </a:lnTo>
                    <a:lnTo>
                      <a:pt x="584" y="323"/>
                    </a:lnTo>
                    <a:lnTo>
                      <a:pt x="589" y="323"/>
                    </a:lnTo>
                    <a:lnTo>
                      <a:pt x="778" y="0"/>
                    </a:lnTo>
                    <a:lnTo>
                      <a:pt x="1088" y="0"/>
                    </a:lnTo>
                    <a:lnTo>
                      <a:pt x="738" y="527"/>
                    </a:lnTo>
                    <a:lnTo>
                      <a:pt x="1140" y="1130"/>
                    </a:lnTo>
                    <a:lnTo>
                      <a:pt x="785" y="1130"/>
                    </a:lnTo>
                    <a:lnTo>
                      <a:pt x="574" y="755"/>
                    </a:lnTo>
                    <a:lnTo>
                      <a:pt x="572" y="755"/>
                    </a:lnTo>
                    <a:lnTo>
                      <a:pt x="328" y="1130"/>
                    </a:lnTo>
                    <a:lnTo>
                      <a:pt x="0" y="1130"/>
                    </a:lnTo>
                    <a:lnTo>
                      <a:pt x="411" y="52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31" name="Google Shape;431;p77"/>
              <p:cNvSpPr/>
              <p:nvPr/>
            </p:nvSpPr>
            <p:spPr>
              <a:xfrm>
                <a:off x="15525750" y="2482851"/>
                <a:ext cx="1670051" cy="1884363"/>
              </a:xfrm>
              <a:custGeom>
                <a:avLst/>
                <a:gdLst/>
                <a:ahLst/>
                <a:cxnLst/>
                <a:rect l="l" t="t" r="r" b="b"/>
                <a:pathLst>
                  <a:path w="445" h="500" extrusionOk="0">
                    <a:moveTo>
                      <a:pt x="308" y="436"/>
                    </a:moveTo>
                    <a:cubicBezTo>
                      <a:pt x="307" y="436"/>
                      <a:pt x="307" y="436"/>
                      <a:pt x="307" y="436"/>
                    </a:cubicBezTo>
                    <a:cubicBezTo>
                      <a:pt x="282" y="472"/>
                      <a:pt x="248" y="500"/>
                      <a:pt x="166" y="500"/>
                    </a:cubicBezTo>
                    <a:cubicBezTo>
                      <a:pt x="69" y="500"/>
                      <a:pt x="0" y="449"/>
                      <a:pt x="0" y="354"/>
                    </a:cubicBezTo>
                    <a:cubicBezTo>
                      <a:pt x="0" y="249"/>
                      <a:pt x="86" y="216"/>
                      <a:pt x="191" y="201"/>
                    </a:cubicBezTo>
                    <a:cubicBezTo>
                      <a:pt x="270" y="190"/>
                      <a:pt x="307" y="183"/>
                      <a:pt x="307" y="147"/>
                    </a:cubicBezTo>
                    <a:cubicBezTo>
                      <a:pt x="307" y="113"/>
                      <a:pt x="280" y="91"/>
                      <a:pt x="227" y="91"/>
                    </a:cubicBezTo>
                    <a:cubicBezTo>
                      <a:pt x="167" y="91"/>
                      <a:pt x="138" y="112"/>
                      <a:pt x="135" y="157"/>
                    </a:cubicBezTo>
                    <a:cubicBezTo>
                      <a:pt x="22" y="157"/>
                      <a:pt x="22" y="157"/>
                      <a:pt x="22" y="157"/>
                    </a:cubicBezTo>
                    <a:cubicBezTo>
                      <a:pt x="26" y="74"/>
                      <a:pt x="88" y="0"/>
                      <a:pt x="228" y="0"/>
                    </a:cubicBezTo>
                    <a:cubicBezTo>
                      <a:pt x="371" y="0"/>
                      <a:pt x="428" y="65"/>
                      <a:pt x="428" y="176"/>
                    </a:cubicBezTo>
                    <a:cubicBezTo>
                      <a:pt x="428" y="418"/>
                      <a:pt x="428" y="418"/>
                      <a:pt x="428" y="418"/>
                    </a:cubicBezTo>
                    <a:cubicBezTo>
                      <a:pt x="428" y="455"/>
                      <a:pt x="434" y="476"/>
                      <a:pt x="445" y="484"/>
                    </a:cubicBezTo>
                    <a:cubicBezTo>
                      <a:pt x="445" y="489"/>
                      <a:pt x="445" y="489"/>
                      <a:pt x="445" y="489"/>
                    </a:cubicBezTo>
                    <a:cubicBezTo>
                      <a:pt x="323" y="489"/>
                      <a:pt x="323" y="489"/>
                      <a:pt x="323" y="489"/>
                    </a:cubicBezTo>
                    <a:cubicBezTo>
                      <a:pt x="316" y="480"/>
                      <a:pt x="311" y="457"/>
                      <a:pt x="308" y="436"/>
                    </a:cubicBezTo>
                    <a:close/>
                    <a:moveTo>
                      <a:pt x="309" y="321"/>
                    </a:moveTo>
                    <a:cubicBezTo>
                      <a:pt x="309" y="249"/>
                      <a:pt x="309" y="249"/>
                      <a:pt x="309" y="249"/>
                    </a:cubicBezTo>
                    <a:cubicBezTo>
                      <a:pt x="287" y="262"/>
                      <a:pt x="253" y="270"/>
                      <a:pt x="221" y="277"/>
                    </a:cubicBezTo>
                    <a:cubicBezTo>
                      <a:pt x="155" y="292"/>
                      <a:pt x="123" y="307"/>
                      <a:pt x="123" y="351"/>
                    </a:cubicBezTo>
                    <a:cubicBezTo>
                      <a:pt x="123" y="396"/>
                      <a:pt x="152" y="412"/>
                      <a:pt x="197" y="412"/>
                    </a:cubicBezTo>
                    <a:cubicBezTo>
                      <a:pt x="269" y="412"/>
                      <a:pt x="309" y="367"/>
                      <a:pt x="309" y="321"/>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grpSp>
        <p:grpSp>
          <p:nvGrpSpPr>
            <p:cNvPr id="432" name="Google Shape;432;p77"/>
            <p:cNvGrpSpPr/>
            <p:nvPr/>
          </p:nvGrpSpPr>
          <p:grpSpPr>
            <a:xfrm>
              <a:off x="4012837" y="5836102"/>
              <a:ext cx="226139" cy="226942"/>
              <a:chOff x="9224963" y="2306638"/>
              <a:chExt cx="2236787" cy="2244725"/>
            </a:xfrm>
          </p:grpSpPr>
          <p:sp>
            <p:nvSpPr>
              <p:cNvPr id="433" name="Google Shape;433;p77"/>
              <p:cNvSpPr/>
              <p:nvPr/>
            </p:nvSpPr>
            <p:spPr>
              <a:xfrm>
                <a:off x="9359900" y="3587751"/>
                <a:ext cx="74700" cy="3540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34" name="Google Shape;434;p77"/>
              <p:cNvSpPr/>
              <p:nvPr/>
            </p:nvSpPr>
            <p:spPr>
              <a:xfrm>
                <a:off x="11249025" y="2921001"/>
                <a:ext cx="77700" cy="3492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35" name="Google Shape;435;p77"/>
              <p:cNvSpPr/>
              <p:nvPr/>
            </p:nvSpPr>
            <p:spPr>
              <a:xfrm>
                <a:off x="11117263" y="3255963"/>
                <a:ext cx="344487" cy="346075"/>
              </a:xfrm>
              <a:custGeom>
                <a:avLst/>
                <a:gdLst/>
                <a:ahLst/>
                <a:cxnLst/>
                <a:rect l="l" t="t" r="r" b="b"/>
                <a:pathLst>
                  <a:path w="92" h="92" extrusionOk="0">
                    <a:moveTo>
                      <a:pt x="46" y="92"/>
                    </a:moveTo>
                    <a:cubicBezTo>
                      <a:pt x="20" y="92"/>
                      <a:pt x="0" y="72"/>
                      <a:pt x="0" y="46"/>
                    </a:cubicBezTo>
                    <a:cubicBezTo>
                      <a:pt x="0" y="21"/>
                      <a:pt x="20" y="0"/>
                      <a:pt x="46" y="0"/>
                    </a:cubicBezTo>
                    <a:cubicBezTo>
                      <a:pt x="71" y="0"/>
                      <a:pt x="92" y="21"/>
                      <a:pt x="92" y="46"/>
                    </a:cubicBezTo>
                    <a:cubicBezTo>
                      <a:pt x="92" y="72"/>
                      <a:pt x="71" y="92"/>
                      <a:pt x="46" y="92"/>
                    </a:cubicBezTo>
                    <a:close/>
                    <a:moveTo>
                      <a:pt x="46" y="22"/>
                    </a:moveTo>
                    <a:cubicBezTo>
                      <a:pt x="32" y="22"/>
                      <a:pt x="21" y="33"/>
                      <a:pt x="21" y="46"/>
                    </a:cubicBezTo>
                    <a:cubicBezTo>
                      <a:pt x="21" y="59"/>
                      <a:pt x="32" y="70"/>
                      <a:pt x="46" y="70"/>
                    </a:cubicBezTo>
                    <a:cubicBezTo>
                      <a:pt x="59" y="70"/>
                      <a:pt x="70" y="59"/>
                      <a:pt x="70" y="46"/>
                    </a:cubicBezTo>
                    <a:cubicBezTo>
                      <a:pt x="70" y="33"/>
                      <a:pt x="59" y="22"/>
                      <a:pt x="46" y="22"/>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36" name="Google Shape;436;p77"/>
              <p:cNvSpPr/>
              <p:nvPr/>
            </p:nvSpPr>
            <p:spPr>
              <a:xfrm>
                <a:off x="10501313" y="4337051"/>
                <a:ext cx="349200" cy="825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37" name="Google Shape;437;p77"/>
              <p:cNvSpPr/>
              <p:nvPr/>
            </p:nvSpPr>
            <p:spPr>
              <a:xfrm>
                <a:off x="10171113" y="4205288"/>
                <a:ext cx="344487" cy="346075"/>
              </a:xfrm>
              <a:custGeom>
                <a:avLst/>
                <a:gdLst/>
                <a:ahLst/>
                <a:cxnLst/>
                <a:rect l="l" t="t" r="r" b="b"/>
                <a:pathLst>
                  <a:path w="92" h="92" extrusionOk="0">
                    <a:moveTo>
                      <a:pt x="46" y="92"/>
                    </a:moveTo>
                    <a:cubicBezTo>
                      <a:pt x="20" y="92"/>
                      <a:pt x="0" y="71"/>
                      <a:pt x="0" y="46"/>
                    </a:cubicBezTo>
                    <a:cubicBezTo>
                      <a:pt x="0" y="21"/>
                      <a:pt x="20" y="0"/>
                      <a:pt x="46" y="0"/>
                    </a:cubicBezTo>
                    <a:cubicBezTo>
                      <a:pt x="71" y="0"/>
                      <a:pt x="92" y="21"/>
                      <a:pt x="92" y="46"/>
                    </a:cubicBezTo>
                    <a:cubicBezTo>
                      <a:pt x="92" y="71"/>
                      <a:pt x="71" y="92"/>
                      <a:pt x="46" y="92"/>
                    </a:cubicBezTo>
                    <a:close/>
                    <a:moveTo>
                      <a:pt x="46" y="22"/>
                    </a:moveTo>
                    <a:cubicBezTo>
                      <a:pt x="32" y="22"/>
                      <a:pt x="22" y="33"/>
                      <a:pt x="22" y="46"/>
                    </a:cubicBezTo>
                    <a:cubicBezTo>
                      <a:pt x="22" y="59"/>
                      <a:pt x="32" y="70"/>
                      <a:pt x="46" y="70"/>
                    </a:cubicBezTo>
                    <a:cubicBezTo>
                      <a:pt x="59" y="70"/>
                      <a:pt x="70" y="59"/>
                      <a:pt x="70" y="46"/>
                    </a:cubicBezTo>
                    <a:cubicBezTo>
                      <a:pt x="70" y="33"/>
                      <a:pt x="59" y="22"/>
                      <a:pt x="46" y="22"/>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38" name="Google Shape;438;p77"/>
              <p:cNvSpPr/>
              <p:nvPr/>
            </p:nvSpPr>
            <p:spPr>
              <a:xfrm>
                <a:off x="9224963" y="3255963"/>
                <a:ext cx="344487" cy="346075"/>
              </a:xfrm>
              <a:custGeom>
                <a:avLst/>
                <a:gdLst/>
                <a:ahLst/>
                <a:cxnLst/>
                <a:rect l="l" t="t" r="r" b="b"/>
                <a:pathLst>
                  <a:path w="92" h="92" extrusionOk="0">
                    <a:moveTo>
                      <a:pt x="46" y="92"/>
                    </a:moveTo>
                    <a:cubicBezTo>
                      <a:pt x="21" y="92"/>
                      <a:pt x="0" y="72"/>
                      <a:pt x="0" y="46"/>
                    </a:cubicBezTo>
                    <a:cubicBezTo>
                      <a:pt x="0" y="21"/>
                      <a:pt x="21" y="0"/>
                      <a:pt x="46" y="0"/>
                    </a:cubicBezTo>
                    <a:cubicBezTo>
                      <a:pt x="71" y="0"/>
                      <a:pt x="92" y="21"/>
                      <a:pt x="92" y="46"/>
                    </a:cubicBezTo>
                    <a:cubicBezTo>
                      <a:pt x="92" y="72"/>
                      <a:pt x="71" y="92"/>
                      <a:pt x="46" y="92"/>
                    </a:cubicBezTo>
                    <a:close/>
                    <a:moveTo>
                      <a:pt x="46" y="22"/>
                    </a:moveTo>
                    <a:cubicBezTo>
                      <a:pt x="33" y="22"/>
                      <a:pt x="22" y="33"/>
                      <a:pt x="22" y="46"/>
                    </a:cubicBezTo>
                    <a:cubicBezTo>
                      <a:pt x="22" y="59"/>
                      <a:pt x="33" y="70"/>
                      <a:pt x="46" y="70"/>
                    </a:cubicBezTo>
                    <a:cubicBezTo>
                      <a:pt x="59" y="70"/>
                      <a:pt x="70" y="59"/>
                      <a:pt x="70" y="46"/>
                    </a:cubicBezTo>
                    <a:cubicBezTo>
                      <a:pt x="70" y="33"/>
                      <a:pt x="59" y="22"/>
                      <a:pt x="46" y="22"/>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39" name="Google Shape;439;p77"/>
              <p:cNvSpPr/>
              <p:nvPr/>
            </p:nvSpPr>
            <p:spPr>
              <a:xfrm>
                <a:off x="9832975" y="2438401"/>
                <a:ext cx="352500" cy="825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40" name="Google Shape;440;p77"/>
              <p:cNvSpPr/>
              <p:nvPr/>
            </p:nvSpPr>
            <p:spPr>
              <a:xfrm>
                <a:off x="10171113" y="2306638"/>
                <a:ext cx="344487" cy="346075"/>
              </a:xfrm>
              <a:custGeom>
                <a:avLst/>
                <a:gdLst/>
                <a:ahLst/>
                <a:cxnLst/>
                <a:rect l="l" t="t" r="r" b="b"/>
                <a:pathLst>
                  <a:path w="92" h="92" extrusionOk="0">
                    <a:moveTo>
                      <a:pt x="46" y="92"/>
                    </a:moveTo>
                    <a:cubicBezTo>
                      <a:pt x="20" y="92"/>
                      <a:pt x="0" y="72"/>
                      <a:pt x="0" y="46"/>
                    </a:cubicBezTo>
                    <a:cubicBezTo>
                      <a:pt x="0" y="21"/>
                      <a:pt x="20" y="0"/>
                      <a:pt x="46" y="0"/>
                    </a:cubicBezTo>
                    <a:cubicBezTo>
                      <a:pt x="71" y="0"/>
                      <a:pt x="92" y="21"/>
                      <a:pt x="92" y="46"/>
                    </a:cubicBezTo>
                    <a:cubicBezTo>
                      <a:pt x="92" y="72"/>
                      <a:pt x="71" y="92"/>
                      <a:pt x="46" y="92"/>
                    </a:cubicBezTo>
                    <a:close/>
                    <a:moveTo>
                      <a:pt x="46" y="22"/>
                    </a:moveTo>
                    <a:cubicBezTo>
                      <a:pt x="32" y="22"/>
                      <a:pt x="22" y="33"/>
                      <a:pt x="22" y="46"/>
                    </a:cubicBezTo>
                    <a:cubicBezTo>
                      <a:pt x="22" y="60"/>
                      <a:pt x="32" y="71"/>
                      <a:pt x="46" y="71"/>
                    </a:cubicBezTo>
                    <a:cubicBezTo>
                      <a:pt x="59" y="71"/>
                      <a:pt x="70" y="60"/>
                      <a:pt x="70" y="46"/>
                    </a:cubicBezTo>
                    <a:cubicBezTo>
                      <a:pt x="70" y="33"/>
                      <a:pt x="59" y="22"/>
                      <a:pt x="46" y="22"/>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41" name="Google Shape;441;p77"/>
              <p:cNvSpPr/>
              <p:nvPr/>
            </p:nvSpPr>
            <p:spPr>
              <a:xfrm>
                <a:off x="9998075" y="2871788"/>
                <a:ext cx="687387" cy="1119188"/>
              </a:xfrm>
              <a:custGeom>
                <a:avLst/>
                <a:gdLst/>
                <a:ahLst/>
                <a:cxnLst/>
                <a:rect l="l" t="t" r="r" b="b"/>
                <a:pathLst>
                  <a:path w="183" h="297" extrusionOk="0">
                    <a:moveTo>
                      <a:pt x="180" y="223"/>
                    </a:moveTo>
                    <a:cubicBezTo>
                      <a:pt x="160" y="209"/>
                      <a:pt x="129" y="200"/>
                      <a:pt x="118" y="197"/>
                    </a:cubicBezTo>
                    <a:cubicBezTo>
                      <a:pt x="118" y="176"/>
                      <a:pt x="118" y="176"/>
                      <a:pt x="118" y="176"/>
                    </a:cubicBezTo>
                    <a:cubicBezTo>
                      <a:pt x="134" y="168"/>
                      <a:pt x="147" y="153"/>
                      <a:pt x="151" y="134"/>
                    </a:cubicBezTo>
                    <a:cubicBezTo>
                      <a:pt x="156" y="134"/>
                      <a:pt x="165" y="130"/>
                      <a:pt x="166" y="121"/>
                    </a:cubicBezTo>
                    <a:cubicBezTo>
                      <a:pt x="166" y="120"/>
                      <a:pt x="167" y="118"/>
                      <a:pt x="167" y="117"/>
                    </a:cubicBezTo>
                    <a:cubicBezTo>
                      <a:pt x="169" y="102"/>
                      <a:pt x="171" y="86"/>
                      <a:pt x="163" y="80"/>
                    </a:cubicBezTo>
                    <a:cubicBezTo>
                      <a:pt x="161" y="78"/>
                      <a:pt x="158" y="77"/>
                      <a:pt x="153" y="78"/>
                    </a:cubicBezTo>
                    <a:cubicBezTo>
                      <a:pt x="153" y="61"/>
                      <a:pt x="153" y="61"/>
                      <a:pt x="153" y="61"/>
                    </a:cubicBezTo>
                    <a:cubicBezTo>
                      <a:pt x="153" y="27"/>
                      <a:pt x="125" y="0"/>
                      <a:pt x="91" y="0"/>
                    </a:cubicBezTo>
                    <a:cubicBezTo>
                      <a:pt x="58" y="0"/>
                      <a:pt x="30" y="27"/>
                      <a:pt x="30" y="61"/>
                    </a:cubicBezTo>
                    <a:cubicBezTo>
                      <a:pt x="30" y="78"/>
                      <a:pt x="30" y="78"/>
                      <a:pt x="30" y="78"/>
                    </a:cubicBezTo>
                    <a:cubicBezTo>
                      <a:pt x="25" y="77"/>
                      <a:pt x="22" y="78"/>
                      <a:pt x="20" y="80"/>
                    </a:cubicBezTo>
                    <a:cubicBezTo>
                      <a:pt x="12" y="86"/>
                      <a:pt x="14" y="102"/>
                      <a:pt x="16" y="117"/>
                    </a:cubicBezTo>
                    <a:cubicBezTo>
                      <a:pt x="16" y="118"/>
                      <a:pt x="16" y="120"/>
                      <a:pt x="16" y="121"/>
                    </a:cubicBezTo>
                    <a:cubicBezTo>
                      <a:pt x="18" y="130"/>
                      <a:pt x="26" y="134"/>
                      <a:pt x="32" y="134"/>
                    </a:cubicBezTo>
                    <a:cubicBezTo>
                      <a:pt x="36" y="153"/>
                      <a:pt x="48" y="168"/>
                      <a:pt x="65" y="176"/>
                    </a:cubicBezTo>
                    <a:cubicBezTo>
                      <a:pt x="65" y="197"/>
                      <a:pt x="65" y="197"/>
                      <a:pt x="65" y="197"/>
                    </a:cubicBezTo>
                    <a:cubicBezTo>
                      <a:pt x="54" y="200"/>
                      <a:pt x="24" y="209"/>
                      <a:pt x="4" y="221"/>
                    </a:cubicBezTo>
                    <a:cubicBezTo>
                      <a:pt x="0" y="250"/>
                      <a:pt x="6" y="273"/>
                      <a:pt x="18" y="286"/>
                    </a:cubicBezTo>
                    <a:cubicBezTo>
                      <a:pt x="36" y="292"/>
                      <a:pt x="62" y="297"/>
                      <a:pt x="91" y="297"/>
                    </a:cubicBezTo>
                    <a:cubicBezTo>
                      <a:pt x="125" y="297"/>
                      <a:pt x="154" y="290"/>
                      <a:pt x="172" y="284"/>
                    </a:cubicBezTo>
                    <a:cubicBezTo>
                      <a:pt x="178" y="267"/>
                      <a:pt x="183" y="245"/>
                      <a:pt x="180" y="223"/>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42" name="Google Shape;442;p77"/>
              <p:cNvSpPr/>
              <p:nvPr/>
            </p:nvSpPr>
            <p:spPr>
              <a:xfrm>
                <a:off x="10831513" y="2400301"/>
                <a:ext cx="536575" cy="538163"/>
              </a:xfrm>
              <a:custGeom>
                <a:avLst/>
                <a:gdLst/>
                <a:ahLst/>
                <a:cxnLst/>
                <a:rect l="l" t="t" r="r" b="b"/>
                <a:pathLst>
                  <a:path w="338" h="339" extrusionOk="0">
                    <a:moveTo>
                      <a:pt x="338" y="339"/>
                    </a:moveTo>
                    <a:lnTo>
                      <a:pt x="237" y="339"/>
                    </a:lnTo>
                    <a:lnTo>
                      <a:pt x="237" y="102"/>
                    </a:lnTo>
                    <a:lnTo>
                      <a:pt x="0" y="102"/>
                    </a:lnTo>
                    <a:lnTo>
                      <a:pt x="0" y="0"/>
                    </a:lnTo>
                    <a:lnTo>
                      <a:pt x="338" y="0"/>
                    </a:lnTo>
                    <a:lnTo>
                      <a:pt x="338" y="3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43" name="Google Shape;443;p77"/>
              <p:cNvSpPr/>
              <p:nvPr/>
            </p:nvSpPr>
            <p:spPr>
              <a:xfrm>
                <a:off x="10831513" y="3922713"/>
                <a:ext cx="536575" cy="538163"/>
              </a:xfrm>
              <a:custGeom>
                <a:avLst/>
                <a:gdLst/>
                <a:ahLst/>
                <a:cxnLst/>
                <a:rect l="l" t="t" r="r" b="b"/>
                <a:pathLst>
                  <a:path w="338" h="339" extrusionOk="0">
                    <a:moveTo>
                      <a:pt x="338" y="339"/>
                    </a:moveTo>
                    <a:lnTo>
                      <a:pt x="0" y="339"/>
                    </a:lnTo>
                    <a:lnTo>
                      <a:pt x="0" y="235"/>
                    </a:lnTo>
                    <a:lnTo>
                      <a:pt x="237" y="235"/>
                    </a:lnTo>
                    <a:lnTo>
                      <a:pt x="237" y="0"/>
                    </a:lnTo>
                    <a:lnTo>
                      <a:pt x="338" y="0"/>
                    </a:lnTo>
                    <a:lnTo>
                      <a:pt x="338" y="3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44" name="Google Shape;444;p77"/>
              <p:cNvSpPr/>
              <p:nvPr/>
            </p:nvSpPr>
            <p:spPr>
              <a:xfrm>
                <a:off x="9313863" y="3922713"/>
                <a:ext cx="538162" cy="538163"/>
              </a:xfrm>
              <a:custGeom>
                <a:avLst/>
                <a:gdLst/>
                <a:ahLst/>
                <a:cxnLst/>
                <a:rect l="l" t="t" r="r" b="b"/>
                <a:pathLst>
                  <a:path w="339" h="339" extrusionOk="0">
                    <a:moveTo>
                      <a:pt x="339" y="339"/>
                    </a:moveTo>
                    <a:lnTo>
                      <a:pt x="0" y="339"/>
                    </a:lnTo>
                    <a:lnTo>
                      <a:pt x="0" y="0"/>
                    </a:lnTo>
                    <a:lnTo>
                      <a:pt x="104" y="0"/>
                    </a:lnTo>
                    <a:lnTo>
                      <a:pt x="104" y="235"/>
                    </a:lnTo>
                    <a:lnTo>
                      <a:pt x="339" y="235"/>
                    </a:lnTo>
                    <a:lnTo>
                      <a:pt x="339" y="3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45" name="Google Shape;445;p77"/>
              <p:cNvSpPr/>
              <p:nvPr/>
            </p:nvSpPr>
            <p:spPr>
              <a:xfrm>
                <a:off x="9313863" y="2400301"/>
                <a:ext cx="538162" cy="538163"/>
              </a:xfrm>
              <a:custGeom>
                <a:avLst/>
                <a:gdLst/>
                <a:ahLst/>
                <a:cxnLst/>
                <a:rect l="l" t="t" r="r" b="b"/>
                <a:pathLst>
                  <a:path w="339" h="339" extrusionOk="0">
                    <a:moveTo>
                      <a:pt x="104" y="339"/>
                    </a:moveTo>
                    <a:lnTo>
                      <a:pt x="0" y="339"/>
                    </a:lnTo>
                    <a:lnTo>
                      <a:pt x="0" y="0"/>
                    </a:lnTo>
                    <a:lnTo>
                      <a:pt x="339" y="0"/>
                    </a:lnTo>
                    <a:lnTo>
                      <a:pt x="339" y="102"/>
                    </a:lnTo>
                    <a:lnTo>
                      <a:pt x="104" y="102"/>
                    </a:lnTo>
                    <a:lnTo>
                      <a:pt x="104" y="3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46" name="Google Shape;446;p77"/>
              <p:cNvSpPr/>
              <p:nvPr/>
            </p:nvSpPr>
            <p:spPr>
              <a:xfrm>
                <a:off x="9698038" y="3052763"/>
                <a:ext cx="190500" cy="1920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47" name="Google Shape;447;p77"/>
              <p:cNvSpPr/>
              <p:nvPr/>
            </p:nvSpPr>
            <p:spPr>
              <a:xfrm>
                <a:off x="10677525" y="2663826"/>
                <a:ext cx="192000" cy="1920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48" name="Google Shape;448;p77"/>
              <p:cNvSpPr/>
              <p:nvPr/>
            </p:nvSpPr>
            <p:spPr>
              <a:xfrm>
                <a:off x="9478963" y="2882901"/>
                <a:ext cx="342900" cy="249238"/>
              </a:xfrm>
              <a:custGeom>
                <a:avLst/>
                <a:gdLst/>
                <a:ahLst/>
                <a:cxnLst/>
                <a:rect l="l" t="t" r="r" b="b"/>
                <a:pathLst>
                  <a:path w="216" h="157" extrusionOk="0">
                    <a:moveTo>
                      <a:pt x="216" y="157"/>
                    </a:moveTo>
                    <a:lnTo>
                      <a:pt x="180" y="157"/>
                    </a:lnTo>
                    <a:lnTo>
                      <a:pt x="180" y="35"/>
                    </a:lnTo>
                    <a:lnTo>
                      <a:pt x="0" y="35"/>
                    </a:lnTo>
                    <a:lnTo>
                      <a:pt x="0" y="0"/>
                    </a:lnTo>
                    <a:lnTo>
                      <a:pt x="216" y="0"/>
                    </a:lnTo>
                    <a:lnTo>
                      <a:pt x="216" y="157"/>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49" name="Google Shape;449;p77"/>
              <p:cNvSpPr/>
              <p:nvPr/>
            </p:nvSpPr>
            <p:spPr>
              <a:xfrm>
                <a:off x="10741025" y="2732088"/>
                <a:ext cx="466800" cy="555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50" name="Google Shape;450;p77"/>
              <p:cNvSpPr/>
              <p:nvPr/>
            </p:nvSpPr>
            <p:spPr>
              <a:xfrm>
                <a:off x="9817100" y="4002088"/>
                <a:ext cx="192000" cy="1920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51" name="Google Shape;451;p77"/>
              <p:cNvSpPr/>
              <p:nvPr/>
            </p:nvSpPr>
            <p:spPr>
              <a:xfrm>
                <a:off x="9478963" y="4070351"/>
                <a:ext cx="462000" cy="555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52" name="Google Shape;452;p77"/>
              <p:cNvSpPr/>
              <p:nvPr/>
            </p:nvSpPr>
            <p:spPr>
              <a:xfrm>
                <a:off x="10802937" y="3617913"/>
                <a:ext cx="190500" cy="1920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53" name="Google Shape;453;p77"/>
              <p:cNvSpPr/>
              <p:nvPr/>
            </p:nvSpPr>
            <p:spPr>
              <a:xfrm>
                <a:off x="10869612" y="3727451"/>
                <a:ext cx="338137" cy="247650"/>
              </a:xfrm>
              <a:custGeom>
                <a:avLst/>
                <a:gdLst/>
                <a:ahLst/>
                <a:cxnLst/>
                <a:rect l="l" t="t" r="r" b="b"/>
                <a:pathLst>
                  <a:path w="213" h="156" extrusionOk="0">
                    <a:moveTo>
                      <a:pt x="0" y="0"/>
                    </a:moveTo>
                    <a:lnTo>
                      <a:pt x="36" y="0"/>
                    </a:lnTo>
                    <a:lnTo>
                      <a:pt x="36" y="123"/>
                    </a:lnTo>
                    <a:lnTo>
                      <a:pt x="213" y="123"/>
                    </a:lnTo>
                    <a:lnTo>
                      <a:pt x="213" y="156"/>
                    </a:lnTo>
                    <a:lnTo>
                      <a:pt x="0" y="156"/>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grpSp>
      </p:grpSp>
      <p:grpSp>
        <p:nvGrpSpPr>
          <p:cNvPr id="454" name="Google Shape;454;p77"/>
          <p:cNvGrpSpPr/>
          <p:nvPr/>
        </p:nvGrpSpPr>
        <p:grpSpPr>
          <a:xfrm>
            <a:off x="6153400" y="1842755"/>
            <a:ext cx="1635762" cy="1641567"/>
            <a:chOff x="9224963" y="2306638"/>
            <a:chExt cx="2236787" cy="2244725"/>
          </a:xfrm>
        </p:grpSpPr>
        <p:sp>
          <p:nvSpPr>
            <p:cNvPr id="455" name="Google Shape;455;p77"/>
            <p:cNvSpPr/>
            <p:nvPr/>
          </p:nvSpPr>
          <p:spPr>
            <a:xfrm>
              <a:off x="9359900" y="3587751"/>
              <a:ext cx="74700" cy="3540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56" name="Google Shape;456;p77"/>
            <p:cNvSpPr/>
            <p:nvPr/>
          </p:nvSpPr>
          <p:spPr>
            <a:xfrm>
              <a:off x="11249025" y="2921001"/>
              <a:ext cx="77700" cy="3492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57" name="Google Shape;457;p77"/>
            <p:cNvSpPr/>
            <p:nvPr/>
          </p:nvSpPr>
          <p:spPr>
            <a:xfrm>
              <a:off x="11117263" y="3255963"/>
              <a:ext cx="344487" cy="346075"/>
            </a:xfrm>
            <a:custGeom>
              <a:avLst/>
              <a:gdLst/>
              <a:ahLst/>
              <a:cxnLst/>
              <a:rect l="l" t="t" r="r" b="b"/>
              <a:pathLst>
                <a:path w="92" h="92" extrusionOk="0">
                  <a:moveTo>
                    <a:pt x="46" y="92"/>
                  </a:moveTo>
                  <a:cubicBezTo>
                    <a:pt x="20" y="92"/>
                    <a:pt x="0" y="72"/>
                    <a:pt x="0" y="46"/>
                  </a:cubicBezTo>
                  <a:cubicBezTo>
                    <a:pt x="0" y="21"/>
                    <a:pt x="20" y="0"/>
                    <a:pt x="46" y="0"/>
                  </a:cubicBezTo>
                  <a:cubicBezTo>
                    <a:pt x="71" y="0"/>
                    <a:pt x="92" y="21"/>
                    <a:pt x="92" y="46"/>
                  </a:cubicBezTo>
                  <a:cubicBezTo>
                    <a:pt x="92" y="72"/>
                    <a:pt x="71" y="92"/>
                    <a:pt x="46" y="92"/>
                  </a:cubicBezTo>
                  <a:close/>
                  <a:moveTo>
                    <a:pt x="46" y="22"/>
                  </a:moveTo>
                  <a:cubicBezTo>
                    <a:pt x="32" y="22"/>
                    <a:pt x="21" y="33"/>
                    <a:pt x="21" y="46"/>
                  </a:cubicBezTo>
                  <a:cubicBezTo>
                    <a:pt x="21" y="59"/>
                    <a:pt x="32" y="70"/>
                    <a:pt x="46" y="70"/>
                  </a:cubicBezTo>
                  <a:cubicBezTo>
                    <a:pt x="59" y="70"/>
                    <a:pt x="70" y="59"/>
                    <a:pt x="70" y="46"/>
                  </a:cubicBezTo>
                  <a:cubicBezTo>
                    <a:pt x="70" y="33"/>
                    <a:pt x="59" y="22"/>
                    <a:pt x="46" y="22"/>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58" name="Google Shape;458;p77"/>
            <p:cNvSpPr/>
            <p:nvPr/>
          </p:nvSpPr>
          <p:spPr>
            <a:xfrm>
              <a:off x="10501313" y="4337051"/>
              <a:ext cx="349200" cy="825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59" name="Google Shape;459;p77"/>
            <p:cNvSpPr/>
            <p:nvPr/>
          </p:nvSpPr>
          <p:spPr>
            <a:xfrm>
              <a:off x="10171113" y="4205288"/>
              <a:ext cx="344487" cy="346075"/>
            </a:xfrm>
            <a:custGeom>
              <a:avLst/>
              <a:gdLst/>
              <a:ahLst/>
              <a:cxnLst/>
              <a:rect l="l" t="t" r="r" b="b"/>
              <a:pathLst>
                <a:path w="92" h="92" extrusionOk="0">
                  <a:moveTo>
                    <a:pt x="46" y="92"/>
                  </a:moveTo>
                  <a:cubicBezTo>
                    <a:pt x="20" y="92"/>
                    <a:pt x="0" y="71"/>
                    <a:pt x="0" y="46"/>
                  </a:cubicBezTo>
                  <a:cubicBezTo>
                    <a:pt x="0" y="21"/>
                    <a:pt x="20" y="0"/>
                    <a:pt x="46" y="0"/>
                  </a:cubicBezTo>
                  <a:cubicBezTo>
                    <a:pt x="71" y="0"/>
                    <a:pt x="92" y="21"/>
                    <a:pt x="92" y="46"/>
                  </a:cubicBezTo>
                  <a:cubicBezTo>
                    <a:pt x="92" y="71"/>
                    <a:pt x="71" y="92"/>
                    <a:pt x="46" y="92"/>
                  </a:cubicBezTo>
                  <a:close/>
                  <a:moveTo>
                    <a:pt x="46" y="22"/>
                  </a:moveTo>
                  <a:cubicBezTo>
                    <a:pt x="32" y="22"/>
                    <a:pt x="22" y="33"/>
                    <a:pt x="22" y="46"/>
                  </a:cubicBezTo>
                  <a:cubicBezTo>
                    <a:pt x="22" y="59"/>
                    <a:pt x="32" y="70"/>
                    <a:pt x="46" y="70"/>
                  </a:cubicBezTo>
                  <a:cubicBezTo>
                    <a:pt x="59" y="70"/>
                    <a:pt x="70" y="59"/>
                    <a:pt x="70" y="46"/>
                  </a:cubicBezTo>
                  <a:cubicBezTo>
                    <a:pt x="70" y="33"/>
                    <a:pt x="59" y="22"/>
                    <a:pt x="46" y="22"/>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60" name="Google Shape;460;p77"/>
            <p:cNvSpPr/>
            <p:nvPr/>
          </p:nvSpPr>
          <p:spPr>
            <a:xfrm>
              <a:off x="9224963" y="3255963"/>
              <a:ext cx="344487" cy="346075"/>
            </a:xfrm>
            <a:custGeom>
              <a:avLst/>
              <a:gdLst/>
              <a:ahLst/>
              <a:cxnLst/>
              <a:rect l="l" t="t" r="r" b="b"/>
              <a:pathLst>
                <a:path w="92" h="92" extrusionOk="0">
                  <a:moveTo>
                    <a:pt x="46" y="92"/>
                  </a:moveTo>
                  <a:cubicBezTo>
                    <a:pt x="21" y="92"/>
                    <a:pt x="0" y="72"/>
                    <a:pt x="0" y="46"/>
                  </a:cubicBezTo>
                  <a:cubicBezTo>
                    <a:pt x="0" y="21"/>
                    <a:pt x="21" y="0"/>
                    <a:pt x="46" y="0"/>
                  </a:cubicBezTo>
                  <a:cubicBezTo>
                    <a:pt x="71" y="0"/>
                    <a:pt x="92" y="21"/>
                    <a:pt x="92" y="46"/>
                  </a:cubicBezTo>
                  <a:cubicBezTo>
                    <a:pt x="92" y="72"/>
                    <a:pt x="71" y="92"/>
                    <a:pt x="46" y="92"/>
                  </a:cubicBezTo>
                  <a:close/>
                  <a:moveTo>
                    <a:pt x="46" y="22"/>
                  </a:moveTo>
                  <a:cubicBezTo>
                    <a:pt x="33" y="22"/>
                    <a:pt x="22" y="33"/>
                    <a:pt x="22" y="46"/>
                  </a:cubicBezTo>
                  <a:cubicBezTo>
                    <a:pt x="22" y="59"/>
                    <a:pt x="33" y="70"/>
                    <a:pt x="46" y="70"/>
                  </a:cubicBezTo>
                  <a:cubicBezTo>
                    <a:pt x="59" y="70"/>
                    <a:pt x="70" y="59"/>
                    <a:pt x="70" y="46"/>
                  </a:cubicBezTo>
                  <a:cubicBezTo>
                    <a:pt x="70" y="33"/>
                    <a:pt x="59" y="22"/>
                    <a:pt x="46" y="22"/>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61" name="Google Shape;461;p77"/>
            <p:cNvSpPr/>
            <p:nvPr/>
          </p:nvSpPr>
          <p:spPr>
            <a:xfrm>
              <a:off x="9832975" y="2438401"/>
              <a:ext cx="352500" cy="825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62" name="Google Shape;462;p77"/>
            <p:cNvSpPr/>
            <p:nvPr/>
          </p:nvSpPr>
          <p:spPr>
            <a:xfrm>
              <a:off x="10171113" y="2306638"/>
              <a:ext cx="344487" cy="346075"/>
            </a:xfrm>
            <a:custGeom>
              <a:avLst/>
              <a:gdLst/>
              <a:ahLst/>
              <a:cxnLst/>
              <a:rect l="l" t="t" r="r" b="b"/>
              <a:pathLst>
                <a:path w="92" h="92" extrusionOk="0">
                  <a:moveTo>
                    <a:pt x="46" y="92"/>
                  </a:moveTo>
                  <a:cubicBezTo>
                    <a:pt x="20" y="92"/>
                    <a:pt x="0" y="72"/>
                    <a:pt x="0" y="46"/>
                  </a:cubicBezTo>
                  <a:cubicBezTo>
                    <a:pt x="0" y="21"/>
                    <a:pt x="20" y="0"/>
                    <a:pt x="46" y="0"/>
                  </a:cubicBezTo>
                  <a:cubicBezTo>
                    <a:pt x="71" y="0"/>
                    <a:pt x="92" y="21"/>
                    <a:pt x="92" y="46"/>
                  </a:cubicBezTo>
                  <a:cubicBezTo>
                    <a:pt x="92" y="72"/>
                    <a:pt x="71" y="92"/>
                    <a:pt x="46" y="92"/>
                  </a:cubicBezTo>
                  <a:close/>
                  <a:moveTo>
                    <a:pt x="46" y="22"/>
                  </a:moveTo>
                  <a:cubicBezTo>
                    <a:pt x="32" y="22"/>
                    <a:pt x="22" y="33"/>
                    <a:pt x="22" y="46"/>
                  </a:cubicBezTo>
                  <a:cubicBezTo>
                    <a:pt x="22" y="60"/>
                    <a:pt x="32" y="71"/>
                    <a:pt x="46" y="71"/>
                  </a:cubicBezTo>
                  <a:cubicBezTo>
                    <a:pt x="59" y="71"/>
                    <a:pt x="70" y="60"/>
                    <a:pt x="70" y="46"/>
                  </a:cubicBezTo>
                  <a:cubicBezTo>
                    <a:pt x="70" y="33"/>
                    <a:pt x="59" y="22"/>
                    <a:pt x="46" y="22"/>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63" name="Google Shape;463;p77"/>
            <p:cNvSpPr/>
            <p:nvPr/>
          </p:nvSpPr>
          <p:spPr>
            <a:xfrm>
              <a:off x="9998075" y="2871788"/>
              <a:ext cx="687387" cy="1119188"/>
            </a:xfrm>
            <a:custGeom>
              <a:avLst/>
              <a:gdLst/>
              <a:ahLst/>
              <a:cxnLst/>
              <a:rect l="l" t="t" r="r" b="b"/>
              <a:pathLst>
                <a:path w="183" h="297" extrusionOk="0">
                  <a:moveTo>
                    <a:pt x="180" y="223"/>
                  </a:moveTo>
                  <a:cubicBezTo>
                    <a:pt x="160" y="209"/>
                    <a:pt x="129" y="200"/>
                    <a:pt x="118" y="197"/>
                  </a:cubicBezTo>
                  <a:cubicBezTo>
                    <a:pt x="118" y="176"/>
                    <a:pt x="118" y="176"/>
                    <a:pt x="118" y="176"/>
                  </a:cubicBezTo>
                  <a:cubicBezTo>
                    <a:pt x="134" y="168"/>
                    <a:pt x="147" y="153"/>
                    <a:pt x="151" y="134"/>
                  </a:cubicBezTo>
                  <a:cubicBezTo>
                    <a:pt x="156" y="134"/>
                    <a:pt x="165" y="130"/>
                    <a:pt x="166" y="121"/>
                  </a:cubicBezTo>
                  <a:cubicBezTo>
                    <a:pt x="166" y="120"/>
                    <a:pt x="167" y="118"/>
                    <a:pt x="167" y="117"/>
                  </a:cubicBezTo>
                  <a:cubicBezTo>
                    <a:pt x="169" y="102"/>
                    <a:pt x="171" y="86"/>
                    <a:pt x="163" y="80"/>
                  </a:cubicBezTo>
                  <a:cubicBezTo>
                    <a:pt x="161" y="78"/>
                    <a:pt x="158" y="77"/>
                    <a:pt x="153" y="78"/>
                  </a:cubicBezTo>
                  <a:cubicBezTo>
                    <a:pt x="153" y="61"/>
                    <a:pt x="153" y="61"/>
                    <a:pt x="153" y="61"/>
                  </a:cubicBezTo>
                  <a:cubicBezTo>
                    <a:pt x="153" y="27"/>
                    <a:pt x="125" y="0"/>
                    <a:pt x="91" y="0"/>
                  </a:cubicBezTo>
                  <a:cubicBezTo>
                    <a:pt x="58" y="0"/>
                    <a:pt x="30" y="27"/>
                    <a:pt x="30" y="61"/>
                  </a:cubicBezTo>
                  <a:cubicBezTo>
                    <a:pt x="30" y="78"/>
                    <a:pt x="30" y="78"/>
                    <a:pt x="30" y="78"/>
                  </a:cubicBezTo>
                  <a:cubicBezTo>
                    <a:pt x="25" y="77"/>
                    <a:pt x="22" y="78"/>
                    <a:pt x="20" y="80"/>
                  </a:cubicBezTo>
                  <a:cubicBezTo>
                    <a:pt x="12" y="86"/>
                    <a:pt x="14" y="102"/>
                    <a:pt x="16" y="117"/>
                  </a:cubicBezTo>
                  <a:cubicBezTo>
                    <a:pt x="16" y="118"/>
                    <a:pt x="16" y="120"/>
                    <a:pt x="16" y="121"/>
                  </a:cubicBezTo>
                  <a:cubicBezTo>
                    <a:pt x="18" y="130"/>
                    <a:pt x="26" y="134"/>
                    <a:pt x="32" y="134"/>
                  </a:cubicBezTo>
                  <a:cubicBezTo>
                    <a:pt x="36" y="153"/>
                    <a:pt x="48" y="168"/>
                    <a:pt x="65" y="176"/>
                  </a:cubicBezTo>
                  <a:cubicBezTo>
                    <a:pt x="65" y="197"/>
                    <a:pt x="65" y="197"/>
                    <a:pt x="65" y="197"/>
                  </a:cubicBezTo>
                  <a:cubicBezTo>
                    <a:pt x="54" y="200"/>
                    <a:pt x="24" y="209"/>
                    <a:pt x="4" y="221"/>
                  </a:cubicBezTo>
                  <a:cubicBezTo>
                    <a:pt x="0" y="250"/>
                    <a:pt x="6" y="273"/>
                    <a:pt x="18" y="286"/>
                  </a:cubicBezTo>
                  <a:cubicBezTo>
                    <a:pt x="36" y="292"/>
                    <a:pt x="62" y="297"/>
                    <a:pt x="91" y="297"/>
                  </a:cubicBezTo>
                  <a:cubicBezTo>
                    <a:pt x="125" y="297"/>
                    <a:pt x="154" y="290"/>
                    <a:pt x="172" y="284"/>
                  </a:cubicBezTo>
                  <a:cubicBezTo>
                    <a:pt x="178" y="267"/>
                    <a:pt x="183" y="245"/>
                    <a:pt x="180" y="223"/>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64" name="Google Shape;464;p77"/>
            <p:cNvSpPr/>
            <p:nvPr/>
          </p:nvSpPr>
          <p:spPr>
            <a:xfrm>
              <a:off x="10831513" y="2400301"/>
              <a:ext cx="536575" cy="538163"/>
            </a:xfrm>
            <a:custGeom>
              <a:avLst/>
              <a:gdLst/>
              <a:ahLst/>
              <a:cxnLst/>
              <a:rect l="l" t="t" r="r" b="b"/>
              <a:pathLst>
                <a:path w="338" h="339" extrusionOk="0">
                  <a:moveTo>
                    <a:pt x="338" y="339"/>
                  </a:moveTo>
                  <a:lnTo>
                    <a:pt x="237" y="339"/>
                  </a:lnTo>
                  <a:lnTo>
                    <a:pt x="237" y="102"/>
                  </a:lnTo>
                  <a:lnTo>
                    <a:pt x="0" y="102"/>
                  </a:lnTo>
                  <a:lnTo>
                    <a:pt x="0" y="0"/>
                  </a:lnTo>
                  <a:lnTo>
                    <a:pt x="338" y="0"/>
                  </a:lnTo>
                  <a:lnTo>
                    <a:pt x="338" y="3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65" name="Google Shape;465;p77"/>
            <p:cNvSpPr/>
            <p:nvPr/>
          </p:nvSpPr>
          <p:spPr>
            <a:xfrm>
              <a:off x="10831513" y="3922713"/>
              <a:ext cx="536575" cy="538163"/>
            </a:xfrm>
            <a:custGeom>
              <a:avLst/>
              <a:gdLst/>
              <a:ahLst/>
              <a:cxnLst/>
              <a:rect l="l" t="t" r="r" b="b"/>
              <a:pathLst>
                <a:path w="338" h="339" extrusionOk="0">
                  <a:moveTo>
                    <a:pt x="338" y="339"/>
                  </a:moveTo>
                  <a:lnTo>
                    <a:pt x="0" y="339"/>
                  </a:lnTo>
                  <a:lnTo>
                    <a:pt x="0" y="235"/>
                  </a:lnTo>
                  <a:lnTo>
                    <a:pt x="237" y="235"/>
                  </a:lnTo>
                  <a:lnTo>
                    <a:pt x="237" y="0"/>
                  </a:lnTo>
                  <a:lnTo>
                    <a:pt x="338" y="0"/>
                  </a:lnTo>
                  <a:lnTo>
                    <a:pt x="338" y="3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66" name="Google Shape;466;p77"/>
            <p:cNvSpPr/>
            <p:nvPr/>
          </p:nvSpPr>
          <p:spPr>
            <a:xfrm>
              <a:off x="9313863" y="3922713"/>
              <a:ext cx="538162" cy="538163"/>
            </a:xfrm>
            <a:custGeom>
              <a:avLst/>
              <a:gdLst/>
              <a:ahLst/>
              <a:cxnLst/>
              <a:rect l="l" t="t" r="r" b="b"/>
              <a:pathLst>
                <a:path w="339" h="339" extrusionOk="0">
                  <a:moveTo>
                    <a:pt x="339" y="339"/>
                  </a:moveTo>
                  <a:lnTo>
                    <a:pt x="0" y="339"/>
                  </a:lnTo>
                  <a:lnTo>
                    <a:pt x="0" y="0"/>
                  </a:lnTo>
                  <a:lnTo>
                    <a:pt x="104" y="0"/>
                  </a:lnTo>
                  <a:lnTo>
                    <a:pt x="104" y="235"/>
                  </a:lnTo>
                  <a:lnTo>
                    <a:pt x="339" y="235"/>
                  </a:lnTo>
                  <a:lnTo>
                    <a:pt x="339" y="3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67" name="Google Shape;467;p77"/>
            <p:cNvSpPr/>
            <p:nvPr/>
          </p:nvSpPr>
          <p:spPr>
            <a:xfrm>
              <a:off x="9313863" y="2400301"/>
              <a:ext cx="538162" cy="538163"/>
            </a:xfrm>
            <a:custGeom>
              <a:avLst/>
              <a:gdLst/>
              <a:ahLst/>
              <a:cxnLst/>
              <a:rect l="l" t="t" r="r" b="b"/>
              <a:pathLst>
                <a:path w="339" h="339" extrusionOk="0">
                  <a:moveTo>
                    <a:pt x="104" y="339"/>
                  </a:moveTo>
                  <a:lnTo>
                    <a:pt x="0" y="339"/>
                  </a:lnTo>
                  <a:lnTo>
                    <a:pt x="0" y="0"/>
                  </a:lnTo>
                  <a:lnTo>
                    <a:pt x="339" y="0"/>
                  </a:lnTo>
                  <a:lnTo>
                    <a:pt x="339" y="102"/>
                  </a:lnTo>
                  <a:lnTo>
                    <a:pt x="104" y="102"/>
                  </a:lnTo>
                  <a:lnTo>
                    <a:pt x="104" y="3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68" name="Google Shape;468;p77"/>
            <p:cNvSpPr/>
            <p:nvPr/>
          </p:nvSpPr>
          <p:spPr>
            <a:xfrm>
              <a:off x="9698038" y="3052763"/>
              <a:ext cx="190500" cy="1920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69" name="Google Shape;469;p77"/>
            <p:cNvSpPr/>
            <p:nvPr/>
          </p:nvSpPr>
          <p:spPr>
            <a:xfrm>
              <a:off x="10677525" y="2663826"/>
              <a:ext cx="192000" cy="1920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70" name="Google Shape;470;p77"/>
            <p:cNvSpPr/>
            <p:nvPr/>
          </p:nvSpPr>
          <p:spPr>
            <a:xfrm>
              <a:off x="9478963" y="2882901"/>
              <a:ext cx="342900" cy="249238"/>
            </a:xfrm>
            <a:custGeom>
              <a:avLst/>
              <a:gdLst/>
              <a:ahLst/>
              <a:cxnLst/>
              <a:rect l="l" t="t" r="r" b="b"/>
              <a:pathLst>
                <a:path w="216" h="157" extrusionOk="0">
                  <a:moveTo>
                    <a:pt x="216" y="157"/>
                  </a:moveTo>
                  <a:lnTo>
                    <a:pt x="180" y="157"/>
                  </a:lnTo>
                  <a:lnTo>
                    <a:pt x="180" y="35"/>
                  </a:lnTo>
                  <a:lnTo>
                    <a:pt x="0" y="35"/>
                  </a:lnTo>
                  <a:lnTo>
                    <a:pt x="0" y="0"/>
                  </a:lnTo>
                  <a:lnTo>
                    <a:pt x="216" y="0"/>
                  </a:lnTo>
                  <a:lnTo>
                    <a:pt x="216" y="157"/>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71" name="Google Shape;471;p77"/>
            <p:cNvSpPr/>
            <p:nvPr/>
          </p:nvSpPr>
          <p:spPr>
            <a:xfrm>
              <a:off x="10741025" y="2732088"/>
              <a:ext cx="466800" cy="555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72" name="Google Shape;472;p77"/>
            <p:cNvSpPr/>
            <p:nvPr/>
          </p:nvSpPr>
          <p:spPr>
            <a:xfrm>
              <a:off x="9817100" y="4002088"/>
              <a:ext cx="192000" cy="1920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73" name="Google Shape;473;p77"/>
            <p:cNvSpPr/>
            <p:nvPr/>
          </p:nvSpPr>
          <p:spPr>
            <a:xfrm>
              <a:off x="9478963" y="4070351"/>
              <a:ext cx="462000" cy="555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74" name="Google Shape;474;p77"/>
            <p:cNvSpPr/>
            <p:nvPr/>
          </p:nvSpPr>
          <p:spPr>
            <a:xfrm>
              <a:off x="10802937" y="3617913"/>
              <a:ext cx="190500" cy="1920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sp>
          <p:nvSpPr>
            <p:cNvPr id="475" name="Google Shape;475;p77"/>
            <p:cNvSpPr/>
            <p:nvPr/>
          </p:nvSpPr>
          <p:spPr>
            <a:xfrm>
              <a:off x="10869612" y="3727451"/>
              <a:ext cx="338137" cy="247650"/>
            </a:xfrm>
            <a:custGeom>
              <a:avLst/>
              <a:gdLst/>
              <a:ahLst/>
              <a:cxnLst/>
              <a:rect l="l" t="t" r="r" b="b"/>
              <a:pathLst>
                <a:path w="213" h="156" extrusionOk="0">
                  <a:moveTo>
                    <a:pt x="0" y="0"/>
                  </a:moveTo>
                  <a:lnTo>
                    <a:pt x="36" y="0"/>
                  </a:lnTo>
                  <a:lnTo>
                    <a:pt x="36" y="123"/>
                  </a:lnTo>
                  <a:lnTo>
                    <a:pt x="213" y="123"/>
                  </a:lnTo>
                  <a:lnTo>
                    <a:pt x="213" y="156"/>
                  </a:lnTo>
                  <a:lnTo>
                    <a:pt x="0" y="156"/>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eue Haas Grotesk Text Std"/>
                <a:ea typeface="Neue Haas Grotesk Text Std"/>
                <a:cs typeface="Neue Haas Grotesk Text Std"/>
                <a:sym typeface="Neue Haas Grotesk Text Std"/>
              </a:endParaRPr>
            </a:p>
          </p:txBody>
        </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482"/>
        <p:cNvGrpSpPr/>
        <p:nvPr/>
      </p:nvGrpSpPr>
      <p:grpSpPr>
        <a:xfrm>
          <a:off x="0" y="0"/>
          <a:ext cx="0" cy="0"/>
          <a:chOff x="0" y="0"/>
          <a:chExt cx="0" cy="0"/>
        </a:xfrm>
      </p:grpSpPr>
      <p:sp>
        <p:nvSpPr>
          <p:cNvPr id="483" name="Google Shape;483;p79"/>
          <p:cNvSpPr txBox="1">
            <a:spLocks noGrp="1"/>
          </p:cNvSpPr>
          <p:nvPr>
            <p:ph type="ctrTitle"/>
          </p:nvPr>
        </p:nvSpPr>
        <p:spPr>
          <a:xfrm>
            <a:off x="457200" y="463073"/>
            <a:ext cx="6271800" cy="17373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6000"/>
              <a:buFont typeface="Verizon NHG DS"/>
              <a:buNone/>
              <a:defRPr sz="6000" b="1" i="0">
                <a:latin typeface="Verizon NHG DS"/>
                <a:ea typeface="Verizon NHG DS"/>
                <a:cs typeface="Verizon NHG DS"/>
                <a:sym typeface="Verizon NHG D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4" name="Google Shape;484;p79"/>
          <p:cNvSpPr txBox="1">
            <a:spLocks noGrp="1"/>
          </p:cNvSpPr>
          <p:nvPr>
            <p:ph type="subTitle" idx="1"/>
          </p:nvPr>
        </p:nvSpPr>
        <p:spPr>
          <a:xfrm>
            <a:off x="457200" y="2291873"/>
            <a:ext cx="4114800" cy="1371600"/>
          </a:xfrm>
          <a:prstGeom prst="rect">
            <a:avLst/>
          </a:prstGeom>
          <a:noFill/>
          <a:ln>
            <a:noFill/>
          </a:ln>
        </p:spPr>
        <p:txBody>
          <a:bodyPr spcFirstLastPara="1" wrap="square" lIns="0" tIns="0" rIns="0" bIns="0" anchor="t" anchorCtr="0">
            <a:noAutofit/>
          </a:bodyPr>
          <a:lstStyle>
            <a:lvl1pPr lvl="0" algn="l" rtl="0">
              <a:lnSpc>
                <a:spcPct val="80000"/>
              </a:lnSpc>
              <a:spcBef>
                <a:spcPts val="900"/>
              </a:spcBef>
              <a:spcAft>
                <a:spcPts val="0"/>
              </a:spcAft>
              <a:buClr>
                <a:schemeClr val="dk1"/>
              </a:buClr>
              <a:buSzPts val="2000"/>
              <a:buFont typeface="Verizon NHG TX"/>
              <a:buNone/>
              <a:defRPr sz="2000" b="0" i="0">
                <a:solidFill>
                  <a:schemeClr val="dk1"/>
                </a:solidFill>
                <a:latin typeface="Verizon NHG TX"/>
                <a:ea typeface="Verizon NHG TX"/>
                <a:cs typeface="Verizon NHG TX"/>
                <a:sym typeface="Verizon NHG TX"/>
              </a:defRPr>
            </a:lvl1pPr>
            <a:lvl2pPr lvl="1" algn="l" rtl="0">
              <a:lnSpc>
                <a:spcPct val="80000"/>
              </a:lnSpc>
              <a:spcBef>
                <a:spcPts val="900"/>
              </a:spcBef>
              <a:spcAft>
                <a:spcPts val="0"/>
              </a:spcAft>
              <a:buClr>
                <a:schemeClr val="dk1"/>
              </a:buClr>
              <a:buSzPts val="2000"/>
              <a:buFont typeface="Verizon NHG TX"/>
              <a:buNone/>
              <a:defRPr sz="2000" b="1">
                <a:solidFill>
                  <a:schemeClr val="dk1"/>
                </a:solidFill>
              </a:defRPr>
            </a:lvl2pPr>
            <a:lvl3pPr lvl="2" algn="l" rtl="0">
              <a:lnSpc>
                <a:spcPct val="80000"/>
              </a:lnSpc>
              <a:spcBef>
                <a:spcPts val="900"/>
              </a:spcBef>
              <a:spcAft>
                <a:spcPts val="0"/>
              </a:spcAft>
              <a:buClr>
                <a:schemeClr val="dk1"/>
              </a:buClr>
              <a:buSzPts val="2000"/>
              <a:buNone/>
              <a:defRPr sz="2000" b="1">
                <a:solidFill>
                  <a:schemeClr val="dk1"/>
                </a:solidFill>
              </a:defRPr>
            </a:lvl3pPr>
            <a:lvl4pPr lvl="3" algn="l" rtl="0">
              <a:lnSpc>
                <a:spcPct val="80000"/>
              </a:lnSpc>
              <a:spcBef>
                <a:spcPts val="900"/>
              </a:spcBef>
              <a:spcAft>
                <a:spcPts val="0"/>
              </a:spcAft>
              <a:buClr>
                <a:schemeClr val="dk1"/>
              </a:buClr>
              <a:buSzPts val="2000"/>
              <a:buNone/>
              <a:defRPr sz="2000" b="1">
                <a:solidFill>
                  <a:schemeClr val="dk1"/>
                </a:solidFill>
              </a:defRPr>
            </a:lvl4pPr>
            <a:lvl5pPr lvl="4" algn="l" rtl="0">
              <a:lnSpc>
                <a:spcPct val="80000"/>
              </a:lnSpc>
              <a:spcBef>
                <a:spcPts val="900"/>
              </a:spcBef>
              <a:spcAft>
                <a:spcPts val="0"/>
              </a:spcAft>
              <a:buClr>
                <a:schemeClr val="dk1"/>
              </a:buClr>
              <a:buSzPts val="2000"/>
              <a:buNone/>
              <a:defRPr sz="2000" b="1">
                <a:solidFill>
                  <a:schemeClr val="dk1"/>
                </a:solidFill>
              </a:defRPr>
            </a:lvl5pPr>
            <a:lvl6pPr lvl="5" algn="l" rtl="0">
              <a:lnSpc>
                <a:spcPct val="80000"/>
              </a:lnSpc>
              <a:spcBef>
                <a:spcPts val="900"/>
              </a:spcBef>
              <a:spcAft>
                <a:spcPts val="0"/>
              </a:spcAft>
              <a:buClr>
                <a:schemeClr val="dk1"/>
              </a:buClr>
              <a:buSzPts val="2000"/>
              <a:buNone/>
              <a:defRPr sz="2000" b="1">
                <a:solidFill>
                  <a:schemeClr val="dk1"/>
                </a:solidFill>
              </a:defRPr>
            </a:lvl6pPr>
            <a:lvl7pPr lvl="6" algn="l" rtl="0">
              <a:lnSpc>
                <a:spcPct val="80000"/>
              </a:lnSpc>
              <a:spcBef>
                <a:spcPts val="900"/>
              </a:spcBef>
              <a:spcAft>
                <a:spcPts val="0"/>
              </a:spcAft>
              <a:buClr>
                <a:schemeClr val="dk1"/>
              </a:buClr>
              <a:buSzPts val="2000"/>
              <a:buNone/>
              <a:defRPr sz="2000" b="1">
                <a:solidFill>
                  <a:schemeClr val="dk1"/>
                </a:solidFill>
              </a:defRPr>
            </a:lvl7pPr>
            <a:lvl8pPr lvl="7" algn="l" rtl="0">
              <a:lnSpc>
                <a:spcPct val="80000"/>
              </a:lnSpc>
              <a:spcBef>
                <a:spcPts val="900"/>
              </a:spcBef>
              <a:spcAft>
                <a:spcPts val="0"/>
              </a:spcAft>
              <a:buClr>
                <a:schemeClr val="dk1"/>
              </a:buClr>
              <a:buSzPts val="2000"/>
              <a:buNone/>
              <a:defRPr sz="2000" b="1">
                <a:solidFill>
                  <a:schemeClr val="dk1"/>
                </a:solidFill>
              </a:defRPr>
            </a:lvl8pPr>
            <a:lvl9pPr lvl="8" algn="l" rtl="0">
              <a:lnSpc>
                <a:spcPct val="80000"/>
              </a:lnSpc>
              <a:spcBef>
                <a:spcPts val="900"/>
              </a:spcBef>
              <a:spcAft>
                <a:spcPts val="0"/>
              </a:spcAft>
              <a:buClr>
                <a:schemeClr val="dk1"/>
              </a:buClr>
              <a:buSzPts val="2000"/>
              <a:buNone/>
              <a:defRPr sz="2000" b="1">
                <a:solidFill>
                  <a:schemeClr val="dk1"/>
                </a:solidFill>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ext and One Picture">
  <p:cSld name="Text and One Picture">
    <p:spTree>
      <p:nvGrpSpPr>
        <p:cNvPr id="1" name="Shape 485"/>
        <p:cNvGrpSpPr/>
        <p:nvPr/>
      </p:nvGrpSpPr>
      <p:grpSpPr>
        <a:xfrm>
          <a:off x="0" y="0"/>
          <a:ext cx="0" cy="0"/>
          <a:chOff x="0" y="0"/>
          <a:chExt cx="0" cy="0"/>
        </a:xfrm>
      </p:grpSpPr>
      <p:sp>
        <p:nvSpPr>
          <p:cNvPr id="486" name="Google Shape;486;p8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i="0" u="none" strike="noStrike" cap="none">
                <a:solidFill>
                  <a:schemeClr val="dk1"/>
                </a:solidFill>
                <a:latin typeface="Verizon NHG DS"/>
                <a:ea typeface="Verizon NHG DS"/>
                <a:cs typeface="Verizon NHG DS"/>
                <a:sym typeface="Verizon NHG DS"/>
              </a:defRPr>
            </a:lvl1pPr>
            <a:lvl2pPr marL="0" lvl="1" indent="0" algn="r" rtl="0">
              <a:spcBef>
                <a:spcPts val="0"/>
              </a:spcBef>
              <a:buNone/>
              <a:defRPr sz="700" b="1" i="0" u="none" strike="noStrike" cap="none">
                <a:solidFill>
                  <a:schemeClr val="dk1"/>
                </a:solidFill>
                <a:latin typeface="Verizon NHG DS"/>
                <a:ea typeface="Verizon NHG DS"/>
                <a:cs typeface="Verizon NHG DS"/>
                <a:sym typeface="Verizon NHG DS"/>
              </a:defRPr>
            </a:lvl2pPr>
            <a:lvl3pPr marL="0" lvl="2" indent="0" algn="r" rtl="0">
              <a:spcBef>
                <a:spcPts val="0"/>
              </a:spcBef>
              <a:buNone/>
              <a:defRPr sz="700" b="1" i="0" u="none" strike="noStrike" cap="none">
                <a:solidFill>
                  <a:schemeClr val="dk1"/>
                </a:solidFill>
                <a:latin typeface="Verizon NHG DS"/>
                <a:ea typeface="Verizon NHG DS"/>
                <a:cs typeface="Verizon NHG DS"/>
                <a:sym typeface="Verizon NHG DS"/>
              </a:defRPr>
            </a:lvl3pPr>
            <a:lvl4pPr marL="0" lvl="3" indent="0" algn="r" rtl="0">
              <a:spcBef>
                <a:spcPts val="0"/>
              </a:spcBef>
              <a:buNone/>
              <a:defRPr sz="700" b="1" i="0" u="none" strike="noStrike" cap="none">
                <a:solidFill>
                  <a:schemeClr val="dk1"/>
                </a:solidFill>
                <a:latin typeface="Verizon NHG DS"/>
                <a:ea typeface="Verizon NHG DS"/>
                <a:cs typeface="Verizon NHG DS"/>
                <a:sym typeface="Verizon NHG DS"/>
              </a:defRPr>
            </a:lvl4pPr>
            <a:lvl5pPr marL="0" lvl="4" indent="0" algn="r" rtl="0">
              <a:spcBef>
                <a:spcPts val="0"/>
              </a:spcBef>
              <a:buNone/>
              <a:defRPr sz="700" b="1" i="0" u="none" strike="noStrike" cap="none">
                <a:solidFill>
                  <a:schemeClr val="dk1"/>
                </a:solidFill>
                <a:latin typeface="Verizon NHG DS"/>
                <a:ea typeface="Verizon NHG DS"/>
                <a:cs typeface="Verizon NHG DS"/>
                <a:sym typeface="Verizon NHG DS"/>
              </a:defRPr>
            </a:lvl5pPr>
            <a:lvl6pPr marL="0" lvl="5" indent="0" algn="r" rtl="0">
              <a:spcBef>
                <a:spcPts val="0"/>
              </a:spcBef>
              <a:buNone/>
              <a:defRPr sz="700" b="1" i="0" u="none" strike="noStrike" cap="none">
                <a:solidFill>
                  <a:schemeClr val="dk1"/>
                </a:solidFill>
                <a:latin typeface="Verizon NHG DS"/>
                <a:ea typeface="Verizon NHG DS"/>
                <a:cs typeface="Verizon NHG DS"/>
                <a:sym typeface="Verizon NHG DS"/>
              </a:defRPr>
            </a:lvl6pPr>
            <a:lvl7pPr marL="0" lvl="6" indent="0" algn="r" rtl="0">
              <a:spcBef>
                <a:spcPts val="0"/>
              </a:spcBef>
              <a:buNone/>
              <a:defRPr sz="700" b="1" i="0" u="none" strike="noStrike" cap="none">
                <a:solidFill>
                  <a:schemeClr val="dk1"/>
                </a:solidFill>
                <a:latin typeface="Verizon NHG DS"/>
                <a:ea typeface="Verizon NHG DS"/>
                <a:cs typeface="Verizon NHG DS"/>
                <a:sym typeface="Verizon NHG DS"/>
              </a:defRPr>
            </a:lvl7pPr>
            <a:lvl8pPr marL="0" lvl="7" indent="0" algn="r" rtl="0">
              <a:spcBef>
                <a:spcPts val="0"/>
              </a:spcBef>
              <a:buNone/>
              <a:defRPr sz="700" b="1" i="0" u="none" strike="noStrike" cap="none">
                <a:solidFill>
                  <a:schemeClr val="dk1"/>
                </a:solidFill>
                <a:latin typeface="Verizon NHG DS"/>
                <a:ea typeface="Verizon NHG DS"/>
                <a:cs typeface="Verizon NHG DS"/>
                <a:sym typeface="Verizon NHG DS"/>
              </a:defRPr>
            </a:lvl8pPr>
            <a:lvl9pPr marL="0" lvl="8" indent="0" algn="r" rtl="0">
              <a:spcBef>
                <a:spcPts val="0"/>
              </a:spcBef>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487" name="Google Shape;487;p80"/>
          <p:cNvSpPr>
            <a:spLocks noGrp="1"/>
          </p:cNvSpPr>
          <p:nvPr>
            <p:ph type="pic" idx="2"/>
          </p:nvPr>
        </p:nvSpPr>
        <p:spPr>
          <a:xfrm>
            <a:off x="4572000" y="1457325"/>
            <a:ext cx="4114800" cy="2657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488" name="Google Shape;488;p80"/>
          <p:cNvSpPr txBox="1">
            <a:spLocks noGrp="1"/>
          </p:cNvSpPr>
          <p:nvPr>
            <p:ph type="body" idx="1"/>
          </p:nvPr>
        </p:nvSpPr>
        <p:spPr>
          <a:xfrm>
            <a:off x="4572000" y="4154833"/>
            <a:ext cx="4114800" cy="2838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Clr>
                <a:schemeClr val="dk1"/>
              </a:buClr>
              <a:buSzPts val="700"/>
              <a:buFont typeface="Verizon NHG TX"/>
              <a:buNone/>
              <a:defRPr sz="700" b="0">
                <a:solidFill>
                  <a:schemeClr val="dk1"/>
                </a:solidFill>
              </a:defRPr>
            </a:lvl1pPr>
            <a:lvl2pPr marL="914400" lvl="1" indent="-228600" algn="l" rtl="0">
              <a:lnSpc>
                <a:spcPct val="100000"/>
              </a:lnSpc>
              <a:spcBef>
                <a:spcPts val="0"/>
              </a:spcBef>
              <a:spcAft>
                <a:spcPts val="0"/>
              </a:spcAft>
              <a:buClr>
                <a:schemeClr val="dk1"/>
              </a:buClr>
              <a:buSzPts val="700"/>
              <a:buFont typeface="Verizon NHG TX"/>
              <a:buNone/>
              <a:defRPr sz="700"/>
            </a:lvl2pPr>
            <a:lvl3pPr marL="1371600" lvl="2" indent="-228600" algn="l" rtl="0">
              <a:lnSpc>
                <a:spcPct val="100000"/>
              </a:lnSpc>
              <a:spcBef>
                <a:spcPts val="0"/>
              </a:spcBef>
              <a:spcAft>
                <a:spcPts val="0"/>
              </a:spcAft>
              <a:buClr>
                <a:schemeClr val="dk1"/>
              </a:buClr>
              <a:buSzPts val="700"/>
              <a:buFont typeface="Verizon NHG TX"/>
              <a:buNone/>
              <a:defRPr sz="700"/>
            </a:lvl3pPr>
            <a:lvl4pPr marL="1828800" lvl="3" indent="-228600" algn="l" rtl="0">
              <a:lnSpc>
                <a:spcPct val="100000"/>
              </a:lnSpc>
              <a:spcBef>
                <a:spcPts val="0"/>
              </a:spcBef>
              <a:spcAft>
                <a:spcPts val="0"/>
              </a:spcAft>
              <a:buClr>
                <a:schemeClr val="dk1"/>
              </a:buClr>
              <a:buSzPts val="700"/>
              <a:buFont typeface="Verizon NHG TX"/>
              <a:buNone/>
              <a:defRPr sz="700"/>
            </a:lvl4pPr>
            <a:lvl5pPr marL="2286000" lvl="4" indent="-228600" algn="l" rtl="0">
              <a:lnSpc>
                <a:spcPct val="100000"/>
              </a:lnSpc>
              <a:spcBef>
                <a:spcPts val="0"/>
              </a:spcBef>
              <a:spcAft>
                <a:spcPts val="0"/>
              </a:spcAft>
              <a:buClr>
                <a:schemeClr val="dk1"/>
              </a:buClr>
              <a:buSzPts val="700"/>
              <a:buFont typeface="Verizon NHG TX"/>
              <a:buNone/>
              <a:defRPr sz="700"/>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489" name="Google Shape;489;p80"/>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490" name="Google Shape;490;p80"/>
          <p:cNvSpPr txBox="1">
            <a:spLocks noGrp="1"/>
          </p:cNvSpPr>
          <p:nvPr>
            <p:ph type="body" idx="3"/>
          </p:nvPr>
        </p:nvSpPr>
        <p:spPr>
          <a:xfrm>
            <a:off x="457200" y="1459580"/>
            <a:ext cx="39330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491" name="Google Shape;491;p80"/>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92"/>
        <p:cNvGrpSpPr/>
        <p:nvPr/>
      </p:nvGrpSpPr>
      <p:grpSpPr>
        <a:xfrm>
          <a:off x="0" y="0"/>
          <a:ext cx="0" cy="0"/>
          <a:chOff x="0" y="0"/>
          <a:chExt cx="0" cy="0"/>
        </a:xfrm>
      </p:grpSpPr>
      <p:sp>
        <p:nvSpPr>
          <p:cNvPr id="493" name="Google Shape;493;p81"/>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494" name="Google Shape;494;p8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i="0" u="none" strike="noStrike" cap="none">
                <a:solidFill>
                  <a:schemeClr val="dk1"/>
                </a:solidFill>
                <a:latin typeface="Verizon NHG DS"/>
                <a:ea typeface="Verizon NHG DS"/>
                <a:cs typeface="Verizon NHG DS"/>
                <a:sym typeface="Verizon NHG DS"/>
              </a:defRPr>
            </a:lvl1pPr>
            <a:lvl2pPr marL="0" lvl="1" indent="0" algn="r" rtl="0">
              <a:spcBef>
                <a:spcPts val="0"/>
              </a:spcBef>
              <a:buNone/>
              <a:defRPr sz="700" b="1" i="0" u="none" strike="noStrike" cap="none">
                <a:solidFill>
                  <a:schemeClr val="dk1"/>
                </a:solidFill>
                <a:latin typeface="Verizon NHG DS"/>
                <a:ea typeface="Verizon NHG DS"/>
                <a:cs typeface="Verizon NHG DS"/>
                <a:sym typeface="Verizon NHG DS"/>
              </a:defRPr>
            </a:lvl2pPr>
            <a:lvl3pPr marL="0" lvl="2" indent="0" algn="r" rtl="0">
              <a:spcBef>
                <a:spcPts val="0"/>
              </a:spcBef>
              <a:buNone/>
              <a:defRPr sz="700" b="1" i="0" u="none" strike="noStrike" cap="none">
                <a:solidFill>
                  <a:schemeClr val="dk1"/>
                </a:solidFill>
                <a:latin typeface="Verizon NHG DS"/>
                <a:ea typeface="Verizon NHG DS"/>
                <a:cs typeface="Verizon NHG DS"/>
                <a:sym typeface="Verizon NHG DS"/>
              </a:defRPr>
            </a:lvl3pPr>
            <a:lvl4pPr marL="0" lvl="3" indent="0" algn="r" rtl="0">
              <a:spcBef>
                <a:spcPts val="0"/>
              </a:spcBef>
              <a:buNone/>
              <a:defRPr sz="700" b="1" i="0" u="none" strike="noStrike" cap="none">
                <a:solidFill>
                  <a:schemeClr val="dk1"/>
                </a:solidFill>
                <a:latin typeface="Verizon NHG DS"/>
                <a:ea typeface="Verizon NHG DS"/>
                <a:cs typeface="Verizon NHG DS"/>
                <a:sym typeface="Verizon NHG DS"/>
              </a:defRPr>
            </a:lvl4pPr>
            <a:lvl5pPr marL="0" lvl="4" indent="0" algn="r" rtl="0">
              <a:spcBef>
                <a:spcPts val="0"/>
              </a:spcBef>
              <a:buNone/>
              <a:defRPr sz="700" b="1" i="0" u="none" strike="noStrike" cap="none">
                <a:solidFill>
                  <a:schemeClr val="dk1"/>
                </a:solidFill>
                <a:latin typeface="Verizon NHG DS"/>
                <a:ea typeface="Verizon NHG DS"/>
                <a:cs typeface="Verizon NHG DS"/>
                <a:sym typeface="Verizon NHG DS"/>
              </a:defRPr>
            </a:lvl5pPr>
            <a:lvl6pPr marL="0" lvl="5" indent="0" algn="r" rtl="0">
              <a:spcBef>
                <a:spcPts val="0"/>
              </a:spcBef>
              <a:buNone/>
              <a:defRPr sz="700" b="1" i="0" u="none" strike="noStrike" cap="none">
                <a:solidFill>
                  <a:schemeClr val="dk1"/>
                </a:solidFill>
                <a:latin typeface="Verizon NHG DS"/>
                <a:ea typeface="Verizon NHG DS"/>
                <a:cs typeface="Verizon NHG DS"/>
                <a:sym typeface="Verizon NHG DS"/>
              </a:defRPr>
            </a:lvl6pPr>
            <a:lvl7pPr marL="0" lvl="6" indent="0" algn="r" rtl="0">
              <a:spcBef>
                <a:spcPts val="0"/>
              </a:spcBef>
              <a:buNone/>
              <a:defRPr sz="700" b="1" i="0" u="none" strike="noStrike" cap="none">
                <a:solidFill>
                  <a:schemeClr val="dk1"/>
                </a:solidFill>
                <a:latin typeface="Verizon NHG DS"/>
                <a:ea typeface="Verizon NHG DS"/>
                <a:cs typeface="Verizon NHG DS"/>
                <a:sym typeface="Verizon NHG DS"/>
              </a:defRPr>
            </a:lvl7pPr>
            <a:lvl8pPr marL="0" lvl="7" indent="0" algn="r" rtl="0">
              <a:spcBef>
                <a:spcPts val="0"/>
              </a:spcBef>
              <a:buNone/>
              <a:defRPr sz="700" b="1" i="0" u="none" strike="noStrike" cap="none">
                <a:solidFill>
                  <a:schemeClr val="dk1"/>
                </a:solidFill>
                <a:latin typeface="Verizon NHG DS"/>
                <a:ea typeface="Verizon NHG DS"/>
                <a:cs typeface="Verizon NHG DS"/>
                <a:sym typeface="Verizon NHG DS"/>
              </a:defRPr>
            </a:lvl8pPr>
            <a:lvl9pPr marL="0" lvl="8" indent="0" algn="r" rtl="0">
              <a:spcBef>
                <a:spcPts val="0"/>
              </a:spcBef>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cxnSp>
        <p:nvCxnSpPr>
          <p:cNvPr id="495" name="Google Shape;495;p81"/>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496" name="Google Shape;496;p81"/>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Reverse Section Header">
  <p:cSld name="Reverse Section Header">
    <p:bg>
      <p:bgPr>
        <a:solidFill>
          <a:schemeClr val="dk1"/>
        </a:solidFill>
        <a:effectLst/>
      </p:bgPr>
    </p:bg>
    <p:spTree>
      <p:nvGrpSpPr>
        <p:cNvPr id="1" name="Shape 497"/>
        <p:cNvGrpSpPr/>
        <p:nvPr/>
      </p:nvGrpSpPr>
      <p:grpSpPr>
        <a:xfrm>
          <a:off x="0" y="0"/>
          <a:ext cx="0" cy="0"/>
          <a:chOff x="0" y="0"/>
          <a:chExt cx="0" cy="0"/>
        </a:xfrm>
      </p:grpSpPr>
      <p:sp>
        <p:nvSpPr>
          <p:cNvPr id="498" name="Google Shape;498;p82"/>
          <p:cNvSpPr txBox="1">
            <a:spLocks noGrp="1"/>
          </p:cNvSpPr>
          <p:nvPr>
            <p:ph type="title"/>
          </p:nvPr>
        </p:nvSpPr>
        <p:spPr>
          <a:xfrm>
            <a:off x="457200" y="594359"/>
            <a:ext cx="7086600" cy="1413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2"/>
              </a:buClr>
              <a:buSzPts val="4000"/>
              <a:buFont typeface="Verizon NHG DS"/>
              <a:buNone/>
              <a:defRPr sz="4000" b="1" cap="none">
                <a:solidFill>
                  <a:schemeClr val="lt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9" name="Google Shape;499;p82"/>
          <p:cNvSpPr txBox="1">
            <a:spLocks noGrp="1"/>
          </p:cNvSpPr>
          <p:nvPr>
            <p:ph type="body" idx="1"/>
          </p:nvPr>
        </p:nvSpPr>
        <p:spPr>
          <a:xfrm>
            <a:off x="457200" y="2057400"/>
            <a:ext cx="7086600" cy="2381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lt2"/>
              </a:buClr>
              <a:buSzPts val="1800"/>
              <a:buFont typeface="Verizon NHG TX"/>
              <a:buNone/>
              <a:defRPr sz="1800" b="0" i="0">
                <a:solidFill>
                  <a:schemeClr val="lt2"/>
                </a:solidFill>
                <a:latin typeface="Verizon NHG TX"/>
                <a:ea typeface="Verizon NHG TX"/>
                <a:cs typeface="Verizon NHG TX"/>
                <a:sym typeface="Verizon NHG TX"/>
              </a:defRPr>
            </a:lvl1pPr>
            <a:lvl2pPr marL="914400" lvl="1" indent="-228600" algn="l" rtl="0">
              <a:lnSpc>
                <a:spcPct val="100000"/>
              </a:lnSpc>
              <a:spcBef>
                <a:spcPts val="900"/>
              </a:spcBef>
              <a:spcAft>
                <a:spcPts val="0"/>
              </a:spcAft>
              <a:buClr>
                <a:schemeClr val="lt2"/>
              </a:buClr>
              <a:buSzPts val="1800"/>
              <a:buFont typeface="Verizon NHG TX"/>
              <a:buNone/>
              <a:defRPr sz="1800" b="0" i="0">
                <a:solidFill>
                  <a:schemeClr val="lt2"/>
                </a:solidFill>
                <a:latin typeface="Verizon NHG TX"/>
                <a:ea typeface="Verizon NHG TX"/>
                <a:cs typeface="Verizon NHG TX"/>
                <a:sym typeface="Verizon NHG TX"/>
              </a:defRPr>
            </a:lvl2pPr>
            <a:lvl3pPr marL="1371600" lvl="2" indent="-342900" algn="l" rtl="0">
              <a:lnSpc>
                <a:spcPct val="100000"/>
              </a:lnSpc>
              <a:spcBef>
                <a:spcPts val="600"/>
              </a:spcBef>
              <a:spcAft>
                <a:spcPts val="0"/>
              </a:spcAft>
              <a:buClr>
                <a:schemeClr val="lt2"/>
              </a:buClr>
              <a:buSzPts val="1800"/>
              <a:buChar char="•"/>
              <a:defRPr sz="1800" b="0" i="0">
                <a:solidFill>
                  <a:schemeClr val="lt2"/>
                </a:solidFill>
                <a:latin typeface="Verizon NHG TX"/>
                <a:ea typeface="Verizon NHG TX"/>
                <a:cs typeface="Verizon NHG TX"/>
                <a:sym typeface="Verizon NHG TX"/>
              </a:defRPr>
            </a:lvl3pPr>
            <a:lvl4pPr marL="1828800" lvl="3" indent="-342900" algn="l" rtl="0">
              <a:lnSpc>
                <a:spcPct val="100000"/>
              </a:lnSpc>
              <a:spcBef>
                <a:spcPts val="600"/>
              </a:spcBef>
              <a:spcAft>
                <a:spcPts val="0"/>
              </a:spcAft>
              <a:buClr>
                <a:schemeClr val="lt2"/>
              </a:buClr>
              <a:buSzPts val="1800"/>
              <a:buChar char="–"/>
              <a:defRPr sz="1800" b="0" i="0">
                <a:solidFill>
                  <a:schemeClr val="lt2"/>
                </a:solidFill>
                <a:latin typeface="Verizon NHG TX"/>
                <a:ea typeface="Verizon NHG TX"/>
                <a:cs typeface="Verizon NHG TX"/>
                <a:sym typeface="Verizon NHG TX"/>
              </a:defRPr>
            </a:lvl4pPr>
            <a:lvl5pPr marL="2286000" lvl="4" indent="-342900" algn="l" rtl="0">
              <a:lnSpc>
                <a:spcPct val="100000"/>
              </a:lnSpc>
              <a:spcBef>
                <a:spcPts val="600"/>
              </a:spcBef>
              <a:spcAft>
                <a:spcPts val="0"/>
              </a:spcAft>
              <a:buClr>
                <a:schemeClr val="lt2"/>
              </a:buClr>
              <a:buSzPts val="1800"/>
              <a:buChar char="–"/>
              <a:defRPr sz="1800" b="0" i="0">
                <a:solidFill>
                  <a:schemeClr val="lt2"/>
                </a:solidFill>
                <a:latin typeface="Verizon NHG TX"/>
                <a:ea typeface="Verizon NHG TX"/>
                <a:cs typeface="Verizon NHG TX"/>
                <a:sym typeface="Verizon NHG TX"/>
              </a:defRPr>
            </a:lvl5pPr>
            <a:lvl6pPr marL="2743200" lvl="5" indent="-342900" algn="l" rtl="0">
              <a:lnSpc>
                <a:spcPct val="100000"/>
              </a:lnSpc>
              <a:spcBef>
                <a:spcPts val="600"/>
              </a:spcBef>
              <a:spcAft>
                <a:spcPts val="0"/>
              </a:spcAft>
              <a:buClr>
                <a:schemeClr val="dk1"/>
              </a:buClr>
              <a:buSzPts val="1800"/>
              <a:buChar char="–"/>
              <a:defRPr sz="1800"/>
            </a:lvl6pPr>
            <a:lvl7pPr marL="3200400" lvl="6" indent="-342900" algn="l" rtl="0">
              <a:lnSpc>
                <a:spcPct val="100000"/>
              </a:lnSpc>
              <a:spcBef>
                <a:spcPts val="600"/>
              </a:spcBef>
              <a:spcAft>
                <a:spcPts val="0"/>
              </a:spcAft>
              <a:buClr>
                <a:schemeClr val="dk1"/>
              </a:buClr>
              <a:buSzPts val="1800"/>
              <a:buChar char="–"/>
              <a:defRPr sz="1800"/>
            </a:lvl7pPr>
            <a:lvl8pPr marL="3657600" lvl="7" indent="-342900" algn="l" rtl="0">
              <a:lnSpc>
                <a:spcPct val="100000"/>
              </a:lnSpc>
              <a:spcBef>
                <a:spcPts val="600"/>
              </a:spcBef>
              <a:spcAft>
                <a:spcPts val="0"/>
              </a:spcAft>
              <a:buClr>
                <a:schemeClr val="dk1"/>
              </a:buClr>
              <a:buSzPts val="1800"/>
              <a:buChar char="–"/>
              <a:defRPr sz="1800"/>
            </a:lvl8pPr>
            <a:lvl9pPr marL="4114800" lvl="8" indent="-342900" algn="l" rtl="0">
              <a:lnSpc>
                <a:spcPct val="100000"/>
              </a:lnSpc>
              <a:spcBef>
                <a:spcPts val="600"/>
              </a:spcBef>
              <a:spcAft>
                <a:spcPts val="0"/>
              </a:spcAft>
              <a:buClr>
                <a:schemeClr val="dk1"/>
              </a:buClr>
              <a:buSzPts val="1800"/>
              <a:buChar char="–"/>
              <a:defRPr sz="1800"/>
            </a:lvl9pPr>
          </a:lstStyle>
          <a:p>
            <a:endParaRPr/>
          </a:p>
        </p:txBody>
      </p:sp>
      <p:cxnSp>
        <p:nvCxnSpPr>
          <p:cNvPr id="500" name="Google Shape;500;p82"/>
          <p:cNvCxnSpPr/>
          <p:nvPr/>
        </p:nvCxnSpPr>
        <p:spPr>
          <a:xfrm>
            <a:off x="457200" y="457200"/>
            <a:ext cx="8229600" cy="0"/>
          </a:xfrm>
          <a:prstGeom prst="straightConnector1">
            <a:avLst/>
          </a:prstGeom>
          <a:noFill/>
          <a:ln w="47625" cap="flat" cmpd="sng">
            <a:solidFill>
              <a:schemeClr val="lt2"/>
            </a:solidFill>
            <a:prstDash val="solid"/>
            <a:round/>
            <a:headEnd type="none" w="sm" len="sm"/>
            <a:tailEnd type="none" w="sm" len="sm"/>
          </a:ln>
        </p:spPr>
      </p:cxnSp>
      <p:sp>
        <p:nvSpPr>
          <p:cNvPr id="501" name="Google Shape;501;p8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lt2"/>
                </a:solidFill>
                <a:latin typeface="Verizon NHG DS"/>
                <a:ea typeface="Verizon NHG DS"/>
                <a:cs typeface="Verizon NHG DS"/>
                <a:sym typeface="Verizon NHG DS"/>
              </a:defRPr>
            </a:lvl1pPr>
            <a:lvl2pPr marL="0" lvl="1" indent="0" algn="r" rtl="0">
              <a:spcBef>
                <a:spcPts val="0"/>
              </a:spcBef>
              <a:buNone/>
              <a:defRPr sz="700" b="1">
                <a:solidFill>
                  <a:schemeClr val="lt2"/>
                </a:solidFill>
                <a:latin typeface="Verizon NHG DS"/>
                <a:ea typeface="Verizon NHG DS"/>
                <a:cs typeface="Verizon NHG DS"/>
                <a:sym typeface="Verizon NHG DS"/>
              </a:defRPr>
            </a:lvl2pPr>
            <a:lvl3pPr marL="0" lvl="2" indent="0" algn="r" rtl="0">
              <a:spcBef>
                <a:spcPts val="0"/>
              </a:spcBef>
              <a:buNone/>
              <a:defRPr sz="700" b="1">
                <a:solidFill>
                  <a:schemeClr val="lt2"/>
                </a:solidFill>
                <a:latin typeface="Verizon NHG DS"/>
                <a:ea typeface="Verizon NHG DS"/>
                <a:cs typeface="Verizon NHG DS"/>
                <a:sym typeface="Verizon NHG DS"/>
              </a:defRPr>
            </a:lvl3pPr>
            <a:lvl4pPr marL="0" lvl="3" indent="0" algn="r" rtl="0">
              <a:spcBef>
                <a:spcPts val="0"/>
              </a:spcBef>
              <a:buNone/>
              <a:defRPr sz="700" b="1">
                <a:solidFill>
                  <a:schemeClr val="lt2"/>
                </a:solidFill>
                <a:latin typeface="Verizon NHG DS"/>
                <a:ea typeface="Verizon NHG DS"/>
                <a:cs typeface="Verizon NHG DS"/>
                <a:sym typeface="Verizon NHG DS"/>
              </a:defRPr>
            </a:lvl4pPr>
            <a:lvl5pPr marL="0" lvl="4" indent="0" algn="r" rtl="0">
              <a:spcBef>
                <a:spcPts val="0"/>
              </a:spcBef>
              <a:buNone/>
              <a:defRPr sz="700" b="1">
                <a:solidFill>
                  <a:schemeClr val="lt2"/>
                </a:solidFill>
                <a:latin typeface="Verizon NHG DS"/>
                <a:ea typeface="Verizon NHG DS"/>
                <a:cs typeface="Verizon NHG DS"/>
                <a:sym typeface="Verizon NHG DS"/>
              </a:defRPr>
            </a:lvl5pPr>
            <a:lvl6pPr marL="0" lvl="5" indent="0" algn="r" rtl="0">
              <a:spcBef>
                <a:spcPts val="0"/>
              </a:spcBef>
              <a:buNone/>
              <a:defRPr sz="700" b="1">
                <a:solidFill>
                  <a:schemeClr val="lt2"/>
                </a:solidFill>
                <a:latin typeface="Verizon NHG DS"/>
                <a:ea typeface="Verizon NHG DS"/>
                <a:cs typeface="Verizon NHG DS"/>
                <a:sym typeface="Verizon NHG DS"/>
              </a:defRPr>
            </a:lvl6pPr>
            <a:lvl7pPr marL="0" lvl="6" indent="0" algn="r" rtl="0">
              <a:spcBef>
                <a:spcPts val="0"/>
              </a:spcBef>
              <a:buNone/>
              <a:defRPr sz="700" b="1">
                <a:solidFill>
                  <a:schemeClr val="lt2"/>
                </a:solidFill>
                <a:latin typeface="Verizon NHG DS"/>
                <a:ea typeface="Verizon NHG DS"/>
                <a:cs typeface="Verizon NHG DS"/>
                <a:sym typeface="Verizon NHG DS"/>
              </a:defRPr>
            </a:lvl7pPr>
            <a:lvl8pPr marL="0" lvl="7" indent="0" algn="r" rtl="0">
              <a:spcBef>
                <a:spcPts val="0"/>
              </a:spcBef>
              <a:buNone/>
              <a:defRPr sz="700" b="1">
                <a:solidFill>
                  <a:schemeClr val="lt2"/>
                </a:solidFill>
                <a:latin typeface="Verizon NHG DS"/>
                <a:ea typeface="Verizon NHG DS"/>
                <a:cs typeface="Verizon NHG DS"/>
                <a:sym typeface="Verizon NHG DS"/>
              </a:defRPr>
            </a:lvl8pPr>
            <a:lvl9pPr marL="0" lvl="8" indent="0" algn="r" rtl="0">
              <a:spcBef>
                <a:spcPts val="0"/>
              </a:spcBef>
              <a:buNone/>
              <a:defRPr sz="700" b="1">
                <a:solidFill>
                  <a:schemeClr val="lt2"/>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502" name="Google Shape;502;p82"/>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pic>
        <p:nvPicPr>
          <p:cNvPr id="503" name="Google Shape;503;p82"/>
          <p:cNvPicPr preferRelativeResize="0"/>
          <p:nvPr/>
        </p:nvPicPr>
        <p:blipFill rotWithShape="1">
          <a:blip r:embed="rId2">
            <a:alphaModFix/>
          </a:blip>
          <a:srcRect/>
          <a:stretch/>
        </p:blipFill>
        <p:spPr>
          <a:xfrm>
            <a:off x="352422" y="4615079"/>
            <a:ext cx="1069848" cy="384837"/>
          </a:xfrm>
          <a:prstGeom prst="rect">
            <a:avLst/>
          </a:prstGeom>
          <a:noFill/>
          <a:ln>
            <a:noFill/>
          </a:ln>
        </p:spPr>
      </p:pic>
      <p:sp>
        <p:nvSpPr>
          <p:cNvPr id="504" name="Google Shape;504;p82"/>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 sz="650" b="0" i="0">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505"/>
        <p:cNvGrpSpPr/>
        <p:nvPr/>
      </p:nvGrpSpPr>
      <p:grpSpPr>
        <a:xfrm>
          <a:off x="0" y="0"/>
          <a:ext cx="0" cy="0"/>
          <a:chOff x="0" y="0"/>
          <a:chExt cx="0" cy="0"/>
        </a:xfrm>
      </p:grpSpPr>
      <p:sp>
        <p:nvSpPr>
          <p:cNvPr id="506" name="Google Shape;506;p83"/>
          <p:cNvSpPr txBox="1">
            <a:spLocks noGrp="1"/>
          </p:cNvSpPr>
          <p:nvPr>
            <p:ph type="title"/>
          </p:nvPr>
        </p:nvSpPr>
        <p:spPr>
          <a:xfrm>
            <a:off x="457200" y="59436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2400"/>
              <a:buFont typeface="Verizon NHG DS"/>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7" name="Google Shape;507;p83"/>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900"/>
              </a:spcBef>
              <a:spcAft>
                <a:spcPts val="0"/>
              </a:spcAft>
              <a:buClr>
                <a:schemeClr val="dk1"/>
              </a:buClr>
              <a:buSzPts val="1600"/>
              <a:buFont typeface="Verizon NHG DS"/>
              <a:buAutoNum type="arabicPeriod"/>
              <a:defRPr sz="1600"/>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04800" algn="l" rtl="0">
              <a:lnSpc>
                <a:spcPct val="100000"/>
              </a:lnSpc>
              <a:spcBef>
                <a:spcPts val="600"/>
              </a:spcBef>
              <a:spcAft>
                <a:spcPts val="0"/>
              </a:spcAft>
              <a:buClr>
                <a:schemeClr val="dk1"/>
              </a:buClr>
              <a:buSzPts val="1200"/>
              <a:buChar char="–"/>
              <a:defRPr/>
            </a:lvl9pPr>
          </a:lstStyle>
          <a:p>
            <a:endParaRPr/>
          </a:p>
        </p:txBody>
      </p:sp>
      <p:sp>
        <p:nvSpPr>
          <p:cNvPr id="508" name="Google Shape;508;p8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cxnSp>
        <p:nvCxnSpPr>
          <p:cNvPr id="509" name="Google Shape;509;p83"/>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Four Column Text and Photos">
  <p:cSld name="Four Column Text and Photos">
    <p:spTree>
      <p:nvGrpSpPr>
        <p:cNvPr id="1" name="Shape 510"/>
        <p:cNvGrpSpPr/>
        <p:nvPr/>
      </p:nvGrpSpPr>
      <p:grpSpPr>
        <a:xfrm>
          <a:off x="0" y="0"/>
          <a:ext cx="0" cy="0"/>
          <a:chOff x="0" y="0"/>
          <a:chExt cx="0" cy="0"/>
        </a:xfrm>
      </p:grpSpPr>
      <p:sp>
        <p:nvSpPr>
          <p:cNvPr id="511" name="Google Shape;511;p8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cxnSp>
        <p:nvCxnSpPr>
          <p:cNvPr id="512" name="Google Shape;512;p84"/>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513" name="Google Shape;513;p84"/>
          <p:cNvSpPr txBox="1">
            <a:spLocks noGrp="1"/>
          </p:cNvSpPr>
          <p:nvPr>
            <p:ph type="body" idx="1"/>
          </p:nvPr>
        </p:nvSpPr>
        <p:spPr>
          <a:xfrm>
            <a:off x="4701228"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514" name="Google Shape;514;p84"/>
          <p:cNvSpPr txBox="1">
            <a:spLocks noGrp="1"/>
          </p:cNvSpPr>
          <p:nvPr>
            <p:ph type="body" idx="2"/>
          </p:nvPr>
        </p:nvSpPr>
        <p:spPr>
          <a:xfrm>
            <a:off x="2572863"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515" name="Google Shape;515;p84"/>
          <p:cNvSpPr txBox="1">
            <a:spLocks noGrp="1"/>
          </p:cNvSpPr>
          <p:nvPr>
            <p:ph type="body" idx="3"/>
          </p:nvPr>
        </p:nvSpPr>
        <p:spPr>
          <a:xfrm>
            <a:off x="457200"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516" name="Google Shape;516;p84"/>
          <p:cNvSpPr>
            <a:spLocks noGrp="1"/>
          </p:cNvSpPr>
          <p:nvPr>
            <p:ph type="pic" idx="4"/>
          </p:nvPr>
        </p:nvSpPr>
        <p:spPr>
          <a:xfrm>
            <a:off x="457200"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17" name="Google Shape;517;p84"/>
          <p:cNvSpPr>
            <a:spLocks noGrp="1"/>
          </p:cNvSpPr>
          <p:nvPr>
            <p:ph type="pic" idx="5"/>
          </p:nvPr>
        </p:nvSpPr>
        <p:spPr>
          <a:xfrm>
            <a:off x="2572862"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18" name="Google Shape;518;p84"/>
          <p:cNvSpPr>
            <a:spLocks noGrp="1"/>
          </p:cNvSpPr>
          <p:nvPr>
            <p:ph type="pic" idx="6"/>
          </p:nvPr>
        </p:nvSpPr>
        <p:spPr>
          <a:xfrm>
            <a:off x="4701228"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19" name="Google Shape;519;p84"/>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0" name="Google Shape;520;p84"/>
          <p:cNvSpPr txBox="1">
            <a:spLocks noGrp="1"/>
          </p:cNvSpPr>
          <p:nvPr>
            <p:ph type="body" idx="7"/>
          </p:nvPr>
        </p:nvSpPr>
        <p:spPr>
          <a:xfrm>
            <a:off x="6816891"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521" name="Google Shape;521;p84"/>
          <p:cNvSpPr>
            <a:spLocks noGrp="1"/>
          </p:cNvSpPr>
          <p:nvPr>
            <p:ph type="pic" idx="8"/>
          </p:nvPr>
        </p:nvSpPr>
        <p:spPr>
          <a:xfrm>
            <a:off x="6816891"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One Statement and Chart">
  <p:cSld name="One Statement and Chart">
    <p:spTree>
      <p:nvGrpSpPr>
        <p:cNvPr id="1" name="Shape 522"/>
        <p:cNvGrpSpPr/>
        <p:nvPr/>
      </p:nvGrpSpPr>
      <p:grpSpPr>
        <a:xfrm>
          <a:off x="0" y="0"/>
          <a:ext cx="0" cy="0"/>
          <a:chOff x="0" y="0"/>
          <a:chExt cx="0" cy="0"/>
        </a:xfrm>
      </p:grpSpPr>
      <p:sp>
        <p:nvSpPr>
          <p:cNvPr id="523" name="Google Shape;523;p85"/>
          <p:cNvSpPr>
            <a:spLocks noGrp="1"/>
          </p:cNvSpPr>
          <p:nvPr>
            <p:ph type="chart" idx="2"/>
          </p:nvPr>
        </p:nvSpPr>
        <p:spPr>
          <a:xfrm>
            <a:off x="4572000" y="594360"/>
            <a:ext cx="4114800" cy="38442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24" name="Google Shape;524;p85"/>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525" name="Google Shape;525;p85"/>
          <p:cNvSpPr txBox="1">
            <a:spLocks noGrp="1"/>
          </p:cNvSpPr>
          <p:nvPr>
            <p:ph type="body" idx="1"/>
          </p:nvPr>
        </p:nvSpPr>
        <p:spPr>
          <a:xfrm>
            <a:off x="457200" y="1459580"/>
            <a:ext cx="39330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526" name="Google Shape;526;p85"/>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527" name="Google Shape;527;p85"/>
          <p:cNvSpPr txBox="1">
            <a:spLocks noGrp="1"/>
          </p:cNvSpPr>
          <p:nvPr>
            <p:ph type="title"/>
          </p:nvPr>
        </p:nvSpPr>
        <p:spPr>
          <a:xfrm>
            <a:off x="457200" y="590550"/>
            <a:ext cx="393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Agenda Black">
  <p:cSld name="Agenda Black">
    <p:bg>
      <p:bgPr>
        <a:solidFill>
          <a:schemeClr val="dk1"/>
        </a:solidFill>
        <a:effectLst/>
      </p:bgPr>
    </p:bg>
    <p:spTree>
      <p:nvGrpSpPr>
        <p:cNvPr id="1" name="Shape 528"/>
        <p:cNvGrpSpPr/>
        <p:nvPr/>
      </p:nvGrpSpPr>
      <p:grpSpPr>
        <a:xfrm>
          <a:off x="0" y="0"/>
          <a:ext cx="0" cy="0"/>
          <a:chOff x="0" y="0"/>
          <a:chExt cx="0" cy="0"/>
        </a:xfrm>
      </p:grpSpPr>
      <p:sp>
        <p:nvSpPr>
          <p:cNvPr id="529" name="Google Shape;529;p86"/>
          <p:cNvSpPr txBox="1">
            <a:spLocks noGrp="1"/>
          </p:cNvSpPr>
          <p:nvPr>
            <p:ph type="title"/>
          </p:nvPr>
        </p:nvSpPr>
        <p:spPr>
          <a:xfrm>
            <a:off x="457200" y="59436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2400"/>
              <a:buFont typeface="Verizon NHG DS"/>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0" name="Google Shape;530;p86"/>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900"/>
              </a:spcBef>
              <a:spcAft>
                <a:spcPts val="0"/>
              </a:spcAft>
              <a:buClr>
                <a:schemeClr val="lt1"/>
              </a:buClr>
              <a:buSzPts val="1600"/>
              <a:buFont typeface="Verizon NHG DS"/>
              <a:buAutoNum type="arabicPeriod"/>
              <a:defRPr sz="1600">
                <a:solidFill>
                  <a:schemeClr val="lt1"/>
                </a:solidFill>
              </a:defRPr>
            </a:lvl1pPr>
            <a:lvl2pPr marL="914400" lvl="1" indent="-228600" algn="l" rtl="0">
              <a:lnSpc>
                <a:spcPct val="100000"/>
              </a:lnSpc>
              <a:spcBef>
                <a:spcPts val="900"/>
              </a:spcBef>
              <a:spcAft>
                <a:spcPts val="0"/>
              </a:spcAft>
              <a:buClr>
                <a:schemeClr val="lt1"/>
              </a:buClr>
              <a:buSzPts val="1200"/>
              <a:buFont typeface="Verizon NHG TX"/>
              <a:buNone/>
              <a:defRPr>
                <a:solidFill>
                  <a:schemeClr val="lt1"/>
                </a:solidFill>
              </a:defRPr>
            </a:lvl2pPr>
            <a:lvl3pPr marL="1371600" lvl="2" indent="-304800" algn="l" rtl="0">
              <a:lnSpc>
                <a:spcPct val="100000"/>
              </a:lnSpc>
              <a:spcBef>
                <a:spcPts val="600"/>
              </a:spcBef>
              <a:spcAft>
                <a:spcPts val="0"/>
              </a:spcAft>
              <a:buClr>
                <a:schemeClr val="lt1"/>
              </a:buClr>
              <a:buSzPts val="1200"/>
              <a:buChar char="•"/>
              <a:defRPr>
                <a:solidFill>
                  <a:schemeClr val="lt1"/>
                </a:solidFill>
              </a:defRPr>
            </a:lvl3pPr>
            <a:lvl4pPr marL="1828800" lvl="3" indent="-304800" algn="l" rtl="0">
              <a:lnSpc>
                <a:spcPct val="100000"/>
              </a:lnSpc>
              <a:spcBef>
                <a:spcPts val="600"/>
              </a:spcBef>
              <a:spcAft>
                <a:spcPts val="0"/>
              </a:spcAft>
              <a:buClr>
                <a:schemeClr val="lt1"/>
              </a:buClr>
              <a:buSzPts val="1200"/>
              <a:buChar char="–"/>
              <a:defRPr>
                <a:solidFill>
                  <a:schemeClr val="lt1"/>
                </a:solidFill>
              </a:defRPr>
            </a:lvl4pPr>
            <a:lvl5pPr marL="2286000" lvl="4" indent="-304800" algn="l" rtl="0">
              <a:lnSpc>
                <a:spcPct val="100000"/>
              </a:lnSpc>
              <a:spcBef>
                <a:spcPts val="600"/>
              </a:spcBef>
              <a:spcAft>
                <a:spcPts val="0"/>
              </a:spcAft>
              <a:buClr>
                <a:schemeClr val="lt1"/>
              </a:buClr>
              <a:buSzPts val="1200"/>
              <a:buChar char="–"/>
              <a:defRPr>
                <a:solidFill>
                  <a:schemeClr val="lt1"/>
                </a:solidFill>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04800" algn="l" rtl="0">
              <a:lnSpc>
                <a:spcPct val="100000"/>
              </a:lnSpc>
              <a:spcBef>
                <a:spcPts val="600"/>
              </a:spcBef>
              <a:spcAft>
                <a:spcPts val="0"/>
              </a:spcAft>
              <a:buClr>
                <a:schemeClr val="dk1"/>
              </a:buClr>
              <a:buSzPts val="1200"/>
              <a:buChar char="–"/>
              <a:defRPr/>
            </a:lvl9pPr>
          </a:lstStyle>
          <a:p>
            <a:endParaRPr/>
          </a:p>
        </p:txBody>
      </p:sp>
      <p:cxnSp>
        <p:nvCxnSpPr>
          <p:cNvPr id="531" name="Google Shape;531;p86"/>
          <p:cNvCxnSpPr/>
          <p:nvPr/>
        </p:nvCxnSpPr>
        <p:spPr>
          <a:xfrm>
            <a:off x="457200" y="457200"/>
            <a:ext cx="8229600" cy="0"/>
          </a:xfrm>
          <a:prstGeom prst="straightConnector1">
            <a:avLst/>
          </a:prstGeom>
          <a:noFill/>
          <a:ln w="47625" cap="flat" cmpd="sng">
            <a:solidFill>
              <a:schemeClr val="lt1"/>
            </a:solidFill>
            <a:prstDash val="solid"/>
            <a:round/>
            <a:headEnd type="none" w="sm" len="sm"/>
            <a:tailEnd type="none" w="sm" len="sm"/>
          </a:ln>
        </p:spPr>
      </p:cxnSp>
      <p:sp>
        <p:nvSpPr>
          <p:cNvPr id="532" name="Google Shape;532;p8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lt2"/>
                </a:solidFill>
                <a:latin typeface="Verizon NHG DS"/>
                <a:ea typeface="Verizon NHG DS"/>
                <a:cs typeface="Verizon NHG DS"/>
                <a:sym typeface="Verizon NHG DS"/>
              </a:defRPr>
            </a:lvl1pPr>
            <a:lvl2pPr marL="0" lvl="1" indent="0" algn="r" rtl="0">
              <a:spcBef>
                <a:spcPts val="0"/>
              </a:spcBef>
              <a:buNone/>
              <a:defRPr sz="700" b="1">
                <a:solidFill>
                  <a:schemeClr val="lt2"/>
                </a:solidFill>
                <a:latin typeface="Verizon NHG DS"/>
                <a:ea typeface="Verizon NHG DS"/>
                <a:cs typeface="Verizon NHG DS"/>
                <a:sym typeface="Verizon NHG DS"/>
              </a:defRPr>
            </a:lvl2pPr>
            <a:lvl3pPr marL="0" lvl="2" indent="0" algn="r" rtl="0">
              <a:spcBef>
                <a:spcPts val="0"/>
              </a:spcBef>
              <a:buNone/>
              <a:defRPr sz="700" b="1">
                <a:solidFill>
                  <a:schemeClr val="lt2"/>
                </a:solidFill>
                <a:latin typeface="Verizon NHG DS"/>
                <a:ea typeface="Verizon NHG DS"/>
                <a:cs typeface="Verizon NHG DS"/>
                <a:sym typeface="Verizon NHG DS"/>
              </a:defRPr>
            </a:lvl3pPr>
            <a:lvl4pPr marL="0" lvl="3" indent="0" algn="r" rtl="0">
              <a:spcBef>
                <a:spcPts val="0"/>
              </a:spcBef>
              <a:buNone/>
              <a:defRPr sz="700" b="1">
                <a:solidFill>
                  <a:schemeClr val="lt2"/>
                </a:solidFill>
                <a:latin typeface="Verizon NHG DS"/>
                <a:ea typeface="Verizon NHG DS"/>
                <a:cs typeface="Verizon NHG DS"/>
                <a:sym typeface="Verizon NHG DS"/>
              </a:defRPr>
            </a:lvl4pPr>
            <a:lvl5pPr marL="0" lvl="4" indent="0" algn="r" rtl="0">
              <a:spcBef>
                <a:spcPts val="0"/>
              </a:spcBef>
              <a:buNone/>
              <a:defRPr sz="700" b="1">
                <a:solidFill>
                  <a:schemeClr val="lt2"/>
                </a:solidFill>
                <a:latin typeface="Verizon NHG DS"/>
                <a:ea typeface="Verizon NHG DS"/>
                <a:cs typeface="Verizon NHG DS"/>
                <a:sym typeface="Verizon NHG DS"/>
              </a:defRPr>
            </a:lvl5pPr>
            <a:lvl6pPr marL="0" lvl="5" indent="0" algn="r" rtl="0">
              <a:spcBef>
                <a:spcPts val="0"/>
              </a:spcBef>
              <a:buNone/>
              <a:defRPr sz="700" b="1">
                <a:solidFill>
                  <a:schemeClr val="lt2"/>
                </a:solidFill>
                <a:latin typeface="Verizon NHG DS"/>
                <a:ea typeface="Verizon NHG DS"/>
                <a:cs typeface="Verizon NHG DS"/>
                <a:sym typeface="Verizon NHG DS"/>
              </a:defRPr>
            </a:lvl6pPr>
            <a:lvl7pPr marL="0" lvl="6" indent="0" algn="r" rtl="0">
              <a:spcBef>
                <a:spcPts val="0"/>
              </a:spcBef>
              <a:buNone/>
              <a:defRPr sz="700" b="1">
                <a:solidFill>
                  <a:schemeClr val="lt2"/>
                </a:solidFill>
                <a:latin typeface="Verizon NHG DS"/>
                <a:ea typeface="Verizon NHG DS"/>
                <a:cs typeface="Verizon NHG DS"/>
                <a:sym typeface="Verizon NHG DS"/>
              </a:defRPr>
            </a:lvl7pPr>
            <a:lvl8pPr marL="0" lvl="7" indent="0" algn="r" rtl="0">
              <a:spcBef>
                <a:spcPts val="0"/>
              </a:spcBef>
              <a:buNone/>
              <a:defRPr sz="700" b="1">
                <a:solidFill>
                  <a:schemeClr val="lt2"/>
                </a:solidFill>
                <a:latin typeface="Verizon NHG DS"/>
                <a:ea typeface="Verizon NHG DS"/>
                <a:cs typeface="Verizon NHG DS"/>
                <a:sym typeface="Verizon NHG DS"/>
              </a:defRPr>
            </a:lvl8pPr>
            <a:lvl9pPr marL="0" lvl="8" indent="0" algn="r" rtl="0">
              <a:spcBef>
                <a:spcPts val="0"/>
              </a:spcBef>
              <a:buNone/>
              <a:defRPr sz="700" b="1">
                <a:solidFill>
                  <a:schemeClr val="lt2"/>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533" name="Google Shape;533;p86"/>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 sz="650" b="0" i="0">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lt1"/>
              </a:solidFill>
              <a:latin typeface="Verizon NHG DS"/>
              <a:ea typeface="Verizon NHG DS"/>
              <a:cs typeface="Verizon NHG DS"/>
              <a:sym typeface="Verizon NHG DS"/>
            </a:endParaRPr>
          </a:p>
        </p:txBody>
      </p:sp>
      <p:sp>
        <p:nvSpPr>
          <p:cNvPr id="534" name="Google Shape;534;p86"/>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pic>
        <p:nvPicPr>
          <p:cNvPr id="535" name="Google Shape;535;p86"/>
          <p:cNvPicPr preferRelativeResize="0"/>
          <p:nvPr/>
        </p:nvPicPr>
        <p:blipFill rotWithShape="1">
          <a:blip r:embed="rId2">
            <a:alphaModFix/>
          </a:blip>
          <a:srcRect/>
          <a:stretch/>
        </p:blipFill>
        <p:spPr>
          <a:xfrm>
            <a:off x="352422" y="4615079"/>
            <a:ext cx="1069848" cy="384837"/>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Reverse Statement">
  <p:cSld name="Reverse Statement">
    <p:bg>
      <p:bgPr>
        <a:solidFill>
          <a:schemeClr val="dk1"/>
        </a:solidFill>
        <a:effectLst/>
      </p:bgPr>
    </p:bg>
    <p:spTree>
      <p:nvGrpSpPr>
        <p:cNvPr id="1" name="Shape 536"/>
        <p:cNvGrpSpPr/>
        <p:nvPr/>
      </p:nvGrpSpPr>
      <p:grpSpPr>
        <a:xfrm>
          <a:off x="0" y="0"/>
          <a:ext cx="0" cy="0"/>
          <a:chOff x="0" y="0"/>
          <a:chExt cx="0" cy="0"/>
        </a:xfrm>
      </p:grpSpPr>
      <p:sp>
        <p:nvSpPr>
          <p:cNvPr id="537" name="Google Shape;537;p87"/>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4000"/>
              <a:buFont typeface="Verizon NHG DS"/>
              <a:buNone/>
              <a:defRPr sz="40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8" name="Google Shape;538;p8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lt1"/>
                </a:solidFill>
                <a:latin typeface="Verizon NHG DS"/>
                <a:ea typeface="Verizon NHG DS"/>
                <a:cs typeface="Verizon NHG DS"/>
                <a:sym typeface="Verizon NHG DS"/>
              </a:defRPr>
            </a:lvl1pPr>
            <a:lvl2pPr marL="0" lvl="1" indent="0" algn="r" rtl="0">
              <a:spcBef>
                <a:spcPts val="0"/>
              </a:spcBef>
              <a:buNone/>
              <a:defRPr sz="700" b="1">
                <a:solidFill>
                  <a:schemeClr val="lt1"/>
                </a:solidFill>
                <a:latin typeface="Verizon NHG DS"/>
                <a:ea typeface="Verizon NHG DS"/>
                <a:cs typeface="Verizon NHG DS"/>
                <a:sym typeface="Verizon NHG DS"/>
              </a:defRPr>
            </a:lvl2pPr>
            <a:lvl3pPr marL="0" lvl="2" indent="0" algn="r" rtl="0">
              <a:spcBef>
                <a:spcPts val="0"/>
              </a:spcBef>
              <a:buNone/>
              <a:defRPr sz="700" b="1">
                <a:solidFill>
                  <a:schemeClr val="lt1"/>
                </a:solidFill>
                <a:latin typeface="Verizon NHG DS"/>
                <a:ea typeface="Verizon NHG DS"/>
                <a:cs typeface="Verizon NHG DS"/>
                <a:sym typeface="Verizon NHG DS"/>
              </a:defRPr>
            </a:lvl3pPr>
            <a:lvl4pPr marL="0" lvl="3" indent="0" algn="r" rtl="0">
              <a:spcBef>
                <a:spcPts val="0"/>
              </a:spcBef>
              <a:buNone/>
              <a:defRPr sz="700" b="1">
                <a:solidFill>
                  <a:schemeClr val="lt1"/>
                </a:solidFill>
                <a:latin typeface="Verizon NHG DS"/>
                <a:ea typeface="Verizon NHG DS"/>
                <a:cs typeface="Verizon NHG DS"/>
                <a:sym typeface="Verizon NHG DS"/>
              </a:defRPr>
            </a:lvl4pPr>
            <a:lvl5pPr marL="0" lvl="4" indent="0" algn="r" rtl="0">
              <a:spcBef>
                <a:spcPts val="0"/>
              </a:spcBef>
              <a:buNone/>
              <a:defRPr sz="700" b="1">
                <a:solidFill>
                  <a:schemeClr val="lt1"/>
                </a:solidFill>
                <a:latin typeface="Verizon NHG DS"/>
                <a:ea typeface="Verizon NHG DS"/>
                <a:cs typeface="Verizon NHG DS"/>
                <a:sym typeface="Verizon NHG DS"/>
              </a:defRPr>
            </a:lvl5pPr>
            <a:lvl6pPr marL="0" lvl="5" indent="0" algn="r" rtl="0">
              <a:spcBef>
                <a:spcPts val="0"/>
              </a:spcBef>
              <a:buNone/>
              <a:defRPr sz="700" b="1">
                <a:solidFill>
                  <a:schemeClr val="lt1"/>
                </a:solidFill>
                <a:latin typeface="Verizon NHG DS"/>
                <a:ea typeface="Verizon NHG DS"/>
                <a:cs typeface="Verizon NHG DS"/>
                <a:sym typeface="Verizon NHG DS"/>
              </a:defRPr>
            </a:lvl6pPr>
            <a:lvl7pPr marL="0" lvl="6" indent="0" algn="r" rtl="0">
              <a:spcBef>
                <a:spcPts val="0"/>
              </a:spcBef>
              <a:buNone/>
              <a:defRPr sz="700" b="1">
                <a:solidFill>
                  <a:schemeClr val="lt1"/>
                </a:solidFill>
                <a:latin typeface="Verizon NHG DS"/>
                <a:ea typeface="Verizon NHG DS"/>
                <a:cs typeface="Verizon NHG DS"/>
                <a:sym typeface="Verizon NHG DS"/>
              </a:defRPr>
            </a:lvl7pPr>
            <a:lvl8pPr marL="0" lvl="7" indent="0" algn="r" rtl="0">
              <a:spcBef>
                <a:spcPts val="0"/>
              </a:spcBef>
              <a:buNone/>
              <a:defRPr sz="700" b="1">
                <a:solidFill>
                  <a:schemeClr val="lt1"/>
                </a:solidFill>
                <a:latin typeface="Verizon NHG DS"/>
                <a:ea typeface="Verizon NHG DS"/>
                <a:cs typeface="Verizon NHG DS"/>
                <a:sym typeface="Verizon NHG DS"/>
              </a:defRPr>
            </a:lvl8pPr>
            <a:lvl9pPr marL="0" lvl="8" indent="0" algn="r" rtl="0">
              <a:spcBef>
                <a:spcPts val="0"/>
              </a:spcBef>
              <a:buNone/>
              <a:defRPr sz="700" b="1">
                <a:solidFill>
                  <a:schemeClr val="lt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539" name="Google Shape;539;p87"/>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pic>
        <p:nvPicPr>
          <p:cNvPr id="540" name="Google Shape;540;p87"/>
          <p:cNvPicPr preferRelativeResize="0"/>
          <p:nvPr/>
        </p:nvPicPr>
        <p:blipFill rotWithShape="1">
          <a:blip r:embed="rId2">
            <a:alphaModFix/>
          </a:blip>
          <a:srcRect/>
          <a:stretch/>
        </p:blipFill>
        <p:spPr>
          <a:xfrm>
            <a:off x="357160" y="4615079"/>
            <a:ext cx="1069848" cy="384837"/>
          </a:xfrm>
          <a:prstGeom prst="rect">
            <a:avLst/>
          </a:prstGeom>
          <a:noFill/>
          <a:ln>
            <a:noFill/>
          </a:ln>
        </p:spPr>
      </p:pic>
      <p:sp>
        <p:nvSpPr>
          <p:cNvPr id="541" name="Google Shape;541;p87"/>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 sz="650" b="0" i="0">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42"/>
        <p:cNvGrpSpPr/>
        <p:nvPr/>
      </p:nvGrpSpPr>
      <p:grpSpPr>
        <a:xfrm>
          <a:off x="0" y="0"/>
          <a:ext cx="0" cy="0"/>
          <a:chOff x="0" y="0"/>
          <a:chExt cx="0" cy="0"/>
        </a:xfrm>
      </p:grpSpPr>
      <p:sp>
        <p:nvSpPr>
          <p:cNvPr id="543" name="Google Shape;543;p88"/>
          <p:cNvSpPr txBox="1">
            <a:spLocks noGrp="1"/>
          </p:cNvSpPr>
          <p:nvPr>
            <p:ph type="title"/>
          </p:nvPr>
        </p:nvSpPr>
        <p:spPr>
          <a:xfrm>
            <a:off x="457200" y="594359"/>
            <a:ext cx="7086600" cy="1413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Verizon NHG DS"/>
              <a:buNone/>
              <a:defRPr sz="4000" b="1" cap="none">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4" name="Google Shape;544;p88"/>
          <p:cNvSpPr txBox="1">
            <a:spLocks noGrp="1"/>
          </p:cNvSpPr>
          <p:nvPr>
            <p:ph type="body" idx="1"/>
          </p:nvPr>
        </p:nvSpPr>
        <p:spPr>
          <a:xfrm>
            <a:off x="457200" y="2057400"/>
            <a:ext cx="7086600" cy="24195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Font typeface="Verizon NHG TX"/>
              <a:buNone/>
              <a:defRPr sz="1800" b="0" i="0">
                <a:solidFill>
                  <a:schemeClr val="dk1"/>
                </a:solidFill>
                <a:latin typeface="Verizon NHG TX"/>
                <a:ea typeface="Verizon NHG TX"/>
                <a:cs typeface="Verizon NHG TX"/>
                <a:sym typeface="Verizon NHG TX"/>
              </a:defRPr>
            </a:lvl1pPr>
            <a:lvl2pPr marL="914400" lvl="1" indent="-228600" algn="l" rtl="0">
              <a:lnSpc>
                <a:spcPct val="100000"/>
              </a:lnSpc>
              <a:spcBef>
                <a:spcPts val="900"/>
              </a:spcBef>
              <a:spcAft>
                <a:spcPts val="0"/>
              </a:spcAft>
              <a:buClr>
                <a:schemeClr val="dk1"/>
              </a:buClr>
              <a:buSzPts val="1800"/>
              <a:buFont typeface="Verizon NHG TX"/>
              <a:buNone/>
              <a:defRPr sz="1800" b="0" i="0">
                <a:solidFill>
                  <a:schemeClr val="dk1"/>
                </a:solidFill>
                <a:latin typeface="Verizon NHG TX"/>
                <a:ea typeface="Verizon NHG TX"/>
                <a:cs typeface="Verizon NHG TX"/>
                <a:sym typeface="Verizon NHG TX"/>
              </a:defRPr>
            </a:lvl2pPr>
            <a:lvl3pPr marL="1371600" lvl="2" indent="-342900" algn="l" rtl="0">
              <a:lnSpc>
                <a:spcPct val="100000"/>
              </a:lnSpc>
              <a:spcBef>
                <a:spcPts val="600"/>
              </a:spcBef>
              <a:spcAft>
                <a:spcPts val="0"/>
              </a:spcAft>
              <a:buClr>
                <a:schemeClr val="dk1"/>
              </a:buClr>
              <a:buSzPts val="1800"/>
              <a:buChar char="•"/>
              <a:defRPr sz="1800" b="0" i="0">
                <a:solidFill>
                  <a:schemeClr val="dk1"/>
                </a:solidFill>
                <a:latin typeface="Verizon NHG TX"/>
                <a:ea typeface="Verizon NHG TX"/>
                <a:cs typeface="Verizon NHG TX"/>
                <a:sym typeface="Verizon NHG TX"/>
              </a:defRPr>
            </a:lvl3pPr>
            <a:lvl4pPr marL="1828800" lvl="3" indent="-342900" algn="l" rtl="0">
              <a:lnSpc>
                <a:spcPct val="100000"/>
              </a:lnSpc>
              <a:spcBef>
                <a:spcPts val="600"/>
              </a:spcBef>
              <a:spcAft>
                <a:spcPts val="0"/>
              </a:spcAft>
              <a:buClr>
                <a:schemeClr val="dk1"/>
              </a:buClr>
              <a:buSzPts val="1800"/>
              <a:buChar char="–"/>
              <a:defRPr sz="1800" b="0" i="0">
                <a:solidFill>
                  <a:schemeClr val="dk1"/>
                </a:solidFill>
                <a:latin typeface="Verizon NHG TX"/>
                <a:ea typeface="Verizon NHG TX"/>
                <a:cs typeface="Verizon NHG TX"/>
                <a:sym typeface="Verizon NHG TX"/>
              </a:defRPr>
            </a:lvl4pPr>
            <a:lvl5pPr marL="2286000" lvl="4" indent="-342900" algn="l" rtl="0">
              <a:lnSpc>
                <a:spcPct val="100000"/>
              </a:lnSpc>
              <a:spcBef>
                <a:spcPts val="600"/>
              </a:spcBef>
              <a:spcAft>
                <a:spcPts val="0"/>
              </a:spcAft>
              <a:buClr>
                <a:schemeClr val="dk1"/>
              </a:buClr>
              <a:buSzPts val="1800"/>
              <a:buChar char="–"/>
              <a:defRPr sz="1800" b="0" i="0">
                <a:solidFill>
                  <a:schemeClr val="dk1"/>
                </a:solidFill>
                <a:latin typeface="Verizon NHG TX"/>
                <a:ea typeface="Verizon NHG TX"/>
                <a:cs typeface="Verizon NHG TX"/>
                <a:sym typeface="Verizon NHG TX"/>
              </a:defRPr>
            </a:lvl5pPr>
            <a:lvl6pPr marL="2743200" lvl="5" indent="-342900" algn="l" rtl="0">
              <a:lnSpc>
                <a:spcPct val="100000"/>
              </a:lnSpc>
              <a:spcBef>
                <a:spcPts val="600"/>
              </a:spcBef>
              <a:spcAft>
                <a:spcPts val="0"/>
              </a:spcAft>
              <a:buClr>
                <a:schemeClr val="dk1"/>
              </a:buClr>
              <a:buSzPts val="1800"/>
              <a:buChar char="–"/>
              <a:defRPr sz="1800"/>
            </a:lvl6pPr>
            <a:lvl7pPr marL="3200400" lvl="6" indent="-342900" algn="l" rtl="0">
              <a:lnSpc>
                <a:spcPct val="100000"/>
              </a:lnSpc>
              <a:spcBef>
                <a:spcPts val="600"/>
              </a:spcBef>
              <a:spcAft>
                <a:spcPts val="0"/>
              </a:spcAft>
              <a:buClr>
                <a:schemeClr val="dk1"/>
              </a:buClr>
              <a:buSzPts val="1800"/>
              <a:buChar char="–"/>
              <a:defRPr sz="1800"/>
            </a:lvl7pPr>
            <a:lvl8pPr marL="3657600" lvl="7" indent="-342900" algn="l" rtl="0">
              <a:lnSpc>
                <a:spcPct val="100000"/>
              </a:lnSpc>
              <a:spcBef>
                <a:spcPts val="600"/>
              </a:spcBef>
              <a:spcAft>
                <a:spcPts val="0"/>
              </a:spcAft>
              <a:buClr>
                <a:schemeClr val="dk1"/>
              </a:buClr>
              <a:buSzPts val="1800"/>
              <a:buChar char="–"/>
              <a:defRPr sz="1800"/>
            </a:lvl8pPr>
            <a:lvl9pPr marL="4114800" lvl="8" indent="-342900" algn="l" rtl="0">
              <a:lnSpc>
                <a:spcPct val="100000"/>
              </a:lnSpc>
              <a:spcBef>
                <a:spcPts val="600"/>
              </a:spcBef>
              <a:spcAft>
                <a:spcPts val="0"/>
              </a:spcAft>
              <a:buClr>
                <a:schemeClr val="dk1"/>
              </a:buClr>
              <a:buSzPts val="1800"/>
              <a:buChar char="–"/>
              <a:defRPr sz="1800"/>
            </a:lvl9pPr>
          </a:lstStyle>
          <a:p>
            <a:endParaRPr/>
          </a:p>
        </p:txBody>
      </p:sp>
      <p:cxnSp>
        <p:nvCxnSpPr>
          <p:cNvPr id="545" name="Google Shape;545;p88"/>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546" name="Google Shape;546;p88"/>
          <p:cNvSpPr txBox="1">
            <a:spLocks noGrp="1"/>
          </p:cNvSpPr>
          <p:nvPr>
            <p:ph type="sldNum" idx="12"/>
          </p:nvPr>
        </p:nvSpPr>
        <p:spPr>
          <a:xfrm>
            <a:off x="8458200" y="4693734"/>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tatement">
  <p:cSld name="Statement">
    <p:spTree>
      <p:nvGrpSpPr>
        <p:cNvPr id="1" name="Shape 547"/>
        <p:cNvGrpSpPr/>
        <p:nvPr/>
      </p:nvGrpSpPr>
      <p:grpSpPr>
        <a:xfrm>
          <a:off x="0" y="0"/>
          <a:ext cx="0" cy="0"/>
          <a:chOff x="0" y="0"/>
          <a:chExt cx="0" cy="0"/>
        </a:xfrm>
      </p:grpSpPr>
      <p:sp>
        <p:nvSpPr>
          <p:cNvPr id="548" name="Google Shape;548;p89"/>
          <p:cNvSpPr txBox="1">
            <a:spLocks noGrp="1"/>
          </p:cNvSpPr>
          <p:nvPr>
            <p:ph type="title"/>
          </p:nvPr>
        </p:nvSpPr>
        <p:spPr>
          <a:xfrm>
            <a:off x="457199"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Verizon NHG DS"/>
              <a:buNone/>
              <a:defRPr sz="40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9" name="Google Shape;549;p8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Statement White Text Photo">
  <p:cSld name="Statement White Text Photo">
    <p:bg>
      <p:bgPr>
        <a:solidFill>
          <a:schemeClr val="dk1"/>
        </a:solidFill>
        <a:effectLst/>
      </p:bgPr>
    </p:bg>
    <p:spTree>
      <p:nvGrpSpPr>
        <p:cNvPr id="1" name="Shape 550"/>
        <p:cNvGrpSpPr/>
        <p:nvPr/>
      </p:nvGrpSpPr>
      <p:grpSpPr>
        <a:xfrm>
          <a:off x="0" y="0"/>
          <a:ext cx="0" cy="0"/>
          <a:chOff x="0" y="0"/>
          <a:chExt cx="0" cy="0"/>
        </a:xfrm>
      </p:grpSpPr>
      <p:sp>
        <p:nvSpPr>
          <p:cNvPr id="551" name="Google Shape;551;p90"/>
          <p:cNvSpPr>
            <a:spLocks noGrp="1"/>
          </p:cNvSpPr>
          <p:nvPr>
            <p:ph type="pic" idx="2"/>
          </p:nvPr>
        </p:nvSpPr>
        <p:spPr>
          <a:xfrm>
            <a:off x="0" y="0"/>
            <a:ext cx="9144000" cy="5143500"/>
          </a:xfrm>
          <a:prstGeom prst="rect">
            <a:avLst/>
          </a:prstGeom>
          <a:solidFill>
            <a:srgbClr val="A5A5A5"/>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lt1"/>
              </a:buClr>
              <a:buSzPts val="1200"/>
              <a:buFont typeface="Verizon NHG TX"/>
              <a:buNone/>
              <a:defRPr sz="1200" b="1" i="0" u="none" strike="noStrike" cap="none">
                <a:solidFill>
                  <a:schemeClr val="lt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52" name="Google Shape;552;p90"/>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4000"/>
              <a:buFont typeface="Verizon NHG DS"/>
              <a:buNone/>
              <a:defRPr sz="40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3" name="Google Shape;553;p9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lt1"/>
                </a:solidFill>
                <a:latin typeface="Verizon NHG DS"/>
                <a:ea typeface="Verizon NHG DS"/>
                <a:cs typeface="Verizon NHG DS"/>
                <a:sym typeface="Verizon NHG DS"/>
              </a:defRPr>
            </a:lvl1pPr>
            <a:lvl2pPr marL="0" lvl="1" indent="0" algn="r" rtl="0">
              <a:spcBef>
                <a:spcPts val="0"/>
              </a:spcBef>
              <a:buNone/>
              <a:defRPr sz="700" b="1">
                <a:solidFill>
                  <a:schemeClr val="lt1"/>
                </a:solidFill>
                <a:latin typeface="Verizon NHG DS"/>
                <a:ea typeface="Verizon NHG DS"/>
                <a:cs typeface="Verizon NHG DS"/>
                <a:sym typeface="Verizon NHG DS"/>
              </a:defRPr>
            </a:lvl2pPr>
            <a:lvl3pPr marL="0" lvl="2" indent="0" algn="r" rtl="0">
              <a:spcBef>
                <a:spcPts val="0"/>
              </a:spcBef>
              <a:buNone/>
              <a:defRPr sz="700" b="1">
                <a:solidFill>
                  <a:schemeClr val="lt1"/>
                </a:solidFill>
                <a:latin typeface="Verizon NHG DS"/>
                <a:ea typeface="Verizon NHG DS"/>
                <a:cs typeface="Verizon NHG DS"/>
                <a:sym typeface="Verizon NHG DS"/>
              </a:defRPr>
            </a:lvl3pPr>
            <a:lvl4pPr marL="0" lvl="3" indent="0" algn="r" rtl="0">
              <a:spcBef>
                <a:spcPts val="0"/>
              </a:spcBef>
              <a:buNone/>
              <a:defRPr sz="700" b="1">
                <a:solidFill>
                  <a:schemeClr val="lt1"/>
                </a:solidFill>
                <a:latin typeface="Verizon NHG DS"/>
                <a:ea typeface="Verizon NHG DS"/>
                <a:cs typeface="Verizon NHG DS"/>
                <a:sym typeface="Verizon NHG DS"/>
              </a:defRPr>
            </a:lvl4pPr>
            <a:lvl5pPr marL="0" lvl="4" indent="0" algn="r" rtl="0">
              <a:spcBef>
                <a:spcPts val="0"/>
              </a:spcBef>
              <a:buNone/>
              <a:defRPr sz="700" b="1">
                <a:solidFill>
                  <a:schemeClr val="lt1"/>
                </a:solidFill>
                <a:latin typeface="Verizon NHG DS"/>
                <a:ea typeface="Verizon NHG DS"/>
                <a:cs typeface="Verizon NHG DS"/>
                <a:sym typeface="Verizon NHG DS"/>
              </a:defRPr>
            </a:lvl5pPr>
            <a:lvl6pPr marL="0" lvl="5" indent="0" algn="r" rtl="0">
              <a:spcBef>
                <a:spcPts val="0"/>
              </a:spcBef>
              <a:buNone/>
              <a:defRPr sz="700" b="1">
                <a:solidFill>
                  <a:schemeClr val="lt1"/>
                </a:solidFill>
                <a:latin typeface="Verizon NHG DS"/>
                <a:ea typeface="Verizon NHG DS"/>
                <a:cs typeface="Verizon NHG DS"/>
                <a:sym typeface="Verizon NHG DS"/>
              </a:defRPr>
            </a:lvl6pPr>
            <a:lvl7pPr marL="0" lvl="6" indent="0" algn="r" rtl="0">
              <a:spcBef>
                <a:spcPts val="0"/>
              </a:spcBef>
              <a:buNone/>
              <a:defRPr sz="700" b="1">
                <a:solidFill>
                  <a:schemeClr val="lt1"/>
                </a:solidFill>
                <a:latin typeface="Verizon NHG DS"/>
                <a:ea typeface="Verizon NHG DS"/>
                <a:cs typeface="Verizon NHG DS"/>
                <a:sym typeface="Verizon NHG DS"/>
              </a:defRPr>
            </a:lvl7pPr>
            <a:lvl8pPr marL="0" lvl="7" indent="0" algn="r" rtl="0">
              <a:spcBef>
                <a:spcPts val="0"/>
              </a:spcBef>
              <a:buNone/>
              <a:defRPr sz="700" b="1">
                <a:solidFill>
                  <a:schemeClr val="lt1"/>
                </a:solidFill>
                <a:latin typeface="Verizon NHG DS"/>
                <a:ea typeface="Verizon NHG DS"/>
                <a:cs typeface="Verizon NHG DS"/>
                <a:sym typeface="Verizon NHG DS"/>
              </a:defRPr>
            </a:lvl8pPr>
            <a:lvl9pPr marL="0" lvl="8" indent="0" algn="r" rtl="0">
              <a:spcBef>
                <a:spcPts val="0"/>
              </a:spcBef>
              <a:buNone/>
              <a:defRPr sz="700" b="1">
                <a:solidFill>
                  <a:schemeClr val="lt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pic>
        <p:nvPicPr>
          <p:cNvPr id="554" name="Google Shape;554;p90"/>
          <p:cNvPicPr preferRelativeResize="0"/>
          <p:nvPr/>
        </p:nvPicPr>
        <p:blipFill rotWithShape="1">
          <a:blip r:embed="rId2">
            <a:alphaModFix/>
          </a:blip>
          <a:srcRect/>
          <a:stretch/>
        </p:blipFill>
        <p:spPr>
          <a:xfrm>
            <a:off x="357160" y="4615079"/>
            <a:ext cx="1069848" cy="384837"/>
          </a:xfrm>
          <a:prstGeom prst="rect">
            <a:avLst/>
          </a:prstGeom>
          <a:noFill/>
          <a:ln>
            <a:noFill/>
          </a:ln>
        </p:spPr>
      </p:pic>
      <p:sp>
        <p:nvSpPr>
          <p:cNvPr id="555" name="Google Shape;555;p90"/>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 sz="650" b="0" i="0">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Statement Black Text Photo">
  <p:cSld name="Statement Black Text Photo">
    <p:bg>
      <p:bgPr>
        <a:solidFill>
          <a:schemeClr val="lt1"/>
        </a:solidFill>
        <a:effectLst/>
      </p:bgPr>
    </p:bg>
    <p:spTree>
      <p:nvGrpSpPr>
        <p:cNvPr id="1" name="Shape 556"/>
        <p:cNvGrpSpPr/>
        <p:nvPr/>
      </p:nvGrpSpPr>
      <p:grpSpPr>
        <a:xfrm>
          <a:off x="0" y="0"/>
          <a:ext cx="0" cy="0"/>
          <a:chOff x="0" y="0"/>
          <a:chExt cx="0" cy="0"/>
        </a:xfrm>
      </p:grpSpPr>
      <p:sp>
        <p:nvSpPr>
          <p:cNvPr id="557" name="Google Shape;557;p91"/>
          <p:cNvSpPr>
            <a:spLocks noGrp="1"/>
          </p:cNvSpPr>
          <p:nvPr>
            <p:ph type="pic" idx="2"/>
          </p:nvPr>
        </p:nvSpPr>
        <p:spPr>
          <a:xfrm>
            <a:off x="0" y="0"/>
            <a:ext cx="9144000" cy="5143500"/>
          </a:xfrm>
          <a:prstGeom prst="rect">
            <a:avLst/>
          </a:prstGeom>
          <a:solidFill>
            <a:srgbClr val="D8D8D8"/>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58" name="Google Shape;558;p91"/>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Verizon NHG DS"/>
              <a:buNone/>
              <a:defRPr sz="40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9" name="Google Shape;559;p9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pic>
        <p:nvPicPr>
          <p:cNvPr id="560" name="Google Shape;560;p91"/>
          <p:cNvPicPr preferRelativeResize="0"/>
          <p:nvPr/>
        </p:nvPicPr>
        <p:blipFill rotWithShape="1">
          <a:blip r:embed="rId2">
            <a:alphaModFix/>
          </a:blip>
          <a:srcRect/>
          <a:stretch/>
        </p:blipFill>
        <p:spPr>
          <a:xfrm>
            <a:off x="353824" y="4608575"/>
            <a:ext cx="1069844" cy="397804"/>
          </a:xfrm>
          <a:prstGeom prst="rect">
            <a:avLst/>
          </a:prstGeom>
          <a:noFill/>
          <a:ln>
            <a:noFill/>
          </a:ln>
        </p:spPr>
      </p:pic>
      <p:sp>
        <p:nvSpPr>
          <p:cNvPr id="561" name="Google Shape;561;p91"/>
          <p:cNvSpPr txBox="1"/>
          <p:nvPr/>
        </p:nvSpPr>
        <p:spPr>
          <a:xfrm>
            <a:off x="1333500" y="4612166"/>
            <a:ext cx="7124700" cy="3012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 sz="650" b="0" i="0">
                <a:solidFill>
                  <a:schemeClr val="dk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dk1"/>
              </a:solidFill>
              <a:latin typeface="Verizon NHG DS"/>
              <a:ea typeface="Verizon NHG DS"/>
              <a:cs typeface="Verizon NHG DS"/>
              <a:sym typeface="Verizon NHG D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hree Column Text and Photos">
  <p:cSld name="Three Column Text and Photos">
    <p:spTree>
      <p:nvGrpSpPr>
        <p:cNvPr id="1" name="Shape 562"/>
        <p:cNvGrpSpPr/>
        <p:nvPr/>
      </p:nvGrpSpPr>
      <p:grpSpPr>
        <a:xfrm>
          <a:off x="0" y="0"/>
          <a:ext cx="0" cy="0"/>
          <a:chOff x="0" y="0"/>
          <a:chExt cx="0" cy="0"/>
        </a:xfrm>
      </p:grpSpPr>
      <p:sp>
        <p:nvSpPr>
          <p:cNvPr id="563" name="Google Shape;563;p9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cxnSp>
        <p:nvCxnSpPr>
          <p:cNvPr id="564" name="Google Shape;564;p92"/>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565" name="Google Shape;565;p92"/>
          <p:cNvSpPr txBox="1">
            <a:spLocks noGrp="1"/>
          </p:cNvSpPr>
          <p:nvPr>
            <p:ph type="body" idx="1"/>
          </p:nvPr>
        </p:nvSpPr>
        <p:spPr>
          <a:xfrm>
            <a:off x="6119213"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566" name="Google Shape;566;p92"/>
          <p:cNvSpPr txBox="1">
            <a:spLocks noGrp="1"/>
          </p:cNvSpPr>
          <p:nvPr>
            <p:ph type="body" idx="2"/>
          </p:nvPr>
        </p:nvSpPr>
        <p:spPr>
          <a:xfrm>
            <a:off x="3288207"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567" name="Google Shape;567;p92"/>
          <p:cNvSpPr txBox="1">
            <a:spLocks noGrp="1"/>
          </p:cNvSpPr>
          <p:nvPr>
            <p:ph type="body" idx="3"/>
          </p:nvPr>
        </p:nvSpPr>
        <p:spPr>
          <a:xfrm>
            <a:off x="457200"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568" name="Google Shape;568;p92"/>
          <p:cNvSpPr>
            <a:spLocks noGrp="1"/>
          </p:cNvSpPr>
          <p:nvPr>
            <p:ph type="pic" idx="4"/>
          </p:nvPr>
        </p:nvSpPr>
        <p:spPr>
          <a:xfrm>
            <a:off x="457200"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69" name="Google Shape;569;p92"/>
          <p:cNvSpPr>
            <a:spLocks noGrp="1"/>
          </p:cNvSpPr>
          <p:nvPr>
            <p:ph type="pic" idx="5"/>
          </p:nvPr>
        </p:nvSpPr>
        <p:spPr>
          <a:xfrm>
            <a:off x="3288206"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70" name="Google Shape;570;p92"/>
          <p:cNvSpPr>
            <a:spLocks noGrp="1"/>
          </p:cNvSpPr>
          <p:nvPr>
            <p:ph type="pic" idx="6"/>
          </p:nvPr>
        </p:nvSpPr>
        <p:spPr>
          <a:xfrm>
            <a:off x="6119213"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71" name="Google Shape;571;p92"/>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Media">
  <p:cSld name="Media">
    <p:bg>
      <p:bgPr>
        <a:solidFill>
          <a:schemeClr val="dk1"/>
        </a:solidFill>
        <a:effectLst/>
      </p:bgPr>
    </p:bg>
    <p:spTree>
      <p:nvGrpSpPr>
        <p:cNvPr id="1" name="Shape 572"/>
        <p:cNvGrpSpPr/>
        <p:nvPr/>
      </p:nvGrpSpPr>
      <p:grpSpPr>
        <a:xfrm>
          <a:off x="0" y="0"/>
          <a:ext cx="0" cy="0"/>
          <a:chOff x="0" y="0"/>
          <a:chExt cx="0" cy="0"/>
        </a:xfrm>
      </p:grpSpPr>
      <p:sp>
        <p:nvSpPr>
          <p:cNvPr id="573" name="Google Shape;573;p93"/>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sp>
        <p:nvSpPr>
          <p:cNvPr id="574" name="Google Shape;574;p93"/>
          <p:cNvSpPr>
            <a:spLocks noGrp="1"/>
          </p:cNvSpPr>
          <p:nvPr>
            <p:ph type="media" idx="2"/>
          </p:nvPr>
        </p:nvSpPr>
        <p:spPr>
          <a:xfrm>
            <a:off x="0" y="0"/>
            <a:ext cx="9144000" cy="5143500"/>
          </a:xfrm>
          <a:prstGeom prst="rect">
            <a:avLst/>
          </a:prstGeom>
          <a:solidFill>
            <a:srgbClr val="A5A5A5"/>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One Statement and Long Chart">
  <p:cSld name="One Statement and Long Chart">
    <p:spTree>
      <p:nvGrpSpPr>
        <p:cNvPr id="1" name="Shape 575"/>
        <p:cNvGrpSpPr/>
        <p:nvPr/>
      </p:nvGrpSpPr>
      <p:grpSpPr>
        <a:xfrm>
          <a:off x="0" y="0"/>
          <a:ext cx="0" cy="0"/>
          <a:chOff x="0" y="0"/>
          <a:chExt cx="0" cy="0"/>
        </a:xfrm>
      </p:grpSpPr>
      <p:sp>
        <p:nvSpPr>
          <p:cNvPr id="576" name="Google Shape;576;p94"/>
          <p:cNvSpPr>
            <a:spLocks noGrp="1"/>
          </p:cNvSpPr>
          <p:nvPr>
            <p:ph type="chart" idx="2"/>
          </p:nvPr>
        </p:nvSpPr>
        <p:spPr>
          <a:xfrm>
            <a:off x="457198" y="2095248"/>
            <a:ext cx="8229600" cy="23433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77" name="Google Shape;577;p9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578" name="Google Shape;578;p94"/>
          <p:cNvSpPr txBox="1">
            <a:spLocks noGrp="1"/>
          </p:cNvSpPr>
          <p:nvPr>
            <p:ph type="body" idx="1"/>
          </p:nvPr>
        </p:nvSpPr>
        <p:spPr>
          <a:xfrm>
            <a:off x="457200" y="1459580"/>
            <a:ext cx="8229600" cy="563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0"/>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579" name="Google Shape;579;p94"/>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580" name="Google Shape;580;p94"/>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One Statement and Horizontal Chart">
  <p:cSld name="One Statement and Horizontal Chart">
    <p:spTree>
      <p:nvGrpSpPr>
        <p:cNvPr id="1" name="Shape 581"/>
        <p:cNvGrpSpPr/>
        <p:nvPr/>
      </p:nvGrpSpPr>
      <p:grpSpPr>
        <a:xfrm>
          <a:off x="0" y="0"/>
          <a:ext cx="0" cy="0"/>
          <a:chOff x="0" y="0"/>
          <a:chExt cx="0" cy="0"/>
        </a:xfrm>
      </p:grpSpPr>
      <p:sp>
        <p:nvSpPr>
          <p:cNvPr id="582" name="Google Shape;582;p95"/>
          <p:cNvSpPr>
            <a:spLocks noGrp="1"/>
          </p:cNvSpPr>
          <p:nvPr>
            <p:ph type="chart" idx="2"/>
          </p:nvPr>
        </p:nvSpPr>
        <p:spPr>
          <a:xfrm>
            <a:off x="457198" y="2095248"/>
            <a:ext cx="7086600" cy="23841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83" name="Google Shape;583;p95"/>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Verizon NHG TX"/>
                <a:ea typeface="Verizon NHG TX"/>
                <a:cs typeface="Verizon NHG TX"/>
                <a:sym typeface="Verizon NHG TX"/>
              </a:defRPr>
            </a:lvl1pPr>
            <a:lvl2pPr marR="0" lvl="1"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2pPr>
            <a:lvl3pPr marR="0" lvl="2"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3pPr>
            <a:lvl4pPr marR="0" lvl="3"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4pPr>
            <a:lvl5pPr marR="0" lvl="4"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5pPr>
            <a:lvl6pPr marR="0" lvl="5"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6pPr>
            <a:lvl7pPr marR="0" lvl="6"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7pPr>
            <a:lvl8pPr marR="0" lvl="7"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8pPr>
            <a:lvl9pPr marR="0" lvl="8"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9pPr>
          </a:lstStyle>
          <a:p>
            <a:endParaRPr/>
          </a:p>
        </p:txBody>
      </p:sp>
      <p:sp>
        <p:nvSpPr>
          <p:cNvPr id="584" name="Google Shape;584;p95"/>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585" name="Google Shape;585;p95"/>
          <p:cNvSpPr txBox="1">
            <a:spLocks noGrp="1"/>
          </p:cNvSpPr>
          <p:nvPr>
            <p:ph type="body" idx="1"/>
          </p:nvPr>
        </p:nvSpPr>
        <p:spPr>
          <a:xfrm>
            <a:off x="457200" y="1459580"/>
            <a:ext cx="7086600" cy="563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586" name="Google Shape;586;p95"/>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587" name="Google Shape;587;p95"/>
          <p:cNvSpPr txBox="1"/>
          <p:nvPr/>
        </p:nvSpPr>
        <p:spPr>
          <a:xfrm>
            <a:off x="1294108" y="937647"/>
            <a:ext cx="1848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izon NHG TX"/>
              <a:ea typeface="Verizon NHG TX"/>
              <a:cs typeface="Verizon NHG TX"/>
              <a:sym typeface="Verizon NHG TX"/>
            </a:endParaRPr>
          </a:p>
        </p:txBody>
      </p:sp>
      <p:sp>
        <p:nvSpPr>
          <p:cNvPr id="588" name="Google Shape;588;p95"/>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1_One Statement and Chart">
  <p:cSld name="1_One Statement and Chart">
    <p:spTree>
      <p:nvGrpSpPr>
        <p:cNvPr id="1" name="Shape 589"/>
        <p:cNvGrpSpPr/>
        <p:nvPr/>
      </p:nvGrpSpPr>
      <p:grpSpPr>
        <a:xfrm>
          <a:off x="0" y="0"/>
          <a:ext cx="0" cy="0"/>
          <a:chOff x="0" y="0"/>
          <a:chExt cx="0" cy="0"/>
        </a:xfrm>
      </p:grpSpPr>
      <p:sp>
        <p:nvSpPr>
          <p:cNvPr id="590" name="Google Shape;590;p96"/>
          <p:cNvSpPr>
            <a:spLocks noGrp="1"/>
          </p:cNvSpPr>
          <p:nvPr>
            <p:ph type="chart" idx="2"/>
          </p:nvPr>
        </p:nvSpPr>
        <p:spPr>
          <a:xfrm>
            <a:off x="4572000" y="594360"/>
            <a:ext cx="4114800" cy="36156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DS"/>
              <a:buNone/>
              <a:defRPr sz="1200" b="0" i="0" u="none" strike="noStrike" cap="none">
                <a:solidFill>
                  <a:schemeClr val="dk1"/>
                </a:solidFill>
                <a:latin typeface="Verizon NHG DS"/>
                <a:ea typeface="Verizon NHG DS"/>
                <a:cs typeface="Verizon NHG DS"/>
                <a:sym typeface="Verizon NHG DS"/>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91" name="Google Shape;591;p96"/>
          <p:cNvSpPr txBox="1">
            <a:spLocks noGrp="1"/>
          </p:cNvSpPr>
          <p:nvPr>
            <p:ph type="body" idx="1"/>
          </p:nvPr>
        </p:nvSpPr>
        <p:spPr>
          <a:xfrm>
            <a:off x="457200" y="1459580"/>
            <a:ext cx="3933000" cy="2750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DS"/>
              <a:buNone/>
              <a:defRPr>
                <a:latin typeface="Verizon NHG DS"/>
                <a:ea typeface="Verizon NHG DS"/>
                <a:cs typeface="Verizon NHG DS"/>
                <a:sym typeface="Verizon NHG DS"/>
              </a:defRPr>
            </a:lvl1pPr>
            <a:lvl2pPr marL="914400" lvl="1" indent="-228600" algn="l" rtl="0">
              <a:lnSpc>
                <a:spcPct val="100000"/>
              </a:lnSpc>
              <a:spcBef>
                <a:spcPts val="900"/>
              </a:spcBef>
              <a:spcAft>
                <a:spcPts val="0"/>
              </a:spcAft>
              <a:buClr>
                <a:schemeClr val="dk1"/>
              </a:buClr>
              <a:buSzPts val="1200"/>
              <a:buFont typeface="Verizon NHG DS"/>
              <a:buNone/>
              <a:defRPr>
                <a:latin typeface="Verizon NHG DS"/>
                <a:ea typeface="Verizon NHG DS"/>
                <a:cs typeface="Verizon NHG DS"/>
                <a:sym typeface="Verizon NHG DS"/>
              </a:defRPr>
            </a:lvl2pPr>
            <a:lvl3pPr marL="1371600" lvl="2" indent="-304800" algn="l" rtl="0">
              <a:lnSpc>
                <a:spcPct val="100000"/>
              </a:lnSpc>
              <a:spcBef>
                <a:spcPts val="600"/>
              </a:spcBef>
              <a:spcAft>
                <a:spcPts val="0"/>
              </a:spcAft>
              <a:buClr>
                <a:schemeClr val="dk1"/>
              </a:buClr>
              <a:buSzPts val="1200"/>
              <a:buChar char="•"/>
              <a:defRPr>
                <a:latin typeface="Verizon NHG DS"/>
                <a:ea typeface="Verizon NHG DS"/>
                <a:cs typeface="Verizon NHG DS"/>
                <a:sym typeface="Verizon NHG DS"/>
              </a:defRPr>
            </a:lvl3pPr>
            <a:lvl4pPr marL="1828800" lvl="3" indent="-304800" algn="l" rtl="0">
              <a:lnSpc>
                <a:spcPct val="100000"/>
              </a:lnSpc>
              <a:spcBef>
                <a:spcPts val="600"/>
              </a:spcBef>
              <a:spcAft>
                <a:spcPts val="0"/>
              </a:spcAft>
              <a:buClr>
                <a:schemeClr val="dk1"/>
              </a:buClr>
              <a:buSzPts val="1200"/>
              <a:buChar char="–"/>
              <a:defRPr>
                <a:latin typeface="Verizon NHG DS"/>
                <a:ea typeface="Verizon NHG DS"/>
                <a:cs typeface="Verizon NHG DS"/>
                <a:sym typeface="Verizon NHG DS"/>
              </a:defRPr>
            </a:lvl4pPr>
            <a:lvl5pPr marL="2286000" lvl="4" indent="-304800" algn="l" rtl="0">
              <a:lnSpc>
                <a:spcPct val="100000"/>
              </a:lnSpc>
              <a:spcBef>
                <a:spcPts val="600"/>
              </a:spcBef>
              <a:spcAft>
                <a:spcPts val="0"/>
              </a:spcAft>
              <a:buClr>
                <a:schemeClr val="dk1"/>
              </a:buClr>
              <a:buSzPts val="1200"/>
              <a:buChar char="–"/>
              <a:defRPr>
                <a:latin typeface="Verizon NHG DS"/>
                <a:ea typeface="Verizon NHG DS"/>
                <a:cs typeface="Verizon NHG DS"/>
                <a:sym typeface="Verizon NHG DS"/>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592" name="Google Shape;592;p96"/>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593" name="Google Shape;593;p96"/>
          <p:cNvSpPr txBox="1">
            <a:spLocks noGrp="1"/>
          </p:cNvSpPr>
          <p:nvPr>
            <p:ph type="title"/>
          </p:nvPr>
        </p:nvSpPr>
        <p:spPr>
          <a:xfrm>
            <a:off x="457200" y="590550"/>
            <a:ext cx="393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2400"/>
              <a:buFont typeface="Verizon NHG DS"/>
              <a:buNone/>
              <a:defRPr>
                <a:latin typeface="Verizon NHG DS"/>
                <a:ea typeface="Verizon NHG DS"/>
                <a:cs typeface="Verizon NHG DS"/>
                <a:sym typeface="Verizon NHG D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Complex Chart">
  <p:cSld name="Complex Chart">
    <p:spTree>
      <p:nvGrpSpPr>
        <p:cNvPr id="1" name="Shape 594"/>
        <p:cNvGrpSpPr/>
        <p:nvPr/>
      </p:nvGrpSpPr>
      <p:grpSpPr>
        <a:xfrm>
          <a:off x="0" y="0"/>
          <a:ext cx="0" cy="0"/>
          <a:chOff x="0" y="0"/>
          <a:chExt cx="0" cy="0"/>
        </a:xfrm>
      </p:grpSpPr>
      <p:sp>
        <p:nvSpPr>
          <p:cNvPr id="595" name="Google Shape;595;p9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596" name="Google Shape;596;p97"/>
          <p:cNvSpPr txBox="1">
            <a:spLocks noGrp="1"/>
          </p:cNvSpPr>
          <p:nvPr>
            <p:ph type="title"/>
          </p:nvPr>
        </p:nvSpPr>
        <p:spPr>
          <a:xfrm>
            <a:off x="457200" y="2476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7" name="Google Shape;597;p97"/>
          <p:cNvSpPr>
            <a:spLocks noGrp="1"/>
          </p:cNvSpPr>
          <p:nvPr>
            <p:ph type="pic" idx="2"/>
          </p:nvPr>
        </p:nvSpPr>
        <p:spPr>
          <a:xfrm>
            <a:off x="457200" y="590550"/>
            <a:ext cx="8229600" cy="3848100"/>
          </a:xfrm>
          <a:prstGeom prst="rect">
            <a:avLst/>
          </a:prstGeom>
          <a:noFill/>
          <a:ln>
            <a:noFill/>
          </a:ln>
        </p:spPr>
        <p:txBody>
          <a:bodyPr spcFirstLastPara="1" wrap="square" lIns="0" tIns="1463025" rIns="0" bIns="0" anchor="t" anchorCtr="0">
            <a:noAutofit/>
          </a:bodyPr>
          <a:lstStyle>
            <a:lvl1pPr marR="0" lvl="0" algn="ctr"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wo Chart Slide">
  <p:cSld name="Two Chart Slide">
    <p:spTree>
      <p:nvGrpSpPr>
        <p:cNvPr id="1" name="Shape 598"/>
        <p:cNvGrpSpPr/>
        <p:nvPr/>
      </p:nvGrpSpPr>
      <p:grpSpPr>
        <a:xfrm>
          <a:off x="0" y="0"/>
          <a:ext cx="0" cy="0"/>
          <a:chOff x="0" y="0"/>
          <a:chExt cx="0" cy="0"/>
        </a:xfrm>
      </p:grpSpPr>
      <p:sp>
        <p:nvSpPr>
          <p:cNvPr id="599" name="Google Shape;599;p98"/>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Verizon NHG TX"/>
                <a:ea typeface="Verizon NHG TX"/>
                <a:cs typeface="Verizon NHG TX"/>
                <a:sym typeface="Verizon NHG TX"/>
              </a:defRPr>
            </a:lvl1pPr>
            <a:lvl2pPr marR="0" lvl="1"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2pPr>
            <a:lvl3pPr marR="0" lvl="2"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3pPr>
            <a:lvl4pPr marR="0" lvl="3"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4pPr>
            <a:lvl5pPr marR="0" lvl="4"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5pPr>
            <a:lvl6pPr marR="0" lvl="5"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6pPr>
            <a:lvl7pPr marR="0" lvl="6"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7pPr>
            <a:lvl8pPr marR="0" lvl="7"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8pPr>
            <a:lvl9pPr marR="0" lvl="8"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9pPr>
          </a:lstStyle>
          <a:p>
            <a:endParaRPr/>
          </a:p>
        </p:txBody>
      </p:sp>
      <p:sp>
        <p:nvSpPr>
          <p:cNvPr id="600" name="Google Shape;600;p9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601" name="Google Shape;601;p98"/>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602" name="Google Shape;602;p98"/>
          <p:cNvSpPr txBox="1">
            <a:spLocks noGrp="1"/>
          </p:cNvSpPr>
          <p:nvPr>
            <p:ph type="body" idx="1"/>
          </p:nvPr>
        </p:nvSpPr>
        <p:spPr>
          <a:xfrm>
            <a:off x="457200" y="1459580"/>
            <a:ext cx="3933000" cy="3017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603" name="Google Shape;603;p98"/>
          <p:cNvSpPr txBox="1">
            <a:spLocks noGrp="1"/>
          </p:cNvSpPr>
          <p:nvPr>
            <p:ph type="body" idx="2"/>
          </p:nvPr>
        </p:nvSpPr>
        <p:spPr>
          <a:xfrm>
            <a:off x="4572000" y="1459580"/>
            <a:ext cx="3933000" cy="3017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604" name="Google Shape;604;p98"/>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605"/>
        <p:cNvGrpSpPr/>
        <p:nvPr/>
      </p:nvGrpSpPr>
      <p:grpSpPr>
        <a:xfrm>
          <a:off x="0" y="0"/>
          <a:ext cx="0" cy="0"/>
          <a:chOff x="0" y="0"/>
          <a:chExt cx="0" cy="0"/>
        </a:xfrm>
      </p:grpSpPr>
      <p:pic>
        <p:nvPicPr>
          <p:cNvPr id="606" name="Google Shape;606;p99"/>
          <p:cNvPicPr preferRelativeResize="0"/>
          <p:nvPr/>
        </p:nvPicPr>
        <p:blipFill rotWithShape="1">
          <a:blip r:embed="rId2">
            <a:alphaModFix/>
          </a:blip>
          <a:srcRect/>
          <a:stretch/>
        </p:blipFill>
        <p:spPr>
          <a:xfrm>
            <a:off x="0" y="0"/>
            <a:ext cx="9144002" cy="5143501"/>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1_Thank You">
  <p:cSld name="1_Thank You">
    <p:spTree>
      <p:nvGrpSpPr>
        <p:cNvPr id="1" name="Shape 607"/>
        <p:cNvGrpSpPr/>
        <p:nvPr/>
      </p:nvGrpSpPr>
      <p:grpSpPr>
        <a:xfrm>
          <a:off x="0" y="0"/>
          <a:ext cx="0" cy="0"/>
          <a:chOff x="0" y="0"/>
          <a:chExt cx="0" cy="0"/>
        </a:xfrm>
      </p:grpSpPr>
      <p:pic>
        <p:nvPicPr>
          <p:cNvPr id="608" name="Google Shape;608;p100"/>
          <p:cNvPicPr preferRelativeResize="0"/>
          <p:nvPr/>
        </p:nvPicPr>
        <p:blipFill rotWithShape="1">
          <a:blip r:embed="rId2">
            <a:alphaModFix/>
          </a:blip>
          <a:srcRect/>
          <a:stretch/>
        </p:blipFill>
        <p:spPr>
          <a:xfrm>
            <a:off x="0" y="0"/>
            <a:ext cx="9144002" cy="5143501"/>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11"/>
        <p:cNvGrpSpPr/>
        <p:nvPr/>
      </p:nvGrpSpPr>
      <p:grpSpPr>
        <a:xfrm>
          <a:off x="0" y="0"/>
          <a:ext cx="0" cy="0"/>
          <a:chOff x="0" y="0"/>
          <a:chExt cx="0" cy="0"/>
        </a:xfrm>
      </p:grpSpPr>
      <p:sp>
        <p:nvSpPr>
          <p:cNvPr id="612" name="Google Shape;612;p102"/>
          <p:cNvSpPr txBox="1">
            <a:spLocks noGrp="1"/>
          </p:cNvSpPr>
          <p:nvPr>
            <p:ph type="title"/>
          </p:nvPr>
        </p:nvSpPr>
        <p:spPr>
          <a:xfrm>
            <a:off x="457200" y="445780"/>
            <a:ext cx="7086600" cy="4698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1800"/>
              <a:buFont typeface="Arial"/>
              <a:buNone/>
              <a:defRPr sz="24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9pPr>
          </a:lstStyle>
          <a:p>
            <a:endParaRPr/>
          </a:p>
        </p:txBody>
      </p:sp>
      <p:sp>
        <p:nvSpPr>
          <p:cNvPr id="613" name="Google Shape;613;p102"/>
          <p:cNvSpPr txBox="1"/>
          <p:nvPr/>
        </p:nvSpPr>
        <p:spPr>
          <a:xfrm>
            <a:off x="2812568" y="4810899"/>
            <a:ext cx="4023300" cy="171600"/>
          </a:xfrm>
          <a:prstGeom prst="rect">
            <a:avLst/>
          </a:prstGeom>
          <a:noFill/>
          <a:ln>
            <a:noFill/>
          </a:ln>
        </p:spPr>
        <p:txBody>
          <a:bodyPr spcFirstLastPara="1" wrap="square" lIns="0" tIns="0" rIns="182875" bIns="0" anchor="b" anchorCtr="0">
            <a:noAutofit/>
          </a:bodyPr>
          <a:lstStyle/>
          <a:p>
            <a:pPr marL="0" marR="0" lvl="0" indent="0" algn="l" rtl="0">
              <a:lnSpc>
                <a:spcPct val="100000"/>
              </a:lnSpc>
              <a:spcBef>
                <a:spcPts val="0"/>
              </a:spcBef>
              <a:spcAft>
                <a:spcPts val="0"/>
              </a:spcAft>
              <a:buClr>
                <a:srgbClr val="000000"/>
              </a:buClr>
              <a:buSzPts val="500"/>
              <a:buFont typeface="Arial"/>
              <a:buNone/>
            </a:pPr>
            <a:r>
              <a:rPr lang="en" sz="700" b="0" i="0" u="none" strike="noStrike" cap="none">
                <a:solidFill>
                  <a:srgbClr val="000000"/>
                </a:solidFill>
                <a:latin typeface="Arial Narrow"/>
                <a:ea typeface="Arial Narrow"/>
                <a:cs typeface="Arial Narrow"/>
                <a:sym typeface="Arial Narrow"/>
              </a:rPr>
              <a:t>Confidential and proprietary materials for authorized Verizon personnel and outside agencies only. Use, disclosure or distribution of this material is not permitted to any unauthorized persons or third parties except by written agreement.</a:t>
            </a:r>
            <a:endParaRPr sz="700" b="0" i="0" u="none" strike="noStrike" cap="none">
              <a:solidFill>
                <a:srgbClr val="000000"/>
              </a:solidFill>
              <a:latin typeface="Arial Narrow"/>
              <a:ea typeface="Arial Narrow"/>
              <a:cs typeface="Arial Narrow"/>
              <a:sym typeface="Arial Narrow"/>
            </a:endParaRPr>
          </a:p>
        </p:txBody>
      </p:sp>
      <p:pic>
        <p:nvPicPr>
          <p:cNvPr id="614" name="Google Shape;614;p102"/>
          <p:cNvPicPr preferRelativeResize="0"/>
          <p:nvPr/>
        </p:nvPicPr>
        <p:blipFill rotWithShape="1">
          <a:blip r:embed="rId2">
            <a:alphaModFix/>
          </a:blip>
          <a:srcRect/>
          <a:stretch/>
        </p:blipFill>
        <p:spPr>
          <a:xfrm>
            <a:off x="353823" y="4749451"/>
            <a:ext cx="802384" cy="298354"/>
          </a:xfrm>
          <a:prstGeom prst="rect">
            <a:avLst/>
          </a:prstGeom>
          <a:noFill/>
          <a:ln>
            <a:noFill/>
          </a:ln>
        </p:spPr>
      </p:pic>
      <p:cxnSp>
        <p:nvCxnSpPr>
          <p:cNvPr id="615" name="Google Shape;615;p102"/>
          <p:cNvCxnSpPr/>
          <p:nvPr/>
        </p:nvCxnSpPr>
        <p:spPr>
          <a:xfrm>
            <a:off x="457200" y="342900"/>
            <a:ext cx="8229600" cy="0"/>
          </a:xfrm>
          <a:prstGeom prst="straightConnector1">
            <a:avLst/>
          </a:prstGeom>
          <a:noFill/>
          <a:ln w="47625" cap="flat" cmpd="sng">
            <a:solidFill>
              <a:schemeClr val="dk1"/>
            </a:solidFill>
            <a:prstDash val="solid"/>
            <a:round/>
            <a:headEnd type="none" w="sm" len="sm"/>
            <a:tailEnd type="none" w="sm" len="sm"/>
          </a:ln>
        </p:spPr>
      </p:cxnSp>
      <p:sp>
        <p:nvSpPr>
          <p:cNvPr id="616" name="Google Shape;616;p102"/>
          <p:cNvSpPr txBox="1"/>
          <p:nvPr/>
        </p:nvSpPr>
        <p:spPr>
          <a:xfrm>
            <a:off x="8458200" y="4700016"/>
            <a:ext cx="228600" cy="2286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500"/>
              <a:buFont typeface="Arial"/>
              <a:buNone/>
            </a:pPr>
            <a:fld id="{00000000-1234-1234-1234-123412341234}" type="slidenum">
              <a:rPr lang="en" sz="700" b="1" i="0" u="none" strike="noStrike" cap="none">
                <a:solidFill>
                  <a:srgbClr val="000000"/>
                </a:solidFill>
                <a:latin typeface="Arial"/>
                <a:ea typeface="Arial"/>
                <a:cs typeface="Arial"/>
                <a:sym typeface="Arial"/>
              </a:rPr>
              <a:t>‹#›</a:t>
            </a:fld>
            <a:endParaRPr sz="700" b="1"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ext &amp; One Picture">
  <p:cSld name="Text &amp; One Picture">
    <p:spTree>
      <p:nvGrpSpPr>
        <p:cNvPr id="1" name="Shape 617"/>
        <p:cNvGrpSpPr/>
        <p:nvPr/>
      </p:nvGrpSpPr>
      <p:grpSpPr>
        <a:xfrm>
          <a:off x="0" y="0"/>
          <a:ext cx="0" cy="0"/>
          <a:chOff x="0" y="0"/>
          <a:chExt cx="0" cy="0"/>
        </a:xfrm>
      </p:grpSpPr>
      <p:sp>
        <p:nvSpPr>
          <p:cNvPr id="618" name="Google Shape;618;p103"/>
          <p:cNvSpPr txBox="1">
            <a:spLocks noGrp="1"/>
          </p:cNvSpPr>
          <p:nvPr>
            <p:ph type="title"/>
          </p:nvPr>
        </p:nvSpPr>
        <p:spPr>
          <a:xfrm>
            <a:off x="457200" y="445780"/>
            <a:ext cx="7086600" cy="4698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1800"/>
              <a:buFont typeface="Arial"/>
              <a:buNone/>
              <a:defRPr sz="24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9pPr>
          </a:lstStyle>
          <a:p>
            <a:endParaRPr/>
          </a:p>
        </p:txBody>
      </p:sp>
      <p:sp>
        <p:nvSpPr>
          <p:cNvPr id="619" name="Google Shape;619;p103"/>
          <p:cNvSpPr txBox="1"/>
          <p:nvPr/>
        </p:nvSpPr>
        <p:spPr>
          <a:xfrm>
            <a:off x="2812568" y="4810899"/>
            <a:ext cx="4023300" cy="171600"/>
          </a:xfrm>
          <a:prstGeom prst="rect">
            <a:avLst/>
          </a:prstGeom>
          <a:noFill/>
          <a:ln>
            <a:noFill/>
          </a:ln>
        </p:spPr>
        <p:txBody>
          <a:bodyPr spcFirstLastPara="1" wrap="square" lIns="0" tIns="0" rIns="182875" bIns="0" anchor="b" anchorCtr="0">
            <a:noAutofit/>
          </a:bodyPr>
          <a:lstStyle/>
          <a:p>
            <a:pPr marL="0" marR="0" lvl="0" indent="0" algn="l" rtl="0">
              <a:lnSpc>
                <a:spcPct val="100000"/>
              </a:lnSpc>
              <a:spcBef>
                <a:spcPts val="0"/>
              </a:spcBef>
              <a:spcAft>
                <a:spcPts val="0"/>
              </a:spcAft>
              <a:buClr>
                <a:srgbClr val="000000"/>
              </a:buClr>
              <a:buSzPts val="500"/>
              <a:buFont typeface="Arial"/>
              <a:buNone/>
            </a:pPr>
            <a:r>
              <a:rPr lang="en" sz="700" b="0" i="0" u="none" strike="noStrike" cap="none">
                <a:solidFill>
                  <a:srgbClr val="000000"/>
                </a:solidFill>
                <a:latin typeface="Arial Narrow"/>
                <a:ea typeface="Arial Narrow"/>
                <a:cs typeface="Arial Narrow"/>
                <a:sym typeface="Arial Narrow"/>
              </a:rPr>
              <a:t>Confidential and proprietary materials for authorized Verizon personnel and outside agencies only. Use, disclosure or distribution of this material is not permitted to any unauthorized persons or third parties except by written agreement.</a:t>
            </a:r>
            <a:endParaRPr sz="700" b="0" i="0" u="none" strike="noStrike" cap="none">
              <a:solidFill>
                <a:srgbClr val="000000"/>
              </a:solidFill>
              <a:latin typeface="Arial Narrow"/>
              <a:ea typeface="Arial Narrow"/>
              <a:cs typeface="Arial Narrow"/>
              <a:sym typeface="Arial Narrow"/>
            </a:endParaRPr>
          </a:p>
        </p:txBody>
      </p:sp>
      <p:pic>
        <p:nvPicPr>
          <p:cNvPr id="620" name="Google Shape;620;p103"/>
          <p:cNvPicPr preferRelativeResize="0"/>
          <p:nvPr/>
        </p:nvPicPr>
        <p:blipFill rotWithShape="1">
          <a:blip r:embed="rId2">
            <a:alphaModFix/>
          </a:blip>
          <a:srcRect/>
          <a:stretch/>
        </p:blipFill>
        <p:spPr>
          <a:xfrm>
            <a:off x="353823" y="4749451"/>
            <a:ext cx="802384" cy="298354"/>
          </a:xfrm>
          <a:prstGeom prst="rect">
            <a:avLst/>
          </a:prstGeom>
          <a:noFill/>
          <a:ln>
            <a:noFill/>
          </a:ln>
        </p:spPr>
      </p:pic>
      <p:cxnSp>
        <p:nvCxnSpPr>
          <p:cNvPr id="621" name="Google Shape;621;p103"/>
          <p:cNvCxnSpPr/>
          <p:nvPr/>
        </p:nvCxnSpPr>
        <p:spPr>
          <a:xfrm>
            <a:off x="457200" y="342900"/>
            <a:ext cx="8229600" cy="0"/>
          </a:xfrm>
          <a:prstGeom prst="straightConnector1">
            <a:avLst/>
          </a:prstGeom>
          <a:noFill/>
          <a:ln w="47625" cap="flat" cmpd="sng">
            <a:solidFill>
              <a:schemeClr val="dk1"/>
            </a:solidFill>
            <a:prstDash val="solid"/>
            <a:round/>
            <a:headEnd type="none" w="sm" len="sm"/>
            <a:tailEnd type="none" w="sm" len="sm"/>
          </a:ln>
        </p:spPr>
      </p:cxnSp>
      <p:sp>
        <p:nvSpPr>
          <p:cNvPr id="622" name="Google Shape;622;p103"/>
          <p:cNvSpPr txBox="1"/>
          <p:nvPr/>
        </p:nvSpPr>
        <p:spPr>
          <a:xfrm>
            <a:off x="8458200" y="4700016"/>
            <a:ext cx="228600" cy="2286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500"/>
              <a:buFont typeface="Arial"/>
              <a:buNone/>
            </a:pPr>
            <a:fld id="{00000000-1234-1234-1234-123412341234}" type="slidenum">
              <a:rPr lang="en" sz="700" b="1" i="0" u="none" strike="noStrike" cap="none">
                <a:solidFill>
                  <a:srgbClr val="000000"/>
                </a:solidFill>
                <a:latin typeface="Arial"/>
                <a:ea typeface="Arial"/>
                <a:cs typeface="Arial"/>
                <a:sym typeface="Arial"/>
              </a:rPr>
              <a:t>‹#›</a:t>
            </a:fld>
            <a:endParaRPr sz="700" b="1"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One Statement and Chart">
  <p:cSld name="One Statement and Chart">
    <p:spTree>
      <p:nvGrpSpPr>
        <p:cNvPr id="1" name="Shape 623"/>
        <p:cNvGrpSpPr/>
        <p:nvPr/>
      </p:nvGrpSpPr>
      <p:grpSpPr>
        <a:xfrm>
          <a:off x="0" y="0"/>
          <a:ext cx="0" cy="0"/>
          <a:chOff x="0" y="0"/>
          <a:chExt cx="0" cy="0"/>
        </a:xfrm>
      </p:grpSpPr>
      <p:sp>
        <p:nvSpPr>
          <p:cNvPr id="624" name="Google Shape;624;p104"/>
          <p:cNvSpPr>
            <a:spLocks noGrp="1"/>
          </p:cNvSpPr>
          <p:nvPr>
            <p:ph type="chart" idx="2"/>
          </p:nvPr>
        </p:nvSpPr>
        <p:spPr>
          <a:xfrm>
            <a:off x="4572000" y="594360"/>
            <a:ext cx="4114800" cy="38442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90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chemeClr val="dk1"/>
              </a:buClr>
              <a:buSzPts val="900"/>
              <a:buFont typeface="Arial"/>
              <a:buChar char="•"/>
              <a:defRPr sz="12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chemeClr val="dk1"/>
              </a:buClr>
              <a:buSzPts val="900"/>
              <a:buFont typeface="Arial"/>
              <a:buChar char="–"/>
              <a:defRPr sz="12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chemeClr val="dk1"/>
              </a:buClr>
              <a:buSzPts val="900"/>
              <a:buFont typeface="Arial"/>
              <a:buChar char="–"/>
              <a:defRPr sz="1200" b="0" i="0" u="none" strike="noStrike" cap="none">
                <a:solidFill>
                  <a:schemeClr val="dk1"/>
                </a:solidFill>
                <a:latin typeface="Arial"/>
                <a:ea typeface="Arial"/>
                <a:cs typeface="Arial"/>
                <a:sym typeface="Arial"/>
              </a:defRPr>
            </a:lvl5pPr>
            <a:lvl6pPr marR="0" lvl="5" algn="l" rtl="0">
              <a:lnSpc>
                <a:spcPct val="100000"/>
              </a:lnSpc>
              <a:spcBef>
                <a:spcPts val="600"/>
              </a:spcBef>
              <a:spcAft>
                <a:spcPts val="0"/>
              </a:spcAft>
              <a:buClr>
                <a:schemeClr val="dk1"/>
              </a:buClr>
              <a:buSzPts val="900"/>
              <a:buFont typeface="Arial"/>
              <a:buChar char="–"/>
              <a:defRPr sz="1200" b="0" i="0" u="none" strike="noStrike" cap="none">
                <a:solidFill>
                  <a:schemeClr val="dk1"/>
                </a:solidFill>
                <a:latin typeface="Arial"/>
                <a:ea typeface="Arial"/>
                <a:cs typeface="Arial"/>
                <a:sym typeface="Arial"/>
              </a:defRPr>
            </a:lvl6pPr>
            <a:lvl7pPr marR="0" lvl="6" algn="l" rtl="0">
              <a:lnSpc>
                <a:spcPct val="100000"/>
              </a:lnSpc>
              <a:spcBef>
                <a:spcPts val="600"/>
              </a:spcBef>
              <a:spcAft>
                <a:spcPts val="0"/>
              </a:spcAft>
              <a:buClr>
                <a:schemeClr val="dk1"/>
              </a:buClr>
              <a:buSzPts val="900"/>
              <a:buFont typeface="Arial"/>
              <a:buChar char="–"/>
              <a:defRPr sz="1200" b="0" i="0" u="none" strike="noStrike" cap="none">
                <a:solidFill>
                  <a:schemeClr val="dk1"/>
                </a:solidFill>
                <a:latin typeface="Arial"/>
                <a:ea typeface="Arial"/>
                <a:cs typeface="Arial"/>
                <a:sym typeface="Arial"/>
              </a:defRPr>
            </a:lvl7pPr>
            <a:lvl8pPr marR="0" lvl="7" algn="l" rtl="0">
              <a:lnSpc>
                <a:spcPct val="100000"/>
              </a:lnSpc>
              <a:spcBef>
                <a:spcPts val="600"/>
              </a:spcBef>
              <a:spcAft>
                <a:spcPts val="0"/>
              </a:spcAft>
              <a:buClr>
                <a:schemeClr val="dk1"/>
              </a:buClr>
              <a:buSzPts val="900"/>
              <a:buFont typeface="Arial"/>
              <a:buChar char="–"/>
              <a:defRPr sz="1200" b="0" i="0" u="none" strike="noStrike" cap="none">
                <a:solidFill>
                  <a:schemeClr val="dk1"/>
                </a:solidFill>
                <a:latin typeface="Arial"/>
                <a:ea typeface="Arial"/>
                <a:cs typeface="Arial"/>
                <a:sym typeface="Arial"/>
              </a:defRPr>
            </a:lvl8pPr>
            <a:lvl9pPr marR="0" lvl="8" algn="l" rtl="0">
              <a:lnSpc>
                <a:spcPct val="100000"/>
              </a:lnSpc>
              <a:spcBef>
                <a:spcPts val="600"/>
              </a:spcBef>
              <a:spcAft>
                <a:spcPts val="0"/>
              </a:spcAft>
              <a:buClr>
                <a:schemeClr val="dk1"/>
              </a:buClr>
              <a:buSzPts val="9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625" name="Google Shape;625;p10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26" name="Google Shape;626;p104"/>
          <p:cNvSpPr txBox="1">
            <a:spLocks noGrp="1"/>
          </p:cNvSpPr>
          <p:nvPr>
            <p:ph type="body" idx="1"/>
          </p:nvPr>
        </p:nvSpPr>
        <p:spPr>
          <a:xfrm>
            <a:off x="457201" y="1459580"/>
            <a:ext cx="39333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400"/>
              <a:buNone/>
              <a:defRPr/>
            </a:lvl1pPr>
            <a:lvl2pPr marL="914400" lvl="1" indent="-228600" algn="l" rtl="0">
              <a:lnSpc>
                <a:spcPct val="100000"/>
              </a:lnSpc>
              <a:spcBef>
                <a:spcPts val="900"/>
              </a:spcBef>
              <a:spcAft>
                <a:spcPts val="0"/>
              </a:spcAft>
              <a:buClr>
                <a:schemeClr val="dk1"/>
              </a:buClr>
              <a:buSzPts val="1400"/>
              <a:buNone/>
              <a:defRPr/>
            </a:lvl2pPr>
            <a:lvl3pPr marL="1371600" lvl="2" indent="-317500" algn="l" rtl="0">
              <a:lnSpc>
                <a:spcPct val="100000"/>
              </a:lnSpc>
              <a:spcBef>
                <a:spcPts val="600"/>
              </a:spcBef>
              <a:spcAft>
                <a:spcPts val="0"/>
              </a:spcAft>
              <a:buClr>
                <a:schemeClr val="dk1"/>
              </a:buClr>
              <a:buSzPts val="1400"/>
              <a:buChar char="•"/>
              <a:defRPr/>
            </a:lvl3pPr>
            <a:lvl4pPr marL="1828800" lvl="3" indent="-317500" algn="l" rtl="0">
              <a:lnSpc>
                <a:spcPct val="100000"/>
              </a:lnSpc>
              <a:spcBef>
                <a:spcPts val="600"/>
              </a:spcBef>
              <a:spcAft>
                <a:spcPts val="0"/>
              </a:spcAft>
              <a:buClr>
                <a:schemeClr val="dk1"/>
              </a:buClr>
              <a:buSzPts val="1400"/>
              <a:buChar char="–"/>
              <a:defRPr/>
            </a:lvl4pPr>
            <a:lvl5pPr marL="2286000" lvl="4" indent="-317500" algn="l" rtl="0">
              <a:lnSpc>
                <a:spcPct val="100000"/>
              </a:lnSpc>
              <a:spcBef>
                <a:spcPts val="600"/>
              </a:spcBef>
              <a:spcAft>
                <a:spcPts val="0"/>
              </a:spcAft>
              <a:buClr>
                <a:schemeClr val="dk1"/>
              </a:buClr>
              <a:buSzPts val="1400"/>
              <a:buChar char="–"/>
              <a:defRPr/>
            </a:lvl5pPr>
            <a:lvl6pPr marL="2743200" lvl="5" indent="-317500" algn="l" rtl="0">
              <a:lnSpc>
                <a:spcPct val="100000"/>
              </a:lnSpc>
              <a:spcBef>
                <a:spcPts val="600"/>
              </a:spcBef>
              <a:spcAft>
                <a:spcPts val="0"/>
              </a:spcAft>
              <a:buClr>
                <a:schemeClr val="dk1"/>
              </a:buClr>
              <a:buSzPts val="1400"/>
              <a:buChar char="–"/>
              <a:defRPr/>
            </a:lvl6pPr>
            <a:lvl7pPr marL="3200400" lvl="6" indent="-317500" algn="l" rtl="0">
              <a:lnSpc>
                <a:spcPct val="100000"/>
              </a:lnSpc>
              <a:spcBef>
                <a:spcPts val="600"/>
              </a:spcBef>
              <a:spcAft>
                <a:spcPts val="0"/>
              </a:spcAft>
              <a:buClr>
                <a:schemeClr val="dk1"/>
              </a:buClr>
              <a:buSzPts val="1400"/>
              <a:buChar char="–"/>
              <a:defRPr/>
            </a:lvl7pPr>
            <a:lvl8pPr marL="3657600" lvl="7" indent="-317500" algn="l" rtl="0">
              <a:lnSpc>
                <a:spcPct val="100000"/>
              </a:lnSpc>
              <a:spcBef>
                <a:spcPts val="600"/>
              </a:spcBef>
              <a:spcAft>
                <a:spcPts val="0"/>
              </a:spcAft>
              <a:buClr>
                <a:schemeClr val="dk1"/>
              </a:buClr>
              <a:buSzPts val="1400"/>
              <a:buChar char="–"/>
              <a:defRPr/>
            </a:lvl8pPr>
            <a:lvl9pPr marL="4114800" lvl="8" indent="-317500" algn="l" rtl="0">
              <a:lnSpc>
                <a:spcPct val="100000"/>
              </a:lnSpc>
              <a:spcBef>
                <a:spcPts val="600"/>
              </a:spcBef>
              <a:spcAft>
                <a:spcPts val="0"/>
              </a:spcAft>
              <a:buClr>
                <a:schemeClr val="dk1"/>
              </a:buClr>
              <a:buSzPts val="1400"/>
              <a:buChar char="–"/>
              <a:defRPr/>
            </a:lvl9pPr>
          </a:lstStyle>
          <a:p>
            <a:endParaRPr/>
          </a:p>
        </p:txBody>
      </p:sp>
      <p:cxnSp>
        <p:nvCxnSpPr>
          <p:cNvPr id="627" name="Google Shape;627;p104"/>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628" name="Google Shape;628;p104"/>
          <p:cNvSpPr txBox="1">
            <a:spLocks noGrp="1"/>
          </p:cNvSpPr>
          <p:nvPr>
            <p:ph type="title"/>
          </p:nvPr>
        </p:nvSpPr>
        <p:spPr>
          <a:xfrm>
            <a:off x="457201" y="590550"/>
            <a:ext cx="3936600" cy="6858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14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p:cSld name="Title">
    <p:bg>
      <p:bgPr>
        <a:solidFill>
          <a:schemeClr val="accent1"/>
        </a:solidFill>
        <a:effectLst/>
      </p:bgPr>
    </p:bg>
    <p:spTree>
      <p:nvGrpSpPr>
        <p:cNvPr id="1" name="Shape 629"/>
        <p:cNvGrpSpPr/>
        <p:nvPr/>
      </p:nvGrpSpPr>
      <p:grpSpPr>
        <a:xfrm>
          <a:off x="0" y="0"/>
          <a:ext cx="0" cy="0"/>
          <a:chOff x="0" y="0"/>
          <a:chExt cx="0" cy="0"/>
        </a:xfrm>
      </p:grpSpPr>
      <p:sp>
        <p:nvSpPr>
          <p:cNvPr id="630" name="Google Shape;630;p105"/>
          <p:cNvSpPr txBox="1">
            <a:spLocks noGrp="1"/>
          </p:cNvSpPr>
          <p:nvPr>
            <p:ph type="ctrTitle"/>
          </p:nvPr>
        </p:nvSpPr>
        <p:spPr>
          <a:xfrm>
            <a:off x="457200" y="953240"/>
            <a:ext cx="4114800" cy="17373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0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9pPr>
          </a:lstStyle>
          <a:p>
            <a:endParaRPr/>
          </a:p>
        </p:txBody>
      </p:sp>
      <p:grpSp>
        <p:nvGrpSpPr>
          <p:cNvPr id="631" name="Google Shape;631;p105"/>
          <p:cNvGrpSpPr/>
          <p:nvPr/>
        </p:nvGrpSpPr>
        <p:grpSpPr>
          <a:xfrm>
            <a:off x="6009193" y="1178304"/>
            <a:ext cx="2041774" cy="2041774"/>
            <a:chOff x="5935657" y="1104678"/>
            <a:chExt cx="2189100" cy="2189100"/>
          </a:xfrm>
        </p:grpSpPr>
        <p:sp>
          <p:nvSpPr>
            <p:cNvPr id="632" name="Google Shape;632;p105"/>
            <p:cNvSpPr/>
            <p:nvPr/>
          </p:nvSpPr>
          <p:spPr>
            <a:xfrm>
              <a:off x="5935657" y="1104678"/>
              <a:ext cx="2189100" cy="21891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grpSp>
          <p:nvGrpSpPr>
            <p:cNvPr id="633" name="Google Shape;633;p105"/>
            <p:cNvGrpSpPr/>
            <p:nvPr/>
          </p:nvGrpSpPr>
          <p:grpSpPr>
            <a:xfrm>
              <a:off x="6297672" y="1466735"/>
              <a:ext cx="1464949" cy="1464948"/>
              <a:chOff x="3049505" y="1284393"/>
              <a:chExt cx="3045000" cy="3044997"/>
            </a:xfrm>
          </p:grpSpPr>
          <p:sp>
            <p:nvSpPr>
              <p:cNvPr id="634" name="Google Shape;634;p105"/>
              <p:cNvSpPr/>
              <p:nvPr/>
            </p:nvSpPr>
            <p:spPr>
              <a:xfrm>
                <a:off x="4481905" y="1284393"/>
                <a:ext cx="1478102" cy="1138914"/>
              </a:xfrm>
              <a:custGeom>
                <a:avLst/>
                <a:gdLst/>
                <a:ahLst/>
                <a:cxnLst/>
                <a:rect l="l" t="t" r="r" b="b"/>
                <a:pathLst>
                  <a:path w="24264" h="18696" extrusionOk="0">
                    <a:moveTo>
                      <a:pt x="1482" y="0"/>
                    </a:moveTo>
                    <a:lnTo>
                      <a:pt x="2460" y="18"/>
                    </a:lnTo>
                    <a:lnTo>
                      <a:pt x="3426" y="72"/>
                    </a:lnTo>
                    <a:lnTo>
                      <a:pt x="4380" y="168"/>
                    </a:lnTo>
                    <a:lnTo>
                      <a:pt x="5328" y="294"/>
                    </a:lnTo>
                    <a:lnTo>
                      <a:pt x="6264" y="456"/>
                    </a:lnTo>
                    <a:lnTo>
                      <a:pt x="7188" y="654"/>
                    </a:lnTo>
                    <a:lnTo>
                      <a:pt x="8094" y="882"/>
                    </a:lnTo>
                    <a:lnTo>
                      <a:pt x="8988" y="1146"/>
                    </a:lnTo>
                    <a:lnTo>
                      <a:pt x="9870" y="1446"/>
                    </a:lnTo>
                    <a:lnTo>
                      <a:pt x="10740" y="1770"/>
                    </a:lnTo>
                    <a:lnTo>
                      <a:pt x="11592" y="2130"/>
                    </a:lnTo>
                    <a:lnTo>
                      <a:pt x="12426" y="2520"/>
                    </a:lnTo>
                    <a:lnTo>
                      <a:pt x="13242" y="2934"/>
                    </a:lnTo>
                    <a:lnTo>
                      <a:pt x="14040" y="3384"/>
                    </a:lnTo>
                    <a:lnTo>
                      <a:pt x="14820" y="3858"/>
                    </a:lnTo>
                    <a:lnTo>
                      <a:pt x="15588" y="4362"/>
                    </a:lnTo>
                    <a:lnTo>
                      <a:pt x="16326" y="4890"/>
                    </a:lnTo>
                    <a:lnTo>
                      <a:pt x="17052" y="5442"/>
                    </a:lnTo>
                    <a:lnTo>
                      <a:pt x="17748" y="6024"/>
                    </a:lnTo>
                    <a:lnTo>
                      <a:pt x="18432" y="6630"/>
                    </a:lnTo>
                    <a:lnTo>
                      <a:pt x="19086" y="7260"/>
                    </a:lnTo>
                    <a:lnTo>
                      <a:pt x="19722" y="7914"/>
                    </a:lnTo>
                    <a:lnTo>
                      <a:pt x="20328" y="8586"/>
                    </a:lnTo>
                    <a:lnTo>
                      <a:pt x="20916" y="9282"/>
                    </a:lnTo>
                    <a:lnTo>
                      <a:pt x="21474" y="10002"/>
                    </a:lnTo>
                    <a:lnTo>
                      <a:pt x="22008" y="10740"/>
                    </a:lnTo>
                    <a:lnTo>
                      <a:pt x="22518" y="11502"/>
                    </a:lnTo>
                    <a:lnTo>
                      <a:pt x="22998" y="12276"/>
                    </a:lnTo>
                    <a:lnTo>
                      <a:pt x="23448" y="13074"/>
                    </a:lnTo>
                    <a:lnTo>
                      <a:pt x="23874" y="13890"/>
                    </a:lnTo>
                    <a:lnTo>
                      <a:pt x="24264" y="14724"/>
                    </a:lnTo>
                    <a:lnTo>
                      <a:pt x="21516" y="18696"/>
                    </a:lnTo>
                    <a:lnTo>
                      <a:pt x="18528" y="18540"/>
                    </a:lnTo>
                    <a:lnTo>
                      <a:pt x="18234" y="17814"/>
                    </a:lnTo>
                    <a:lnTo>
                      <a:pt x="17910" y="17100"/>
                    </a:lnTo>
                    <a:lnTo>
                      <a:pt x="17556" y="16404"/>
                    </a:lnTo>
                    <a:lnTo>
                      <a:pt x="17172" y="15720"/>
                    </a:lnTo>
                    <a:lnTo>
                      <a:pt x="16758" y="15060"/>
                    </a:lnTo>
                    <a:lnTo>
                      <a:pt x="16320" y="14418"/>
                    </a:lnTo>
                    <a:lnTo>
                      <a:pt x="15858" y="13800"/>
                    </a:lnTo>
                    <a:lnTo>
                      <a:pt x="15366" y="13200"/>
                    </a:lnTo>
                    <a:lnTo>
                      <a:pt x="14856" y="12618"/>
                    </a:lnTo>
                    <a:lnTo>
                      <a:pt x="14316" y="12060"/>
                    </a:lnTo>
                    <a:lnTo>
                      <a:pt x="13758" y="11526"/>
                    </a:lnTo>
                    <a:lnTo>
                      <a:pt x="13170" y="11016"/>
                    </a:lnTo>
                    <a:lnTo>
                      <a:pt x="12570" y="10530"/>
                    </a:lnTo>
                    <a:lnTo>
                      <a:pt x="11946" y="10074"/>
                    </a:lnTo>
                    <a:lnTo>
                      <a:pt x="11298" y="9636"/>
                    </a:lnTo>
                    <a:lnTo>
                      <a:pt x="10638" y="9234"/>
                    </a:lnTo>
                    <a:lnTo>
                      <a:pt x="9954" y="8856"/>
                    </a:lnTo>
                    <a:lnTo>
                      <a:pt x="9252" y="8502"/>
                    </a:lnTo>
                    <a:lnTo>
                      <a:pt x="8538" y="8184"/>
                    </a:lnTo>
                    <a:lnTo>
                      <a:pt x="7806" y="7896"/>
                    </a:lnTo>
                    <a:lnTo>
                      <a:pt x="7062" y="7632"/>
                    </a:lnTo>
                    <a:lnTo>
                      <a:pt x="6300" y="7410"/>
                    </a:lnTo>
                    <a:lnTo>
                      <a:pt x="5526" y="7212"/>
                    </a:lnTo>
                    <a:lnTo>
                      <a:pt x="4740" y="7050"/>
                    </a:lnTo>
                    <a:lnTo>
                      <a:pt x="3942" y="6924"/>
                    </a:lnTo>
                    <a:lnTo>
                      <a:pt x="3132" y="6834"/>
                    </a:lnTo>
                    <a:lnTo>
                      <a:pt x="2310" y="6780"/>
                    </a:lnTo>
                    <a:lnTo>
                      <a:pt x="1482" y="6762"/>
                    </a:lnTo>
                    <a:lnTo>
                      <a:pt x="1362" y="6762"/>
                    </a:lnTo>
                    <a:lnTo>
                      <a:pt x="2634" y="3924"/>
                    </a:lnTo>
                    <a:lnTo>
                      <a:pt x="0" y="48"/>
                    </a:lnTo>
                    <a:lnTo>
                      <a:pt x="738" y="12"/>
                    </a:lnTo>
                    <a:lnTo>
                      <a:pt x="1482" y="0"/>
                    </a:lnTo>
                    <a:close/>
                  </a:path>
                </a:pathLst>
              </a:custGeom>
              <a:solidFill>
                <a:srgbClr val="58595B"/>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635" name="Google Shape;635;p105"/>
              <p:cNvSpPr/>
              <p:nvPr/>
            </p:nvSpPr>
            <p:spPr>
              <a:xfrm>
                <a:off x="3049505" y="2229945"/>
                <a:ext cx="749651" cy="1604567"/>
              </a:xfrm>
              <a:custGeom>
                <a:avLst/>
                <a:gdLst/>
                <a:ahLst/>
                <a:cxnLst/>
                <a:rect l="l" t="t" r="r" b="b"/>
                <a:pathLst>
                  <a:path w="12306" h="26340" extrusionOk="0">
                    <a:moveTo>
                      <a:pt x="6042" y="0"/>
                    </a:moveTo>
                    <a:lnTo>
                      <a:pt x="8262" y="2244"/>
                    </a:lnTo>
                    <a:lnTo>
                      <a:pt x="7986" y="2916"/>
                    </a:lnTo>
                    <a:lnTo>
                      <a:pt x="7734" y="3600"/>
                    </a:lnTo>
                    <a:lnTo>
                      <a:pt x="7512" y="4296"/>
                    </a:lnTo>
                    <a:lnTo>
                      <a:pt x="7320" y="5004"/>
                    </a:lnTo>
                    <a:lnTo>
                      <a:pt x="7152" y="5724"/>
                    </a:lnTo>
                    <a:lnTo>
                      <a:pt x="7014" y="6456"/>
                    </a:lnTo>
                    <a:lnTo>
                      <a:pt x="6906" y="7194"/>
                    </a:lnTo>
                    <a:lnTo>
                      <a:pt x="6828" y="7944"/>
                    </a:lnTo>
                    <a:lnTo>
                      <a:pt x="6780" y="8706"/>
                    </a:lnTo>
                    <a:lnTo>
                      <a:pt x="6762" y="9468"/>
                    </a:lnTo>
                    <a:lnTo>
                      <a:pt x="6780" y="10272"/>
                    </a:lnTo>
                    <a:lnTo>
                      <a:pt x="6834" y="11070"/>
                    </a:lnTo>
                    <a:lnTo>
                      <a:pt x="6918" y="11856"/>
                    </a:lnTo>
                    <a:lnTo>
                      <a:pt x="7038" y="12636"/>
                    </a:lnTo>
                    <a:lnTo>
                      <a:pt x="7194" y="13398"/>
                    </a:lnTo>
                    <a:lnTo>
                      <a:pt x="7374" y="14154"/>
                    </a:lnTo>
                    <a:lnTo>
                      <a:pt x="7590" y="14892"/>
                    </a:lnTo>
                    <a:lnTo>
                      <a:pt x="7836" y="15618"/>
                    </a:lnTo>
                    <a:lnTo>
                      <a:pt x="8106" y="16332"/>
                    </a:lnTo>
                    <a:lnTo>
                      <a:pt x="8412" y="17034"/>
                    </a:lnTo>
                    <a:lnTo>
                      <a:pt x="8742" y="17718"/>
                    </a:lnTo>
                    <a:lnTo>
                      <a:pt x="9102" y="18384"/>
                    </a:lnTo>
                    <a:lnTo>
                      <a:pt x="9486" y="19032"/>
                    </a:lnTo>
                    <a:lnTo>
                      <a:pt x="9894" y="19668"/>
                    </a:lnTo>
                    <a:lnTo>
                      <a:pt x="10332" y="20280"/>
                    </a:lnTo>
                    <a:lnTo>
                      <a:pt x="10788" y="20880"/>
                    </a:lnTo>
                    <a:lnTo>
                      <a:pt x="11274" y="21456"/>
                    </a:lnTo>
                    <a:lnTo>
                      <a:pt x="11778" y="22008"/>
                    </a:lnTo>
                    <a:lnTo>
                      <a:pt x="12306" y="22542"/>
                    </a:lnTo>
                    <a:lnTo>
                      <a:pt x="8304" y="22794"/>
                    </a:lnTo>
                    <a:lnTo>
                      <a:pt x="6558" y="26340"/>
                    </a:lnTo>
                    <a:lnTo>
                      <a:pt x="5958" y="25662"/>
                    </a:lnTo>
                    <a:lnTo>
                      <a:pt x="5382" y="24966"/>
                    </a:lnTo>
                    <a:lnTo>
                      <a:pt x="4836" y="24246"/>
                    </a:lnTo>
                    <a:lnTo>
                      <a:pt x="4314" y="23502"/>
                    </a:lnTo>
                    <a:lnTo>
                      <a:pt x="3816" y="22746"/>
                    </a:lnTo>
                    <a:lnTo>
                      <a:pt x="3348" y="21966"/>
                    </a:lnTo>
                    <a:lnTo>
                      <a:pt x="2904" y="21168"/>
                    </a:lnTo>
                    <a:lnTo>
                      <a:pt x="2490" y="20352"/>
                    </a:lnTo>
                    <a:lnTo>
                      <a:pt x="2106" y="19524"/>
                    </a:lnTo>
                    <a:lnTo>
                      <a:pt x="1752" y="18678"/>
                    </a:lnTo>
                    <a:lnTo>
                      <a:pt x="1428" y="17814"/>
                    </a:lnTo>
                    <a:lnTo>
                      <a:pt x="1140" y="16938"/>
                    </a:lnTo>
                    <a:lnTo>
                      <a:pt x="876" y="16044"/>
                    </a:lnTo>
                    <a:lnTo>
                      <a:pt x="648" y="15144"/>
                    </a:lnTo>
                    <a:lnTo>
                      <a:pt x="456" y="14226"/>
                    </a:lnTo>
                    <a:lnTo>
                      <a:pt x="294" y="13296"/>
                    </a:lnTo>
                    <a:lnTo>
                      <a:pt x="168" y="12354"/>
                    </a:lnTo>
                    <a:lnTo>
                      <a:pt x="78" y="11400"/>
                    </a:lnTo>
                    <a:lnTo>
                      <a:pt x="18" y="10440"/>
                    </a:lnTo>
                    <a:lnTo>
                      <a:pt x="0" y="9468"/>
                    </a:lnTo>
                    <a:lnTo>
                      <a:pt x="18" y="8514"/>
                    </a:lnTo>
                    <a:lnTo>
                      <a:pt x="72" y="7566"/>
                    </a:lnTo>
                    <a:lnTo>
                      <a:pt x="162" y="6624"/>
                    </a:lnTo>
                    <a:lnTo>
                      <a:pt x="288" y="5694"/>
                    </a:lnTo>
                    <a:lnTo>
                      <a:pt x="444" y="4776"/>
                    </a:lnTo>
                    <a:lnTo>
                      <a:pt x="636" y="3876"/>
                    </a:lnTo>
                    <a:lnTo>
                      <a:pt x="858" y="2982"/>
                    </a:lnTo>
                    <a:lnTo>
                      <a:pt x="1110" y="2100"/>
                    </a:lnTo>
                    <a:lnTo>
                      <a:pt x="1398" y="1230"/>
                    </a:lnTo>
                    <a:lnTo>
                      <a:pt x="6042" y="0"/>
                    </a:lnTo>
                    <a:close/>
                  </a:path>
                </a:pathLst>
              </a:custGeom>
              <a:solidFill>
                <a:srgbClr val="D1D3D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636" name="Google Shape;636;p105"/>
              <p:cNvSpPr/>
              <p:nvPr/>
            </p:nvSpPr>
            <p:spPr>
              <a:xfrm>
                <a:off x="3479700" y="3642606"/>
                <a:ext cx="2047559" cy="686784"/>
              </a:xfrm>
              <a:custGeom>
                <a:avLst/>
                <a:gdLst/>
                <a:ahLst/>
                <a:cxnLst/>
                <a:rect l="l" t="t" r="r" b="b"/>
                <a:pathLst>
                  <a:path w="33612" h="11274" extrusionOk="0">
                    <a:moveTo>
                      <a:pt x="5946" y="0"/>
                    </a:moveTo>
                    <a:lnTo>
                      <a:pt x="6522" y="486"/>
                    </a:lnTo>
                    <a:lnTo>
                      <a:pt x="7122" y="942"/>
                    </a:lnTo>
                    <a:lnTo>
                      <a:pt x="7734" y="1380"/>
                    </a:lnTo>
                    <a:lnTo>
                      <a:pt x="8370" y="1788"/>
                    </a:lnTo>
                    <a:lnTo>
                      <a:pt x="9018" y="2172"/>
                    </a:lnTo>
                    <a:lnTo>
                      <a:pt x="9684" y="2532"/>
                    </a:lnTo>
                    <a:lnTo>
                      <a:pt x="10368" y="2862"/>
                    </a:lnTo>
                    <a:lnTo>
                      <a:pt x="11070" y="3168"/>
                    </a:lnTo>
                    <a:lnTo>
                      <a:pt x="11784" y="3444"/>
                    </a:lnTo>
                    <a:lnTo>
                      <a:pt x="12510" y="3684"/>
                    </a:lnTo>
                    <a:lnTo>
                      <a:pt x="13254" y="3900"/>
                    </a:lnTo>
                    <a:lnTo>
                      <a:pt x="14004" y="4086"/>
                    </a:lnTo>
                    <a:lnTo>
                      <a:pt x="14772" y="4236"/>
                    </a:lnTo>
                    <a:lnTo>
                      <a:pt x="15546" y="4356"/>
                    </a:lnTo>
                    <a:lnTo>
                      <a:pt x="16332" y="4440"/>
                    </a:lnTo>
                    <a:lnTo>
                      <a:pt x="17130" y="4494"/>
                    </a:lnTo>
                    <a:lnTo>
                      <a:pt x="17934" y="4512"/>
                    </a:lnTo>
                    <a:lnTo>
                      <a:pt x="18738" y="4494"/>
                    </a:lnTo>
                    <a:lnTo>
                      <a:pt x="19530" y="4440"/>
                    </a:lnTo>
                    <a:lnTo>
                      <a:pt x="20316" y="4356"/>
                    </a:lnTo>
                    <a:lnTo>
                      <a:pt x="21090" y="4236"/>
                    </a:lnTo>
                    <a:lnTo>
                      <a:pt x="21852" y="4086"/>
                    </a:lnTo>
                    <a:lnTo>
                      <a:pt x="22602" y="3906"/>
                    </a:lnTo>
                    <a:lnTo>
                      <a:pt x="23346" y="3690"/>
                    </a:lnTo>
                    <a:lnTo>
                      <a:pt x="24072" y="3444"/>
                    </a:lnTo>
                    <a:lnTo>
                      <a:pt x="24780" y="3174"/>
                    </a:lnTo>
                    <a:lnTo>
                      <a:pt x="25482" y="2874"/>
                    </a:lnTo>
                    <a:lnTo>
                      <a:pt x="26160" y="2544"/>
                    </a:lnTo>
                    <a:lnTo>
                      <a:pt x="26826" y="2184"/>
                    </a:lnTo>
                    <a:lnTo>
                      <a:pt x="27480" y="1806"/>
                    </a:lnTo>
                    <a:lnTo>
                      <a:pt x="28110" y="1398"/>
                    </a:lnTo>
                    <a:lnTo>
                      <a:pt x="28728" y="960"/>
                    </a:lnTo>
                    <a:lnTo>
                      <a:pt x="29190" y="4026"/>
                    </a:lnTo>
                    <a:lnTo>
                      <a:pt x="33612" y="5736"/>
                    </a:lnTo>
                    <a:lnTo>
                      <a:pt x="32886" y="6300"/>
                    </a:lnTo>
                    <a:lnTo>
                      <a:pt x="32142" y="6840"/>
                    </a:lnTo>
                    <a:lnTo>
                      <a:pt x="31374" y="7350"/>
                    </a:lnTo>
                    <a:lnTo>
                      <a:pt x="30588" y="7830"/>
                    </a:lnTo>
                    <a:lnTo>
                      <a:pt x="29784" y="8286"/>
                    </a:lnTo>
                    <a:lnTo>
                      <a:pt x="28962" y="8712"/>
                    </a:lnTo>
                    <a:lnTo>
                      <a:pt x="28122" y="9108"/>
                    </a:lnTo>
                    <a:lnTo>
                      <a:pt x="27264" y="9468"/>
                    </a:lnTo>
                    <a:lnTo>
                      <a:pt x="26394" y="9804"/>
                    </a:lnTo>
                    <a:lnTo>
                      <a:pt x="25506" y="10104"/>
                    </a:lnTo>
                    <a:lnTo>
                      <a:pt x="24600" y="10374"/>
                    </a:lnTo>
                    <a:lnTo>
                      <a:pt x="23688" y="10608"/>
                    </a:lnTo>
                    <a:lnTo>
                      <a:pt x="22758" y="10806"/>
                    </a:lnTo>
                    <a:lnTo>
                      <a:pt x="21816" y="10974"/>
                    </a:lnTo>
                    <a:lnTo>
                      <a:pt x="20862" y="11106"/>
                    </a:lnTo>
                    <a:lnTo>
                      <a:pt x="19896" y="11196"/>
                    </a:lnTo>
                    <a:lnTo>
                      <a:pt x="18918" y="11256"/>
                    </a:lnTo>
                    <a:lnTo>
                      <a:pt x="17934" y="11274"/>
                    </a:lnTo>
                    <a:lnTo>
                      <a:pt x="16980" y="11256"/>
                    </a:lnTo>
                    <a:lnTo>
                      <a:pt x="16032" y="11202"/>
                    </a:lnTo>
                    <a:lnTo>
                      <a:pt x="15096" y="11112"/>
                    </a:lnTo>
                    <a:lnTo>
                      <a:pt x="14172" y="10992"/>
                    </a:lnTo>
                    <a:lnTo>
                      <a:pt x="13254" y="10836"/>
                    </a:lnTo>
                    <a:lnTo>
                      <a:pt x="12354" y="10644"/>
                    </a:lnTo>
                    <a:lnTo>
                      <a:pt x="11460" y="10428"/>
                    </a:lnTo>
                    <a:lnTo>
                      <a:pt x="10584" y="10170"/>
                    </a:lnTo>
                    <a:lnTo>
                      <a:pt x="9720" y="9888"/>
                    </a:lnTo>
                    <a:lnTo>
                      <a:pt x="8868" y="9576"/>
                    </a:lnTo>
                    <a:lnTo>
                      <a:pt x="8034" y="9234"/>
                    </a:lnTo>
                    <a:lnTo>
                      <a:pt x="7212" y="8862"/>
                    </a:lnTo>
                    <a:lnTo>
                      <a:pt x="6408" y="8460"/>
                    </a:lnTo>
                    <a:lnTo>
                      <a:pt x="5622" y="8028"/>
                    </a:lnTo>
                    <a:lnTo>
                      <a:pt x="4854" y="7572"/>
                    </a:lnTo>
                    <a:lnTo>
                      <a:pt x="4098" y="7092"/>
                    </a:lnTo>
                    <a:lnTo>
                      <a:pt x="3366" y="6582"/>
                    </a:lnTo>
                    <a:lnTo>
                      <a:pt x="2652" y="6054"/>
                    </a:lnTo>
                    <a:lnTo>
                      <a:pt x="1956" y="5496"/>
                    </a:lnTo>
                    <a:lnTo>
                      <a:pt x="1284" y="4914"/>
                    </a:lnTo>
                    <a:lnTo>
                      <a:pt x="630" y="4308"/>
                    </a:lnTo>
                    <a:lnTo>
                      <a:pt x="0" y="3684"/>
                    </a:lnTo>
                    <a:lnTo>
                      <a:pt x="1686" y="270"/>
                    </a:lnTo>
                    <a:lnTo>
                      <a:pt x="5946" y="0"/>
                    </a:lnTo>
                    <a:close/>
                  </a:path>
                </a:pathLst>
              </a:custGeom>
              <a:solidFill>
                <a:srgbClr val="A7A9A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637" name="Google Shape;637;p105"/>
              <p:cNvSpPr/>
              <p:nvPr/>
            </p:nvSpPr>
            <p:spPr>
              <a:xfrm>
                <a:off x="3152577" y="1290972"/>
                <a:ext cx="1441917" cy="1034745"/>
              </a:xfrm>
              <a:custGeom>
                <a:avLst/>
                <a:gdLst/>
                <a:ahLst/>
                <a:cxnLst/>
                <a:rect l="l" t="t" r="r" b="b"/>
                <a:pathLst>
                  <a:path w="23670" h="16986" extrusionOk="0">
                    <a:moveTo>
                      <a:pt x="21030" y="0"/>
                    </a:moveTo>
                    <a:lnTo>
                      <a:pt x="23670" y="3888"/>
                    </a:lnTo>
                    <a:lnTo>
                      <a:pt x="22416" y="6678"/>
                    </a:lnTo>
                    <a:lnTo>
                      <a:pt x="21600" y="6732"/>
                    </a:lnTo>
                    <a:lnTo>
                      <a:pt x="20796" y="6828"/>
                    </a:lnTo>
                    <a:lnTo>
                      <a:pt x="19998" y="6954"/>
                    </a:lnTo>
                    <a:lnTo>
                      <a:pt x="19212" y="7116"/>
                    </a:lnTo>
                    <a:lnTo>
                      <a:pt x="18444" y="7314"/>
                    </a:lnTo>
                    <a:lnTo>
                      <a:pt x="17682" y="7542"/>
                    </a:lnTo>
                    <a:lnTo>
                      <a:pt x="16944" y="7800"/>
                    </a:lnTo>
                    <a:lnTo>
                      <a:pt x="16212" y="8088"/>
                    </a:lnTo>
                    <a:lnTo>
                      <a:pt x="15498" y="8412"/>
                    </a:lnTo>
                    <a:lnTo>
                      <a:pt x="14802" y="8760"/>
                    </a:lnTo>
                    <a:lnTo>
                      <a:pt x="14124" y="9138"/>
                    </a:lnTo>
                    <a:lnTo>
                      <a:pt x="13464" y="9546"/>
                    </a:lnTo>
                    <a:lnTo>
                      <a:pt x="12822" y="9978"/>
                    </a:lnTo>
                    <a:lnTo>
                      <a:pt x="12198" y="10434"/>
                    </a:lnTo>
                    <a:lnTo>
                      <a:pt x="11592" y="10920"/>
                    </a:lnTo>
                    <a:lnTo>
                      <a:pt x="11016" y="11430"/>
                    </a:lnTo>
                    <a:lnTo>
                      <a:pt x="10452" y="11964"/>
                    </a:lnTo>
                    <a:lnTo>
                      <a:pt x="9918" y="12516"/>
                    </a:lnTo>
                    <a:lnTo>
                      <a:pt x="9408" y="13098"/>
                    </a:lnTo>
                    <a:lnTo>
                      <a:pt x="8916" y="13698"/>
                    </a:lnTo>
                    <a:lnTo>
                      <a:pt x="8454" y="14316"/>
                    </a:lnTo>
                    <a:lnTo>
                      <a:pt x="8022" y="14952"/>
                    </a:lnTo>
                    <a:lnTo>
                      <a:pt x="7608" y="15612"/>
                    </a:lnTo>
                    <a:lnTo>
                      <a:pt x="7230" y="16290"/>
                    </a:lnTo>
                    <a:lnTo>
                      <a:pt x="6876" y="16986"/>
                    </a:lnTo>
                    <a:lnTo>
                      <a:pt x="4560" y="14646"/>
                    </a:lnTo>
                    <a:lnTo>
                      <a:pt x="0" y="15858"/>
                    </a:lnTo>
                    <a:lnTo>
                      <a:pt x="348" y="15000"/>
                    </a:lnTo>
                    <a:lnTo>
                      <a:pt x="732" y="14154"/>
                    </a:lnTo>
                    <a:lnTo>
                      <a:pt x="1140" y="13332"/>
                    </a:lnTo>
                    <a:lnTo>
                      <a:pt x="1584" y="12522"/>
                    </a:lnTo>
                    <a:lnTo>
                      <a:pt x="2052" y="11730"/>
                    </a:lnTo>
                    <a:lnTo>
                      <a:pt x="2550" y="10962"/>
                    </a:lnTo>
                    <a:lnTo>
                      <a:pt x="3078" y="10212"/>
                    </a:lnTo>
                    <a:lnTo>
                      <a:pt x="3624" y="9480"/>
                    </a:lnTo>
                    <a:lnTo>
                      <a:pt x="4200" y="8772"/>
                    </a:lnTo>
                    <a:lnTo>
                      <a:pt x="4806" y="8088"/>
                    </a:lnTo>
                    <a:lnTo>
                      <a:pt x="5430" y="7422"/>
                    </a:lnTo>
                    <a:lnTo>
                      <a:pt x="6078" y="6780"/>
                    </a:lnTo>
                    <a:lnTo>
                      <a:pt x="6756" y="6162"/>
                    </a:lnTo>
                    <a:lnTo>
                      <a:pt x="7446" y="5568"/>
                    </a:lnTo>
                    <a:lnTo>
                      <a:pt x="8166" y="5004"/>
                    </a:lnTo>
                    <a:lnTo>
                      <a:pt x="8904" y="4464"/>
                    </a:lnTo>
                    <a:lnTo>
                      <a:pt x="9660" y="3948"/>
                    </a:lnTo>
                    <a:lnTo>
                      <a:pt x="10434" y="3456"/>
                    </a:lnTo>
                    <a:lnTo>
                      <a:pt x="11232" y="3000"/>
                    </a:lnTo>
                    <a:lnTo>
                      <a:pt x="12048" y="2568"/>
                    </a:lnTo>
                    <a:lnTo>
                      <a:pt x="12876" y="2166"/>
                    </a:lnTo>
                    <a:lnTo>
                      <a:pt x="13728" y="1800"/>
                    </a:lnTo>
                    <a:lnTo>
                      <a:pt x="14592" y="1458"/>
                    </a:lnTo>
                    <a:lnTo>
                      <a:pt x="15468" y="1146"/>
                    </a:lnTo>
                    <a:lnTo>
                      <a:pt x="16362" y="870"/>
                    </a:lnTo>
                    <a:lnTo>
                      <a:pt x="17274" y="630"/>
                    </a:lnTo>
                    <a:lnTo>
                      <a:pt x="18192" y="420"/>
                    </a:lnTo>
                    <a:lnTo>
                      <a:pt x="19128" y="246"/>
                    </a:lnTo>
                    <a:lnTo>
                      <a:pt x="20076" y="102"/>
                    </a:lnTo>
                    <a:lnTo>
                      <a:pt x="21030" y="0"/>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638" name="Google Shape;638;p105"/>
              <p:cNvSpPr/>
              <p:nvPr/>
            </p:nvSpPr>
            <p:spPr>
              <a:xfrm>
                <a:off x="5267367" y="2226290"/>
                <a:ext cx="827138" cy="1735052"/>
              </a:xfrm>
              <a:custGeom>
                <a:avLst/>
                <a:gdLst/>
                <a:ahLst/>
                <a:cxnLst/>
                <a:rect l="l" t="t" r="r" b="b"/>
                <a:pathLst>
                  <a:path w="13578" h="28482" extrusionOk="0">
                    <a:moveTo>
                      <a:pt x="11694" y="0"/>
                    </a:moveTo>
                    <a:lnTo>
                      <a:pt x="12012" y="810"/>
                    </a:lnTo>
                    <a:lnTo>
                      <a:pt x="12300" y="1632"/>
                    </a:lnTo>
                    <a:lnTo>
                      <a:pt x="12564" y="2466"/>
                    </a:lnTo>
                    <a:lnTo>
                      <a:pt x="12798" y="3312"/>
                    </a:lnTo>
                    <a:lnTo>
                      <a:pt x="13002" y="4170"/>
                    </a:lnTo>
                    <a:lnTo>
                      <a:pt x="13176" y="5040"/>
                    </a:lnTo>
                    <a:lnTo>
                      <a:pt x="13320" y="5916"/>
                    </a:lnTo>
                    <a:lnTo>
                      <a:pt x="13434" y="6804"/>
                    </a:lnTo>
                    <a:lnTo>
                      <a:pt x="13512" y="7704"/>
                    </a:lnTo>
                    <a:lnTo>
                      <a:pt x="13566" y="8616"/>
                    </a:lnTo>
                    <a:lnTo>
                      <a:pt x="13578" y="9528"/>
                    </a:lnTo>
                    <a:lnTo>
                      <a:pt x="13560" y="10512"/>
                    </a:lnTo>
                    <a:lnTo>
                      <a:pt x="13506" y="11490"/>
                    </a:lnTo>
                    <a:lnTo>
                      <a:pt x="13410" y="12450"/>
                    </a:lnTo>
                    <a:lnTo>
                      <a:pt x="13278" y="13404"/>
                    </a:lnTo>
                    <a:lnTo>
                      <a:pt x="13116" y="14346"/>
                    </a:lnTo>
                    <a:lnTo>
                      <a:pt x="12918" y="15276"/>
                    </a:lnTo>
                    <a:lnTo>
                      <a:pt x="12684" y="16188"/>
                    </a:lnTo>
                    <a:lnTo>
                      <a:pt x="12414" y="17094"/>
                    </a:lnTo>
                    <a:lnTo>
                      <a:pt x="12114" y="17982"/>
                    </a:lnTo>
                    <a:lnTo>
                      <a:pt x="11778" y="18852"/>
                    </a:lnTo>
                    <a:lnTo>
                      <a:pt x="11418" y="19710"/>
                    </a:lnTo>
                    <a:lnTo>
                      <a:pt x="11022" y="20544"/>
                    </a:lnTo>
                    <a:lnTo>
                      <a:pt x="10602" y="21366"/>
                    </a:lnTo>
                    <a:lnTo>
                      <a:pt x="10146" y="22170"/>
                    </a:lnTo>
                    <a:lnTo>
                      <a:pt x="9666" y="22956"/>
                    </a:lnTo>
                    <a:lnTo>
                      <a:pt x="9156" y="23724"/>
                    </a:lnTo>
                    <a:lnTo>
                      <a:pt x="8616" y="24468"/>
                    </a:lnTo>
                    <a:lnTo>
                      <a:pt x="8058" y="25194"/>
                    </a:lnTo>
                    <a:lnTo>
                      <a:pt x="7470" y="25896"/>
                    </a:lnTo>
                    <a:lnTo>
                      <a:pt x="6852" y="26580"/>
                    </a:lnTo>
                    <a:lnTo>
                      <a:pt x="6216" y="27234"/>
                    </a:lnTo>
                    <a:lnTo>
                      <a:pt x="5556" y="27870"/>
                    </a:lnTo>
                    <a:lnTo>
                      <a:pt x="4872" y="28482"/>
                    </a:lnTo>
                    <a:lnTo>
                      <a:pt x="468" y="26778"/>
                    </a:lnTo>
                    <a:lnTo>
                      <a:pt x="0" y="23730"/>
                    </a:lnTo>
                    <a:lnTo>
                      <a:pt x="588" y="23238"/>
                    </a:lnTo>
                    <a:lnTo>
                      <a:pt x="1146" y="22728"/>
                    </a:lnTo>
                    <a:lnTo>
                      <a:pt x="1686" y="22188"/>
                    </a:lnTo>
                    <a:lnTo>
                      <a:pt x="2208" y="21630"/>
                    </a:lnTo>
                    <a:lnTo>
                      <a:pt x="2700" y="21054"/>
                    </a:lnTo>
                    <a:lnTo>
                      <a:pt x="3168" y="20454"/>
                    </a:lnTo>
                    <a:lnTo>
                      <a:pt x="3612" y="19836"/>
                    </a:lnTo>
                    <a:lnTo>
                      <a:pt x="4032" y="19200"/>
                    </a:lnTo>
                    <a:lnTo>
                      <a:pt x="4428" y="18540"/>
                    </a:lnTo>
                    <a:lnTo>
                      <a:pt x="4794" y="17868"/>
                    </a:lnTo>
                    <a:lnTo>
                      <a:pt x="5130" y="17178"/>
                    </a:lnTo>
                    <a:lnTo>
                      <a:pt x="5442" y="16470"/>
                    </a:lnTo>
                    <a:lnTo>
                      <a:pt x="5724" y="15750"/>
                    </a:lnTo>
                    <a:lnTo>
                      <a:pt x="5976" y="15018"/>
                    </a:lnTo>
                    <a:lnTo>
                      <a:pt x="6192" y="14268"/>
                    </a:lnTo>
                    <a:lnTo>
                      <a:pt x="6378" y="13506"/>
                    </a:lnTo>
                    <a:lnTo>
                      <a:pt x="6534" y="12732"/>
                    </a:lnTo>
                    <a:lnTo>
                      <a:pt x="6660" y="11946"/>
                    </a:lnTo>
                    <a:lnTo>
                      <a:pt x="6744" y="11148"/>
                    </a:lnTo>
                    <a:lnTo>
                      <a:pt x="6798" y="10344"/>
                    </a:lnTo>
                    <a:lnTo>
                      <a:pt x="6816" y="9528"/>
                    </a:lnTo>
                    <a:lnTo>
                      <a:pt x="6804" y="8778"/>
                    </a:lnTo>
                    <a:lnTo>
                      <a:pt x="6756" y="8040"/>
                    </a:lnTo>
                    <a:lnTo>
                      <a:pt x="6684" y="7308"/>
                    </a:lnTo>
                    <a:lnTo>
                      <a:pt x="6576" y="6582"/>
                    </a:lnTo>
                    <a:lnTo>
                      <a:pt x="6444" y="5868"/>
                    </a:lnTo>
                    <a:lnTo>
                      <a:pt x="6282" y="5160"/>
                    </a:lnTo>
                    <a:lnTo>
                      <a:pt x="6096" y="4464"/>
                    </a:lnTo>
                    <a:lnTo>
                      <a:pt x="5886" y="3780"/>
                    </a:lnTo>
                    <a:lnTo>
                      <a:pt x="8970" y="3948"/>
                    </a:lnTo>
                    <a:lnTo>
                      <a:pt x="11694" y="0"/>
                    </a:lnTo>
                    <a:close/>
                  </a:path>
                </a:pathLst>
              </a:custGeom>
              <a:solidFill>
                <a:srgbClr val="80828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grpSp>
        <p:grpSp>
          <p:nvGrpSpPr>
            <p:cNvPr id="639" name="Google Shape;639;p105"/>
            <p:cNvGrpSpPr/>
            <p:nvPr/>
          </p:nvGrpSpPr>
          <p:grpSpPr>
            <a:xfrm>
              <a:off x="6667029" y="1907839"/>
              <a:ext cx="726487" cy="554743"/>
              <a:chOff x="2011" y="957"/>
              <a:chExt cx="1738" cy="1326"/>
            </a:xfrm>
          </p:grpSpPr>
          <p:sp>
            <p:nvSpPr>
              <p:cNvPr id="640" name="Google Shape;640;p105"/>
              <p:cNvSpPr/>
              <p:nvPr/>
            </p:nvSpPr>
            <p:spPr>
              <a:xfrm>
                <a:off x="3061" y="1432"/>
                <a:ext cx="688" cy="746"/>
              </a:xfrm>
              <a:custGeom>
                <a:avLst/>
                <a:gdLst/>
                <a:ahLst/>
                <a:cxnLst/>
                <a:rect l="l" t="t" r="r" b="b"/>
                <a:pathLst>
                  <a:path w="290" h="314" extrusionOk="0">
                    <a:moveTo>
                      <a:pt x="41" y="313"/>
                    </a:moveTo>
                    <a:cubicBezTo>
                      <a:pt x="41" y="257"/>
                      <a:pt x="40" y="203"/>
                      <a:pt x="42" y="149"/>
                    </a:cubicBezTo>
                    <a:cubicBezTo>
                      <a:pt x="43" y="114"/>
                      <a:pt x="33" y="88"/>
                      <a:pt x="0" y="76"/>
                    </a:cubicBezTo>
                    <a:cubicBezTo>
                      <a:pt x="5" y="58"/>
                      <a:pt x="9" y="40"/>
                      <a:pt x="14" y="23"/>
                    </a:cubicBezTo>
                    <a:cubicBezTo>
                      <a:pt x="17" y="12"/>
                      <a:pt x="35" y="5"/>
                      <a:pt x="47" y="12"/>
                    </a:cubicBezTo>
                    <a:cubicBezTo>
                      <a:pt x="95" y="44"/>
                      <a:pt x="142" y="43"/>
                      <a:pt x="191" y="12"/>
                    </a:cubicBezTo>
                    <a:cubicBezTo>
                      <a:pt x="210" y="0"/>
                      <a:pt x="252" y="28"/>
                      <a:pt x="257" y="57"/>
                    </a:cubicBezTo>
                    <a:cubicBezTo>
                      <a:pt x="262" y="85"/>
                      <a:pt x="265" y="112"/>
                      <a:pt x="269" y="140"/>
                    </a:cubicBezTo>
                    <a:cubicBezTo>
                      <a:pt x="274" y="178"/>
                      <a:pt x="279" y="215"/>
                      <a:pt x="284" y="253"/>
                    </a:cubicBezTo>
                    <a:cubicBezTo>
                      <a:pt x="290" y="292"/>
                      <a:pt x="271" y="314"/>
                      <a:pt x="231" y="314"/>
                    </a:cubicBezTo>
                    <a:cubicBezTo>
                      <a:pt x="175" y="314"/>
                      <a:pt x="118" y="314"/>
                      <a:pt x="62" y="314"/>
                    </a:cubicBezTo>
                    <a:cubicBezTo>
                      <a:pt x="56" y="314"/>
                      <a:pt x="50" y="314"/>
                      <a:pt x="41" y="313"/>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641" name="Google Shape;641;p105"/>
              <p:cNvSpPr/>
              <p:nvPr/>
            </p:nvSpPr>
            <p:spPr>
              <a:xfrm>
                <a:off x="2011" y="1447"/>
                <a:ext cx="654" cy="731"/>
              </a:xfrm>
              <a:custGeom>
                <a:avLst/>
                <a:gdLst/>
                <a:ahLst/>
                <a:cxnLst/>
                <a:rect l="l" t="t" r="r" b="b"/>
                <a:pathLst>
                  <a:path w="276" h="308" extrusionOk="0">
                    <a:moveTo>
                      <a:pt x="235" y="307"/>
                    </a:moveTo>
                    <a:cubicBezTo>
                      <a:pt x="179" y="307"/>
                      <a:pt x="127" y="308"/>
                      <a:pt x="74" y="307"/>
                    </a:cubicBezTo>
                    <a:cubicBezTo>
                      <a:pt x="54" y="307"/>
                      <a:pt x="39" y="291"/>
                      <a:pt x="34" y="266"/>
                    </a:cubicBezTo>
                    <a:cubicBezTo>
                      <a:pt x="27" y="227"/>
                      <a:pt x="22" y="187"/>
                      <a:pt x="16" y="148"/>
                    </a:cubicBezTo>
                    <a:cubicBezTo>
                      <a:pt x="12" y="123"/>
                      <a:pt x="9" y="98"/>
                      <a:pt x="5" y="73"/>
                    </a:cubicBezTo>
                    <a:cubicBezTo>
                      <a:pt x="0" y="44"/>
                      <a:pt x="8" y="30"/>
                      <a:pt x="34" y="19"/>
                    </a:cubicBezTo>
                    <a:cubicBezTo>
                      <a:pt x="48" y="14"/>
                      <a:pt x="63" y="9"/>
                      <a:pt x="78" y="5"/>
                    </a:cubicBezTo>
                    <a:cubicBezTo>
                      <a:pt x="82" y="4"/>
                      <a:pt x="89" y="4"/>
                      <a:pt x="92" y="7"/>
                    </a:cubicBezTo>
                    <a:cubicBezTo>
                      <a:pt x="148" y="45"/>
                      <a:pt x="202" y="42"/>
                      <a:pt x="254" y="1"/>
                    </a:cubicBezTo>
                    <a:cubicBezTo>
                      <a:pt x="255" y="0"/>
                      <a:pt x="257" y="0"/>
                      <a:pt x="258" y="0"/>
                    </a:cubicBezTo>
                    <a:cubicBezTo>
                      <a:pt x="264" y="23"/>
                      <a:pt x="269" y="46"/>
                      <a:pt x="276" y="70"/>
                    </a:cubicBezTo>
                    <a:cubicBezTo>
                      <a:pt x="240" y="82"/>
                      <a:pt x="234" y="112"/>
                      <a:pt x="235" y="147"/>
                    </a:cubicBezTo>
                    <a:cubicBezTo>
                      <a:pt x="236" y="200"/>
                      <a:pt x="235" y="252"/>
                      <a:pt x="235" y="307"/>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642" name="Google Shape;642;p105"/>
              <p:cNvSpPr/>
              <p:nvPr/>
            </p:nvSpPr>
            <p:spPr>
              <a:xfrm>
                <a:off x="2616" y="1639"/>
                <a:ext cx="498" cy="644"/>
              </a:xfrm>
              <a:custGeom>
                <a:avLst/>
                <a:gdLst/>
                <a:ahLst/>
                <a:cxnLst/>
                <a:rect l="l" t="t" r="r" b="b"/>
                <a:pathLst>
                  <a:path w="210" h="271" extrusionOk="0">
                    <a:moveTo>
                      <a:pt x="0" y="138"/>
                    </a:moveTo>
                    <a:cubicBezTo>
                      <a:pt x="0" y="108"/>
                      <a:pt x="0" y="78"/>
                      <a:pt x="0" y="48"/>
                    </a:cubicBezTo>
                    <a:cubicBezTo>
                      <a:pt x="1" y="14"/>
                      <a:pt x="27" y="0"/>
                      <a:pt x="56" y="16"/>
                    </a:cubicBezTo>
                    <a:cubicBezTo>
                      <a:pt x="89" y="35"/>
                      <a:pt x="122" y="34"/>
                      <a:pt x="155" y="15"/>
                    </a:cubicBezTo>
                    <a:cubicBezTo>
                      <a:pt x="181" y="0"/>
                      <a:pt x="209" y="14"/>
                      <a:pt x="209" y="45"/>
                    </a:cubicBezTo>
                    <a:cubicBezTo>
                      <a:pt x="210" y="108"/>
                      <a:pt x="210" y="170"/>
                      <a:pt x="209" y="233"/>
                    </a:cubicBezTo>
                    <a:cubicBezTo>
                      <a:pt x="209" y="256"/>
                      <a:pt x="194" y="270"/>
                      <a:pt x="171" y="270"/>
                    </a:cubicBezTo>
                    <a:cubicBezTo>
                      <a:pt x="127" y="271"/>
                      <a:pt x="83" y="271"/>
                      <a:pt x="39" y="270"/>
                    </a:cubicBezTo>
                    <a:cubicBezTo>
                      <a:pt x="15" y="270"/>
                      <a:pt x="1" y="256"/>
                      <a:pt x="0" y="232"/>
                    </a:cubicBezTo>
                    <a:cubicBezTo>
                      <a:pt x="0" y="200"/>
                      <a:pt x="0" y="169"/>
                      <a:pt x="0" y="138"/>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643" name="Google Shape;643;p105"/>
              <p:cNvSpPr/>
              <p:nvPr/>
            </p:nvSpPr>
            <p:spPr>
              <a:xfrm>
                <a:off x="2160" y="957"/>
                <a:ext cx="505" cy="520"/>
              </a:xfrm>
              <a:custGeom>
                <a:avLst/>
                <a:gdLst/>
                <a:ahLst/>
                <a:cxnLst/>
                <a:rect l="l" t="t" r="r" b="b"/>
                <a:pathLst>
                  <a:path w="213" h="219" extrusionOk="0">
                    <a:moveTo>
                      <a:pt x="106" y="1"/>
                    </a:moveTo>
                    <a:cubicBezTo>
                      <a:pt x="165" y="0"/>
                      <a:pt x="213" y="49"/>
                      <a:pt x="213" y="109"/>
                    </a:cubicBezTo>
                    <a:cubicBezTo>
                      <a:pt x="213" y="169"/>
                      <a:pt x="166" y="218"/>
                      <a:pt x="107" y="219"/>
                    </a:cubicBezTo>
                    <a:cubicBezTo>
                      <a:pt x="48" y="219"/>
                      <a:pt x="0" y="171"/>
                      <a:pt x="0" y="110"/>
                    </a:cubicBezTo>
                    <a:cubicBezTo>
                      <a:pt x="0" y="49"/>
                      <a:pt x="46" y="1"/>
                      <a:pt x="106" y="1"/>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644" name="Google Shape;644;p105"/>
              <p:cNvSpPr/>
              <p:nvPr/>
            </p:nvSpPr>
            <p:spPr>
              <a:xfrm>
                <a:off x="3097" y="967"/>
                <a:ext cx="491" cy="503"/>
              </a:xfrm>
              <a:custGeom>
                <a:avLst/>
                <a:gdLst/>
                <a:ahLst/>
                <a:cxnLst/>
                <a:rect l="l" t="t" r="r" b="b"/>
                <a:pathLst>
                  <a:path w="207" h="212" extrusionOk="0">
                    <a:moveTo>
                      <a:pt x="0" y="105"/>
                    </a:moveTo>
                    <a:cubicBezTo>
                      <a:pt x="1" y="46"/>
                      <a:pt x="46" y="0"/>
                      <a:pt x="103" y="0"/>
                    </a:cubicBezTo>
                    <a:cubicBezTo>
                      <a:pt x="161" y="0"/>
                      <a:pt x="207" y="48"/>
                      <a:pt x="206" y="107"/>
                    </a:cubicBezTo>
                    <a:cubicBezTo>
                      <a:pt x="206" y="165"/>
                      <a:pt x="159" y="212"/>
                      <a:pt x="102" y="211"/>
                    </a:cubicBezTo>
                    <a:cubicBezTo>
                      <a:pt x="45" y="211"/>
                      <a:pt x="0" y="164"/>
                      <a:pt x="0" y="10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645" name="Google Shape;645;p105"/>
              <p:cNvSpPr/>
              <p:nvPr/>
            </p:nvSpPr>
            <p:spPr>
              <a:xfrm>
                <a:off x="2680" y="1280"/>
                <a:ext cx="367" cy="383"/>
              </a:xfrm>
              <a:custGeom>
                <a:avLst/>
                <a:gdLst/>
                <a:ahLst/>
                <a:cxnLst/>
                <a:rect l="l" t="t" r="r" b="b"/>
                <a:pathLst>
                  <a:path w="155" h="161" extrusionOk="0">
                    <a:moveTo>
                      <a:pt x="155" y="80"/>
                    </a:moveTo>
                    <a:cubicBezTo>
                      <a:pt x="155" y="124"/>
                      <a:pt x="121" y="160"/>
                      <a:pt x="78" y="160"/>
                    </a:cubicBezTo>
                    <a:cubicBezTo>
                      <a:pt x="35" y="161"/>
                      <a:pt x="0" y="125"/>
                      <a:pt x="0" y="81"/>
                    </a:cubicBezTo>
                    <a:cubicBezTo>
                      <a:pt x="0" y="37"/>
                      <a:pt x="34" y="2"/>
                      <a:pt x="76" y="1"/>
                    </a:cubicBezTo>
                    <a:cubicBezTo>
                      <a:pt x="119" y="0"/>
                      <a:pt x="154" y="36"/>
                      <a:pt x="155" y="8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grpSp>
      </p:grpSp>
      <p:sp>
        <p:nvSpPr>
          <p:cNvPr id="646" name="Google Shape;646;p105"/>
          <p:cNvSpPr txBox="1"/>
          <p:nvPr/>
        </p:nvSpPr>
        <p:spPr>
          <a:xfrm>
            <a:off x="2812568" y="4700032"/>
            <a:ext cx="4023300" cy="228600"/>
          </a:xfrm>
          <a:prstGeom prst="rect">
            <a:avLst/>
          </a:prstGeom>
          <a:noFill/>
          <a:ln>
            <a:noFill/>
          </a:ln>
        </p:spPr>
        <p:txBody>
          <a:bodyPr spcFirstLastPara="1" wrap="square" lIns="0" tIns="0" rIns="182875" bIns="0" anchor="b" anchorCtr="0">
            <a:noAutofit/>
          </a:bodyPr>
          <a:lstStyle/>
          <a:p>
            <a:pPr marL="0" marR="0" lvl="0" indent="0" algn="l" rtl="0">
              <a:lnSpc>
                <a:spcPct val="100000"/>
              </a:lnSpc>
              <a:spcBef>
                <a:spcPts val="0"/>
              </a:spcBef>
              <a:spcAft>
                <a:spcPts val="0"/>
              </a:spcAft>
              <a:buClr>
                <a:srgbClr val="000000"/>
              </a:buClr>
              <a:buSzPts val="500"/>
              <a:buFont typeface="Arial"/>
              <a:buNone/>
            </a:pPr>
            <a:r>
              <a:rPr lang="en" sz="700" b="0" i="0" u="none" strike="noStrike" cap="none">
                <a:solidFill>
                  <a:srgbClr val="000000"/>
                </a:solidFill>
                <a:latin typeface="Arial Narrow"/>
                <a:ea typeface="Arial Narrow"/>
                <a:cs typeface="Arial Narrow"/>
                <a:sym typeface="Arial Narrow"/>
              </a:rPr>
              <a:t>Confidential and proprietary materials for authorized Verizon personnel and outside agencies only. Use, disclosure or distribution of this material is not permitted to any unauthorized persons or third parties except by written agreement.</a:t>
            </a:r>
            <a:endParaRPr sz="1400" b="0" i="0" u="none" strike="noStrike" cap="none">
              <a:solidFill>
                <a:srgbClr val="000000"/>
              </a:solidFill>
              <a:latin typeface="Arial"/>
              <a:ea typeface="Arial"/>
              <a:cs typeface="Arial"/>
              <a:sym typeface="Arial"/>
            </a:endParaRPr>
          </a:p>
        </p:txBody>
      </p:sp>
      <p:pic>
        <p:nvPicPr>
          <p:cNvPr id="647" name="Google Shape;647;p105"/>
          <p:cNvPicPr preferRelativeResize="0"/>
          <p:nvPr/>
        </p:nvPicPr>
        <p:blipFill rotWithShape="1">
          <a:blip r:embed="rId2">
            <a:alphaModFix/>
          </a:blip>
          <a:srcRect/>
          <a:stretch/>
        </p:blipFill>
        <p:spPr>
          <a:xfrm>
            <a:off x="353823" y="4618101"/>
            <a:ext cx="1069848" cy="397803"/>
          </a:xfrm>
          <a:prstGeom prst="rect">
            <a:avLst/>
          </a:prstGeom>
          <a:noFill/>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wo Column Content">
  <p:cSld name="Two Column Content">
    <p:spTree>
      <p:nvGrpSpPr>
        <p:cNvPr id="1" name="Shape 648"/>
        <p:cNvGrpSpPr/>
        <p:nvPr/>
      </p:nvGrpSpPr>
      <p:grpSpPr>
        <a:xfrm>
          <a:off x="0" y="0"/>
          <a:ext cx="0" cy="0"/>
          <a:chOff x="0" y="0"/>
          <a:chExt cx="0" cy="0"/>
        </a:xfrm>
      </p:grpSpPr>
      <p:sp>
        <p:nvSpPr>
          <p:cNvPr id="649" name="Google Shape;649;p106"/>
          <p:cNvSpPr txBox="1">
            <a:spLocks noGrp="1"/>
          </p:cNvSpPr>
          <p:nvPr>
            <p:ph type="body" idx="1"/>
          </p:nvPr>
        </p:nvSpPr>
        <p:spPr>
          <a:xfrm>
            <a:off x="457200" y="1097758"/>
            <a:ext cx="3977700" cy="3530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1200"/>
              </a:spcBef>
              <a:spcAft>
                <a:spcPts val="0"/>
              </a:spcAft>
              <a:buClr>
                <a:schemeClr val="dk1"/>
              </a:buClr>
              <a:buSzPts val="1400"/>
              <a:buNone/>
              <a:defRPr/>
            </a:lvl1pPr>
            <a:lvl2pPr marL="914400" lvl="1" indent="-228600" algn="l" rtl="0">
              <a:lnSpc>
                <a:spcPct val="100000"/>
              </a:lnSpc>
              <a:spcBef>
                <a:spcPts val="1200"/>
              </a:spcBef>
              <a:spcAft>
                <a:spcPts val="0"/>
              </a:spcAft>
              <a:buClr>
                <a:schemeClr val="dk1"/>
              </a:buClr>
              <a:buSzPts val="1400"/>
              <a:buNone/>
              <a:defRPr/>
            </a:lvl2pPr>
            <a:lvl3pPr marL="1371600" lvl="2" indent="-317500" algn="l" rtl="0">
              <a:lnSpc>
                <a:spcPct val="100000"/>
              </a:lnSpc>
              <a:spcBef>
                <a:spcPts val="900"/>
              </a:spcBef>
              <a:spcAft>
                <a:spcPts val="0"/>
              </a:spcAft>
              <a:buClr>
                <a:schemeClr val="dk1"/>
              </a:buClr>
              <a:buSzPts val="1400"/>
              <a:buChar char="•"/>
              <a:defRPr/>
            </a:lvl3pPr>
            <a:lvl4pPr marL="1828800" lvl="3" indent="-317500" algn="l" rtl="0">
              <a:lnSpc>
                <a:spcPct val="100000"/>
              </a:lnSpc>
              <a:spcBef>
                <a:spcPts val="900"/>
              </a:spcBef>
              <a:spcAft>
                <a:spcPts val="0"/>
              </a:spcAft>
              <a:buClr>
                <a:schemeClr val="dk1"/>
              </a:buClr>
              <a:buSzPts val="1400"/>
              <a:buChar char="–"/>
              <a:defRPr/>
            </a:lvl4pPr>
            <a:lvl5pPr marL="2286000" lvl="4" indent="-317500" algn="l" rtl="0">
              <a:lnSpc>
                <a:spcPct val="100000"/>
              </a:lnSpc>
              <a:spcBef>
                <a:spcPts val="900"/>
              </a:spcBef>
              <a:spcAft>
                <a:spcPts val="0"/>
              </a:spcAft>
              <a:buClr>
                <a:schemeClr val="dk1"/>
              </a:buClr>
              <a:buSzPts val="1400"/>
              <a:buChar char="–"/>
              <a:defRPr/>
            </a:lvl5pPr>
            <a:lvl6pPr marL="2743200" lvl="5" indent="-317500" algn="l" rtl="0">
              <a:lnSpc>
                <a:spcPct val="100000"/>
              </a:lnSpc>
              <a:spcBef>
                <a:spcPts val="400"/>
              </a:spcBef>
              <a:spcAft>
                <a:spcPts val="0"/>
              </a:spcAft>
              <a:buClr>
                <a:schemeClr val="dk1"/>
              </a:buClr>
              <a:buSzPts val="1400"/>
              <a:buChar char="•"/>
              <a:defRPr/>
            </a:lvl6pPr>
            <a:lvl7pPr marL="3200400" lvl="6" indent="-317500" algn="l" rtl="0">
              <a:lnSpc>
                <a:spcPct val="100000"/>
              </a:lnSpc>
              <a:spcBef>
                <a:spcPts val="400"/>
              </a:spcBef>
              <a:spcAft>
                <a:spcPts val="0"/>
              </a:spcAft>
              <a:buClr>
                <a:schemeClr val="dk1"/>
              </a:buClr>
              <a:buSzPts val="1400"/>
              <a:buChar char="•"/>
              <a:defRPr/>
            </a:lvl7pPr>
            <a:lvl8pPr marL="3657600" lvl="7" indent="-317500" algn="l" rtl="0">
              <a:lnSpc>
                <a:spcPct val="100000"/>
              </a:lnSpc>
              <a:spcBef>
                <a:spcPts val="400"/>
              </a:spcBef>
              <a:spcAft>
                <a:spcPts val="0"/>
              </a:spcAft>
              <a:buClr>
                <a:schemeClr val="dk1"/>
              </a:buClr>
              <a:buSzPts val="1400"/>
              <a:buChar char="•"/>
              <a:defRPr/>
            </a:lvl8pPr>
            <a:lvl9pPr marL="4114800" lvl="8" indent="-317500" algn="l" rtl="0">
              <a:lnSpc>
                <a:spcPct val="100000"/>
              </a:lnSpc>
              <a:spcBef>
                <a:spcPts val="400"/>
              </a:spcBef>
              <a:spcAft>
                <a:spcPts val="0"/>
              </a:spcAft>
              <a:buClr>
                <a:schemeClr val="dk1"/>
              </a:buClr>
              <a:buSzPts val="1400"/>
              <a:buChar char="•"/>
              <a:defRPr/>
            </a:lvl9pPr>
          </a:lstStyle>
          <a:p>
            <a:endParaRPr/>
          </a:p>
        </p:txBody>
      </p:sp>
      <p:sp>
        <p:nvSpPr>
          <p:cNvPr id="650" name="Google Shape;650;p106"/>
          <p:cNvSpPr txBox="1">
            <a:spLocks noGrp="1"/>
          </p:cNvSpPr>
          <p:nvPr>
            <p:ph type="dt" idx="10"/>
          </p:nvPr>
        </p:nvSpPr>
        <p:spPr>
          <a:xfrm>
            <a:off x="7543800" y="4810899"/>
            <a:ext cx="914400" cy="1713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651" name="Google Shape;651;p106"/>
          <p:cNvSpPr txBox="1">
            <a:spLocks noGrp="1"/>
          </p:cNvSpPr>
          <p:nvPr>
            <p:ph type="sldNum" idx="12"/>
          </p:nvPr>
        </p:nvSpPr>
        <p:spPr>
          <a:xfrm>
            <a:off x="8458200" y="4810899"/>
            <a:ext cx="228600" cy="1713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652" name="Google Shape;652;p106"/>
          <p:cNvCxnSpPr/>
          <p:nvPr/>
        </p:nvCxnSpPr>
        <p:spPr>
          <a:xfrm>
            <a:off x="457200" y="342900"/>
            <a:ext cx="8229600" cy="0"/>
          </a:xfrm>
          <a:prstGeom prst="straightConnector1">
            <a:avLst/>
          </a:prstGeom>
          <a:noFill/>
          <a:ln w="47625" cap="flat" cmpd="sng">
            <a:solidFill>
              <a:schemeClr val="dk1"/>
            </a:solidFill>
            <a:prstDash val="solid"/>
            <a:round/>
            <a:headEnd type="none" w="sm" len="sm"/>
            <a:tailEnd type="none" w="sm" len="sm"/>
          </a:ln>
        </p:spPr>
      </p:cxnSp>
      <p:sp>
        <p:nvSpPr>
          <p:cNvPr id="653" name="Google Shape;653;p106"/>
          <p:cNvSpPr txBox="1">
            <a:spLocks noGrp="1"/>
          </p:cNvSpPr>
          <p:nvPr>
            <p:ph type="body" idx="2"/>
          </p:nvPr>
        </p:nvSpPr>
        <p:spPr>
          <a:xfrm>
            <a:off x="4709160" y="1097758"/>
            <a:ext cx="3977700" cy="3530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1200"/>
              </a:spcBef>
              <a:spcAft>
                <a:spcPts val="0"/>
              </a:spcAft>
              <a:buClr>
                <a:schemeClr val="dk1"/>
              </a:buClr>
              <a:buSzPts val="1400"/>
              <a:buNone/>
              <a:defRPr/>
            </a:lvl1pPr>
            <a:lvl2pPr marL="914400" lvl="1" indent="-228600" algn="l" rtl="0">
              <a:lnSpc>
                <a:spcPct val="100000"/>
              </a:lnSpc>
              <a:spcBef>
                <a:spcPts val="1200"/>
              </a:spcBef>
              <a:spcAft>
                <a:spcPts val="0"/>
              </a:spcAft>
              <a:buClr>
                <a:schemeClr val="dk1"/>
              </a:buClr>
              <a:buSzPts val="1400"/>
              <a:buNone/>
              <a:defRPr/>
            </a:lvl2pPr>
            <a:lvl3pPr marL="1371600" lvl="2" indent="-317500" algn="l" rtl="0">
              <a:lnSpc>
                <a:spcPct val="100000"/>
              </a:lnSpc>
              <a:spcBef>
                <a:spcPts val="900"/>
              </a:spcBef>
              <a:spcAft>
                <a:spcPts val="0"/>
              </a:spcAft>
              <a:buClr>
                <a:schemeClr val="dk1"/>
              </a:buClr>
              <a:buSzPts val="1400"/>
              <a:buChar char="•"/>
              <a:defRPr/>
            </a:lvl3pPr>
            <a:lvl4pPr marL="1828800" lvl="3" indent="-317500" algn="l" rtl="0">
              <a:lnSpc>
                <a:spcPct val="100000"/>
              </a:lnSpc>
              <a:spcBef>
                <a:spcPts val="900"/>
              </a:spcBef>
              <a:spcAft>
                <a:spcPts val="0"/>
              </a:spcAft>
              <a:buClr>
                <a:schemeClr val="dk1"/>
              </a:buClr>
              <a:buSzPts val="1400"/>
              <a:buChar char="–"/>
              <a:defRPr/>
            </a:lvl4pPr>
            <a:lvl5pPr marL="2286000" lvl="4" indent="-317500" algn="l" rtl="0">
              <a:lnSpc>
                <a:spcPct val="100000"/>
              </a:lnSpc>
              <a:spcBef>
                <a:spcPts val="900"/>
              </a:spcBef>
              <a:spcAft>
                <a:spcPts val="0"/>
              </a:spcAft>
              <a:buClr>
                <a:schemeClr val="dk1"/>
              </a:buClr>
              <a:buSzPts val="1400"/>
              <a:buChar char="–"/>
              <a:defRPr/>
            </a:lvl5pPr>
            <a:lvl6pPr marL="2743200" lvl="5" indent="-317500" algn="l" rtl="0">
              <a:lnSpc>
                <a:spcPct val="100000"/>
              </a:lnSpc>
              <a:spcBef>
                <a:spcPts val="400"/>
              </a:spcBef>
              <a:spcAft>
                <a:spcPts val="0"/>
              </a:spcAft>
              <a:buClr>
                <a:schemeClr val="dk1"/>
              </a:buClr>
              <a:buSzPts val="1400"/>
              <a:buChar char="•"/>
              <a:defRPr/>
            </a:lvl6pPr>
            <a:lvl7pPr marL="3200400" lvl="6" indent="-317500" algn="l" rtl="0">
              <a:lnSpc>
                <a:spcPct val="100000"/>
              </a:lnSpc>
              <a:spcBef>
                <a:spcPts val="400"/>
              </a:spcBef>
              <a:spcAft>
                <a:spcPts val="0"/>
              </a:spcAft>
              <a:buClr>
                <a:schemeClr val="dk1"/>
              </a:buClr>
              <a:buSzPts val="1400"/>
              <a:buChar char="•"/>
              <a:defRPr/>
            </a:lvl7pPr>
            <a:lvl8pPr marL="3657600" lvl="7" indent="-317500" algn="l" rtl="0">
              <a:lnSpc>
                <a:spcPct val="100000"/>
              </a:lnSpc>
              <a:spcBef>
                <a:spcPts val="400"/>
              </a:spcBef>
              <a:spcAft>
                <a:spcPts val="0"/>
              </a:spcAft>
              <a:buClr>
                <a:schemeClr val="dk1"/>
              </a:buClr>
              <a:buSzPts val="1400"/>
              <a:buChar char="•"/>
              <a:defRPr/>
            </a:lvl8pPr>
            <a:lvl9pPr marL="4114800" lvl="8" indent="-317500" algn="l" rtl="0">
              <a:lnSpc>
                <a:spcPct val="100000"/>
              </a:lnSpc>
              <a:spcBef>
                <a:spcPts val="400"/>
              </a:spcBef>
              <a:spcAft>
                <a:spcPts val="0"/>
              </a:spcAft>
              <a:buClr>
                <a:schemeClr val="dk1"/>
              </a:buClr>
              <a:buSzPts val="1400"/>
              <a:buChar char="•"/>
              <a:defRPr/>
            </a:lvl9pPr>
          </a:lstStyle>
          <a:p>
            <a:endParaRPr/>
          </a:p>
        </p:txBody>
      </p:sp>
      <p:sp>
        <p:nvSpPr>
          <p:cNvPr id="654" name="Google Shape;654;p106"/>
          <p:cNvSpPr txBox="1">
            <a:spLocks noGrp="1"/>
          </p:cNvSpPr>
          <p:nvPr>
            <p:ph type="title"/>
          </p:nvPr>
        </p:nvSpPr>
        <p:spPr>
          <a:xfrm>
            <a:off x="457200" y="445770"/>
            <a:ext cx="7086600" cy="2955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661"/>
        <p:cNvGrpSpPr/>
        <p:nvPr/>
      </p:nvGrpSpPr>
      <p:grpSpPr>
        <a:xfrm>
          <a:off x="0" y="0"/>
          <a:ext cx="0" cy="0"/>
          <a:chOff x="0" y="0"/>
          <a:chExt cx="0" cy="0"/>
        </a:xfrm>
      </p:grpSpPr>
      <p:sp>
        <p:nvSpPr>
          <p:cNvPr id="662" name="Google Shape;662;p108"/>
          <p:cNvSpPr txBox="1">
            <a:spLocks noGrp="1"/>
          </p:cNvSpPr>
          <p:nvPr>
            <p:ph type="ctrTitle"/>
          </p:nvPr>
        </p:nvSpPr>
        <p:spPr>
          <a:xfrm>
            <a:off x="457200" y="463073"/>
            <a:ext cx="6271800" cy="17373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6000"/>
              <a:buFont typeface="Verizon NHG DS"/>
              <a:buNone/>
              <a:defRPr sz="6000" b="1" i="0">
                <a:latin typeface="Verizon NHG DS"/>
                <a:ea typeface="Verizon NHG DS"/>
                <a:cs typeface="Verizon NHG DS"/>
                <a:sym typeface="Verizon NHG DS"/>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63" name="Google Shape;663;p108"/>
          <p:cNvSpPr txBox="1">
            <a:spLocks noGrp="1"/>
          </p:cNvSpPr>
          <p:nvPr>
            <p:ph type="subTitle" idx="1"/>
          </p:nvPr>
        </p:nvSpPr>
        <p:spPr>
          <a:xfrm>
            <a:off x="457200" y="2291873"/>
            <a:ext cx="4114800" cy="1371600"/>
          </a:xfrm>
          <a:prstGeom prst="rect">
            <a:avLst/>
          </a:prstGeom>
          <a:noFill/>
          <a:ln>
            <a:noFill/>
          </a:ln>
        </p:spPr>
        <p:txBody>
          <a:bodyPr spcFirstLastPara="1" wrap="square" lIns="0" tIns="0" rIns="0" bIns="0" anchor="t" anchorCtr="0">
            <a:noAutofit/>
          </a:bodyPr>
          <a:lstStyle>
            <a:lvl1pPr lvl="0" algn="l" rtl="0">
              <a:lnSpc>
                <a:spcPct val="80000"/>
              </a:lnSpc>
              <a:spcBef>
                <a:spcPts val="900"/>
              </a:spcBef>
              <a:spcAft>
                <a:spcPts val="0"/>
              </a:spcAft>
              <a:buClr>
                <a:schemeClr val="dk1"/>
              </a:buClr>
              <a:buSzPts val="2000"/>
              <a:buFont typeface="Verizon NHG TX"/>
              <a:buNone/>
              <a:defRPr sz="2000" b="0" i="0">
                <a:solidFill>
                  <a:schemeClr val="dk1"/>
                </a:solidFill>
                <a:latin typeface="Verizon NHG TX"/>
                <a:ea typeface="Verizon NHG TX"/>
                <a:cs typeface="Verizon NHG TX"/>
                <a:sym typeface="Verizon NHG TX"/>
              </a:defRPr>
            </a:lvl1pPr>
            <a:lvl2pPr lvl="1" algn="l" rtl="0">
              <a:lnSpc>
                <a:spcPct val="80000"/>
              </a:lnSpc>
              <a:spcBef>
                <a:spcPts val="900"/>
              </a:spcBef>
              <a:spcAft>
                <a:spcPts val="0"/>
              </a:spcAft>
              <a:buClr>
                <a:schemeClr val="dk1"/>
              </a:buClr>
              <a:buSzPts val="2000"/>
              <a:buFont typeface="Verizon NHG TX"/>
              <a:buNone/>
              <a:defRPr sz="2000" b="1">
                <a:solidFill>
                  <a:schemeClr val="dk1"/>
                </a:solidFill>
              </a:defRPr>
            </a:lvl2pPr>
            <a:lvl3pPr lvl="2" algn="l" rtl="0">
              <a:lnSpc>
                <a:spcPct val="80000"/>
              </a:lnSpc>
              <a:spcBef>
                <a:spcPts val="900"/>
              </a:spcBef>
              <a:spcAft>
                <a:spcPts val="0"/>
              </a:spcAft>
              <a:buClr>
                <a:schemeClr val="dk1"/>
              </a:buClr>
              <a:buSzPts val="2000"/>
              <a:buNone/>
              <a:defRPr sz="2000" b="1">
                <a:solidFill>
                  <a:schemeClr val="dk1"/>
                </a:solidFill>
              </a:defRPr>
            </a:lvl3pPr>
            <a:lvl4pPr lvl="3" algn="l" rtl="0">
              <a:lnSpc>
                <a:spcPct val="80000"/>
              </a:lnSpc>
              <a:spcBef>
                <a:spcPts val="900"/>
              </a:spcBef>
              <a:spcAft>
                <a:spcPts val="0"/>
              </a:spcAft>
              <a:buClr>
                <a:schemeClr val="dk1"/>
              </a:buClr>
              <a:buSzPts val="2000"/>
              <a:buNone/>
              <a:defRPr sz="2000" b="1">
                <a:solidFill>
                  <a:schemeClr val="dk1"/>
                </a:solidFill>
              </a:defRPr>
            </a:lvl4pPr>
            <a:lvl5pPr lvl="4" algn="l" rtl="0">
              <a:lnSpc>
                <a:spcPct val="80000"/>
              </a:lnSpc>
              <a:spcBef>
                <a:spcPts val="900"/>
              </a:spcBef>
              <a:spcAft>
                <a:spcPts val="0"/>
              </a:spcAft>
              <a:buClr>
                <a:schemeClr val="dk1"/>
              </a:buClr>
              <a:buSzPts val="2000"/>
              <a:buNone/>
              <a:defRPr sz="2000" b="1">
                <a:solidFill>
                  <a:schemeClr val="dk1"/>
                </a:solidFill>
              </a:defRPr>
            </a:lvl5pPr>
            <a:lvl6pPr lvl="5" algn="l" rtl="0">
              <a:lnSpc>
                <a:spcPct val="80000"/>
              </a:lnSpc>
              <a:spcBef>
                <a:spcPts val="900"/>
              </a:spcBef>
              <a:spcAft>
                <a:spcPts val="0"/>
              </a:spcAft>
              <a:buClr>
                <a:schemeClr val="dk1"/>
              </a:buClr>
              <a:buSzPts val="2000"/>
              <a:buNone/>
              <a:defRPr sz="2000" b="1">
                <a:solidFill>
                  <a:schemeClr val="dk1"/>
                </a:solidFill>
              </a:defRPr>
            </a:lvl6pPr>
            <a:lvl7pPr lvl="6" algn="l" rtl="0">
              <a:lnSpc>
                <a:spcPct val="80000"/>
              </a:lnSpc>
              <a:spcBef>
                <a:spcPts val="900"/>
              </a:spcBef>
              <a:spcAft>
                <a:spcPts val="0"/>
              </a:spcAft>
              <a:buClr>
                <a:schemeClr val="dk1"/>
              </a:buClr>
              <a:buSzPts val="2000"/>
              <a:buNone/>
              <a:defRPr sz="2000" b="1">
                <a:solidFill>
                  <a:schemeClr val="dk1"/>
                </a:solidFill>
              </a:defRPr>
            </a:lvl7pPr>
            <a:lvl8pPr lvl="7" algn="l" rtl="0">
              <a:lnSpc>
                <a:spcPct val="80000"/>
              </a:lnSpc>
              <a:spcBef>
                <a:spcPts val="900"/>
              </a:spcBef>
              <a:spcAft>
                <a:spcPts val="0"/>
              </a:spcAft>
              <a:buClr>
                <a:schemeClr val="dk1"/>
              </a:buClr>
              <a:buSzPts val="2000"/>
              <a:buNone/>
              <a:defRPr sz="2000" b="1">
                <a:solidFill>
                  <a:schemeClr val="dk1"/>
                </a:solidFill>
              </a:defRPr>
            </a:lvl8pPr>
            <a:lvl9pPr lvl="8" algn="l" rtl="0">
              <a:lnSpc>
                <a:spcPct val="80000"/>
              </a:lnSpc>
              <a:spcBef>
                <a:spcPts val="900"/>
              </a:spcBef>
              <a:spcAft>
                <a:spcPts val="0"/>
              </a:spcAft>
              <a:buClr>
                <a:schemeClr val="dk1"/>
              </a:buClr>
              <a:buSzPts val="2000"/>
              <a:buNone/>
              <a:defRPr sz="2000" b="1">
                <a:solidFill>
                  <a:schemeClr val="dk1"/>
                </a:solidFill>
              </a:defRPr>
            </a:lvl9pPr>
          </a:lstStyle>
          <a:p>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Reverse Section Header">
  <p:cSld name="Reverse Section Header">
    <p:bg>
      <p:bgPr>
        <a:solidFill>
          <a:schemeClr val="dk1"/>
        </a:solidFill>
        <a:effectLst/>
      </p:bgPr>
    </p:bg>
    <p:spTree>
      <p:nvGrpSpPr>
        <p:cNvPr id="1" name="Shape 664"/>
        <p:cNvGrpSpPr/>
        <p:nvPr/>
      </p:nvGrpSpPr>
      <p:grpSpPr>
        <a:xfrm>
          <a:off x="0" y="0"/>
          <a:ext cx="0" cy="0"/>
          <a:chOff x="0" y="0"/>
          <a:chExt cx="0" cy="0"/>
        </a:xfrm>
      </p:grpSpPr>
      <p:sp>
        <p:nvSpPr>
          <p:cNvPr id="665" name="Google Shape;665;p109"/>
          <p:cNvSpPr txBox="1">
            <a:spLocks noGrp="1"/>
          </p:cNvSpPr>
          <p:nvPr>
            <p:ph type="title"/>
          </p:nvPr>
        </p:nvSpPr>
        <p:spPr>
          <a:xfrm>
            <a:off x="457200" y="594359"/>
            <a:ext cx="7086600" cy="1413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2"/>
              </a:buClr>
              <a:buSzPts val="4000"/>
              <a:buFont typeface="Verizon NHG DS"/>
              <a:buNone/>
              <a:defRPr sz="4000" b="1" cap="none">
                <a:solidFill>
                  <a:schemeClr val="lt2"/>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66" name="Google Shape;666;p109"/>
          <p:cNvSpPr txBox="1">
            <a:spLocks noGrp="1"/>
          </p:cNvSpPr>
          <p:nvPr>
            <p:ph type="body" idx="1"/>
          </p:nvPr>
        </p:nvSpPr>
        <p:spPr>
          <a:xfrm>
            <a:off x="457200" y="2057400"/>
            <a:ext cx="7086600" cy="2381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lt2"/>
              </a:buClr>
              <a:buSzPts val="1800"/>
              <a:buFont typeface="Verizon NHG TX"/>
              <a:buNone/>
              <a:defRPr sz="1800" b="0" i="0">
                <a:solidFill>
                  <a:schemeClr val="lt2"/>
                </a:solidFill>
                <a:latin typeface="Verizon NHG TX"/>
                <a:ea typeface="Verizon NHG TX"/>
                <a:cs typeface="Verizon NHG TX"/>
                <a:sym typeface="Verizon NHG TX"/>
              </a:defRPr>
            </a:lvl1pPr>
            <a:lvl2pPr marL="914400" lvl="1" indent="-228600" algn="l" rtl="0">
              <a:lnSpc>
                <a:spcPct val="100000"/>
              </a:lnSpc>
              <a:spcBef>
                <a:spcPts val="900"/>
              </a:spcBef>
              <a:spcAft>
                <a:spcPts val="0"/>
              </a:spcAft>
              <a:buClr>
                <a:schemeClr val="lt2"/>
              </a:buClr>
              <a:buSzPts val="1800"/>
              <a:buFont typeface="Verizon NHG TX"/>
              <a:buNone/>
              <a:defRPr sz="1800" b="0" i="0">
                <a:solidFill>
                  <a:schemeClr val="lt2"/>
                </a:solidFill>
                <a:latin typeface="Verizon NHG TX"/>
                <a:ea typeface="Verizon NHG TX"/>
                <a:cs typeface="Verizon NHG TX"/>
                <a:sym typeface="Verizon NHG TX"/>
              </a:defRPr>
            </a:lvl2pPr>
            <a:lvl3pPr marL="1371600" lvl="2" indent="-342900" algn="l" rtl="0">
              <a:lnSpc>
                <a:spcPct val="100000"/>
              </a:lnSpc>
              <a:spcBef>
                <a:spcPts val="600"/>
              </a:spcBef>
              <a:spcAft>
                <a:spcPts val="0"/>
              </a:spcAft>
              <a:buClr>
                <a:schemeClr val="lt2"/>
              </a:buClr>
              <a:buSzPts val="1800"/>
              <a:buChar char="•"/>
              <a:defRPr sz="1800" b="0" i="0">
                <a:solidFill>
                  <a:schemeClr val="lt2"/>
                </a:solidFill>
                <a:latin typeface="Verizon NHG TX"/>
                <a:ea typeface="Verizon NHG TX"/>
                <a:cs typeface="Verizon NHG TX"/>
                <a:sym typeface="Verizon NHG TX"/>
              </a:defRPr>
            </a:lvl3pPr>
            <a:lvl4pPr marL="1828800" lvl="3" indent="-342900" algn="l" rtl="0">
              <a:lnSpc>
                <a:spcPct val="100000"/>
              </a:lnSpc>
              <a:spcBef>
                <a:spcPts val="600"/>
              </a:spcBef>
              <a:spcAft>
                <a:spcPts val="0"/>
              </a:spcAft>
              <a:buClr>
                <a:schemeClr val="lt2"/>
              </a:buClr>
              <a:buSzPts val="1800"/>
              <a:buChar char="–"/>
              <a:defRPr sz="1800" b="0" i="0">
                <a:solidFill>
                  <a:schemeClr val="lt2"/>
                </a:solidFill>
                <a:latin typeface="Verizon NHG TX"/>
                <a:ea typeface="Verizon NHG TX"/>
                <a:cs typeface="Verizon NHG TX"/>
                <a:sym typeface="Verizon NHG TX"/>
              </a:defRPr>
            </a:lvl4pPr>
            <a:lvl5pPr marL="2286000" lvl="4" indent="-342900" algn="l" rtl="0">
              <a:lnSpc>
                <a:spcPct val="100000"/>
              </a:lnSpc>
              <a:spcBef>
                <a:spcPts val="600"/>
              </a:spcBef>
              <a:spcAft>
                <a:spcPts val="0"/>
              </a:spcAft>
              <a:buClr>
                <a:schemeClr val="lt2"/>
              </a:buClr>
              <a:buSzPts val="1800"/>
              <a:buChar char="–"/>
              <a:defRPr sz="1800" b="0" i="0">
                <a:solidFill>
                  <a:schemeClr val="lt2"/>
                </a:solidFill>
                <a:latin typeface="Verizon NHG TX"/>
                <a:ea typeface="Verizon NHG TX"/>
                <a:cs typeface="Verizon NHG TX"/>
                <a:sym typeface="Verizon NHG TX"/>
              </a:defRPr>
            </a:lvl5pPr>
            <a:lvl6pPr marL="2743200" lvl="5" indent="-342900" algn="l" rtl="0">
              <a:lnSpc>
                <a:spcPct val="100000"/>
              </a:lnSpc>
              <a:spcBef>
                <a:spcPts val="600"/>
              </a:spcBef>
              <a:spcAft>
                <a:spcPts val="0"/>
              </a:spcAft>
              <a:buClr>
                <a:schemeClr val="dk1"/>
              </a:buClr>
              <a:buSzPts val="1800"/>
              <a:buChar char="–"/>
              <a:defRPr sz="1800"/>
            </a:lvl6pPr>
            <a:lvl7pPr marL="3200400" lvl="6" indent="-342900" algn="l" rtl="0">
              <a:lnSpc>
                <a:spcPct val="100000"/>
              </a:lnSpc>
              <a:spcBef>
                <a:spcPts val="600"/>
              </a:spcBef>
              <a:spcAft>
                <a:spcPts val="0"/>
              </a:spcAft>
              <a:buClr>
                <a:schemeClr val="dk1"/>
              </a:buClr>
              <a:buSzPts val="1800"/>
              <a:buChar char="–"/>
              <a:defRPr sz="1800"/>
            </a:lvl7pPr>
            <a:lvl8pPr marL="3657600" lvl="7" indent="-342900" algn="l" rtl="0">
              <a:lnSpc>
                <a:spcPct val="100000"/>
              </a:lnSpc>
              <a:spcBef>
                <a:spcPts val="600"/>
              </a:spcBef>
              <a:spcAft>
                <a:spcPts val="0"/>
              </a:spcAft>
              <a:buClr>
                <a:schemeClr val="dk1"/>
              </a:buClr>
              <a:buSzPts val="1800"/>
              <a:buChar char="–"/>
              <a:defRPr sz="1800"/>
            </a:lvl8pPr>
            <a:lvl9pPr marL="4114800" lvl="8" indent="-342900" algn="l" rtl="0">
              <a:lnSpc>
                <a:spcPct val="100000"/>
              </a:lnSpc>
              <a:spcBef>
                <a:spcPts val="600"/>
              </a:spcBef>
              <a:spcAft>
                <a:spcPts val="0"/>
              </a:spcAft>
              <a:buClr>
                <a:schemeClr val="dk1"/>
              </a:buClr>
              <a:buSzPts val="1800"/>
              <a:buChar char="–"/>
              <a:defRPr sz="1800"/>
            </a:lvl9pPr>
          </a:lstStyle>
          <a:p>
            <a:endParaRPr/>
          </a:p>
        </p:txBody>
      </p:sp>
      <p:cxnSp>
        <p:nvCxnSpPr>
          <p:cNvPr id="667" name="Google Shape;667;p109"/>
          <p:cNvCxnSpPr/>
          <p:nvPr/>
        </p:nvCxnSpPr>
        <p:spPr>
          <a:xfrm>
            <a:off x="457200" y="457200"/>
            <a:ext cx="8229600" cy="0"/>
          </a:xfrm>
          <a:prstGeom prst="straightConnector1">
            <a:avLst/>
          </a:prstGeom>
          <a:noFill/>
          <a:ln w="47625" cap="flat" cmpd="sng">
            <a:solidFill>
              <a:schemeClr val="lt2"/>
            </a:solidFill>
            <a:prstDash val="solid"/>
            <a:round/>
            <a:headEnd type="none" w="sm" len="sm"/>
            <a:tailEnd type="none" w="sm" len="sm"/>
          </a:ln>
        </p:spPr>
      </p:cxnSp>
      <p:sp>
        <p:nvSpPr>
          <p:cNvPr id="668" name="Google Shape;668;p10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669" name="Google Shape;669;p109"/>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izon NHG TX"/>
              <a:ea typeface="Verizon NHG TX"/>
              <a:cs typeface="Verizon NHG TX"/>
              <a:sym typeface="Verizon NHG TX"/>
            </a:endParaRPr>
          </a:p>
        </p:txBody>
      </p:sp>
      <p:pic>
        <p:nvPicPr>
          <p:cNvPr id="670" name="Google Shape;670;p109"/>
          <p:cNvPicPr preferRelativeResize="0"/>
          <p:nvPr/>
        </p:nvPicPr>
        <p:blipFill rotWithShape="1">
          <a:blip r:embed="rId2">
            <a:alphaModFix/>
          </a:blip>
          <a:srcRect/>
          <a:stretch/>
        </p:blipFill>
        <p:spPr>
          <a:xfrm>
            <a:off x="352422" y="4615079"/>
            <a:ext cx="1069848" cy="384837"/>
          </a:xfrm>
          <a:prstGeom prst="rect">
            <a:avLst/>
          </a:prstGeom>
          <a:noFill/>
          <a:ln>
            <a:noFill/>
          </a:ln>
        </p:spPr>
      </p:pic>
      <p:sp>
        <p:nvSpPr>
          <p:cNvPr id="671" name="Google Shape;671;p109"/>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650"/>
              <a:buFont typeface="Arial"/>
              <a:buNone/>
            </a:pPr>
            <a:r>
              <a:rPr lang="en" sz="650" b="0" i="0" u="none" strike="noStrike" cap="none">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u="none" strike="noStrike" cap="none">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672"/>
        <p:cNvGrpSpPr/>
        <p:nvPr/>
      </p:nvGrpSpPr>
      <p:grpSpPr>
        <a:xfrm>
          <a:off x="0" y="0"/>
          <a:ext cx="0" cy="0"/>
          <a:chOff x="0" y="0"/>
          <a:chExt cx="0" cy="0"/>
        </a:xfrm>
      </p:grpSpPr>
      <p:sp>
        <p:nvSpPr>
          <p:cNvPr id="673" name="Google Shape;673;p110"/>
          <p:cNvSpPr txBox="1">
            <a:spLocks noGrp="1"/>
          </p:cNvSpPr>
          <p:nvPr>
            <p:ph type="title"/>
          </p:nvPr>
        </p:nvSpPr>
        <p:spPr>
          <a:xfrm>
            <a:off x="457200" y="59436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2400"/>
              <a:buFont typeface="Verizon NHG DS"/>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74" name="Google Shape;674;p110"/>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900"/>
              </a:spcBef>
              <a:spcAft>
                <a:spcPts val="0"/>
              </a:spcAft>
              <a:buClr>
                <a:schemeClr val="dk1"/>
              </a:buClr>
              <a:buSzPts val="1600"/>
              <a:buFont typeface="Verizon NHG DS"/>
              <a:buAutoNum type="arabicPeriod"/>
              <a:defRPr sz="1600"/>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04800" algn="l" rtl="0">
              <a:lnSpc>
                <a:spcPct val="100000"/>
              </a:lnSpc>
              <a:spcBef>
                <a:spcPts val="600"/>
              </a:spcBef>
              <a:spcAft>
                <a:spcPts val="0"/>
              </a:spcAft>
              <a:buClr>
                <a:schemeClr val="dk1"/>
              </a:buClr>
              <a:buSzPts val="1200"/>
              <a:buChar char="–"/>
              <a:defRPr/>
            </a:lvl9pPr>
          </a:lstStyle>
          <a:p>
            <a:endParaRPr/>
          </a:p>
        </p:txBody>
      </p:sp>
      <p:sp>
        <p:nvSpPr>
          <p:cNvPr id="675" name="Google Shape;675;p11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cxnSp>
        <p:nvCxnSpPr>
          <p:cNvPr id="676" name="Google Shape;676;p110"/>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677"/>
        <p:cNvGrpSpPr/>
        <p:nvPr/>
      </p:nvGrpSpPr>
      <p:grpSpPr>
        <a:xfrm>
          <a:off x="0" y="0"/>
          <a:ext cx="0" cy="0"/>
          <a:chOff x="0" y="0"/>
          <a:chExt cx="0" cy="0"/>
        </a:xfrm>
      </p:grpSpPr>
      <p:pic>
        <p:nvPicPr>
          <p:cNvPr id="678" name="Google Shape;678;p111"/>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ext and One Picture">
  <p:cSld name="Text and One Picture">
    <p:spTree>
      <p:nvGrpSpPr>
        <p:cNvPr id="1" name="Shape 679"/>
        <p:cNvGrpSpPr/>
        <p:nvPr/>
      </p:nvGrpSpPr>
      <p:grpSpPr>
        <a:xfrm>
          <a:off x="0" y="0"/>
          <a:ext cx="0" cy="0"/>
          <a:chOff x="0" y="0"/>
          <a:chExt cx="0" cy="0"/>
        </a:xfrm>
      </p:grpSpPr>
      <p:sp>
        <p:nvSpPr>
          <p:cNvPr id="680" name="Google Shape;680;p11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681" name="Google Shape;681;p112"/>
          <p:cNvSpPr>
            <a:spLocks noGrp="1"/>
          </p:cNvSpPr>
          <p:nvPr>
            <p:ph type="pic" idx="2"/>
          </p:nvPr>
        </p:nvSpPr>
        <p:spPr>
          <a:xfrm>
            <a:off x="4572000" y="1457325"/>
            <a:ext cx="4114800" cy="2657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682" name="Google Shape;682;p112"/>
          <p:cNvSpPr txBox="1">
            <a:spLocks noGrp="1"/>
          </p:cNvSpPr>
          <p:nvPr>
            <p:ph type="body" idx="1"/>
          </p:nvPr>
        </p:nvSpPr>
        <p:spPr>
          <a:xfrm>
            <a:off x="4572000" y="4154833"/>
            <a:ext cx="4114800" cy="2838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Clr>
                <a:schemeClr val="dk1"/>
              </a:buClr>
              <a:buSzPts val="700"/>
              <a:buFont typeface="Verizon NHG TX"/>
              <a:buNone/>
              <a:defRPr sz="700" b="0">
                <a:solidFill>
                  <a:schemeClr val="dk1"/>
                </a:solidFill>
              </a:defRPr>
            </a:lvl1pPr>
            <a:lvl2pPr marL="914400" lvl="1" indent="-228600" algn="l" rtl="0">
              <a:lnSpc>
                <a:spcPct val="100000"/>
              </a:lnSpc>
              <a:spcBef>
                <a:spcPts val="0"/>
              </a:spcBef>
              <a:spcAft>
                <a:spcPts val="0"/>
              </a:spcAft>
              <a:buClr>
                <a:schemeClr val="dk1"/>
              </a:buClr>
              <a:buSzPts val="700"/>
              <a:buFont typeface="Verizon NHG TX"/>
              <a:buNone/>
              <a:defRPr sz="700"/>
            </a:lvl2pPr>
            <a:lvl3pPr marL="1371600" lvl="2" indent="-228600" algn="l" rtl="0">
              <a:lnSpc>
                <a:spcPct val="100000"/>
              </a:lnSpc>
              <a:spcBef>
                <a:spcPts val="0"/>
              </a:spcBef>
              <a:spcAft>
                <a:spcPts val="0"/>
              </a:spcAft>
              <a:buClr>
                <a:schemeClr val="dk1"/>
              </a:buClr>
              <a:buSzPts val="700"/>
              <a:buFont typeface="Verizon NHG TX"/>
              <a:buNone/>
              <a:defRPr sz="700"/>
            </a:lvl3pPr>
            <a:lvl4pPr marL="1828800" lvl="3" indent="-228600" algn="l" rtl="0">
              <a:lnSpc>
                <a:spcPct val="100000"/>
              </a:lnSpc>
              <a:spcBef>
                <a:spcPts val="0"/>
              </a:spcBef>
              <a:spcAft>
                <a:spcPts val="0"/>
              </a:spcAft>
              <a:buClr>
                <a:schemeClr val="dk1"/>
              </a:buClr>
              <a:buSzPts val="700"/>
              <a:buFont typeface="Verizon NHG TX"/>
              <a:buNone/>
              <a:defRPr sz="700"/>
            </a:lvl4pPr>
            <a:lvl5pPr marL="2286000" lvl="4" indent="-228600" algn="l" rtl="0">
              <a:lnSpc>
                <a:spcPct val="100000"/>
              </a:lnSpc>
              <a:spcBef>
                <a:spcPts val="0"/>
              </a:spcBef>
              <a:spcAft>
                <a:spcPts val="0"/>
              </a:spcAft>
              <a:buClr>
                <a:schemeClr val="dk1"/>
              </a:buClr>
              <a:buSzPts val="700"/>
              <a:buFont typeface="Verizon NHG TX"/>
              <a:buNone/>
              <a:defRPr sz="700"/>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683" name="Google Shape;683;p112"/>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684" name="Google Shape;684;p112"/>
          <p:cNvSpPr txBox="1">
            <a:spLocks noGrp="1"/>
          </p:cNvSpPr>
          <p:nvPr>
            <p:ph type="body" idx="3"/>
          </p:nvPr>
        </p:nvSpPr>
        <p:spPr>
          <a:xfrm>
            <a:off x="457200" y="1459580"/>
            <a:ext cx="39330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685" name="Google Shape;685;p112"/>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Four Column Text and Photos">
  <p:cSld name="Four Column Text and Photos">
    <p:spTree>
      <p:nvGrpSpPr>
        <p:cNvPr id="1" name="Shape 686"/>
        <p:cNvGrpSpPr/>
        <p:nvPr/>
      </p:nvGrpSpPr>
      <p:grpSpPr>
        <a:xfrm>
          <a:off x="0" y="0"/>
          <a:ext cx="0" cy="0"/>
          <a:chOff x="0" y="0"/>
          <a:chExt cx="0" cy="0"/>
        </a:xfrm>
      </p:grpSpPr>
      <p:sp>
        <p:nvSpPr>
          <p:cNvPr id="687" name="Google Shape;687;p11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cxnSp>
        <p:nvCxnSpPr>
          <p:cNvPr id="688" name="Google Shape;688;p113"/>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689" name="Google Shape;689;p113"/>
          <p:cNvSpPr txBox="1">
            <a:spLocks noGrp="1"/>
          </p:cNvSpPr>
          <p:nvPr>
            <p:ph type="body" idx="1"/>
          </p:nvPr>
        </p:nvSpPr>
        <p:spPr>
          <a:xfrm>
            <a:off x="4701228"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690" name="Google Shape;690;p113"/>
          <p:cNvSpPr txBox="1">
            <a:spLocks noGrp="1"/>
          </p:cNvSpPr>
          <p:nvPr>
            <p:ph type="body" idx="2"/>
          </p:nvPr>
        </p:nvSpPr>
        <p:spPr>
          <a:xfrm>
            <a:off x="2572863"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691" name="Google Shape;691;p113"/>
          <p:cNvSpPr txBox="1">
            <a:spLocks noGrp="1"/>
          </p:cNvSpPr>
          <p:nvPr>
            <p:ph type="body" idx="3"/>
          </p:nvPr>
        </p:nvSpPr>
        <p:spPr>
          <a:xfrm>
            <a:off x="457200"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692" name="Google Shape;692;p113"/>
          <p:cNvSpPr>
            <a:spLocks noGrp="1"/>
          </p:cNvSpPr>
          <p:nvPr>
            <p:ph type="pic" idx="4"/>
          </p:nvPr>
        </p:nvSpPr>
        <p:spPr>
          <a:xfrm>
            <a:off x="457200"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693" name="Google Shape;693;p113"/>
          <p:cNvSpPr>
            <a:spLocks noGrp="1"/>
          </p:cNvSpPr>
          <p:nvPr>
            <p:ph type="pic" idx="5"/>
          </p:nvPr>
        </p:nvSpPr>
        <p:spPr>
          <a:xfrm>
            <a:off x="2572862"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694" name="Google Shape;694;p113"/>
          <p:cNvSpPr>
            <a:spLocks noGrp="1"/>
          </p:cNvSpPr>
          <p:nvPr>
            <p:ph type="pic" idx="6"/>
          </p:nvPr>
        </p:nvSpPr>
        <p:spPr>
          <a:xfrm>
            <a:off x="4701228"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695" name="Google Shape;695;p113"/>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96" name="Google Shape;696;p113"/>
          <p:cNvSpPr txBox="1">
            <a:spLocks noGrp="1"/>
          </p:cNvSpPr>
          <p:nvPr>
            <p:ph type="body" idx="7"/>
          </p:nvPr>
        </p:nvSpPr>
        <p:spPr>
          <a:xfrm>
            <a:off x="6816891"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697" name="Google Shape;697;p113"/>
          <p:cNvSpPr>
            <a:spLocks noGrp="1"/>
          </p:cNvSpPr>
          <p:nvPr>
            <p:ph type="pic" idx="8"/>
          </p:nvPr>
        </p:nvSpPr>
        <p:spPr>
          <a:xfrm>
            <a:off x="6816891"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Agenda Black">
  <p:cSld name="Agenda Black">
    <p:bg>
      <p:bgPr>
        <a:solidFill>
          <a:schemeClr val="dk1"/>
        </a:solidFill>
        <a:effectLst/>
      </p:bgPr>
    </p:bg>
    <p:spTree>
      <p:nvGrpSpPr>
        <p:cNvPr id="1" name="Shape 698"/>
        <p:cNvGrpSpPr/>
        <p:nvPr/>
      </p:nvGrpSpPr>
      <p:grpSpPr>
        <a:xfrm>
          <a:off x="0" y="0"/>
          <a:ext cx="0" cy="0"/>
          <a:chOff x="0" y="0"/>
          <a:chExt cx="0" cy="0"/>
        </a:xfrm>
      </p:grpSpPr>
      <p:sp>
        <p:nvSpPr>
          <p:cNvPr id="699" name="Google Shape;699;p114"/>
          <p:cNvSpPr txBox="1">
            <a:spLocks noGrp="1"/>
          </p:cNvSpPr>
          <p:nvPr>
            <p:ph type="title"/>
          </p:nvPr>
        </p:nvSpPr>
        <p:spPr>
          <a:xfrm>
            <a:off x="457200" y="59436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2400"/>
              <a:buFont typeface="Verizon NHG DS"/>
              <a:buNone/>
              <a:defRPr>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00" name="Google Shape;700;p114"/>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900"/>
              </a:spcBef>
              <a:spcAft>
                <a:spcPts val="0"/>
              </a:spcAft>
              <a:buClr>
                <a:schemeClr val="lt1"/>
              </a:buClr>
              <a:buSzPts val="1600"/>
              <a:buFont typeface="Verizon NHG DS"/>
              <a:buAutoNum type="arabicPeriod"/>
              <a:defRPr sz="1600">
                <a:solidFill>
                  <a:schemeClr val="lt1"/>
                </a:solidFill>
              </a:defRPr>
            </a:lvl1pPr>
            <a:lvl2pPr marL="914400" lvl="1" indent="-228600" algn="l" rtl="0">
              <a:lnSpc>
                <a:spcPct val="100000"/>
              </a:lnSpc>
              <a:spcBef>
                <a:spcPts val="900"/>
              </a:spcBef>
              <a:spcAft>
                <a:spcPts val="0"/>
              </a:spcAft>
              <a:buClr>
                <a:schemeClr val="lt1"/>
              </a:buClr>
              <a:buSzPts val="1200"/>
              <a:buFont typeface="Verizon NHG TX"/>
              <a:buNone/>
              <a:defRPr>
                <a:solidFill>
                  <a:schemeClr val="lt1"/>
                </a:solidFill>
              </a:defRPr>
            </a:lvl2pPr>
            <a:lvl3pPr marL="1371600" lvl="2" indent="-304800" algn="l" rtl="0">
              <a:lnSpc>
                <a:spcPct val="100000"/>
              </a:lnSpc>
              <a:spcBef>
                <a:spcPts val="600"/>
              </a:spcBef>
              <a:spcAft>
                <a:spcPts val="0"/>
              </a:spcAft>
              <a:buClr>
                <a:schemeClr val="lt1"/>
              </a:buClr>
              <a:buSzPts val="1200"/>
              <a:buChar char="•"/>
              <a:defRPr>
                <a:solidFill>
                  <a:schemeClr val="lt1"/>
                </a:solidFill>
              </a:defRPr>
            </a:lvl3pPr>
            <a:lvl4pPr marL="1828800" lvl="3" indent="-304800" algn="l" rtl="0">
              <a:lnSpc>
                <a:spcPct val="100000"/>
              </a:lnSpc>
              <a:spcBef>
                <a:spcPts val="600"/>
              </a:spcBef>
              <a:spcAft>
                <a:spcPts val="0"/>
              </a:spcAft>
              <a:buClr>
                <a:schemeClr val="lt1"/>
              </a:buClr>
              <a:buSzPts val="1200"/>
              <a:buChar char="–"/>
              <a:defRPr>
                <a:solidFill>
                  <a:schemeClr val="lt1"/>
                </a:solidFill>
              </a:defRPr>
            </a:lvl4pPr>
            <a:lvl5pPr marL="2286000" lvl="4" indent="-304800" algn="l" rtl="0">
              <a:lnSpc>
                <a:spcPct val="100000"/>
              </a:lnSpc>
              <a:spcBef>
                <a:spcPts val="600"/>
              </a:spcBef>
              <a:spcAft>
                <a:spcPts val="0"/>
              </a:spcAft>
              <a:buClr>
                <a:schemeClr val="lt1"/>
              </a:buClr>
              <a:buSzPts val="1200"/>
              <a:buChar char="–"/>
              <a:defRPr>
                <a:solidFill>
                  <a:schemeClr val="lt1"/>
                </a:solidFill>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04800" algn="l" rtl="0">
              <a:lnSpc>
                <a:spcPct val="100000"/>
              </a:lnSpc>
              <a:spcBef>
                <a:spcPts val="600"/>
              </a:spcBef>
              <a:spcAft>
                <a:spcPts val="0"/>
              </a:spcAft>
              <a:buClr>
                <a:schemeClr val="dk1"/>
              </a:buClr>
              <a:buSzPts val="1200"/>
              <a:buChar char="–"/>
              <a:defRPr/>
            </a:lvl9pPr>
          </a:lstStyle>
          <a:p>
            <a:endParaRPr/>
          </a:p>
        </p:txBody>
      </p:sp>
      <p:cxnSp>
        <p:nvCxnSpPr>
          <p:cNvPr id="701" name="Google Shape;701;p114"/>
          <p:cNvCxnSpPr/>
          <p:nvPr/>
        </p:nvCxnSpPr>
        <p:spPr>
          <a:xfrm>
            <a:off x="457200" y="457200"/>
            <a:ext cx="8229600" cy="0"/>
          </a:xfrm>
          <a:prstGeom prst="straightConnector1">
            <a:avLst/>
          </a:prstGeom>
          <a:noFill/>
          <a:ln w="47625" cap="flat" cmpd="sng">
            <a:solidFill>
              <a:schemeClr val="lt1"/>
            </a:solidFill>
            <a:prstDash val="solid"/>
            <a:round/>
            <a:headEnd type="none" w="sm" len="sm"/>
            <a:tailEnd type="none" w="sm" len="sm"/>
          </a:ln>
        </p:spPr>
      </p:cxnSp>
      <p:sp>
        <p:nvSpPr>
          <p:cNvPr id="702" name="Google Shape;702;p11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lt2"/>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703" name="Google Shape;703;p114"/>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650"/>
              <a:buFont typeface="Arial"/>
              <a:buNone/>
            </a:pPr>
            <a:r>
              <a:rPr lang="en" sz="650" b="0" i="0" u="none" strike="noStrike" cap="none">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u="none" strike="noStrike" cap="none">
              <a:solidFill>
                <a:schemeClr val="lt1"/>
              </a:solidFill>
              <a:latin typeface="Verizon NHG DS"/>
              <a:ea typeface="Verizon NHG DS"/>
              <a:cs typeface="Verizon NHG DS"/>
              <a:sym typeface="Verizon NHG DS"/>
            </a:endParaRPr>
          </a:p>
        </p:txBody>
      </p:sp>
      <p:sp>
        <p:nvSpPr>
          <p:cNvPr id="704" name="Google Shape;704;p114"/>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izon NHG TX"/>
              <a:ea typeface="Verizon NHG TX"/>
              <a:cs typeface="Verizon NHG TX"/>
              <a:sym typeface="Verizon NHG TX"/>
            </a:endParaRPr>
          </a:p>
        </p:txBody>
      </p:sp>
      <p:pic>
        <p:nvPicPr>
          <p:cNvPr id="705" name="Google Shape;705;p114"/>
          <p:cNvPicPr preferRelativeResize="0"/>
          <p:nvPr/>
        </p:nvPicPr>
        <p:blipFill rotWithShape="1">
          <a:blip r:embed="rId2">
            <a:alphaModFix/>
          </a:blip>
          <a:srcRect/>
          <a:stretch/>
        </p:blipFill>
        <p:spPr>
          <a:xfrm>
            <a:off x="352422" y="4615079"/>
            <a:ext cx="1069848" cy="384837"/>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706"/>
        <p:cNvGrpSpPr/>
        <p:nvPr/>
      </p:nvGrpSpPr>
      <p:grpSpPr>
        <a:xfrm>
          <a:off x="0" y="0"/>
          <a:ext cx="0" cy="0"/>
          <a:chOff x="0" y="0"/>
          <a:chExt cx="0" cy="0"/>
        </a:xfrm>
      </p:grpSpPr>
      <p:sp>
        <p:nvSpPr>
          <p:cNvPr id="707" name="Google Shape;707;p115"/>
          <p:cNvSpPr txBox="1">
            <a:spLocks noGrp="1"/>
          </p:cNvSpPr>
          <p:nvPr>
            <p:ph type="title"/>
          </p:nvPr>
        </p:nvSpPr>
        <p:spPr>
          <a:xfrm>
            <a:off x="457200" y="594359"/>
            <a:ext cx="7086600" cy="1413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Verizon NHG DS"/>
              <a:buNone/>
              <a:defRPr sz="4000" b="1" cap="none">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08" name="Google Shape;708;p115"/>
          <p:cNvSpPr txBox="1">
            <a:spLocks noGrp="1"/>
          </p:cNvSpPr>
          <p:nvPr>
            <p:ph type="body" idx="1"/>
          </p:nvPr>
        </p:nvSpPr>
        <p:spPr>
          <a:xfrm>
            <a:off x="457200" y="2057400"/>
            <a:ext cx="7086600" cy="24195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Font typeface="Verizon NHG TX"/>
              <a:buNone/>
              <a:defRPr sz="1800" b="0" i="0">
                <a:solidFill>
                  <a:schemeClr val="dk1"/>
                </a:solidFill>
                <a:latin typeface="Verizon NHG TX"/>
                <a:ea typeface="Verizon NHG TX"/>
                <a:cs typeface="Verizon NHG TX"/>
                <a:sym typeface="Verizon NHG TX"/>
              </a:defRPr>
            </a:lvl1pPr>
            <a:lvl2pPr marL="914400" lvl="1" indent="-228600" algn="l" rtl="0">
              <a:lnSpc>
                <a:spcPct val="100000"/>
              </a:lnSpc>
              <a:spcBef>
                <a:spcPts val="900"/>
              </a:spcBef>
              <a:spcAft>
                <a:spcPts val="0"/>
              </a:spcAft>
              <a:buClr>
                <a:schemeClr val="dk1"/>
              </a:buClr>
              <a:buSzPts val="1800"/>
              <a:buFont typeface="Verizon NHG TX"/>
              <a:buNone/>
              <a:defRPr sz="1800" b="0" i="0">
                <a:solidFill>
                  <a:schemeClr val="dk1"/>
                </a:solidFill>
                <a:latin typeface="Verizon NHG TX"/>
                <a:ea typeface="Verizon NHG TX"/>
                <a:cs typeface="Verizon NHG TX"/>
                <a:sym typeface="Verizon NHG TX"/>
              </a:defRPr>
            </a:lvl2pPr>
            <a:lvl3pPr marL="1371600" lvl="2" indent="-342900" algn="l" rtl="0">
              <a:lnSpc>
                <a:spcPct val="100000"/>
              </a:lnSpc>
              <a:spcBef>
                <a:spcPts val="600"/>
              </a:spcBef>
              <a:spcAft>
                <a:spcPts val="0"/>
              </a:spcAft>
              <a:buClr>
                <a:schemeClr val="dk1"/>
              </a:buClr>
              <a:buSzPts val="1800"/>
              <a:buChar char="•"/>
              <a:defRPr sz="1800" b="0" i="0">
                <a:solidFill>
                  <a:schemeClr val="dk1"/>
                </a:solidFill>
                <a:latin typeface="Verizon NHG TX"/>
                <a:ea typeface="Verizon NHG TX"/>
                <a:cs typeface="Verizon NHG TX"/>
                <a:sym typeface="Verizon NHG TX"/>
              </a:defRPr>
            </a:lvl3pPr>
            <a:lvl4pPr marL="1828800" lvl="3" indent="-342900" algn="l" rtl="0">
              <a:lnSpc>
                <a:spcPct val="100000"/>
              </a:lnSpc>
              <a:spcBef>
                <a:spcPts val="600"/>
              </a:spcBef>
              <a:spcAft>
                <a:spcPts val="0"/>
              </a:spcAft>
              <a:buClr>
                <a:schemeClr val="dk1"/>
              </a:buClr>
              <a:buSzPts val="1800"/>
              <a:buChar char="–"/>
              <a:defRPr sz="1800" b="0" i="0">
                <a:solidFill>
                  <a:schemeClr val="dk1"/>
                </a:solidFill>
                <a:latin typeface="Verizon NHG TX"/>
                <a:ea typeface="Verizon NHG TX"/>
                <a:cs typeface="Verizon NHG TX"/>
                <a:sym typeface="Verizon NHG TX"/>
              </a:defRPr>
            </a:lvl4pPr>
            <a:lvl5pPr marL="2286000" lvl="4" indent="-342900" algn="l" rtl="0">
              <a:lnSpc>
                <a:spcPct val="100000"/>
              </a:lnSpc>
              <a:spcBef>
                <a:spcPts val="600"/>
              </a:spcBef>
              <a:spcAft>
                <a:spcPts val="0"/>
              </a:spcAft>
              <a:buClr>
                <a:schemeClr val="dk1"/>
              </a:buClr>
              <a:buSzPts val="1800"/>
              <a:buChar char="–"/>
              <a:defRPr sz="1800" b="0" i="0">
                <a:solidFill>
                  <a:schemeClr val="dk1"/>
                </a:solidFill>
                <a:latin typeface="Verizon NHG TX"/>
                <a:ea typeface="Verizon NHG TX"/>
                <a:cs typeface="Verizon NHG TX"/>
                <a:sym typeface="Verizon NHG TX"/>
              </a:defRPr>
            </a:lvl5pPr>
            <a:lvl6pPr marL="2743200" lvl="5" indent="-342900" algn="l" rtl="0">
              <a:lnSpc>
                <a:spcPct val="100000"/>
              </a:lnSpc>
              <a:spcBef>
                <a:spcPts val="600"/>
              </a:spcBef>
              <a:spcAft>
                <a:spcPts val="0"/>
              </a:spcAft>
              <a:buClr>
                <a:schemeClr val="dk1"/>
              </a:buClr>
              <a:buSzPts val="1800"/>
              <a:buChar char="–"/>
              <a:defRPr sz="1800"/>
            </a:lvl6pPr>
            <a:lvl7pPr marL="3200400" lvl="6" indent="-342900" algn="l" rtl="0">
              <a:lnSpc>
                <a:spcPct val="100000"/>
              </a:lnSpc>
              <a:spcBef>
                <a:spcPts val="600"/>
              </a:spcBef>
              <a:spcAft>
                <a:spcPts val="0"/>
              </a:spcAft>
              <a:buClr>
                <a:schemeClr val="dk1"/>
              </a:buClr>
              <a:buSzPts val="1800"/>
              <a:buChar char="–"/>
              <a:defRPr sz="1800"/>
            </a:lvl7pPr>
            <a:lvl8pPr marL="3657600" lvl="7" indent="-342900" algn="l" rtl="0">
              <a:lnSpc>
                <a:spcPct val="100000"/>
              </a:lnSpc>
              <a:spcBef>
                <a:spcPts val="600"/>
              </a:spcBef>
              <a:spcAft>
                <a:spcPts val="0"/>
              </a:spcAft>
              <a:buClr>
                <a:schemeClr val="dk1"/>
              </a:buClr>
              <a:buSzPts val="1800"/>
              <a:buChar char="–"/>
              <a:defRPr sz="1800"/>
            </a:lvl8pPr>
            <a:lvl9pPr marL="4114800" lvl="8" indent="-342900" algn="l" rtl="0">
              <a:lnSpc>
                <a:spcPct val="100000"/>
              </a:lnSpc>
              <a:spcBef>
                <a:spcPts val="600"/>
              </a:spcBef>
              <a:spcAft>
                <a:spcPts val="0"/>
              </a:spcAft>
              <a:buClr>
                <a:schemeClr val="dk1"/>
              </a:buClr>
              <a:buSzPts val="1800"/>
              <a:buChar char="–"/>
              <a:defRPr sz="1800"/>
            </a:lvl9pPr>
          </a:lstStyle>
          <a:p>
            <a:endParaRPr/>
          </a:p>
        </p:txBody>
      </p:sp>
      <p:cxnSp>
        <p:nvCxnSpPr>
          <p:cNvPr id="709" name="Google Shape;709;p115"/>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710" name="Google Shape;710;p115"/>
          <p:cNvSpPr txBox="1">
            <a:spLocks noGrp="1"/>
          </p:cNvSpPr>
          <p:nvPr>
            <p:ph type="sldNum" idx="12"/>
          </p:nvPr>
        </p:nvSpPr>
        <p:spPr>
          <a:xfrm>
            <a:off x="8458200" y="4693734"/>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Statement">
  <p:cSld name="Statement">
    <p:spTree>
      <p:nvGrpSpPr>
        <p:cNvPr id="1" name="Shape 711"/>
        <p:cNvGrpSpPr/>
        <p:nvPr/>
      </p:nvGrpSpPr>
      <p:grpSpPr>
        <a:xfrm>
          <a:off x="0" y="0"/>
          <a:ext cx="0" cy="0"/>
          <a:chOff x="0" y="0"/>
          <a:chExt cx="0" cy="0"/>
        </a:xfrm>
      </p:grpSpPr>
      <p:sp>
        <p:nvSpPr>
          <p:cNvPr id="712" name="Google Shape;712;p116"/>
          <p:cNvSpPr txBox="1">
            <a:spLocks noGrp="1"/>
          </p:cNvSpPr>
          <p:nvPr>
            <p:ph type="title"/>
          </p:nvPr>
        </p:nvSpPr>
        <p:spPr>
          <a:xfrm>
            <a:off x="457199"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Verizon NHG DS"/>
              <a:buNone/>
              <a:defRPr sz="4000">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13" name="Google Shape;713;p11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Statement White Text Photo">
  <p:cSld name="Statement White Text Photo">
    <p:bg>
      <p:bgPr>
        <a:solidFill>
          <a:schemeClr val="dk1"/>
        </a:solidFill>
        <a:effectLst/>
      </p:bgPr>
    </p:bg>
    <p:spTree>
      <p:nvGrpSpPr>
        <p:cNvPr id="1" name="Shape 714"/>
        <p:cNvGrpSpPr/>
        <p:nvPr/>
      </p:nvGrpSpPr>
      <p:grpSpPr>
        <a:xfrm>
          <a:off x="0" y="0"/>
          <a:ext cx="0" cy="0"/>
          <a:chOff x="0" y="0"/>
          <a:chExt cx="0" cy="0"/>
        </a:xfrm>
      </p:grpSpPr>
      <p:sp>
        <p:nvSpPr>
          <p:cNvPr id="715" name="Google Shape;715;p117"/>
          <p:cNvSpPr>
            <a:spLocks noGrp="1"/>
          </p:cNvSpPr>
          <p:nvPr>
            <p:ph type="pic" idx="2"/>
          </p:nvPr>
        </p:nvSpPr>
        <p:spPr>
          <a:xfrm>
            <a:off x="0" y="0"/>
            <a:ext cx="9144000" cy="5143500"/>
          </a:xfrm>
          <a:prstGeom prst="rect">
            <a:avLst/>
          </a:prstGeom>
          <a:solidFill>
            <a:srgbClr val="A5A5A5"/>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lt1"/>
              </a:buClr>
              <a:buSzPts val="1200"/>
              <a:buFont typeface="Verizon NHG TX"/>
              <a:buNone/>
              <a:defRPr sz="1200" b="1" i="0" u="none" strike="noStrike" cap="none">
                <a:solidFill>
                  <a:schemeClr val="lt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716" name="Google Shape;716;p117"/>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4000"/>
              <a:buFont typeface="Verizon NHG DS"/>
              <a:buNone/>
              <a:defRPr sz="4000">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17" name="Google Shape;717;p11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pic>
        <p:nvPicPr>
          <p:cNvPr id="718" name="Google Shape;718;p117"/>
          <p:cNvPicPr preferRelativeResize="0"/>
          <p:nvPr/>
        </p:nvPicPr>
        <p:blipFill rotWithShape="1">
          <a:blip r:embed="rId2">
            <a:alphaModFix/>
          </a:blip>
          <a:srcRect/>
          <a:stretch/>
        </p:blipFill>
        <p:spPr>
          <a:xfrm>
            <a:off x="357160" y="4615079"/>
            <a:ext cx="1069848" cy="384837"/>
          </a:xfrm>
          <a:prstGeom prst="rect">
            <a:avLst/>
          </a:prstGeom>
          <a:noFill/>
          <a:ln>
            <a:noFill/>
          </a:ln>
        </p:spPr>
      </p:pic>
      <p:sp>
        <p:nvSpPr>
          <p:cNvPr id="719" name="Google Shape;719;p117"/>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650"/>
              <a:buFont typeface="Arial"/>
              <a:buNone/>
            </a:pPr>
            <a:r>
              <a:rPr lang="en" sz="650" b="0" i="0" u="none" strike="noStrike" cap="none">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u="none" strike="noStrike" cap="none">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Statement Black Text Photo">
  <p:cSld name="Statement Black Text Photo">
    <p:bg>
      <p:bgPr>
        <a:solidFill>
          <a:schemeClr val="lt1"/>
        </a:solidFill>
        <a:effectLst/>
      </p:bgPr>
    </p:bg>
    <p:spTree>
      <p:nvGrpSpPr>
        <p:cNvPr id="1" name="Shape 720"/>
        <p:cNvGrpSpPr/>
        <p:nvPr/>
      </p:nvGrpSpPr>
      <p:grpSpPr>
        <a:xfrm>
          <a:off x="0" y="0"/>
          <a:ext cx="0" cy="0"/>
          <a:chOff x="0" y="0"/>
          <a:chExt cx="0" cy="0"/>
        </a:xfrm>
      </p:grpSpPr>
      <p:sp>
        <p:nvSpPr>
          <p:cNvPr id="721" name="Google Shape;721;p118"/>
          <p:cNvSpPr>
            <a:spLocks noGrp="1"/>
          </p:cNvSpPr>
          <p:nvPr>
            <p:ph type="pic" idx="2"/>
          </p:nvPr>
        </p:nvSpPr>
        <p:spPr>
          <a:xfrm>
            <a:off x="0" y="0"/>
            <a:ext cx="9144000" cy="5143500"/>
          </a:xfrm>
          <a:prstGeom prst="rect">
            <a:avLst/>
          </a:prstGeom>
          <a:solidFill>
            <a:srgbClr val="D8D8D8"/>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722" name="Google Shape;722;p118"/>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Verizon NHG DS"/>
              <a:buNone/>
              <a:defRPr sz="4000">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23" name="Google Shape;723;p11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pic>
        <p:nvPicPr>
          <p:cNvPr id="724" name="Google Shape;724;p118"/>
          <p:cNvPicPr preferRelativeResize="0"/>
          <p:nvPr/>
        </p:nvPicPr>
        <p:blipFill rotWithShape="1">
          <a:blip r:embed="rId2">
            <a:alphaModFix/>
          </a:blip>
          <a:srcRect/>
          <a:stretch/>
        </p:blipFill>
        <p:spPr>
          <a:xfrm>
            <a:off x="353824" y="4608575"/>
            <a:ext cx="1069844" cy="397804"/>
          </a:xfrm>
          <a:prstGeom prst="rect">
            <a:avLst/>
          </a:prstGeom>
          <a:noFill/>
          <a:ln>
            <a:noFill/>
          </a:ln>
        </p:spPr>
      </p:pic>
      <p:sp>
        <p:nvSpPr>
          <p:cNvPr id="725" name="Google Shape;725;p118"/>
          <p:cNvSpPr txBox="1"/>
          <p:nvPr/>
        </p:nvSpPr>
        <p:spPr>
          <a:xfrm>
            <a:off x="1333500" y="4612166"/>
            <a:ext cx="7124700" cy="3012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650"/>
              <a:buFont typeface="Arial"/>
              <a:buNone/>
            </a:pPr>
            <a:r>
              <a:rPr lang="en" sz="650" b="0" i="0" u="none" strike="noStrike" cap="none">
                <a:solidFill>
                  <a:schemeClr val="dk1"/>
                </a:solidFill>
                <a:latin typeface="Verizon NHG DS"/>
                <a:ea typeface="Verizon NHG DS"/>
                <a:cs typeface="Verizon NHG DS"/>
                <a:sym typeface="Verizon NHG DS"/>
              </a:rPr>
              <a:t>Verizon confidential and proprietary. Unauthorized disclosure, reproduction or other use prohibited.</a:t>
            </a:r>
            <a:endParaRPr sz="650" b="0" i="0" u="none" strike="noStrike" cap="none">
              <a:solidFill>
                <a:schemeClr val="dk1"/>
              </a:solidFill>
              <a:latin typeface="Verizon NHG DS"/>
              <a:ea typeface="Verizon NHG DS"/>
              <a:cs typeface="Verizon NHG DS"/>
              <a:sym typeface="Verizon NHG DS"/>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hree Column Text and Photos">
  <p:cSld name="Three Column Text and Photos">
    <p:spTree>
      <p:nvGrpSpPr>
        <p:cNvPr id="1" name="Shape 726"/>
        <p:cNvGrpSpPr/>
        <p:nvPr/>
      </p:nvGrpSpPr>
      <p:grpSpPr>
        <a:xfrm>
          <a:off x="0" y="0"/>
          <a:ext cx="0" cy="0"/>
          <a:chOff x="0" y="0"/>
          <a:chExt cx="0" cy="0"/>
        </a:xfrm>
      </p:grpSpPr>
      <p:sp>
        <p:nvSpPr>
          <p:cNvPr id="727" name="Google Shape;727;p11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cxnSp>
        <p:nvCxnSpPr>
          <p:cNvPr id="728" name="Google Shape;728;p119"/>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729" name="Google Shape;729;p119"/>
          <p:cNvSpPr txBox="1">
            <a:spLocks noGrp="1"/>
          </p:cNvSpPr>
          <p:nvPr>
            <p:ph type="body" idx="1"/>
          </p:nvPr>
        </p:nvSpPr>
        <p:spPr>
          <a:xfrm>
            <a:off x="6119213"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730" name="Google Shape;730;p119"/>
          <p:cNvSpPr txBox="1">
            <a:spLocks noGrp="1"/>
          </p:cNvSpPr>
          <p:nvPr>
            <p:ph type="body" idx="2"/>
          </p:nvPr>
        </p:nvSpPr>
        <p:spPr>
          <a:xfrm>
            <a:off x="3288207"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731" name="Google Shape;731;p119"/>
          <p:cNvSpPr txBox="1">
            <a:spLocks noGrp="1"/>
          </p:cNvSpPr>
          <p:nvPr>
            <p:ph type="body" idx="3"/>
          </p:nvPr>
        </p:nvSpPr>
        <p:spPr>
          <a:xfrm>
            <a:off x="457200"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732" name="Google Shape;732;p119"/>
          <p:cNvSpPr>
            <a:spLocks noGrp="1"/>
          </p:cNvSpPr>
          <p:nvPr>
            <p:ph type="pic" idx="4"/>
          </p:nvPr>
        </p:nvSpPr>
        <p:spPr>
          <a:xfrm>
            <a:off x="457200"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733" name="Google Shape;733;p119"/>
          <p:cNvSpPr>
            <a:spLocks noGrp="1"/>
          </p:cNvSpPr>
          <p:nvPr>
            <p:ph type="pic" idx="5"/>
          </p:nvPr>
        </p:nvSpPr>
        <p:spPr>
          <a:xfrm>
            <a:off x="3288206"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734" name="Google Shape;734;p119"/>
          <p:cNvSpPr>
            <a:spLocks noGrp="1"/>
          </p:cNvSpPr>
          <p:nvPr>
            <p:ph type="pic" idx="6"/>
          </p:nvPr>
        </p:nvSpPr>
        <p:spPr>
          <a:xfrm>
            <a:off x="6119213"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735" name="Google Shape;735;p119"/>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Media">
  <p:cSld name="Media">
    <p:bg>
      <p:bgPr>
        <a:solidFill>
          <a:schemeClr val="dk1"/>
        </a:solidFill>
        <a:effectLst/>
      </p:bgPr>
    </p:bg>
    <p:spTree>
      <p:nvGrpSpPr>
        <p:cNvPr id="1" name="Shape 736"/>
        <p:cNvGrpSpPr/>
        <p:nvPr/>
      </p:nvGrpSpPr>
      <p:grpSpPr>
        <a:xfrm>
          <a:off x="0" y="0"/>
          <a:ext cx="0" cy="0"/>
          <a:chOff x="0" y="0"/>
          <a:chExt cx="0" cy="0"/>
        </a:xfrm>
      </p:grpSpPr>
      <p:sp>
        <p:nvSpPr>
          <p:cNvPr id="737" name="Google Shape;737;p120"/>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izon NHG TX"/>
              <a:ea typeface="Verizon NHG TX"/>
              <a:cs typeface="Verizon NHG TX"/>
              <a:sym typeface="Verizon NHG TX"/>
            </a:endParaRPr>
          </a:p>
        </p:txBody>
      </p:sp>
      <p:sp>
        <p:nvSpPr>
          <p:cNvPr id="738" name="Google Shape;738;p120"/>
          <p:cNvSpPr>
            <a:spLocks noGrp="1"/>
          </p:cNvSpPr>
          <p:nvPr>
            <p:ph type="media" idx="2"/>
          </p:nvPr>
        </p:nvSpPr>
        <p:spPr>
          <a:xfrm>
            <a:off x="0" y="0"/>
            <a:ext cx="9144000" cy="5143500"/>
          </a:xfrm>
          <a:prstGeom prst="rect">
            <a:avLst/>
          </a:prstGeom>
          <a:solidFill>
            <a:srgbClr val="A5A5A5"/>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One Statement and Horizontal Chart">
  <p:cSld name="One Statement and Horizontal Chart">
    <p:spTree>
      <p:nvGrpSpPr>
        <p:cNvPr id="1" name="Shape 739"/>
        <p:cNvGrpSpPr/>
        <p:nvPr/>
      </p:nvGrpSpPr>
      <p:grpSpPr>
        <a:xfrm>
          <a:off x="0" y="0"/>
          <a:ext cx="0" cy="0"/>
          <a:chOff x="0" y="0"/>
          <a:chExt cx="0" cy="0"/>
        </a:xfrm>
      </p:grpSpPr>
      <p:sp>
        <p:nvSpPr>
          <p:cNvPr id="740" name="Google Shape;740;p121"/>
          <p:cNvSpPr>
            <a:spLocks noGrp="1"/>
          </p:cNvSpPr>
          <p:nvPr>
            <p:ph type="chart" idx="2"/>
          </p:nvPr>
        </p:nvSpPr>
        <p:spPr>
          <a:xfrm>
            <a:off x="457198" y="2095248"/>
            <a:ext cx="7086600" cy="23841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741" name="Google Shape;741;p12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Verizon NHG TX"/>
                <a:ea typeface="Verizon NHG TX"/>
                <a:cs typeface="Verizon NHG TX"/>
                <a:sym typeface="Verizon NHG TX"/>
              </a:defRPr>
            </a:lvl9pPr>
          </a:lstStyle>
          <a:p>
            <a:endParaRPr/>
          </a:p>
        </p:txBody>
      </p:sp>
      <p:sp>
        <p:nvSpPr>
          <p:cNvPr id="742" name="Google Shape;742;p12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743" name="Google Shape;743;p121"/>
          <p:cNvSpPr txBox="1">
            <a:spLocks noGrp="1"/>
          </p:cNvSpPr>
          <p:nvPr>
            <p:ph type="body" idx="1"/>
          </p:nvPr>
        </p:nvSpPr>
        <p:spPr>
          <a:xfrm>
            <a:off x="457200" y="1459580"/>
            <a:ext cx="7086600" cy="563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744" name="Google Shape;744;p121"/>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745" name="Google Shape;745;p121"/>
          <p:cNvSpPr txBox="1"/>
          <p:nvPr/>
        </p:nvSpPr>
        <p:spPr>
          <a:xfrm>
            <a:off x="1294108" y="937647"/>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746" name="Google Shape;746;p121"/>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1_One Statement and Chart">
  <p:cSld name="1_One Statement and Chart">
    <p:spTree>
      <p:nvGrpSpPr>
        <p:cNvPr id="1" name="Shape 747"/>
        <p:cNvGrpSpPr/>
        <p:nvPr/>
      </p:nvGrpSpPr>
      <p:grpSpPr>
        <a:xfrm>
          <a:off x="0" y="0"/>
          <a:ext cx="0" cy="0"/>
          <a:chOff x="0" y="0"/>
          <a:chExt cx="0" cy="0"/>
        </a:xfrm>
      </p:grpSpPr>
      <p:sp>
        <p:nvSpPr>
          <p:cNvPr id="748" name="Google Shape;748;p122"/>
          <p:cNvSpPr>
            <a:spLocks noGrp="1"/>
          </p:cNvSpPr>
          <p:nvPr>
            <p:ph type="chart" idx="2"/>
          </p:nvPr>
        </p:nvSpPr>
        <p:spPr>
          <a:xfrm>
            <a:off x="4572000" y="594360"/>
            <a:ext cx="4114800" cy="36156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DS"/>
              <a:buNone/>
              <a:defRPr sz="1200" b="0" i="0" u="none" strike="noStrike" cap="none">
                <a:solidFill>
                  <a:schemeClr val="dk1"/>
                </a:solidFill>
                <a:latin typeface="Verizon NHG DS"/>
                <a:ea typeface="Verizon NHG DS"/>
                <a:cs typeface="Verizon NHG DS"/>
                <a:sym typeface="Verizon NHG DS"/>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749" name="Google Shape;749;p122"/>
          <p:cNvSpPr txBox="1">
            <a:spLocks noGrp="1"/>
          </p:cNvSpPr>
          <p:nvPr>
            <p:ph type="body" idx="1"/>
          </p:nvPr>
        </p:nvSpPr>
        <p:spPr>
          <a:xfrm>
            <a:off x="457200" y="1459580"/>
            <a:ext cx="3933000" cy="2750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DS"/>
              <a:buNone/>
              <a:defRPr>
                <a:latin typeface="Verizon NHG DS"/>
                <a:ea typeface="Verizon NHG DS"/>
                <a:cs typeface="Verizon NHG DS"/>
                <a:sym typeface="Verizon NHG DS"/>
              </a:defRPr>
            </a:lvl1pPr>
            <a:lvl2pPr marL="914400" lvl="1" indent="-228600" algn="l" rtl="0">
              <a:lnSpc>
                <a:spcPct val="100000"/>
              </a:lnSpc>
              <a:spcBef>
                <a:spcPts val="900"/>
              </a:spcBef>
              <a:spcAft>
                <a:spcPts val="0"/>
              </a:spcAft>
              <a:buClr>
                <a:schemeClr val="dk1"/>
              </a:buClr>
              <a:buSzPts val="1200"/>
              <a:buFont typeface="Verizon NHG DS"/>
              <a:buNone/>
              <a:defRPr>
                <a:latin typeface="Verizon NHG DS"/>
                <a:ea typeface="Verizon NHG DS"/>
                <a:cs typeface="Verizon NHG DS"/>
                <a:sym typeface="Verizon NHG DS"/>
              </a:defRPr>
            </a:lvl2pPr>
            <a:lvl3pPr marL="1371600" lvl="2" indent="-304800" algn="l" rtl="0">
              <a:lnSpc>
                <a:spcPct val="100000"/>
              </a:lnSpc>
              <a:spcBef>
                <a:spcPts val="600"/>
              </a:spcBef>
              <a:spcAft>
                <a:spcPts val="0"/>
              </a:spcAft>
              <a:buClr>
                <a:schemeClr val="dk1"/>
              </a:buClr>
              <a:buSzPts val="1200"/>
              <a:buChar char="•"/>
              <a:defRPr>
                <a:latin typeface="Verizon NHG DS"/>
                <a:ea typeface="Verizon NHG DS"/>
                <a:cs typeface="Verizon NHG DS"/>
                <a:sym typeface="Verizon NHG DS"/>
              </a:defRPr>
            </a:lvl3pPr>
            <a:lvl4pPr marL="1828800" lvl="3" indent="-304800" algn="l" rtl="0">
              <a:lnSpc>
                <a:spcPct val="100000"/>
              </a:lnSpc>
              <a:spcBef>
                <a:spcPts val="600"/>
              </a:spcBef>
              <a:spcAft>
                <a:spcPts val="0"/>
              </a:spcAft>
              <a:buClr>
                <a:schemeClr val="dk1"/>
              </a:buClr>
              <a:buSzPts val="1200"/>
              <a:buChar char="–"/>
              <a:defRPr>
                <a:latin typeface="Verizon NHG DS"/>
                <a:ea typeface="Verizon NHG DS"/>
                <a:cs typeface="Verizon NHG DS"/>
                <a:sym typeface="Verizon NHG DS"/>
              </a:defRPr>
            </a:lvl4pPr>
            <a:lvl5pPr marL="2286000" lvl="4" indent="-304800" algn="l" rtl="0">
              <a:lnSpc>
                <a:spcPct val="100000"/>
              </a:lnSpc>
              <a:spcBef>
                <a:spcPts val="600"/>
              </a:spcBef>
              <a:spcAft>
                <a:spcPts val="0"/>
              </a:spcAft>
              <a:buClr>
                <a:schemeClr val="dk1"/>
              </a:buClr>
              <a:buSzPts val="1200"/>
              <a:buChar char="–"/>
              <a:defRPr>
                <a:latin typeface="Verizon NHG DS"/>
                <a:ea typeface="Verizon NHG DS"/>
                <a:cs typeface="Verizon NHG DS"/>
                <a:sym typeface="Verizon NHG DS"/>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750" name="Google Shape;750;p122"/>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751" name="Google Shape;751;p122"/>
          <p:cNvSpPr txBox="1">
            <a:spLocks noGrp="1"/>
          </p:cNvSpPr>
          <p:nvPr>
            <p:ph type="title"/>
          </p:nvPr>
        </p:nvSpPr>
        <p:spPr>
          <a:xfrm>
            <a:off x="457200" y="590550"/>
            <a:ext cx="393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2400"/>
              <a:buFont typeface="Verizon NHG DS"/>
              <a:buNone/>
              <a:defRPr>
                <a:latin typeface="Verizon NHG DS"/>
                <a:ea typeface="Verizon NHG DS"/>
                <a:cs typeface="Verizon NHG DS"/>
                <a:sym typeface="Verizon NHG DS"/>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Complex Chart">
  <p:cSld name="Complex Chart">
    <p:spTree>
      <p:nvGrpSpPr>
        <p:cNvPr id="1" name="Shape 752"/>
        <p:cNvGrpSpPr/>
        <p:nvPr/>
      </p:nvGrpSpPr>
      <p:grpSpPr>
        <a:xfrm>
          <a:off x="0" y="0"/>
          <a:ext cx="0" cy="0"/>
          <a:chOff x="0" y="0"/>
          <a:chExt cx="0" cy="0"/>
        </a:xfrm>
      </p:grpSpPr>
      <p:sp>
        <p:nvSpPr>
          <p:cNvPr id="753" name="Google Shape;753;p12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sp>
        <p:nvSpPr>
          <p:cNvPr id="754" name="Google Shape;754;p123"/>
          <p:cNvSpPr txBox="1">
            <a:spLocks noGrp="1"/>
          </p:cNvSpPr>
          <p:nvPr>
            <p:ph type="title"/>
          </p:nvPr>
        </p:nvSpPr>
        <p:spPr>
          <a:xfrm>
            <a:off x="457200" y="2476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55" name="Google Shape;755;p123"/>
          <p:cNvSpPr>
            <a:spLocks noGrp="1"/>
          </p:cNvSpPr>
          <p:nvPr>
            <p:ph type="pic" idx="2"/>
          </p:nvPr>
        </p:nvSpPr>
        <p:spPr>
          <a:xfrm>
            <a:off x="457200" y="590550"/>
            <a:ext cx="8229600" cy="3848100"/>
          </a:xfrm>
          <a:prstGeom prst="rect">
            <a:avLst/>
          </a:prstGeom>
          <a:noFill/>
          <a:ln>
            <a:noFill/>
          </a:ln>
        </p:spPr>
        <p:txBody>
          <a:bodyPr spcFirstLastPara="1" wrap="square" lIns="0" tIns="1463025" rIns="0" bIns="0" anchor="t" anchorCtr="0">
            <a:noAutofit/>
          </a:bodyPr>
          <a:lstStyle>
            <a:lvl1pPr marR="0" lvl="0" algn="ctr"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1_Thank You">
  <p:cSld name="1_Thank You">
    <p:spTree>
      <p:nvGrpSpPr>
        <p:cNvPr id="1" name="Shape 756"/>
        <p:cNvGrpSpPr/>
        <p:nvPr/>
      </p:nvGrpSpPr>
      <p:grpSpPr>
        <a:xfrm>
          <a:off x="0" y="0"/>
          <a:ext cx="0" cy="0"/>
          <a:chOff x="0" y="0"/>
          <a:chExt cx="0" cy="0"/>
        </a:xfrm>
      </p:grpSpPr>
      <p:pic>
        <p:nvPicPr>
          <p:cNvPr id="757" name="Google Shape;757;p124"/>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image" Target="../media/image1.png"/><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34" Type="http://schemas.openxmlformats.org/officeDocument/2006/relationships/theme" Target="../theme/theme3.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image" Target="../media/image1.png"/><Relationship Id="rId8" Type="http://schemas.openxmlformats.org/officeDocument/2006/relationships/slideLayout" Target="../slideLayouts/slideLayout4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18" Type="http://schemas.openxmlformats.org/officeDocument/2006/relationships/slideLayout" Target="../slideLayouts/slideLayout92.xml"/><Relationship Id="rId3" Type="http://schemas.openxmlformats.org/officeDocument/2006/relationships/slideLayout" Target="../slideLayouts/slideLayout77.xml"/><Relationship Id="rId21" Type="http://schemas.openxmlformats.org/officeDocument/2006/relationships/slideLayout" Target="../slideLayouts/slideLayout95.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24" Type="http://schemas.openxmlformats.org/officeDocument/2006/relationships/image" Target="../media/image1.png"/><Relationship Id="rId5" Type="http://schemas.openxmlformats.org/officeDocument/2006/relationships/slideLayout" Target="../slideLayouts/slideLayout79.xml"/><Relationship Id="rId15" Type="http://schemas.openxmlformats.org/officeDocument/2006/relationships/slideLayout" Target="../slideLayouts/slideLayout89.xml"/><Relationship Id="rId23" Type="http://schemas.openxmlformats.org/officeDocument/2006/relationships/theme" Target="../theme/theme4.xml"/><Relationship Id="rId10" Type="http://schemas.openxmlformats.org/officeDocument/2006/relationships/slideLayout" Target="../slideLayouts/slideLayout84.xml"/><Relationship Id="rId19" Type="http://schemas.openxmlformats.org/officeDocument/2006/relationships/slideLayout" Target="../slideLayouts/slideLayout93.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slideLayout" Target="../slideLayouts/slideLayout96.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99.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theme" Target="../theme/theme5.xml"/><Relationship Id="rId5" Type="http://schemas.openxmlformats.org/officeDocument/2006/relationships/slideLayout" Target="../slideLayouts/slideLayout101.xml"/><Relationship Id="rId4" Type="http://schemas.openxmlformats.org/officeDocument/2006/relationships/slideLayout" Target="../slideLayouts/slideLayout10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slideLayout" Target="../slideLayouts/slideLayout114.xml"/><Relationship Id="rId18" Type="http://schemas.openxmlformats.org/officeDocument/2006/relationships/theme" Target="../theme/theme6.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17" Type="http://schemas.openxmlformats.org/officeDocument/2006/relationships/slideLayout" Target="../slideLayouts/slideLayout118.xml"/><Relationship Id="rId2" Type="http://schemas.openxmlformats.org/officeDocument/2006/relationships/slideLayout" Target="../slideLayouts/slideLayout103.xml"/><Relationship Id="rId16" Type="http://schemas.openxmlformats.org/officeDocument/2006/relationships/slideLayout" Target="../slideLayouts/slideLayout117.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slideLayout" Target="../slideLayouts/slideLayout116.xml"/><Relationship Id="rId10" Type="http://schemas.openxmlformats.org/officeDocument/2006/relationships/slideLayout" Target="../slideLayouts/slideLayout111.xml"/><Relationship Id="rId19" Type="http://schemas.openxmlformats.org/officeDocument/2006/relationships/image" Target="../media/image1.png"/><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slideLayout" Target="../slideLayouts/slideLayout1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457200" y="1463040"/>
            <a:ext cx="7086600" cy="29757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54" name="Google Shape;54;p13"/>
          <p:cNvPicPr preferRelativeResize="0"/>
          <p:nvPr/>
        </p:nvPicPr>
        <p:blipFill rotWithShape="1">
          <a:blip r:embed="rId32">
            <a:alphaModFix/>
          </a:blip>
          <a:srcRect/>
          <a:stretch/>
        </p:blipFill>
        <p:spPr>
          <a:xfrm>
            <a:off x="353824" y="4608575"/>
            <a:ext cx="1069844" cy="397804"/>
          </a:xfrm>
          <a:prstGeom prst="rect">
            <a:avLst/>
          </a:prstGeom>
          <a:noFill/>
          <a:ln>
            <a:noFill/>
          </a:ln>
        </p:spPr>
      </p:pic>
      <p:sp>
        <p:nvSpPr>
          <p:cNvPr id="55" name="Google Shape;55;p13"/>
          <p:cNvSpPr txBox="1"/>
          <p:nvPr/>
        </p:nvSpPr>
        <p:spPr>
          <a:xfrm>
            <a:off x="1333500" y="4612166"/>
            <a:ext cx="7124700" cy="3012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700"/>
              <a:buFont typeface="Arial"/>
              <a:buNone/>
            </a:pPr>
            <a:r>
              <a:rPr lang="en" sz="700" b="0" i="0" u="none" strike="noStrike" cap="none">
                <a:solidFill>
                  <a:schemeClr val="dk1"/>
                </a:solidFill>
                <a:latin typeface="Arial"/>
                <a:ea typeface="Arial"/>
                <a:cs typeface="Arial"/>
                <a:sym typeface="Arial"/>
              </a:rPr>
              <a:t>Verizon confidential and proprietary. Unauthorized disclosure, reproduction or other use prohibited.</a:t>
            </a:r>
            <a:endParaRPr sz="7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8"/>
        <p:cNvGrpSpPr/>
        <p:nvPr/>
      </p:nvGrpSpPr>
      <p:grpSpPr>
        <a:xfrm>
          <a:off x="0" y="0"/>
          <a:ext cx="0" cy="0"/>
          <a:chOff x="0" y="0"/>
          <a:chExt cx="0" cy="0"/>
        </a:xfrm>
      </p:grpSpPr>
      <p:sp>
        <p:nvSpPr>
          <p:cNvPr id="229" name="Google Shape;229;p44"/>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2400"/>
              <a:buFont typeface="Verizon NHG DS"/>
              <a:buNone/>
              <a:defRPr sz="2400" b="1" i="0" u="none" strike="noStrike" cap="none">
                <a:solidFill>
                  <a:schemeClr val="dk1"/>
                </a:solidFill>
                <a:latin typeface="Verizon NHG DS"/>
                <a:ea typeface="Verizon NHG DS"/>
                <a:cs typeface="Verizon NHG DS"/>
                <a:sym typeface="Verizon NHG D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30" name="Google Shape;230;p44"/>
          <p:cNvSpPr txBox="1">
            <a:spLocks noGrp="1"/>
          </p:cNvSpPr>
          <p:nvPr>
            <p:ph type="body" idx="1"/>
          </p:nvPr>
        </p:nvSpPr>
        <p:spPr>
          <a:xfrm>
            <a:off x="457200" y="1463040"/>
            <a:ext cx="7086600" cy="29757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L="914400" marR="0" lvl="1" indent="-228600"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L="1371600" marR="0" lvl="2"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L="1828800" marR="0" lvl="3"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L="2286000" marR="0" lvl="4"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L="2743200" marR="0" lvl="5"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L="3200400" marR="0" lvl="6"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L="3657600" marR="0" lvl="7"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L="4114800" marR="0" lvl="8"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231" name="Google Shape;231;p4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700" b="1" i="0" u="none" strike="noStrike" cap="none">
                <a:solidFill>
                  <a:schemeClr val="dk1"/>
                </a:solidFill>
                <a:latin typeface="Verizon NHG DS"/>
                <a:ea typeface="Verizon NHG DS"/>
                <a:cs typeface="Verizon NHG DS"/>
                <a:sym typeface="Verizon NHG DS"/>
              </a:defRPr>
            </a:lvl1pPr>
            <a:lvl2pPr marL="0" marR="0" lvl="1" indent="0" algn="r" rtl="0">
              <a:spcBef>
                <a:spcPts val="0"/>
              </a:spcBef>
              <a:buNone/>
              <a:defRPr sz="700" b="1" i="0" u="none" strike="noStrike" cap="none">
                <a:solidFill>
                  <a:schemeClr val="dk1"/>
                </a:solidFill>
                <a:latin typeface="Verizon NHG DS"/>
                <a:ea typeface="Verizon NHG DS"/>
                <a:cs typeface="Verizon NHG DS"/>
                <a:sym typeface="Verizon NHG DS"/>
              </a:defRPr>
            </a:lvl2pPr>
            <a:lvl3pPr marL="0" marR="0" lvl="2" indent="0" algn="r" rtl="0">
              <a:spcBef>
                <a:spcPts val="0"/>
              </a:spcBef>
              <a:buNone/>
              <a:defRPr sz="700" b="1" i="0" u="none" strike="noStrike" cap="none">
                <a:solidFill>
                  <a:schemeClr val="dk1"/>
                </a:solidFill>
                <a:latin typeface="Verizon NHG DS"/>
                <a:ea typeface="Verizon NHG DS"/>
                <a:cs typeface="Verizon NHG DS"/>
                <a:sym typeface="Verizon NHG DS"/>
              </a:defRPr>
            </a:lvl3pPr>
            <a:lvl4pPr marL="0" marR="0" lvl="3" indent="0" algn="r" rtl="0">
              <a:spcBef>
                <a:spcPts val="0"/>
              </a:spcBef>
              <a:buNone/>
              <a:defRPr sz="700" b="1" i="0" u="none" strike="noStrike" cap="none">
                <a:solidFill>
                  <a:schemeClr val="dk1"/>
                </a:solidFill>
                <a:latin typeface="Verizon NHG DS"/>
                <a:ea typeface="Verizon NHG DS"/>
                <a:cs typeface="Verizon NHG DS"/>
                <a:sym typeface="Verizon NHG DS"/>
              </a:defRPr>
            </a:lvl4pPr>
            <a:lvl5pPr marL="0" marR="0" lvl="4" indent="0" algn="r" rtl="0">
              <a:spcBef>
                <a:spcPts val="0"/>
              </a:spcBef>
              <a:buNone/>
              <a:defRPr sz="700" b="1" i="0" u="none" strike="noStrike" cap="none">
                <a:solidFill>
                  <a:schemeClr val="dk1"/>
                </a:solidFill>
                <a:latin typeface="Verizon NHG DS"/>
                <a:ea typeface="Verizon NHG DS"/>
                <a:cs typeface="Verizon NHG DS"/>
                <a:sym typeface="Verizon NHG DS"/>
              </a:defRPr>
            </a:lvl5pPr>
            <a:lvl6pPr marL="0" marR="0" lvl="5" indent="0" algn="r" rtl="0">
              <a:spcBef>
                <a:spcPts val="0"/>
              </a:spcBef>
              <a:buNone/>
              <a:defRPr sz="700" b="1" i="0" u="none" strike="noStrike" cap="none">
                <a:solidFill>
                  <a:schemeClr val="dk1"/>
                </a:solidFill>
                <a:latin typeface="Verizon NHG DS"/>
                <a:ea typeface="Verizon NHG DS"/>
                <a:cs typeface="Verizon NHG DS"/>
                <a:sym typeface="Verizon NHG DS"/>
              </a:defRPr>
            </a:lvl6pPr>
            <a:lvl7pPr marL="0" marR="0" lvl="6" indent="0" algn="r" rtl="0">
              <a:spcBef>
                <a:spcPts val="0"/>
              </a:spcBef>
              <a:buNone/>
              <a:defRPr sz="700" b="1" i="0" u="none" strike="noStrike" cap="none">
                <a:solidFill>
                  <a:schemeClr val="dk1"/>
                </a:solidFill>
                <a:latin typeface="Verizon NHG DS"/>
                <a:ea typeface="Verizon NHG DS"/>
                <a:cs typeface="Verizon NHG DS"/>
                <a:sym typeface="Verizon NHG DS"/>
              </a:defRPr>
            </a:lvl7pPr>
            <a:lvl8pPr marL="0" marR="0" lvl="7" indent="0" algn="r" rtl="0">
              <a:spcBef>
                <a:spcPts val="0"/>
              </a:spcBef>
              <a:buNone/>
              <a:defRPr sz="700" b="1" i="0" u="none" strike="noStrike" cap="none">
                <a:solidFill>
                  <a:schemeClr val="dk1"/>
                </a:solidFill>
                <a:latin typeface="Verizon NHG DS"/>
                <a:ea typeface="Verizon NHG DS"/>
                <a:cs typeface="Verizon NHG DS"/>
                <a:sym typeface="Verizon NHG DS"/>
              </a:defRPr>
            </a:lvl8pPr>
            <a:lvl9pPr marL="0" marR="0" lvl="8" indent="0" algn="r" rtl="0">
              <a:spcBef>
                <a:spcPts val="0"/>
              </a:spcBef>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pic>
        <p:nvPicPr>
          <p:cNvPr id="232" name="Google Shape;232;p44"/>
          <p:cNvPicPr preferRelativeResize="0"/>
          <p:nvPr/>
        </p:nvPicPr>
        <p:blipFill rotWithShape="1">
          <a:blip r:embed="rId35">
            <a:alphaModFix/>
          </a:blip>
          <a:srcRect/>
          <a:stretch/>
        </p:blipFill>
        <p:spPr>
          <a:xfrm>
            <a:off x="353824" y="4608575"/>
            <a:ext cx="1069844" cy="397804"/>
          </a:xfrm>
          <a:prstGeom prst="rect">
            <a:avLst/>
          </a:prstGeom>
          <a:noFill/>
          <a:ln>
            <a:noFill/>
          </a:ln>
        </p:spPr>
      </p:pic>
      <p:sp>
        <p:nvSpPr>
          <p:cNvPr id="233" name="Google Shape;233;p44"/>
          <p:cNvSpPr txBox="1"/>
          <p:nvPr/>
        </p:nvSpPr>
        <p:spPr>
          <a:xfrm>
            <a:off x="1333500" y="4612166"/>
            <a:ext cx="7124700" cy="3012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 sz="650" b="0" i="0" u="none" strike="noStrike" cap="none">
                <a:solidFill>
                  <a:schemeClr val="dk1"/>
                </a:solidFill>
                <a:latin typeface="Verizon NHG DS"/>
                <a:ea typeface="Verizon NHG DS"/>
                <a:cs typeface="Verizon NHG DS"/>
                <a:sym typeface="Verizon NHG DS"/>
              </a:rPr>
              <a:t>Verizon confidential and proprietary. Unauthorized disclosure, reproduction or other use prohibited.</a:t>
            </a:r>
            <a:endParaRPr sz="650" b="0" i="0" u="none" strike="noStrike" cap="none">
              <a:solidFill>
                <a:schemeClr val="dk1"/>
              </a:solidFill>
              <a:latin typeface="Verizon NHG DS"/>
              <a:ea typeface="Verizon NHG DS"/>
              <a:cs typeface="Verizon NHG DS"/>
              <a:sym typeface="Verizon NHG DS"/>
            </a:endParaRPr>
          </a:p>
        </p:txBody>
      </p:sp>
    </p:spTree>
  </p:cSld>
  <p:clrMap bg1="lt1" tx1="dk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88">
          <p15:clr>
            <a:srgbClr val="F26B43"/>
          </p15:clr>
        </p15:guide>
        <p15:guide id="2" pos="288">
          <p15:clr>
            <a:srgbClr val="F26B43"/>
          </p15:clr>
        </p15:guide>
        <p15:guide id="3" pos="5472">
          <p15:clr>
            <a:srgbClr val="F26B43"/>
          </p15:clr>
        </p15:guide>
        <p15:guide id="4" pos="4752">
          <p15:clr>
            <a:srgbClr val="F26B43"/>
          </p15:clr>
        </p15:guide>
        <p15:guide id="5" orient="horz" pos="918">
          <p15:clr>
            <a:srgbClr val="F26B43"/>
          </p15:clr>
        </p15:guide>
        <p15:guide id="6" orient="horz" pos="2964">
          <p15:clr>
            <a:srgbClr val="F26B43"/>
          </p15:clr>
        </p15:guide>
        <p15:guide id="7" pos="2880">
          <p15:clr>
            <a:srgbClr val="F26B43"/>
          </p15:clr>
        </p15:guide>
        <p15:guide id="8" orient="horz" pos="372">
          <p15:clr>
            <a:srgbClr val="F26B43"/>
          </p15:clr>
        </p15:guide>
        <p15:guide id="9" orient="horz" pos="3084">
          <p15:clr>
            <a:srgbClr val="F26B43"/>
          </p15:clr>
        </p15:guide>
        <p15:guide id="10" orient="horz" pos="2796">
          <p15:clr>
            <a:srgbClr val="F26B43"/>
          </p15:clr>
        </p15:guide>
        <p15:guide id="11" pos="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6"/>
        <p:cNvGrpSpPr/>
        <p:nvPr/>
      </p:nvGrpSpPr>
      <p:grpSpPr>
        <a:xfrm>
          <a:off x="0" y="0"/>
          <a:ext cx="0" cy="0"/>
          <a:chOff x="0" y="0"/>
          <a:chExt cx="0" cy="0"/>
        </a:xfrm>
      </p:grpSpPr>
      <p:sp>
        <p:nvSpPr>
          <p:cNvPr id="477" name="Google Shape;477;p78"/>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2400"/>
              <a:buFont typeface="Verizon NHG DS"/>
              <a:buNone/>
              <a:defRPr sz="2400" b="1" i="0" u="none" strike="noStrike" cap="none">
                <a:solidFill>
                  <a:schemeClr val="dk1"/>
                </a:solidFill>
                <a:latin typeface="Verizon NHG DS"/>
                <a:ea typeface="Verizon NHG DS"/>
                <a:cs typeface="Verizon NHG DS"/>
                <a:sym typeface="Verizon NHG D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78" name="Google Shape;478;p78"/>
          <p:cNvSpPr txBox="1">
            <a:spLocks noGrp="1"/>
          </p:cNvSpPr>
          <p:nvPr>
            <p:ph type="body" idx="1"/>
          </p:nvPr>
        </p:nvSpPr>
        <p:spPr>
          <a:xfrm>
            <a:off x="457200" y="1463040"/>
            <a:ext cx="7086600" cy="29757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L="914400" marR="0" lvl="1" indent="-228600"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L="1371600" marR="0" lvl="2"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L="1828800" marR="0" lvl="3"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L="2286000" marR="0" lvl="4"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L="2743200" marR="0" lvl="5"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L="3200400" marR="0" lvl="6"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L="3657600" marR="0" lvl="7"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L="4114800" marR="0" lvl="8"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479" name="Google Shape;479;p7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700" b="1" i="0" u="none" strike="noStrike" cap="none">
                <a:solidFill>
                  <a:schemeClr val="dk1"/>
                </a:solidFill>
                <a:latin typeface="Verizon NHG DS"/>
                <a:ea typeface="Verizon NHG DS"/>
                <a:cs typeface="Verizon NHG DS"/>
                <a:sym typeface="Verizon NHG DS"/>
              </a:defRPr>
            </a:lvl1pPr>
            <a:lvl2pPr marL="0" marR="0" lvl="1" indent="0" algn="r" rtl="0">
              <a:spcBef>
                <a:spcPts val="0"/>
              </a:spcBef>
              <a:buNone/>
              <a:defRPr sz="700" b="1" i="0" u="none" strike="noStrike" cap="none">
                <a:solidFill>
                  <a:schemeClr val="dk1"/>
                </a:solidFill>
                <a:latin typeface="Verizon NHG DS"/>
                <a:ea typeface="Verizon NHG DS"/>
                <a:cs typeface="Verizon NHG DS"/>
                <a:sym typeface="Verizon NHG DS"/>
              </a:defRPr>
            </a:lvl2pPr>
            <a:lvl3pPr marL="0" marR="0" lvl="2" indent="0" algn="r" rtl="0">
              <a:spcBef>
                <a:spcPts val="0"/>
              </a:spcBef>
              <a:buNone/>
              <a:defRPr sz="700" b="1" i="0" u="none" strike="noStrike" cap="none">
                <a:solidFill>
                  <a:schemeClr val="dk1"/>
                </a:solidFill>
                <a:latin typeface="Verizon NHG DS"/>
                <a:ea typeface="Verizon NHG DS"/>
                <a:cs typeface="Verizon NHG DS"/>
                <a:sym typeface="Verizon NHG DS"/>
              </a:defRPr>
            </a:lvl3pPr>
            <a:lvl4pPr marL="0" marR="0" lvl="3" indent="0" algn="r" rtl="0">
              <a:spcBef>
                <a:spcPts val="0"/>
              </a:spcBef>
              <a:buNone/>
              <a:defRPr sz="700" b="1" i="0" u="none" strike="noStrike" cap="none">
                <a:solidFill>
                  <a:schemeClr val="dk1"/>
                </a:solidFill>
                <a:latin typeface="Verizon NHG DS"/>
                <a:ea typeface="Verizon NHG DS"/>
                <a:cs typeface="Verizon NHG DS"/>
                <a:sym typeface="Verizon NHG DS"/>
              </a:defRPr>
            </a:lvl4pPr>
            <a:lvl5pPr marL="0" marR="0" lvl="4" indent="0" algn="r" rtl="0">
              <a:spcBef>
                <a:spcPts val="0"/>
              </a:spcBef>
              <a:buNone/>
              <a:defRPr sz="700" b="1" i="0" u="none" strike="noStrike" cap="none">
                <a:solidFill>
                  <a:schemeClr val="dk1"/>
                </a:solidFill>
                <a:latin typeface="Verizon NHG DS"/>
                <a:ea typeface="Verizon NHG DS"/>
                <a:cs typeface="Verizon NHG DS"/>
                <a:sym typeface="Verizon NHG DS"/>
              </a:defRPr>
            </a:lvl5pPr>
            <a:lvl6pPr marL="0" marR="0" lvl="5" indent="0" algn="r" rtl="0">
              <a:spcBef>
                <a:spcPts val="0"/>
              </a:spcBef>
              <a:buNone/>
              <a:defRPr sz="700" b="1" i="0" u="none" strike="noStrike" cap="none">
                <a:solidFill>
                  <a:schemeClr val="dk1"/>
                </a:solidFill>
                <a:latin typeface="Verizon NHG DS"/>
                <a:ea typeface="Verizon NHG DS"/>
                <a:cs typeface="Verizon NHG DS"/>
                <a:sym typeface="Verizon NHG DS"/>
              </a:defRPr>
            </a:lvl6pPr>
            <a:lvl7pPr marL="0" marR="0" lvl="6" indent="0" algn="r" rtl="0">
              <a:spcBef>
                <a:spcPts val="0"/>
              </a:spcBef>
              <a:buNone/>
              <a:defRPr sz="700" b="1" i="0" u="none" strike="noStrike" cap="none">
                <a:solidFill>
                  <a:schemeClr val="dk1"/>
                </a:solidFill>
                <a:latin typeface="Verizon NHG DS"/>
                <a:ea typeface="Verizon NHG DS"/>
                <a:cs typeface="Verizon NHG DS"/>
                <a:sym typeface="Verizon NHG DS"/>
              </a:defRPr>
            </a:lvl7pPr>
            <a:lvl8pPr marL="0" marR="0" lvl="7" indent="0" algn="r" rtl="0">
              <a:spcBef>
                <a:spcPts val="0"/>
              </a:spcBef>
              <a:buNone/>
              <a:defRPr sz="700" b="1" i="0" u="none" strike="noStrike" cap="none">
                <a:solidFill>
                  <a:schemeClr val="dk1"/>
                </a:solidFill>
                <a:latin typeface="Verizon NHG DS"/>
                <a:ea typeface="Verizon NHG DS"/>
                <a:cs typeface="Verizon NHG DS"/>
                <a:sym typeface="Verizon NHG DS"/>
              </a:defRPr>
            </a:lvl8pPr>
            <a:lvl9pPr marL="0" marR="0" lvl="8" indent="0" algn="r" rtl="0">
              <a:spcBef>
                <a:spcPts val="0"/>
              </a:spcBef>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pic>
        <p:nvPicPr>
          <p:cNvPr id="480" name="Google Shape;480;p78"/>
          <p:cNvPicPr preferRelativeResize="0"/>
          <p:nvPr/>
        </p:nvPicPr>
        <p:blipFill rotWithShape="1">
          <a:blip r:embed="rId24">
            <a:alphaModFix/>
          </a:blip>
          <a:srcRect/>
          <a:stretch/>
        </p:blipFill>
        <p:spPr>
          <a:xfrm>
            <a:off x="353824" y="4608575"/>
            <a:ext cx="1069844" cy="397804"/>
          </a:xfrm>
          <a:prstGeom prst="rect">
            <a:avLst/>
          </a:prstGeom>
          <a:noFill/>
          <a:ln>
            <a:noFill/>
          </a:ln>
        </p:spPr>
      </p:pic>
      <p:sp>
        <p:nvSpPr>
          <p:cNvPr id="481" name="Google Shape;481;p78"/>
          <p:cNvSpPr txBox="1"/>
          <p:nvPr/>
        </p:nvSpPr>
        <p:spPr>
          <a:xfrm>
            <a:off x="1333500" y="4612166"/>
            <a:ext cx="7124700" cy="3012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 sz="650" b="0" i="0" u="none" strike="noStrike" cap="none">
                <a:solidFill>
                  <a:schemeClr val="dk1"/>
                </a:solidFill>
                <a:latin typeface="Verizon NHG DS"/>
                <a:ea typeface="Verizon NHG DS"/>
                <a:cs typeface="Verizon NHG DS"/>
                <a:sym typeface="Verizon NHG DS"/>
              </a:rPr>
              <a:t>Verizon confidential and proprietary. Unauthorized disclosure, reproduction or other use prohibited.</a:t>
            </a:r>
            <a:endParaRPr sz="650" b="0" i="0" u="none" strike="noStrike" cap="none">
              <a:solidFill>
                <a:schemeClr val="dk1"/>
              </a:solidFill>
              <a:latin typeface="Verizon NHG DS"/>
              <a:ea typeface="Verizon NHG DS"/>
              <a:cs typeface="Verizon NHG DS"/>
              <a:sym typeface="Verizon NHG DS"/>
            </a:endParaRPr>
          </a:p>
        </p:txBody>
      </p:sp>
    </p:spTree>
  </p:cSld>
  <p:clrMap bg1="lt1" tx1="dk1" bg2="dk2" tx2="lt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88">
          <p15:clr>
            <a:srgbClr val="F26B43"/>
          </p15:clr>
        </p15:guide>
        <p15:guide id="2" pos="288">
          <p15:clr>
            <a:srgbClr val="F26B43"/>
          </p15:clr>
        </p15:guide>
        <p15:guide id="3" pos="5472">
          <p15:clr>
            <a:srgbClr val="F26B43"/>
          </p15:clr>
        </p15:guide>
        <p15:guide id="4" pos="4752">
          <p15:clr>
            <a:srgbClr val="F26B43"/>
          </p15:clr>
        </p15:guide>
        <p15:guide id="5" orient="horz" pos="918">
          <p15:clr>
            <a:srgbClr val="F26B43"/>
          </p15:clr>
        </p15:guide>
        <p15:guide id="6" orient="horz" pos="2964">
          <p15:clr>
            <a:srgbClr val="F26B43"/>
          </p15:clr>
        </p15:guide>
        <p15:guide id="7" pos="2880">
          <p15:clr>
            <a:srgbClr val="F26B43"/>
          </p15:clr>
        </p15:guide>
        <p15:guide id="8" orient="horz" pos="372">
          <p15:clr>
            <a:srgbClr val="F26B43"/>
          </p15:clr>
        </p15:guide>
        <p15:guide id="9" orient="horz" pos="3084">
          <p15:clr>
            <a:srgbClr val="F26B43"/>
          </p15:clr>
        </p15:guide>
        <p15:guide id="10" orient="horz" pos="2796">
          <p15:clr>
            <a:srgbClr val="F26B43"/>
          </p15:clr>
        </p15:guide>
        <p15:guide id="11" pos="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9"/>
        <p:cNvGrpSpPr/>
        <p:nvPr/>
      </p:nvGrpSpPr>
      <p:grpSpPr>
        <a:xfrm>
          <a:off x="0" y="0"/>
          <a:ext cx="0" cy="0"/>
          <a:chOff x="0" y="0"/>
          <a:chExt cx="0" cy="0"/>
        </a:xfrm>
      </p:grpSpPr>
      <p:sp>
        <p:nvSpPr>
          <p:cNvPr id="610" name="Google Shape;610;p101"/>
          <p:cNvSpPr txBox="1">
            <a:spLocks noGrp="1"/>
          </p:cNvSpPr>
          <p:nvPr>
            <p:ph type="body" idx="1"/>
          </p:nvPr>
        </p:nvSpPr>
        <p:spPr>
          <a:xfrm>
            <a:off x="457200" y="1097280"/>
            <a:ext cx="7086600" cy="35319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304800" algn="l" rtl="0">
              <a:lnSpc>
                <a:spcPct val="100000"/>
              </a:lnSpc>
              <a:spcBef>
                <a:spcPts val="7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7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7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5"/>
        <p:cNvGrpSpPr/>
        <p:nvPr/>
      </p:nvGrpSpPr>
      <p:grpSpPr>
        <a:xfrm>
          <a:off x="0" y="0"/>
          <a:ext cx="0" cy="0"/>
          <a:chOff x="0" y="0"/>
          <a:chExt cx="0" cy="0"/>
        </a:xfrm>
      </p:grpSpPr>
      <p:sp>
        <p:nvSpPr>
          <p:cNvPr id="656" name="Google Shape;656;p107"/>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2400"/>
              <a:buFont typeface="Verizon NHG DS"/>
              <a:buNone/>
              <a:defRPr sz="2400" b="1" i="0" u="none" strike="noStrike" cap="none">
                <a:solidFill>
                  <a:schemeClr val="dk1"/>
                </a:solidFill>
                <a:latin typeface="Verizon NHG DS"/>
                <a:ea typeface="Verizon NHG DS"/>
                <a:cs typeface="Verizon NHG DS"/>
                <a:sym typeface="Verizon NHG D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57" name="Google Shape;657;p107"/>
          <p:cNvSpPr txBox="1">
            <a:spLocks noGrp="1"/>
          </p:cNvSpPr>
          <p:nvPr>
            <p:ph type="body" idx="1"/>
          </p:nvPr>
        </p:nvSpPr>
        <p:spPr>
          <a:xfrm>
            <a:off x="457200" y="1463040"/>
            <a:ext cx="7086600" cy="29757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L="914400" marR="0" lvl="1" indent="-228600"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L="1371600" marR="0" lvl="2"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L="1828800" marR="0" lvl="3"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L="2286000" marR="0" lvl="4"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L="2743200" marR="0" lvl="5"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L="3200400" marR="0" lvl="6"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L="3657600" marR="0" lvl="7"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L="4114800" marR="0" lvl="8"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658" name="Google Shape;658;p10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
              <a:t>‹#›</a:t>
            </a:fld>
            <a:endParaRPr/>
          </a:p>
        </p:txBody>
      </p:sp>
      <p:pic>
        <p:nvPicPr>
          <p:cNvPr id="659" name="Google Shape;659;p107"/>
          <p:cNvPicPr preferRelativeResize="0"/>
          <p:nvPr/>
        </p:nvPicPr>
        <p:blipFill rotWithShape="1">
          <a:blip r:embed="rId19">
            <a:alphaModFix/>
          </a:blip>
          <a:srcRect/>
          <a:stretch/>
        </p:blipFill>
        <p:spPr>
          <a:xfrm>
            <a:off x="353824" y="4608575"/>
            <a:ext cx="1069844" cy="397804"/>
          </a:xfrm>
          <a:prstGeom prst="rect">
            <a:avLst/>
          </a:prstGeom>
          <a:noFill/>
          <a:ln>
            <a:noFill/>
          </a:ln>
        </p:spPr>
      </p:pic>
      <p:sp>
        <p:nvSpPr>
          <p:cNvPr id="660" name="Google Shape;660;p107"/>
          <p:cNvSpPr txBox="1"/>
          <p:nvPr/>
        </p:nvSpPr>
        <p:spPr>
          <a:xfrm>
            <a:off x="1333500" y="4612166"/>
            <a:ext cx="7124700" cy="3012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650"/>
              <a:buFont typeface="Arial"/>
              <a:buNone/>
            </a:pPr>
            <a:r>
              <a:rPr lang="en" sz="650" b="0" i="0" u="none" strike="noStrike" cap="none">
                <a:solidFill>
                  <a:schemeClr val="dk1"/>
                </a:solidFill>
                <a:latin typeface="Verizon NHG DS"/>
                <a:ea typeface="Verizon NHG DS"/>
                <a:cs typeface="Verizon NHG DS"/>
                <a:sym typeface="Verizon NHG DS"/>
              </a:rPr>
              <a:t>Verizon confidential and proprietary. Unauthorized disclosure, reproduction or other use prohibited.</a:t>
            </a:r>
            <a:endParaRPr sz="650" b="0" i="0" u="none" strike="noStrike" cap="none">
              <a:solidFill>
                <a:schemeClr val="dk1"/>
              </a:solidFill>
              <a:latin typeface="Verizon NHG DS"/>
              <a:ea typeface="Verizon NHG DS"/>
              <a:cs typeface="Verizon NHG DS"/>
              <a:sym typeface="Verizon NHG DS"/>
            </a:endParaRPr>
          </a:p>
        </p:txBody>
      </p:sp>
    </p:spTree>
  </p:cSld>
  <p:clrMap bg1="lt1" tx1="dk1" bg2="dk2" tx2="lt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88">
          <p15:clr>
            <a:srgbClr val="F26B43"/>
          </p15:clr>
        </p15:guide>
        <p15:guide id="2" pos="288">
          <p15:clr>
            <a:srgbClr val="F26B43"/>
          </p15:clr>
        </p15:guide>
        <p15:guide id="3" pos="5472">
          <p15:clr>
            <a:srgbClr val="F26B43"/>
          </p15:clr>
        </p15:guide>
        <p15:guide id="4" pos="4752">
          <p15:clr>
            <a:srgbClr val="F26B43"/>
          </p15:clr>
        </p15:guide>
        <p15:guide id="5" orient="horz" pos="918">
          <p15:clr>
            <a:srgbClr val="F26B43"/>
          </p15:clr>
        </p15:guide>
        <p15:guide id="6" orient="horz" pos="2964">
          <p15:clr>
            <a:srgbClr val="F26B43"/>
          </p15:clr>
        </p15:guide>
        <p15:guide id="7" pos="2880">
          <p15:clr>
            <a:srgbClr val="F26B43"/>
          </p15:clr>
        </p15:guide>
        <p15:guide id="8" orient="horz" pos="372">
          <p15:clr>
            <a:srgbClr val="F26B43"/>
          </p15:clr>
        </p15:guide>
        <p15:guide id="9" orient="horz" pos="3084">
          <p15:clr>
            <a:srgbClr val="F26B43"/>
          </p15:clr>
        </p15:guide>
        <p15:guide id="10" orient="horz" pos="2796">
          <p15:clr>
            <a:srgbClr val="F26B43"/>
          </p15:clr>
        </p15:guide>
        <p15:guide id="11" pos="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4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9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04.xml"/><Relationship Id="rId4" Type="http://schemas.openxmlformats.org/officeDocument/2006/relationships/hyperlink" Target="https://onejira.verizon.com/browse/HAVC-192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125"/>
          <p:cNvSpPr txBox="1">
            <a:spLocks noGrp="1"/>
          </p:cNvSpPr>
          <p:nvPr>
            <p:ph type="ctrTitle"/>
          </p:nvPr>
        </p:nvSpPr>
        <p:spPr>
          <a:xfrm>
            <a:off x="457200" y="463073"/>
            <a:ext cx="6271800" cy="173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4800">
                <a:latin typeface="Verizon NHG TX"/>
                <a:ea typeface="Verizon NHG TX"/>
                <a:cs typeface="Verizon NHG TX"/>
                <a:sym typeface="Verizon NHG TX"/>
              </a:rPr>
              <a:t>International Model</a:t>
            </a:r>
            <a:endParaRPr sz="4800">
              <a:latin typeface="Verizon NHG TX"/>
              <a:ea typeface="Verizon NHG TX"/>
              <a:cs typeface="Verizon NHG TX"/>
              <a:sym typeface="Verizon NHG TX"/>
            </a:endParaRPr>
          </a:p>
        </p:txBody>
      </p:sp>
      <p:sp>
        <p:nvSpPr>
          <p:cNvPr id="763" name="Google Shape;763;p125"/>
          <p:cNvSpPr txBox="1">
            <a:spLocks noGrp="1"/>
          </p:cNvSpPr>
          <p:nvPr>
            <p:ph type="subTitle" idx="1"/>
          </p:nvPr>
        </p:nvSpPr>
        <p:spPr>
          <a:xfrm>
            <a:off x="457200" y="3794224"/>
            <a:ext cx="4114800" cy="4317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
              <a:t>David Tomasini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126"/>
          <p:cNvSpPr/>
          <p:nvPr/>
        </p:nvSpPr>
        <p:spPr>
          <a:xfrm>
            <a:off x="7599375" y="4013750"/>
            <a:ext cx="595200" cy="575100"/>
          </a:xfrm>
          <a:prstGeom prst="roundRect">
            <a:avLst>
              <a:gd name="adj" fmla="val 16667"/>
            </a:avLst>
          </a:pr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350"/>
              <a:buFont typeface="Calibri"/>
              <a:buNone/>
            </a:pPr>
            <a:endParaRPr sz="1350" b="0" i="0" u="none" strike="noStrike" cap="none">
              <a:solidFill>
                <a:schemeClr val="lt1"/>
              </a:solidFill>
              <a:latin typeface="Calibri"/>
              <a:ea typeface="Calibri"/>
              <a:cs typeface="Calibri"/>
              <a:sym typeface="Calibri"/>
            </a:endParaRPr>
          </a:p>
        </p:txBody>
      </p:sp>
      <p:sp>
        <p:nvSpPr>
          <p:cNvPr id="769" name="Google Shape;769;p126"/>
          <p:cNvSpPr txBox="1">
            <a:spLocks noGrp="1"/>
          </p:cNvSpPr>
          <p:nvPr>
            <p:ph type="title"/>
          </p:nvPr>
        </p:nvSpPr>
        <p:spPr>
          <a:xfrm>
            <a:off x="457200" y="594360"/>
            <a:ext cx="8229600" cy="2742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
              <a:t>International model execution</a:t>
            </a:r>
            <a:endParaRPr/>
          </a:p>
        </p:txBody>
      </p:sp>
      <p:sp>
        <p:nvSpPr>
          <p:cNvPr id="770" name="Google Shape;770;p12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2</a:t>
            </a:fld>
            <a:endParaRPr/>
          </a:p>
        </p:txBody>
      </p:sp>
      <p:sp>
        <p:nvSpPr>
          <p:cNvPr id="771" name="Google Shape;771;p126"/>
          <p:cNvSpPr txBox="1"/>
          <p:nvPr/>
        </p:nvSpPr>
        <p:spPr>
          <a:xfrm>
            <a:off x="1568750" y="1103725"/>
            <a:ext cx="1148100" cy="207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750"/>
              <a:buFont typeface="Arial"/>
              <a:buNone/>
            </a:pPr>
            <a:r>
              <a:rPr lang="en" sz="750" i="0" u="none" strike="noStrike" cap="none">
                <a:solidFill>
                  <a:srgbClr val="000000"/>
                </a:solidFill>
                <a:latin typeface="Verizon NHG TX"/>
                <a:ea typeface="Verizon NHG TX"/>
                <a:cs typeface="Verizon NHG TX"/>
                <a:sym typeface="Verizon NHG TX"/>
              </a:rPr>
              <a:t>Customer calls IVR</a:t>
            </a:r>
            <a:endParaRPr>
              <a:latin typeface="Verizon NHG TX"/>
              <a:ea typeface="Verizon NHG TX"/>
              <a:cs typeface="Verizon NHG TX"/>
              <a:sym typeface="Verizon NHG TX"/>
            </a:endParaRPr>
          </a:p>
        </p:txBody>
      </p:sp>
      <p:sp>
        <p:nvSpPr>
          <p:cNvPr id="772" name="Google Shape;772;p126"/>
          <p:cNvSpPr/>
          <p:nvPr/>
        </p:nvSpPr>
        <p:spPr>
          <a:xfrm>
            <a:off x="4847873" y="2323300"/>
            <a:ext cx="1543200" cy="357300"/>
          </a:xfrm>
          <a:prstGeom prst="roundRect">
            <a:avLst>
              <a:gd name="adj" fmla="val 16667"/>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1000" b="1">
                <a:solidFill>
                  <a:srgbClr val="434343"/>
                </a:solidFill>
                <a:latin typeface="Verizon NHG DS"/>
                <a:ea typeface="Verizon NHG DS"/>
                <a:cs typeface="Verizon NHG DS"/>
                <a:sym typeface="Verizon NHG DS"/>
              </a:rPr>
              <a:t>VGrid : Staging table</a:t>
            </a:r>
            <a:endParaRPr sz="1000" b="1" i="0" u="none" strike="noStrike" cap="none">
              <a:solidFill>
                <a:srgbClr val="434343"/>
              </a:solidFill>
              <a:latin typeface="Verizon NHG DS"/>
              <a:ea typeface="Verizon NHG DS"/>
              <a:cs typeface="Verizon NHG DS"/>
              <a:sym typeface="Verizon NHG DS"/>
            </a:endParaRPr>
          </a:p>
        </p:txBody>
      </p:sp>
      <p:sp>
        <p:nvSpPr>
          <p:cNvPr id="773" name="Google Shape;773;p126"/>
          <p:cNvSpPr/>
          <p:nvPr/>
        </p:nvSpPr>
        <p:spPr>
          <a:xfrm>
            <a:off x="6682484" y="3937538"/>
            <a:ext cx="1316400" cy="357300"/>
          </a:xfrm>
          <a:prstGeom prst="roundRect">
            <a:avLst>
              <a:gd name="adj" fmla="val 16667"/>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1000" b="1">
                <a:solidFill>
                  <a:srgbClr val="434343"/>
                </a:solidFill>
                <a:latin typeface="Verizon NHG DS"/>
                <a:ea typeface="Verizon NHG DS"/>
                <a:cs typeface="Verizon NHG DS"/>
                <a:sym typeface="Verizon NHG DS"/>
              </a:rPr>
              <a:t>Inference table</a:t>
            </a:r>
            <a:endParaRPr sz="1000" b="1" i="0" u="none" strike="noStrike" cap="none">
              <a:solidFill>
                <a:srgbClr val="434343"/>
              </a:solidFill>
              <a:latin typeface="Verizon NHG DS"/>
              <a:ea typeface="Verizon NHG DS"/>
              <a:cs typeface="Verizon NHG DS"/>
              <a:sym typeface="Verizon NHG DS"/>
            </a:endParaRPr>
          </a:p>
        </p:txBody>
      </p:sp>
      <p:pic>
        <p:nvPicPr>
          <p:cNvPr id="774" name="Google Shape;774;p126"/>
          <p:cNvPicPr preferRelativeResize="0"/>
          <p:nvPr/>
        </p:nvPicPr>
        <p:blipFill>
          <a:blip r:embed="rId3">
            <a:alphaModFix/>
          </a:blip>
          <a:stretch>
            <a:fillRect/>
          </a:stretch>
        </p:blipFill>
        <p:spPr>
          <a:xfrm>
            <a:off x="6951725" y="1837300"/>
            <a:ext cx="623100" cy="623100"/>
          </a:xfrm>
          <a:prstGeom prst="rect">
            <a:avLst/>
          </a:prstGeom>
          <a:noFill/>
          <a:ln>
            <a:noFill/>
          </a:ln>
        </p:spPr>
      </p:pic>
      <p:pic>
        <p:nvPicPr>
          <p:cNvPr id="775" name="Google Shape;775;p126"/>
          <p:cNvPicPr preferRelativeResize="0"/>
          <p:nvPr/>
        </p:nvPicPr>
        <p:blipFill>
          <a:blip r:embed="rId4">
            <a:alphaModFix/>
          </a:blip>
          <a:stretch>
            <a:fillRect/>
          </a:stretch>
        </p:blipFill>
        <p:spPr>
          <a:xfrm>
            <a:off x="740496" y="963240"/>
            <a:ext cx="777525" cy="659450"/>
          </a:xfrm>
          <a:prstGeom prst="rect">
            <a:avLst/>
          </a:prstGeom>
          <a:noFill/>
          <a:ln>
            <a:noFill/>
          </a:ln>
        </p:spPr>
      </p:pic>
      <p:sp>
        <p:nvSpPr>
          <p:cNvPr id="776" name="Google Shape;776;p126"/>
          <p:cNvSpPr/>
          <p:nvPr/>
        </p:nvSpPr>
        <p:spPr>
          <a:xfrm>
            <a:off x="471059" y="1622688"/>
            <a:ext cx="1316400" cy="357300"/>
          </a:xfrm>
          <a:prstGeom prst="roundRect">
            <a:avLst>
              <a:gd name="adj" fmla="val 16667"/>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b="1">
                <a:solidFill>
                  <a:srgbClr val="434343"/>
                </a:solidFill>
                <a:latin typeface="Verizon NHG DS"/>
                <a:ea typeface="Verizon NHG DS"/>
                <a:cs typeface="Verizon NHG DS"/>
                <a:sym typeface="Verizon NHG DS"/>
              </a:rPr>
              <a:t>Customer</a:t>
            </a:r>
            <a:endParaRPr b="1" i="0" u="none" strike="noStrike" cap="none">
              <a:solidFill>
                <a:srgbClr val="434343"/>
              </a:solidFill>
              <a:latin typeface="Verizon NHG DS"/>
              <a:ea typeface="Verizon NHG DS"/>
              <a:cs typeface="Verizon NHG DS"/>
              <a:sym typeface="Verizon NHG DS"/>
            </a:endParaRPr>
          </a:p>
        </p:txBody>
      </p:sp>
      <p:sp>
        <p:nvSpPr>
          <p:cNvPr id="777" name="Google Shape;777;p126"/>
          <p:cNvSpPr/>
          <p:nvPr/>
        </p:nvSpPr>
        <p:spPr>
          <a:xfrm>
            <a:off x="2527705" y="1169194"/>
            <a:ext cx="1214400" cy="764400"/>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350"/>
              <a:buFont typeface="Calibri"/>
              <a:buNone/>
            </a:pPr>
            <a:endParaRPr sz="1350" b="0" i="0" u="none" strike="noStrike" cap="none">
              <a:solidFill>
                <a:schemeClr val="lt1"/>
              </a:solidFill>
              <a:latin typeface="Calibri"/>
              <a:ea typeface="Calibri"/>
              <a:cs typeface="Calibri"/>
              <a:sym typeface="Calibri"/>
            </a:endParaRPr>
          </a:p>
        </p:txBody>
      </p:sp>
      <p:cxnSp>
        <p:nvCxnSpPr>
          <p:cNvPr id="778" name="Google Shape;778;p126"/>
          <p:cNvCxnSpPr/>
          <p:nvPr/>
        </p:nvCxnSpPr>
        <p:spPr>
          <a:xfrm>
            <a:off x="1554505" y="1475194"/>
            <a:ext cx="1138500" cy="0"/>
          </a:xfrm>
          <a:prstGeom prst="straightConnector1">
            <a:avLst/>
          </a:prstGeom>
          <a:noFill/>
          <a:ln w="19050" cap="flat" cmpd="sng">
            <a:solidFill>
              <a:srgbClr val="000000"/>
            </a:solidFill>
            <a:prstDash val="solid"/>
            <a:round/>
            <a:headEnd type="none" w="sm" len="sm"/>
            <a:tailEnd type="triangle" w="med" len="med"/>
          </a:ln>
        </p:spPr>
      </p:cxnSp>
      <p:sp>
        <p:nvSpPr>
          <p:cNvPr id="779" name="Google Shape;779;p126"/>
          <p:cNvSpPr/>
          <p:nvPr/>
        </p:nvSpPr>
        <p:spPr>
          <a:xfrm>
            <a:off x="5013650" y="1713450"/>
            <a:ext cx="1211650" cy="750100"/>
          </a:xfrm>
          <a:prstGeom prst="flowChartMagneticDisk">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350"/>
              <a:buFont typeface="Calibri"/>
              <a:buNone/>
            </a:pPr>
            <a:endParaRPr sz="1350" b="0" i="0" u="none" strike="noStrike" cap="none">
              <a:solidFill>
                <a:schemeClr val="lt1"/>
              </a:solidFill>
              <a:latin typeface="Calibri"/>
              <a:ea typeface="Calibri"/>
              <a:cs typeface="Calibri"/>
              <a:sym typeface="Calibri"/>
            </a:endParaRPr>
          </a:p>
        </p:txBody>
      </p:sp>
      <p:cxnSp>
        <p:nvCxnSpPr>
          <p:cNvPr id="780" name="Google Shape;780;p126"/>
          <p:cNvCxnSpPr/>
          <p:nvPr/>
        </p:nvCxnSpPr>
        <p:spPr>
          <a:xfrm>
            <a:off x="7295500" y="2881100"/>
            <a:ext cx="0" cy="481800"/>
          </a:xfrm>
          <a:prstGeom prst="straightConnector1">
            <a:avLst/>
          </a:prstGeom>
          <a:noFill/>
          <a:ln w="19050" cap="flat" cmpd="sng">
            <a:solidFill>
              <a:srgbClr val="000000"/>
            </a:solidFill>
            <a:prstDash val="solid"/>
            <a:round/>
            <a:headEnd type="none" w="sm" len="sm"/>
            <a:tailEnd type="triangle" w="med" len="med"/>
          </a:ln>
        </p:spPr>
      </p:cxnSp>
      <p:sp>
        <p:nvSpPr>
          <p:cNvPr id="781" name="Google Shape;781;p126"/>
          <p:cNvSpPr txBox="1"/>
          <p:nvPr/>
        </p:nvSpPr>
        <p:spPr>
          <a:xfrm>
            <a:off x="6046578" y="2060875"/>
            <a:ext cx="777600" cy="323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750"/>
              <a:buFont typeface="Arial"/>
              <a:buNone/>
            </a:pPr>
            <a:r>
              <a:rPr lang="en" sz="550" i="0" u="none" strike="noStrike" cap="none">
                <a:solidFill>
                  <a:srgbClr val="000000"/>
                </a:solidFill>
                <a:latin typeface="Verizon NHG TX"/>
                <a:ea typeface="Verizon NHG TX"/>
                <a:cs typeface="Verizon NHG TX"/>
                <a:sym typeface="Verizon NHG TX"/>
              </a:rPr>
              <a:t>Data for </a:t>
            </a:r>
            <a:endParaRPr sz="1200">
              <a:latin typeface="Verizon NHG TX"/>
              <a:ea typeface="Verizon NHG TX"/>
              <a:cs typeface="Verizon NHG TX"/>
              <a:sym typeface="Verizon NHG TX"/>
            </a:endParaRPr>
          </a:p>
          <a:p>
            <a:pPr marL="0" marR="0" lvl="0" indent="0" algn="ctr" rtl="0">
              <a:lnSpc>
                <a:spcPct val="100000"/>
              </a:lnSpc>
              <a:spcBef>
                <a:spcPts val="0"/>
              </a:spcBef>
              <a:spcAft>
                <a:spcPts val="0"/>
              </a:spcAft>
              <a:buClr>
                <a:srgbClr val="000000"/>
              </a:buClr>
              <a:buSzPts val="750"/>
              <a:buFont typeface="Arial"/>
              <a:buNone/>
            </a:pPr>
            <a:r>
              <a:rPr lang="en" sz="550" i="0" u="none" strike="noStrike" cap="none">
                <a:solidFill>
                  <a:srgbClr val="000000"/>
                </a:solidFill>
                <a:latin typeface="Verizon NHG TX"/>
                <a:ea typeface="Verizon NHG TX"/>
                <a:cs typeface="Verizon NHG TX"/>
                <a:sym typeface="Verizon NHG TX"/>
              </a:rPr>
              <a:t>Batch Processing  </a:t>
            </a:r>
            <a:endParaRPr sz="1200">
              <a:latin typeface="Verizon NHG TX"/>
              <a:ea typeface="Verizon NHG TX"/>
              <a:cs typeface="Verizon NHG TX"/>
              <a:sym typeface="Verizon NHG TX"/>
            </a:endParaRPr>
          </a:p>
        </p:txBody>
      </p:sp>
      <p:sp>
        <p:nvSpPr>
          <p:cNvPr id="782" name="Google Shape;782;p126"/>
          <p:cNvSpPr/>
          <p:nvPr/>
        </p:nvSpPr>
        <p:spPr>
          <a:xfrm>
            <a:off x="1889300" y="1329899"/>
            <a:ext cx="287700" cy="287700"/>
          </a:xfrm>
          <a:prstGeom prst="ellipse">
            <a:avLst/>
          </a:prstGeom>
          <a:solidFill>
            <a:srgbClr val="000000"/>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b="1">
                <a:solidFill>
                  <a:srgbClr val="FFFFFF"/>
                </a:solidFill>
                <a:latin typeface="Verizon NHG TX"/>
                <a:ea typeface="Verizon NHG TX"/>
                <a:cs typeface="Verizon NHG TX"/>
                <a:sym typeface="Verizon NHG TX"/>
              </a:rPr>
              <a:t>1</a:t>
            </a:r>
            <a:endParaRPr b="1"/>
          </a:p>
        </p:txBody>
      </p:sp>
      <p:cxnSp>
        <p:nvCxnSpPr>
          <p:cNvPr id="783" name="Google Shape;783;p126"/>
          <p:cNvCxnSpPr/>
          <p:nvPr/>
        </p:nvCxnSpPr>
        <p:spPr>
          <a:xfrm flipH="1">
            <a:off x="3236025" y="2827900"/>
            <a:ext cx="9900" cy="772800"/>
          </a:xfrm>
          <a:prstGeom prst="straightConnector1">
            <a:avLst/>
          </a:prstGeom>
          <a:noFill/>
          <a:ln w="19050" cap="flat" cmpd="sng">
            <a:solidFill>
              <a:srgbClr val="000000"/>
            </a:solidFill>
            <a:prstDash val="solid"/>
            <a:round/>
            <a:headEnd type="none" w="sm" len="sm"/>
            <a:tailEnd type="triangle" w="med" len="med"/>
          </a:ln>
        </p:spPr>
      </p:cxnSp>
      <p:sp>
        <p:nvSpPr>
          <p:cNvPr id="784" name="Google Shape;784;p126"/>
          <p:cNvSpPr/>
          <p:nvPr/>
        </p:nvSpPr>
        <p:spPr>
          <a:xfrm>
            <a:off x="3097991" y="3082300"/>
            <a:ext cx="287700" cy="287700"/>
          </a:xfrm>
          <a:prstGeom prst="ellipse">
            <a:avLst/>
          </a:prstGeom>
          <a:solidFill>
            <a:srgbClr val="000000"/>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b="1">
                <a:solidFill>
                  <a:srgbClr val="FFFFFF"/>
                </a:solidFill>
                <a:latin typeface="Verizon NHG TX"/>
                <a:ea typeface="Verizon NHG TX"/>
                <a:cs typeface="Verizon NHG TX"/>
                <a:sym typeface="Verizon NHG TX"/>
              </a:rPr>
              <a:t>3</a:t>
            </a:r>
            <a:endParaRPr b="1"/>
          </a:p>
        </p:txBody>
      </p:sp>
      <p:sp>
        <p:nvSpPr>
          <p:cNvPr id="785" name="Google Shape;785;p126"/>
          <p:cNvSpPr/>
          <p:nvPr/>
        </p:nvSpPr>
        <p:spPr>
          <a:xfrm>
            <a:off x="2425566" y="1622688"/>
            <a:ext cx="1316400" cy="357300"/>
          </a:xfrm>
          <a:prstGeom prst="roundRect">
            <a:avLst>
              <a:gd name="adj" fmla="val 16667"/>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b="1">
                <a:solidFill>
                  <a:srgbClr val="434343"/>
                </a:solidFill>
                <a:latin typeface="Verizon NHG DS"/>
                <a:ea typeface="Verizon NHG DS"/>
                <a:cs typeface="Verizon NHG DS"/>
                <a:sym typeface="Verizon NHG DS"/>
              </a:rPr>
              <a:t>IVR</a:t>
            </a:r>
            <a:endParaRPr b="1" i="0" u="none" strike="noStrike" cap="none">
              <a:solidFill>
                <a:srgbClr val="434343"/>
              </a:solidFill>
              <a:latin typeface="Verizon NHG DS"/>
              <a:ea typeface="Verizon NHG DS"/>
              <a:cs typeface="Verizon NHG DS"/>
              <a:sym typeface="Verizon NHG DS"/>
            </a:endParaRPr>
          </a:p>
        </p:txBody>
      </p:sp>
      <p:pic>
        <p:nvPicPr>
          <p:cNvPr id="786" name="Google Shape;786;p126"/>
          <p:cNvPicPr preferRelativeResize="0"/>
          <p:nvPr/>
        </p:nvPicPr>
        <p:blipFill rotWithShape="1">
          <a:blip r:embed="rId5">
            <a:alphaModFix/>
          </a:blip>
          <a:srcRect/>
          <a:stretch/>
        </p:blipFill>
        <p:spPr>
          <a:xfrm>
            <a:off x="2768866" y="1068300"/>
            <a:ext cx="595100" cy="595100"/>
          </a:xfrm>
          <a:prstGeom prst="rect">
            <a:avLst/>
          </a:prstGeom>
          <a:noFill/>
          <a:ln>
            <a:noFill/>
          </a:ln>
        </p:spPr>
      </p:pic>
      <p:pic>
        <p:nvPicPr>
          <p:cNvPr id="787" name="Google Shape;787;p126"/>
          <p:cNvPicPr preferRelativeResize="0"/>
          <p:nvPr/>
        </p:nvPicPr>
        <p:blipFill rotWithShape="1">
          <a:blip r:embed="rId6">
            <a:alphaModFix/>
          </a:blip>
          <a:srcRect/>
          <a:stretch/>
        </p:blipFill>
        <p:spPr>
          <a:xfrm>
            <a:off x="7057752" y="3512960"/>
            <a:ext cx="475488" cy="475488"/>
          </a:xfrm>
          <a:prstGeom prst="rect">
            <a:avLst/>
          </a:prstGeom>
          <a:noFill/>
          <a:ln>
            <a:noFill/>
          </a:ln>
        </p:spPr>
      </p:pic>
      <p:grpSp>
        <p:nvGrpSpPr>
          <p:cNvPr id="788" name="Google Shape;788;p126"/>
          <p:cNvGrpSpPr/>
          <p:nvPr/>
        </p:nvGrpSpPr>
        <p:grpSpPr>
          <a:xfrm>
            <a:off x="2349227" y="3375688"/>
            <a:ext cx="174241" cy="737300"/>
            <a:chOff x="2774375" y="2537488"/>
            <a:chExt cx="182700" cy="737300"/>
          </a:xfrm>
        </p:grpSpPr>
        <p:sp>
          <p:nvSpPr>
            <p:cNvPr id="789" name="Google Shape;789;p126"/>
            <p:cNvSpPr/>
            <p:nvPr/>
          </p:nvSpPr>
          <p:spPr>
            <a:xfrm>
              <a:off x="2774375" y="2537488"/>
              <a:ext cx="182700" cy="37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26"/>
            <p:cNvSpPr/>
            <p:nvPr/>
          </p:nvSpPr>
          <p:spPr>
            <a:xfrm>
              <a:off x="2774375" y="2899788"/>
              <a:ext cx="182700" cy="37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1" name="Google Shape;791;p126"/>
          <p:cNvSpPr/>
          <p:nvPr/>
        </p:nvSpPr>
        <p:spPr>
          <a:xfrm>
            <a:off x="3491664" y="3375688"/>
            <a:ext cx="174300" cy="37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26"/>
          <p:cNvSpPr/>
          <p:nvPr/>
        </p:nvSpPr>
        <p:spPr>
          <a:xfrm>
            <a:off x="3491664" y="3737988"/>
            <a:ext cx="174300" cy="37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26"/>
          <p:cNvSpPr/>
          <p:nvPr/>
        </p:nvSpPr>
        <p:spPr>
          <a:xfrm>
            <a:off x="2548175" y="3643896"/>
            <a:ext cx="1036500" cy="481800"/>
          </a:xfrm>
          <a:prstGeom prst="roundRect">
            <a:avLst>
              <a:gd name="adj" fmla="val 16667"/>
            </a:avLst>
          </a:prstGeom>
          <a:solidFill>
            <a:srgbClr val="00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825"/>
              <a:buFont typeface="Calibri"/>
              <a:buNone/>
            </a:pPr>
            <a:r>
              <a:rPr lang="en" sz="1800" b="1">
                <a:solidFill>
                  <a:schemeClr val="lt1"/>
                </a:solidFill>
                <a:latin typeface="Verizon NHG TX"/>
                <a:ea typeface="Verizon NHG TX"/>
                <a:cs typeface="Verizon NHG TX"/>
                <a:sym typeface="Verizon NHG TX"/>
              </a:rPr>
              <a:t>SOI</a:t>
            </a:r>
            <a:endParaRPr sz="1800" b="1">
              <a:solidFill>
                <a:schemeClr val="lt1"/>
              </a:solidFill>
              <a:latin typeface="Verizon NHG TX"/>
              <a:ea typeface="Verizon NHG TX"/>
              <a:cs typeface="Verizon NHG TX"/>
              <a:sym typeface="Verizon NHG TX"/>
            </a:endParaRPr>
          </a:p>
        </p:txBody>
      </p:sp>
      <p:cxnSp>
        <p:nvCxnSpPr>
          <p:cNvPr id="794" name="Google Shape;794;p126"/>
          <p:cNvCxnSpPr/>
          <p:nvPr/>
        </p:nvCxnSpPr>
        <p:spPr>
          <a:xfrm>
            <a:off x="6200725" y="2063075"/>
            <a:ext cx="562200" cy="0"/>
          </a:xfrm>
          <a:prstGeom prst="straightConnector1">
            <a:avLst/>
          </a:prstGeom>
          <a:noFill/>
          <a:ln w="19050" cap="flat" cmpd="sng">
            <a:solidFill>
              <a:schemeClr val="dk2"/>
            </a:solidFill>
            <a:prstDash val="solid"/>
            <a:round/>
            <a:headEnd type="none" w="med" len="med"/>
            <a:tailEnd type="triangle" w="med" len="med"/>
          </a:ln>
        </p:spPr>
      </p:cxnSp>
      <p:pic>
        <p:nvPicPr>
          <p:cNvPr id="795" name="Google Shape;795;p126"/>
          <p:cNvPicPr preferRelativeResize="0"/>
          <p:nvPr/>
        </p:nvPicPr>
        <p:blipFill rotWithShape="1">
          <a:blip r:embed="rId7">
            <a:alphaModFix/>
          </a:blip>
          <a:srcRect/>
          <a:stretch/>
        </p:blipFill>
        <p:spPr>
          <a:xfrm>
            <a:off x="5303952" y="1887060"/>
            <a:ext cx="475488" cy="475488"/>
          </a:xfrm>
          <a:prstGeom prst="rect">
            <a:avLst/>
          </a:prstGeom>
          <a:noFill/>
          <a:ln>
            <a:noFill/>
          </a:ln>
        </p:spPr>
      </p:pic>
      <p:sp>
        <p:nvSpPr>
          <p:cNvPr id="796" name="Google Shape;796;p126"/>
          <p:cNvSpPr txBox="1"/>
          <p:nvPr/>
        </p:nvSpPr>
        <p:spPr>
          <a:xfrm>
            <a:off x="7264475" y="2938450"/>
            <a:ext cx="658200" cy="228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 sz="550">
                <a:latin typeface="Verizon NHG TX"/>
                <a:ea typeface="Verizon NHG TX"/>
                <a:cs typeface="Verizon NHG TX"/>
                <a:sym typeface="Verizon NHG TX"/>
              </a:rPr>
              <a:t>Scored </a:t>
            </a:r>
            <a:endParaRPr sz="550">
              <a:latin typeface="Verizon NHG TX"/>
              <a:ea typeface="Verizon NHG TX"/>
              <a:cs typeface="Verizon NHG TX"/>
              <a:sym typeface="Verizon NHG TX"/>
            </a:endParaRPr>
          </a:p>
          <a:p>
            <a:pPr marL="0" marR="0" lvl="0" indent="0" algn="l" rtl="0">
              <a:lnSpc>
                <a:spcPct val="100000"/>
              </a:lnSpc>
              <a:spcBef>
                <a:spcPts val="0"/>
              </a:spcBef>
              <a:spcAft>
                <a:spcPts val="0"/>
              </a:spcAft>
              <a:buClr>
                <a:srgbClr val="000000"/>
              </a:buClr>
              <a:buSzPts val="750"/>
              <a:buFont typeface="Arial"/>
              <a:buNone/>
            </a:pPr>
            <a:r>
              <a:rPr lang="en" sz="550">
                <a:latin typeface="Verizon NHG TX"/>
                <a:ea typeface="Verizon NHG TX"/>
                <a:cs typeface="Verizon NHG TX"/>
                <a:sym typeface="Verizon NHG TX"/>
              </a:rPr>
              <a:t>customers</a:t>
            </a:r>
            <a:endParaRPr sz="1200">
              <a:latin typeface="Verizon NHG TX"/>
              <a:ea typeface="Verizon NHG TX"/>
              <a:cs typeface="Verizon NHG TX"/>
              <a:sym typeface="Verizon NHG TX"/>
            </a:endParaRPr>
          </a:p>
        </p:txBody>
      </p:sp>
      <p:cxnSp>
        <p:nvCxnSpPr>
          <p:cNvPr id="797" name="Google Shape;797;p126"/>
          <p:cNvCxnSpPr/>
          <p:nvPr/>
        </p:nvCxnSpPr>
        <p:spPr>
          <a:xfrm rot="10800000">
            <a:off x="3737075" y="3884796"/>
            <a:ext cx="2871900" cy="0"/>
          </a:xfrm>
          <a:prstGeom prst="straightConnector1">
            <a:avLst/>
          </a:prstGeom>
          <a:noFill/>
          <a:ln w="19050" cap="flat" cmpd="sng">
            <a:solidFill>
              <a:schemeClr val="dk2"/>
            </a:solidFill>
            <a:prstDash val="solid"/>
            <a:round/>
            <a:headEnd type="none" w="med" len="med"/>
            <a:tailEnd type="triangle" w="med" len="med"/>
          </a:ln>
        </p:spPr>
      </p:cxnSp>
      <p:sp>
        <p:nvSpPr>
          <p:cNvPr id="798" name="Google Shape;798;p126"/>
          <p:cNvSpPr txBox="1"/>
          <p:nvPr/>
        </p:nvSpPr>
        <p:spPr>
          <a:xfrm>
            <a:off x="4572000" y="3427775"/>
            <a:ext cx="859800" cy="228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750"/>
              <a:buFont typeface="Arial"/>
              <a:buNone/>
            </a:pPr>
            <a:r>
              <a:rPr lang="en" sz="750">
                <a:latin typeface="Verizon NHG TX"/>
                <a:ea typeface="Verizon NHG TX"/>
                <a:cs typeface="Verizon NHG TX"/>
                <a:sym typeface="Verizon NHG TX"/>
              </a:rPr>
              <a:t>Nightly data load into SOI</a:t>
            </a:r>
            <a:endParaRPr>
              <a:latin typeface="Verizon NHG TX"/>
              <a:ea typeface="Verizon NHG TX"/>
              <a:cs typeface="Verizon NHG TX"/>
              <a:sym typeface="Verizon NHG TX"/>
            </a:endParaRPr>
          </a:p>
        </p:txBody>
      </p:sp>
      <p:sp>
        <p:nvSpPr>
          <p:cNvPr id="799" name="Google Shape;799;p126"/>
          <p:cNvSpPr/>
          <p:nvPr/>
        </p:nvSpPr>
        <p:spPr>
          <a:xfrm>
            <a:off x="4693446" y="4231813"/>
            <a:ext cx="1316400" cy="357300"/>
          </a:xfrm>
          <a:prstGeom prst="roundRect">
            <a:avLst>
              <a:gd name="adj" fmla="val 16667"/>
            </a:avLst>
          </a:prstGeom>
          <a:noFill/>
          <a:ln>
            <a:noFill/>
          </a:ln>
        </p:spPr>
        <p:txBody>
          <a:bodyPr spcFirstLastPara="1" wrap="square" lIns="0" tIns="45700" rIns="0" bIns="45700" anchor="ctr" anchorCtr="0">
            <a:noAutofit/>
          </a:bodyPr>
          <a:lstStyle/>
          <a:p>
            <a:pPr marL="0" marR="0" lvl="0" indent="0" algn="l" rtl="0">
              <a:lnSpc>
                <a:spcPct val="100000"/>
              </a:lnSpc>
              <a:spcBef>
                <a:spcPts val="0"/>
              </a:spcBef>
              <a:spcAft>
                <a:spcPts val="0"/>
              </a:spcAft>
              <a:buClr>
                <a:srgbClr val="000000"/>
              </a:buClr>
              <a:buSzPts val="700"/>
              <a:buFont typeface="Arial"/>
              <a:buNone/>
            </a:pPr>
            <a:r>
              <a:rPr lang="en" b="1">
                <a:solidFill>
                  <a:srgbClr val="434343"/>
                </a:solidFill>
                <a:latin typeface="Verizon NHG DS"/>
                <a:ea typeface="Verizon NHG DS"/>
                <a:cs typeface="Verizon NHG DS"/>
                <a:sym typeface="Verizon NHG DS"/>
              </a:rPr>
              <a:t>VMG Environment</a:t>
            </a:r>
            <a:endParaRPr b="1" i="0" u="none" strike="noStrike" cap="none">
              <a:solidFill>
                <a:srgbClr val="434343"/>
              </a:solidFill>
              <a:latin typeface="Verizon NHG DS"/>
              <a:ea typeface="Verizon NHG DS"/>
              <a:cs typeface="Verizon NHG DS"/>
              <a:sym typeface="Verizon NHG DS"/>
            </a:endParaRPr>
          </a:p>
        </p:txBody>
      </p:sp>
      <p:sp>
        <p:nvSpPr>
          <p:cNvPr id="800" name="Google Shape;800;p126"/>
          <p:cNvSpPr txBox="1"/>
          <p:nvPr/>
        </p:nvSpPr>
        <p:spPr>
          <a:xfrm>
            <a:off x="6659625" y="2433700"/>
            <a:ext cx="1280100" cy="323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750"/>
              <a:buFont typeface="Arial"/>
              <a:buNone/>
            </a:pPr>
            <a:r>
              <a:rPr lang="en" sz="1000" b="1">
                <a:solidFill>
                  <a:srgbClr val="434343"/>
                </a:solidFill>
                <a:latin typeface="Verizon NHG TX"/>
                <a:ea typeface="Verizon NHG TX"/>
                <a:cs typeface="Verizon NHG TX"/>
                <a:sym typeface="Verizon NHG TX"/>
              </a:rPr>
              <a:t>International topic model</a:t>
            </a:r>
            <a:endParaRPr sz="1000" b="1">
              <a:solidFill>
                <a:srgbClr val="434343"/>
              </a:solidFill>
              <a:latin typeface="Verizon NHG TX"/>
              <a:ea typeface="Verizon NHG TX"/>
              <a:cs typeface="Verizon NHG TX"/>
              <a:sym typeface="Verizon NHG TX"/>
            </a:endParaRPr>
          </a:p>
        </p:txBody>
      </p:sp>
      <p:cxnSp>
        <p:nvCxnSpPr>
          <p:cNvPr id="801" name="Google Shape;801;p126"/>
          <p:cNvCxnSpPr/>
          <p:nvPr/>
        </p:nvCxnSpPr>
        <p:spPr>
          <a:xfrm flipH="1">
            <a:off x="2805788" y="2827908"/>
            <a:ext cx="9900" cy="772800"/>
          </a:xfrm>
          <a:prstGeom prst="straightConnector1">
            <a:avLst/>
          </a:prstGeom>
          <a:noFill/>
          <a:ln w="19050" cap="flat" cmpd="sng">
            <a:solidFill>
              <a:srgbClr val="000000"/>
            </a:solidFill>
            <a:prstDash val="solid"/>
            <a:round/>
            <a:headEnd type="triangle" w="sm" len="sm"/>
            <a:tailEnd type="none" w="med" len="med"/>
          </a:ln>
        </p:spPr>
      </p:cxnSp>
      <p:sp>
        <p:nvSpPr>
          <p:cNvPr id="802" name="Google Shape;802;p126"/>
          <p:cNvSpPr/>
          <p:nvPr/>
        </p:nvSpPr>
        <p:spPr>
          <a:xfrm>
            <a:off x="2664041" y="3071725"/>
            <a:ext cx="287700" cy="287700"/>
          </a:xfrm>
          <a:prstGeom prst="ellipse">
            <a:avLst/>
          </a:prstGeom>
          <a:solidFill>
            <a:srgbClr val="000000"/>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b="1">
                <a:solidFill>
                  <a:srgbClr val="FFFFFF"/>
                </a:solidFill>
                <a:latin typeface="Verizon NHG TX"/>
                <a:ea typeface="Verizon NHG TX"/>
                <a:cs typeface="Verizon NHG TX"/>
                <a:sym typeface="Verizon NHG TX"/>
              </a:rPr>
              <a:t>4</a:t>
            </a:r>
            <a:endParaRPr b="1"/>
          </a:p>
        </p:txBody>
      </p:sp>
      <p:pic>
        <p:nvPicPr>
          <p:cNvPr id="803" name="Google Shape;803;p126"/>
          <p:cNvPicPr preferRelativeResize="0"/>
          <p:nvPr/>
        </p:nvPicPr>
        <p:blipFill rotWithShape="1">
          <a:blip r:embed="rId8">
            <a:alphaModFix/>
          </a:blip>
          <a:srcRect/>
          <a:stretch/>
        </p:blipFill>
        <p:spPr>
          <a:xfrm>
            <a:off x="2600579" y="2556058"/>
            <a:ext cx="948979" cy="274200"/>
          </a:xfrm>
          <a:prstGeom prst="rect">
            <a:avLst/>
          </a:prstGeom>
          <a:noFill/>
          <a:ln>
            <a:noFill/>
          </a:ln>
        </p:spPr>
      </p:pic>
      <p:sp>
        <p:nvSpPr>
          <p:cNvPr id="804" name="Google Shape;804;p126"/>
          <p:cNvSpPr txBox="1"/>
          <p:nvPr/>
        </p:nvSpPr>
        <p:spPr>
          <a:xfrm>
            <a:off x="3214350" y="2843950"/>
            <a:ext cx="687300" cy="323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750"/>
              <a:buFont typeface="Arial"/>
              <a:buNone/>
            </a:pPr>
            <a:r>
              <a:rPr lang="en" sz="550">
                <a:latin typeface="Verizon NHG TX"/>
                <a:ea typeface="Verizon NHG TX"/>
                <a:cs typeface="Verizon NHG TX"/>
                <a:sym typeface="Verizon NHG TX"/>
              </a:rPr>
              <a:t>Request for insights to SOI</a:t>
            </a:r>
            <a:endParaRPr sz="1200">
              <a:latin typeface="Verizon NHG TX"/>
              <a:ea typeface="Verizon NHG TX"/>
              <a:cs typeface="Verizon NHG TX"/>
              <a:sym typeface="Verizon NHG TX"/>
            </a:endParaRPr>
          </a:p>
        </p:txBody>
      </p:sp>
      <p:sp>
        <p:nvSpPr>
          <p:cNvPr id="805" name="Google Shape;805;p126"/>
          <p:cNvSpPr txBox="1"/>
          <p:nvPr/>
        </p:nvSpPr>
        <p:spPr>
          <a:xfrm>
            <a:off x="2067478" y="2827900"/>
            <a:ext cx="777600" cy="323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750"/>
              <a:buFont typeface="Arial"/>
              <a:buNone/>
            </a:pPr>
            <a:r>
              <a:rPr lang="en" sz="550">
                <a:latin typeface="Verizon NHG TX"/>
                <a:ea typeface="Verizon NHG TX"/>
                <a:cs typeface="Verizon NHG TX"/>
                <a:sym typeface="Verizon NHG TX"/>
              </a:rPr>
              <a:t>Response for insights from SOI</a:t>
            </a:r>
            <a:endParaRPr sz="1200">
              <a:latin typeface="Verizon NHG TX"/>
              <a:ea typeface="Verizon NHG TX"/>
              <a:cs typeface="Verizon NHG TX"/>
              <a:sym typeface="Verizon NHG TX"/>
            </a:endParaRPr>
          </a:p>
        </p:txBody>
      </p:sp>
      <p:cxnSp>
        <p:nvCxnSpPr>
          <p:cNvPr id="806" name="Google Shape;806;p126"/>
          <p:cNvCxnSpPr/>
          <p:nvPr/>
        </p:nvCxnSpPr>
        <p:spPr>
          <a:xfrm>
            <a:off x="4628675" y="949350"/>
            <a:ext cx="0" cy="3655800"/>
          </a:xfrm>
          <a:prstGeom prst="straightConnector1">
            <a:avLst/>
          </a:prstGeom>
          <a:noFill/>
          <a:ln w="19050" cap="flat" cmpd="sng">
            <a:solidFill>
              <a:srgbClr val="B7B7B7"/>
            </a:solidFill>
            <a:prstDash val="dash"/>
            <a:round/>
            <a:headEnd type="none" w="med" len="med"/>
            <a:tailEnd type="none" w="med" len="med"/>
          </a:ln>
        </p:spPr>
      </p:cxnSp>
      <p:sp>
        <p:nvSpPr>
          <p:cNvPr id="807" name="Google Shape;807;p126"/>
          <p:cNvSpPr/>
          <p:nvPr/>
        </p:nvSpPr>
        <p:spPr>
          <a:xfrm>
            <a:off x="3247509" y="4231813"/>
            <a:ext cx="1316400" cy="357300"/>
          </a:xfrm>
          <a:prstGeom prst="roundRect">
            <a:avLst>
              <a:gd name="adj" fmla="val 16667"/>
            </a:avLst>
          </a:prstGeom>
          <a:noFill/>
          <a:ln>
            <a:noFill/>
          </a:ln>
        </p:spPr>
        <p:txBody>
          <a:bodyPr spcFirstLastPara="1" wrap="square" lIns="0" tIns="45700" rIns="0" bIns="45700" anchor="ctr" anchorCtr="0">
            <a:noAutofit/>
          </a:bodyPr>
          <a:lstStyle/>
          <a:p>
            <a:pPr marL="0" marR="0" lvl="0" indent="0" algn="r" rtl="0">
              <a:lnSpc>
                <a:spcPct val="100000"/>
              </a:lnSpc>
              <a:spcBef>
                <a:spcPts val="0"/>
              </a:spcBef>
              <a:spcAft>
                <a:spcPts val="0"/>
              </a:spcAft>
              <a:buClr>
                <a:srgbClr val="000000"/>
              </a:buClr>
              <a:buSzPts val="700"/>
              <a:buFont typeface="Arial"/>
              <a:buNone/>
            </a:pPr>
            <a:r>
              <a:rPr lang="en" b="1">
                <a:solidFill>
                  <a:srgbClr val="434343"/>
                </a:solidFill>
                <a:latin typeface="Verizon NHG DS"/>
                <a:ea typeface="Verizon NHG DS"/>
                <a:cs typeface="Verizon NHG DS"/>
                <a:sym typeface="Verizon NHG DS"/>
              </a:rPr>
              <a:t>Verizon environment</a:t>
            </a:r>
            <a:endParaRPr b="1" i="0" u="none" strike="noStrike" cap="none">
              <a:solidFill>
                <a:srgbClr val="434343"/>
              </a:solidFill>
              <a:latin typeface="Verizon NHG DS"/>
              <a:ea typeface="Verizon NHG DS"/>
              <a:cs typeface="Verizon NHG DS"/>
              <a:sym typeface="Verizon NHG DS"/>
            </a:endParaRPr>
          </a:p>
        </p:txBody>
      </p:sp>
      <p:sp>
        <p:nvSpPr>
          <p:cNvPr id="808" name="Google Shape;808;p126"/>
          <p:cNvSpPr txBox="1"/>
          <p:nvPr/>
        </p:nvSpPr>
        <p:spPr>
          <a:xfrm>
            <a:off x="4838700" y="1557825"/>
            <a:ext cx="379200" cy="130800"/>
          </a:xfrm>
          <a:prstGeom prst="rect">
            <a:avLst/>
          </a:prstGeom>
          <a:solidFill>
            <a:srgbClr val="9999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 sz="550">
                <a:solidFill>
                  <a:srgbClr val="FFFFFF"/>
                </a:solidFill>
                <a:latin typeface="Verizon NHG TX"/>
                <a:ea typeface="Verizon NHG TX"/>
                <a:cs typeface="Verizon NHG TX"/>
                <a:sym typeface="Verizon NHG TX"/>
              </a:rPr>
              <a:t>Billing</a:t>
            </a:r>
            <a:endParaRPr sz="550">
              <a:solidFill>
                <a:srgbClr val="FFFFFF"/>
              </a:solidFill>
              <a:latin typeface="Verizon NHG TX"/>
              <a:ea typeface="Verizon NHG TX"/>
              <a:cs typeface="Verizon NHG TX"/>
              <a:sym typeface="Verizon NHG TX"/>
            </a:endParaRPr>
          </a:p>
        </p:txBody>
      </p:sp>
      <p:sp>
        <p:nvSpPr>
          <p:cNvPr id="809" name="Google Shape;809;p126"/>
          <p:cNvSpPr txBox="1"/>
          <p:nvPr/>
        </p:nvSpPr>
        <p:spPr>
          <a:xfrm>
            <a:off x="5013650" y="1314450"/>
            <a:ext cx="418200" cy="130800"/>
          </a:xfrm>
          <a:prstGeom prst="rect">
            <a:avLst/>
          </a:prstGeom>
          <a:solidFill>
            <a:srgbClr val="9999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 sz="550">
                <a:solidFill>
                  <a:srgbClr val="FFFFFF"/>
                </a:solidFill>
                <a:latin typeface="Verizon NHG TX"/>
                <a:ea typeface="Verizon NHG TX"/>
                <a:cs typeface="Verizon NHG TX"/>
                <a:sym typeface="Verizon NHG TX"/>
              </a:rPr>
              <a:t>Profile</a:t>
            </a:r>
            <a:endParaRPr sz="550">
              <a:solidFill>
                <a:srgbClr val="FFFFFF"/>
              </a:solidFill>
              <a:latin typeface="Verizon NHG TX"/>
              <a:ea typeface="Verizon NHG TX"/>
              <a:cs typeface="Verizon NHG TX"/>
              <a:sym typeface="Verizon NHG TX"/>
            </a:endParaRPr>
          </a:p>
        </p:txBody>
      </p:sp>
      <p:sp>
        <p:nvSpPr>
          <p:cNvPr id="810" name="Google Shape;810;p126"/>
          <p:cNvSpPr txBox="1"/>
          <p:nvPr/>
        </p:nvSpPr>
        <p:spPr>
          <a:xfrm>
            <a:off x="5293575" y="1140400"/>
            <a:ext cx="418200" cy="130800"/>
          </a:xfrm>
          <a:prstGeom prst="rect">
            <a:avLst/>
          </a:prstGeom>
          <a:solidFill>
            <a:srgbClr val="9999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 sz="550">
                <a:solidFill>
                  <a:srgbClr val="FFFFFF"/>
                </a:solidFill>
                <a:latin typeface="Verizon NHG TX"/>
                <a:ea typeface="Verizon NHG TX"/>
                <a:cs typeface="Verizon NHG TX"/>
                <a:sym typeface="Verizon NHG TX"/>
              </a:rPr>
              <a:t>Plan</a:t>
            </a:r>
            <a:endParaRPr sz="550">
              <a:solidFill>
                <a:srgbClr val="FFFFFF"/>
              </a:solidFill>
              <a:latin typeface="Verizon NHG TX"/>
              <a:ea typeface="Verizon NHG TX"/>
              <a:cs typeface="Verizon NHG TX"/>
              <a:sym typeface="Verizon NHG TX"/>
            </a:endParaRPr>
          </a:p>
        </p:txBody>
      </p:sp>
      <p:sp>
        <p:nvSpPr>
          <p:cNvPr id="811" name="Google Shape;811;p126"/>
          <p:cNvSpPr txBox="1"/>
          <p:nvPr/>
        </p:nvSpPr>
        <p:spPr>
          <a:xfrm>
            <a:off x="5599738" y="1314450"/>
            <a:ext cx="418200" cy="130800"/>
          </a:xfrm>
          <a:prstGeom prst="rect">
            <a:avLst/>
          </a:prstGeom>
          <a:solidFill>
            <a:srgbClr val="9999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 sz="550">
                <a:solidFill>
                  <a:srgbClr val="FFFFFF"/>
                </a:solidFill>
                <a:latin typeface="Verizon NHG TX"/>
                <a:ea typeface="Verizon NHG TX"/>
                <a:cs typeface="Verizon NHG TX"/>
                <a:sym typeface="Verizon NHG TX"/>
              </a:rPr>
              <a:t>Travel</a:t>
            </a:r>
            <a:endParaRPr sz="550">
              <a:solidFill>
                <a:srgbClr val="FFFFFF"/>
              </a:solidFill>
              <a:latin typeface="Verizon NHG TX"/>
              <a:ea typeface="Verizon NHG TX"/>
              <a:cs typeface="Verizon NHG TX"/>
              <a:sym typeface="Verizon NHG TX"/>
            </a:endParaRPr>
          </a:p>
        </p:txBody>
      </p:sp>
      <p:sp>
        <p:nvSpPr>
          <p:cNvPr id="812" name="Google Shape;812;p126"/>
          <p:cNvSpPr txBox="1"/>
          <p:nvPr/>
        </p:nvSpPr>
        <p:spPr>
          <a:xfrm>
            <a:off x="5711775" y="1579100"/>
            <a:ext cx="562200" cy="130800"/>
          </a:xfrm>
          <a:prstGeom prst="rect">
            <a:avLst/>
          </a:prstGeom>
          <a:solidFill>
            <a:srgbClr val="9999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 sz="550">
                <a:solidFill>
                  <a:srgbClr val="FFFFFF"/>
                </a:solidFill>
                <a:latin typeface="Verizon NHG TX"/>
                <a:ea typeface="Verizon NHG TX"/>
                <a:cs typeface="Verizon NHG TX"/>
                <a:sym typeface="Verizon NHG TX"/>
              </a:rPr>
              <a:t>Cust. DNA</a:t>
            </a:r>
            <a:endParaRPr sz="550">
              <a:solidFill>
                <a:srgbClr val="FFFFFF"/>
              </a:solidFill>
              <a:latin typeface="Verizon NHG TX"/>
              <a:ea typeface="Verizon NHG TX"/>
              <a:cs typeface="Verizon NHG TX"/>
              <a:sym typeface="Verizon NHG TX"/>
            </a:endParaRPr>
          </a:p>
        </p:txBody>
      </p:sp>
      <p:cxnSp>
        <p:nvCxnSpPr>
          <p:cNvPr id="813" name="Google Shape;813;p126"/>
          <p:cNvCxnSpPr/>
          <p:nvPr/>
        </p:nvCxnSpPr>
        <p:spPr>
          <a:xfrm>
            <a:off x="5541700" y="1558500"/>
            <a:ext cx="0" cy="252300"/>
          </a:xfrm>
          <a:prstGeom prst="straightConnector1">
            <a:avLst/>
          </a:prstGeom>
          <a:noFill/>
          <a:ln w="19050" cap="flat" cmpd="sng">
            <a:solidFill>
              <a:srgbClr val="000000"/>
            </a:solidFill>
            <a:prstDash val="solid"/>
            <a:round/>
            <a:headEnd type="none" w="sm" len="sm"/>
            <a:tailEnd type="triangle" w="med" len="med"/>
          </a:ln>
        </p:spPr>
      </p:cxnSp>
      <p:cxnSp>
        <p:nvCxnSpPr>
          <p:cNvPr id="814" name="Google Shape;814;p126"/>
          <p:cNvCxnSpPr/>
          <p:nvPr/>
        </p:nvCxnSpPr>
        <p:spPr>
          <a:xfrm flipH="1">
            <a:off x="3211992" y="1989700"/>
            <a:ext cx="8100" cy="595200"/>
          </a:xfrm>
          <a:prstGeom prst="straightConnector1">
            <a:avLst/>
          </a:prstGeom>
          <a:noFill/>
          <a:ln w="19050" cap="flat" cmpd="sng">
            <a:solidFill>
              <a:srgbClr val="000000"/>
            </a:solidFill>
            <a:prstDash val="solid"/>
            <a:round/>
            <a:headEnd type="none" w="sm" len="sm"/>
            <a:tailEnd type="triangle" w="med" len="med"/>
          </a:ln>
        </p:spPr>
      </p:cxnSp>
      <p:sp>
        <p:nvSpPr>
          <p:cNvPr id="815" name="Google Shape;815;p126"/>
          <p:cNvSpPr/>
          <p:nvPr/>
        </p:nvSpPr>
        <p:spPr>
          <a:xfrm>
            <a:off x="3098100" y="2185601"/>
            <a:ext cx="237300" cy="221400"/>
          </a:xfrm>
          <a:prstGeom prst="ellipse">
            <a:avLst/>
          </a:prstGeom>
          <a:solidFill>
            <a:srgbClr val="000000"/>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b="1">
                <a:solidFill>
                  <a:srgbClr val="FFFFFF"/>
                </a:solidFill>
                <a:latin typeface="Verizon NHG TX"/>
                <a:ea typeface="Verizon NHG TX"/>
                <a:cs typeface="Verizon NHG TX"/>
                <a:sym typeface="Verizon NHG TX"/>
              </a:rPr>
              <a:t>2</a:t>
            </a:r>
            <a:endParaRPr b="1"/>
          </a:p>
        </p:txBody>
      </p:sp>
      <p:cxnSp>
        <p:nvCxnSpPr>
          <p:cNvPr id="816" name="Google Shape;816;p126"/>
          <p:cNvCxnSpPr/>
          <p:nvPr/>
        </p:nvCxnSpPr>
        <p:spPr>
          <a:xfrm flipH="1">
            <a:off x="2857202" y="1989706"/>
            <a:ext cx="8100" cy="595200"/>
          </a:xfrm>
          <a:prstGeom prst="straightConnector1">
            <a:avLst/>
          </a:prstGeom>
          <a:noFill/>
          <a:ln w="19050" cap="flat" cmpd="sng">
            <a:solidFill>
              <a:srgbClr val="000000"/>
            </a:solidFill>
            <a:prstDash val="solid"/>
            <a:round/>
            <a:headEnd type="triangle" w="sm" len="sm"/>
            <a:tailEnd type="none" w="med" len="med"/>
          </a:ln>
        </p:spPr>
      </p:cxnSp>
      <p:sp>
        <p:nvSpPr>
          <p:cNvPr id="817" name="Google Shape;817;p126"/>
          <p:cNvSpPr/>
          <p:nvPr/>
        </p:nvSpPr>
        <p:spPr>
          <a:xfrm>
            <a:off x="2740248" y="2177457"/>
            <a:ext cx="237300" cy="221400"/>
          </a:xfrm>
          <a:prstGeom prst="ellipse">
            <a:avLst/>
          </a:prstGeom>
          <a:solidFill>
            <a:srgbClr val="000000"/>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b="1">
                <a:solidFill>
                  <a:srgbClr val="FFFFFF"/>
                </a:solidFill>
                <a:latin typeface="Verizon NHG TX"/>
                <a:ea typeface="Verizon NHG TX"/>
                <a:cs typeface="Verizon NHG TX"/>
                <a:sym typeface="Verizon NHG TX"/>
              </a:rPr>
              <a:t>5</a:t>
            </a:r>
            <a:endParaRPr b="1"/>
          </a:p>
        </p:txBody>
      </p:sp>
      <p:sp>
        <p:nvSpPr>
          <p:cNvPr id="818" name="Google Shape;818;p126"/>
          <p:cNvSpPr txBox="1"/>
          <p:nvPr/>
        </p:nvSpPr>
        <p:spPr>
          <a:xfrm>
            <a:off x="4908600" y="1402200"/>
            <a:ext cx="339000" cy="130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 sz="950">
                <a:latin typeface="Verizon NHG TX"/>
                <a:ea typeface="Verizon NHG TX"/>
                <a:cs typeface="Verizon NHG TX"/>
                <a:sym typeface="Verizon NHG TX"/>
              </a:rPr>
              <a:t>...</a:t>
            </a:r>
            <a:endParaRPr sz="1600">
              <a:latin typeface="Verizon NHG TX"/>
              <a:ea typeface="Verizon NHG TX"/>
              <a:cs typeface="Verizon NHG TX"/>
              <a:sym typeface="Verizon NHG TX"/>
            </a:endParaRPr>
          </a:p>
        </p:txBody>
      </p:sp>
      <p:sp>
        <p:nvSpPr>
          <p:cNvPr id="819" name="Google Shape;819;p126"/>
          <p:cNvSpPr txBox="1"/>
          <p:nvPr/>
        </p:nvSpPr>
        <p:spPr>
          <a:xfrm>
            <a:off x="5694100" y="1402200"/>
            <a:ext cx="339000" cy="130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 sz="950">
                <a:latin typeface="Verizon NHG TX"/>
                <a:ea typeface="Verizon NHG TX"/>
                <a:cs typeface="Verizon NHG TX"/>
                <a:sym typeface="Verizon NHG TX"/>
              </a:rPr>
              <a:t>...</a:t>
            </a:r>
            <a:endParaRPr sz="1600">
              <a:latin typeface="Verizon NHG TX"/>
              <a:ea typeface="Verizon NHG TX"/>
              <a:cs typeface="Verizon NHG TX"/>
              <a:sym typeface="Verizon NHG TX"/>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127"/>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
              <a:t>Model targets</a:t>
            </a:r>
            <a:endParaRPr/>
          </a:p>
        </p:txBody>
      </p:sp>
      <p:sp>
        <p:nvSpPr>
          <p:cNvPr id="826" name="Google Shape;826;p12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3</a:t>
            </a:fld>
            <a:endParaRPr/>
          </a:p>
        </p:txBody>
      </p:sp>
      <p:graphicFrame>
        <p:nvGraphicFramePr>
          <p:cNvPr id="827" name="Google Shape;827;p127"/>
          <p:cNvGraphicFramePr/>
          <p:nvPr/>
        </p:nvGraphicFramePr>
        <p:xfrm>
          <a:off x="496875" y="1489300"/>
          <a:ext cx="3000000" cy="3000000"/>
        </p:xfrm>
        <a:graphic>
          <a:graphicData uri="http://schemas.openxmlformats.org/drawingml/2006/table">
            <a:tbl>
              <a:tblPr>
                <a:noFill/>
                <a:tableStyleId>{B7D2DC44-F842-45DA-92D3-EE428454795A}</a:tableStyleId>
              </a:tblPr>
              <a:tblGrid>
                <a:gridCol w="660275"/>
                <a:gridCol w="627225"/>
                <a:gridCol w="566000"/>
                <a:gridCol w="530700"/>
                <a:gridCol w="566675"/>
                <a:gridCol w="632125"/>
              </a:tblGrid>
              <a:tr h="244825">
                <a:tc gridSpan="6">
                  <a:txBody>
                    <a:bodyPr/>
                    <a:lstStyle/>
                    <a:p>
                      <a:pPr marL="0" lvl="0" indent="0" algn="ctr" rtl="0">
                        <a:lnSpc>
                          <a:spcPct val="115000"/>
                        </a:lnSpc>
                        <a:spcBef>
                          <a:spcPts val="0"/>
                        </a:spcBef>
                        <a:spcAft>
                          <a:spcPts val="0"/>
                        </a:spcAft>
                        <a:buNone/>
                      </a:pPr>
                      <a:r>
                        <a:rPr lang="en" sz="800" b="1">
                          <a:solidFill>
                            <a:srgbClr val="FFFFFF"/>
                          </a:solidFill>
                          <a:latin typeface="Verizon NHG TX"/>
                          <a:ea typeface="Verizon NHG TX"/>
                          <a:cs typeface="Verizon NHG TX"/>
                          <a:sym typeface="Verizon NHG TX"/>
                        </a:rPr>
                        <a:t>Predicted</a:t>
                      </a:r>
                      <a:endParaRPr sz="800" b="1">
                        <a:solidFill>
                          <a:srgbClr val="FFFFFF"/>
                        </a:solidFill>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35250">
                <a:tc rowSpan="5">
                  <a:txBody>
                    <a:bodyPr/>
                    <a:lstStyle/>
                    <a:p>
                      <a:pPr marL="0" lvl="0" indent="0" algn="ctr" rtl="0">
                        <a:lnSpc>
                          <a:spcPct val="115000"/>
                        </a:lnSpc>
                        <a:spcBef>
                          <a:spcPts val="0"/>
                        </a:spcBef>
                        <a:spcAft>
                          <a:spcPts val="0"/>
                        </a:spcAft>
                        <a:buNone/>
                      </a:pPr>
                      <a:r>
                        <a:rPr lang="en" sz="800" b="1">
                          <a:solidFill>
                            <a:srgbClr val="FFFFFF"/>
                          </a:solidFill>
                          <a:latin typeface="Verizon NHG TX"/>
                          <a:ea typeface="Verizon NHG TX"/>
                          <a:cs typeface="Verizon NHG TX"/>
                          <a:sym typeface="Verizon NHG TX"/>
                        </a:rPr>
                        <a:t>Ground truth</a:t>
                      </a:r>
                      <a:endParaRPr sz="800" b="1">
                        <a:solidFill>
                          <a:srgbClr val="FFFFFF"/>
                        </a:solidFill>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endParaRPr sz="9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600" b="1">
                          <a:latin typeface="Verizon NHG TX"/>
                          <a:ea typeface="Verizon NHG TX"/>
                          <a:cs typeface="Verizon NHG TX"/>
                          <a:sym typeface="Verizon NHG TX"/>
                        </a:rPr>
                        <a:t>Travel Pass</a:t>
                      </a:r>
                      <a:endParaRPr sz="600" b="1">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600" b="1">
                          <a:latin typeface="Verizon NHG TX"/>
                          <a:ea typeface="Verizon NHG TX"/>
                          <a:cs typeface="Verizon NHG TX"/>
                          <a:sym typeface="Verizon NHG TX"/>
                        </a:rPr>
                        <a:t>Billing</a:t>
                      </a:r>
                      <a:endParaRPr sz="600" b="1">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600" b="1">
                          <a:latin typeface="Verizon NHG TX"/>
                          <a:ea typeface="Verizon NHG TX"/>
                          <a:cs typeface="Verizon NHG TX"/>
                          <a:sym typeface="Verizon NHG TX"/>
                        </a:rPr>
                        <a:t>Cruise</a:t>
                      </a:r>
                      <a:endParaRPr sz="600" b="1">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600" b="1">
                          <a:latin typeface="Verizon NHG TX"/>
                          <a:ea typeface="Verizon NHG TX"/>
                          <a:cs typeface="Verizon NHG TX"/>
                          <a:sym typeface="Verizon NHG TX"/>
                        </a:rPr>
                        <a:t>Settings</a:t>
                      </a:r>
                      <a:endParaRPr sz="600" b="1">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r>
              <a:tr h="244825">
                <a:tc vMerge="1">
                  <a:txBody>
                    <a:bodyPr/>
                    <a:lstStyle/>
                    <a:p>
                      <a:endParaRPr lang="en-US"/>
                    </a:p>
                  </a:txBody>
                  <a:tcPr/>
                </a:tc>
                <a:tc>
                  <a:txBody>
                    <a:bodyPr/>
                    <a:lstStyle/>
                    <a:p>
                      <a:pPr marL="0" lvl="0" indent="0" algn="l" rtl="0">
                        <a:lnSpc>
                          <a:spcPct val="115000"/>
                        </a:lnSpc>
                        <a:spcBef>
                          <a:spcPts val="0"/>
                        </a:spcBef>
                        <a:spcAft>
                          <a:spcPts val="0"/>
                        </a:spcAft>
                        <a:buNone/>
                      </a:pPr>
                      <a:r>
                        <a:rPr lang="en" sz="600" b="1">
                          <a:latin typeface="Verizon NHG TX"/>
                          <a:ea typeface="Verizon NHG TX"/>
                          <a:cs typeface="Verizon NHG TX"/>
                          <a:sym typeface="Verizon NHG TX"/>
                        </a:rPr>
                        <a:t>Travel Pass</a:t>
                      </a:r>
                      <a:endParaRPr sz="600" b="1">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131K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33K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34K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37K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r>
              <a:tr h="244825">
                <a:tc vMerge="1">
                  <a:txBody>
                    <a:bodyPr/>
                    <a:lstStyle/>
                    <a:p>
                      <a:endParaRPr lang="en-US"/>
                    </a:p>
                  </a:txBody>
                  <a:tcPr/>
                </a:tc>
                <a:tc>
                  <a:txBody>
                    <a:bodyPr/>
                    <a:lstStyle/>
                    <a:p>
                      <a:pPr marL="0" lvl="0" indent="0" algn="l" rtl="0">
                        <a:lnSpc>
                          <a:spcPct val="115000"/>
                        </a:lnSpc>
                        <a:spcBef>
                          <a:spcPts val="0"/>
                        </a:spcBef>
                        <a:spcAft>
                          <a:spcPts val="0"/>
                        </a:spcAft>
                        <a:buNone/>
                      </a:pPr>
                      <a:r>
                        <a:rPr lang="en" sz="600" b="1">
                          <a:latin typeface="Verizon NHG TX"/>
                          <a:ea typeface="Verizon NHG TX"/>
                          <a:cs typeface="Verizon NHG TX"/>
                          <a:sym typeface="Verizon NHG TX"/>
                        </a:rPr>
                        <a:t>Billing</a:t>
                      </a:r>
                      <a:endParaRPr sz="600" b="1">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5.9K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49K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6.4K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2.7K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r>
              <a:tr h="244825">
                <a:tc vMerge="1">
                  <a:txBody>
                    <a:bodyPr/>
                    <a:lstStyle/>
                    <a:p>
                      <a:endParaRPr lang="en-US"/>
                    </a:p>
                  </a:txBody>
                  <a:tcPr/>
                </a:tc>
                <a:tc>
                  <a:txBody>
                    <a:bodyPr/>
                    <a:lstStyle/>
                    <a:p>
                      <a:pPr marL="0" lvl="0" indent="0" algn="l" rtl="0">
                        <a:lnSpc>
                          <a:spcPct val="115000"/>
                        </a:lnSpc>
                        <a:spcBef>
                          <a:spcPts val="0"/>
                        </a:spcBef>
                        <a:spcAft>
                          <a:spcPts val="0"/>
                        </a:spcAft>
                        <a:buNone/>
                      </a:pPr>
                      <a:r>
                        <a:rPr lang="en" sz="600" b="1">
                          <a:latin typeface="Verizon NHG TX"/>
                          <a:ea typeface="Verizon NHG TX"/>
                          <a:cs typeface="Verizon NHG TX"/>
                          <a:sym typeface="Verizon NHG TX"/>
                        </a:rPr>
                        <a:t>Cruise</a:t>
                      </a:r>
                      <a:endParaRPr sz="600" b="1">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1.4K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1.4K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20K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1.4K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r>
              <a:tr h="244825">
                <a:tc vMerge="1">
                  <a:txBody>
                    <a:bodyPr/>
                    <a:lstStyle/>
                    <a:p>
                      <a:endParaRPr lang="en-US"/>
                    </a:p>
                  </a:txBody>
                  <a:tcPr/>
                </a:tc>
                <a:tc>
                  <a:txBody>
                    <a:bodyPr/>
                    <a:lstStyle/>
                    <a:p>
                      <a:pPr marL="0" lvl="0" indent="0" algn="l" rtl="0">
                        <a:lnSpc>
                          <a:spcPct val="115000"/>
                        </a:lnSpc>
                        <a:spcBef>
                          <a:spcPts val="0"/>
                        </a:spcBef>
                        <a:spcAft>
                          <a:spcPts val="0"/>
                        </a:spcAft>
                        <a:buNone/>
                      </a:pPr>
                      <a:r>
                        <a:rPr lang="en" sz="600" b="1">
                          <a:latin typeface="Verizon NHG TX"/>
                          <a:ea typeface="Verizon NHG TX"/>
                          <a:cs typeface="Verizon NHG TX"/>
                          <a:sym typeface="Verizon NHG TX"/>
                        </a:rPr>
                        <a:t>Settings</a:t>
                      </a:r>
                      <a:endParaRPr sz="600" b="1">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618</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498</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783</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13K</a:t>
                      </a:r>
                      <a:endParaRPr sz="6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r>
              <a:tr h="284050">
                <a:tc>
                  <a:txBody>
                    <a:bodyPr/>
                    <a:lstStyle/>
                    <a:p>
                      <a:pPr marL="0" lvl="0" indent="0" algn="l" rtl="0">
                        <a:spcBef>
                          <a:spcPts val="0"/>
                        </a:spcBef>
                        <a:spcAft>
                          <a:spcPts val="0"/>
                        </a:spcAft>
                        <a:buNone/>
                      </a:pPr>
                      <a:endParaRPr sz="900">
                        <a:solidFill>
                          <a:srgbClr val="FFFFFF"/>
                        </a:solidFill>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00000"/>
                    </a:solidFill>
                  </a:tcPr>
                </a:tc>
                <a:tc>
                  <a:txBody>
                    <a:bodyPr/>
                    <a:lstStyle/>
                    <a:p>
                      <a:pPr marL="0" lvl="0" indent="0" algn="l" rtl="0">
                        <a:spcBef>
                          <a:spcPts val="0"/>
                        </a:spcBef>
                        <a:spcAft>
                          <a:spcPts val="0"/>
                        </a:spcAft>
                        <a:buNone/>
                      </a:pPr>
                      <a:endParaRPr sz="9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9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9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9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900">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r>
              <a:tr h="284050">
                <a:tc rowSpan="3">
                  <a:txBody>
                    <a:bodyPr/>
                    <a:lstStyle/>
                    <a:p>
                      <a:pPr marL="0" lvl="0" indent="0" algn="ctr" rtl="0">
                        <a:spcBef>
                          <a:spcPts val="0"/>
                        </a:spcBef>
                        <a:spcAft>
                          <a:spcPts val="0"/>
                        </a:spcAft>
                        <a:buNone/>
                      </a:pPr>
                      <a:r>
                        <a:rPr lang="en" sz="800" b="1">
                          <a:solidFill>
                            <a:srgbClr val="FFFFFF"/>
                          </a:solidFill>
                          <a:latin typeface="Verizon NHG TX"/>
                          <a:ea typeface="Verizon NHG TX"/>
                          <a:cs typeface="Verizon NHG TX"/>
                          <a:sym typeface="Verizon NHG TX"/>
                        </a:rPr>
                        <a:t>Metrics</a:t>
                      </a:r>
                      <a:endParaRPr sz="800" b="1">
                        <a:solidFill>
                          <a:srgbClr val="FFFFFF"/>
                        </a:solidFill>
                        <a:latin typeface="Verizon NHG TX"/>
                        <a:ea typeface="Verizon NHG TX"/>
                        <a:cs typeface="Verizon NHG TX"/>
                        <a:sym typeface="Verizon NHG TX"/>
                      </a:endParaRPr>
                    </a:p>
                  </a:txBody>
                  <a:tcPr marL="91425" marR="182875" marT="0" marB="0" anchor="ctr">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00000"/>
                    </a:solidFill>
                  </a:tcPr>
                </a:tc>
                <a:tc>
                  <a:txBody>
                    <a:bodyPr/>
                    <a:lstStyle/>
                    <a:p>
                      <a:pPr marL="0" lvl="0" indent="0" algn="l" rtl="0">
                        <a:lnSpc>
                          <a:spcPct val="115000"/>
                        </a:lnSpc>
                        <a:spcBef>
                          <a:spcPts val="0"/>
                        </a:spcBef>
                        <a:spcAft>
                          <a:spcPts val="0"/>
                        </a:spcAft>
                        <a:buNone/>
                      </a:pPr>
                      <a:r>
                        <a:rPr lang="en" sz="600" b="1">
                          <a:latin typeface="Verizon NHG TX"/>
                          <a:ea typeface="Verizon NHG TX"/>
                          <a:cs typeface="Verizon NHG TX"/>
                          <a:sym typeface="Verizon NHG TX"/>
                        </a:rPr>
                        <a:t>Precision</a:t>
                      </a:r>
                      <a:endParaRPr sz="600" b="1">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94%</a:t>
                      </a:r>
                      <a:endParaRPr sz="600">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58%</a:t>
                      </a:r>
                      <a:endParaRPr sz="600">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33%</a:t>
                      </a:r>
                      <a:endParaRPr sz="600">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25%</a:t>
                      </a:r>
                      <a:endParaRPr sz="600">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r>
              <a:tr h="284050">
                <a:tc vMerge="1">
                  <a:txBody>
                    <a:bodyPr/>
                    <a:lstStyle/>
                    <a:p>
                      <a:endParaRPr lang="en-US"/>
                    </a:p>
                  </a:txBody>
                  <a:tcPr/>
                </a:tc>
                <a:tc>
                  <a:txBody>
                    <a:bodyPr/>
                    <a:lstStyle/>
                    <a:p>
                      <a:pPr marL="0" lvl="0" indent="0" algn="l" rtl="0">
                        <a:lnSpc>
                          <a:spcPct val="115000"/>
                        </a:lnSpc>
                        <a:spcBef>
                          <a:spcPts val="0"/>
                        </a:spcBef>
                        <a:spcAft>
                          <a:spcPts val="0"/>
                        </a:spcAft>
                        <a:buNone/>
                      </a:pPr>
                      <a:r>
                        <a:rPr lang="en" sz="600" b="1">
                          <a:latin typeface="Verizon NHG TX"/>
                          <a:ea typeface="Verizon NHG TX"/>
                          <a:cs typeface="Verizon NHG TX"/>
                          <a:sym typeface="Verizon NHG TX"/>
                        </a:rPr>
                        <a:t>Recall</a:t>
                      </a:r>
                      <a:endParaRPr sz="600" b="1">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55%</a:t>
                      </a:r>
                      <a:endParaRPr sz="600">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76%</a:t>
                      </a:r>
                      <a:endParaRPr sz="600">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82%</a:t>
                      </a:r>
                      <a:endParaRPr sz="600">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88%</a:t>
                      </a:r>
                      <a:endParaRPr sz="600">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r>
              <a:tr h="284050">
                <a:tc vMerge="1">
                  <a:txBody>
                    <a:bodyPr/>
                    <a:lstStyle/>
                    <a:p>
                      <a:endParaRPr lang="en-US"/>
                    </a:p>
                  </a:txBody>
                  <a:tcPr/>
                </a:tc>
                <a:tc>
                  <a:txBody>
                    <a:bodyPr/>
                    <a:lstStyle/>
                    <a:p>
                      <a:pPr marL="0" lvl="0" indent="0" algn="l" rtl="0">
                        <a:lnSpc>
                          <a:spcPct val="115000"/>
                        </a:lnSpc>
                        <a:spcBef>
                          <a:spcPts val="0"/>
                        </a:spcBef>
                        <a:spcAft>
                          <a:spcPts val="0"/>
                        </a:spcAft>
                        <a:buNone/>
                      </a:pPr>
                      <a:r>
                        <a:rPr lang="en" sz="600" b="1">
                          <a:latin typeface="Verizon NHG TX"/>
                          <a:ea typeface="Verizon NHG TX"/>
                          <a:cs typeface="Verizon NHG TX"/>
                          <a:sym typeface="Verizon NHG TX"/>
                        </a:rPr>
                        <a:t>F scores</a:t>
                      </a:r>
                      <a:endParaRPr sz="600" b="1">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70%</a:t>
                      </a:r>
                      <a:endParaRPr sz="600">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66%</a:t>
                      </a:r>
                      <a:endParaRPr sz="600">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47%</a:t>
                      </a:r>
                      <a:endParaRPr sz="600">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c>
                  <a:txBody>
                    <a:bodyPr/>
                    <a:lstStyle/>
                    <a:p>
                      <a:pPr marL="0" lvl="0" indent="0" algn="r" rtl="0">
                        <a:lnSpc>
                          <a:spcPct val="115000"/>
                        </a:lnSpc>
                        <a:spcBef>
                          <a:spcPts val="0"/>
                        </a:spcBef>
                        <a:spcAft>
                          <a:spcPts val="0"/>
                        </a:spcAft>
                        <a:buNone/>
                      </a:pPr>
                      <a:r>
                        <a:rPr lang="en" sz="600">
                          <a:latin typeface="Verizon NHG TX"/>
                          <a:ea typeface="Verizon NHG TX"/>
                          <a:cs typeface="Verizon NHG TX"/>
                          <a:sym typeface="Verizon NHG TX"/>
                        </a:rPr>
                        <a:t>39%</a:t>
                      </a:r>
                      <a:endParaRPr sz="600">
                        <a:latin typeface="Verizon NHG TX"/>
                        <a:ea typeface="Verizon NHG TX"/>
                        <a:cs typeface="Verizon NHG TX"/>
                        <a:sym typeface="Verizon NHG TX"/>
                      </a:endParaRPr>
                    </a:p>
                  </a:txBody>
                  <a:tcPr marL="91425" marR="182875"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000"/>
                    </a:solidFill>
                  </a:tcPr>
                </a:tc>
              </a:tr>
            </a:tbl>
          </a:graphicData>
        </a:graphic>
      </p:graphicFrame>
      <p:sp>
        <p:nvSpPr>
          <p:cNvPr id="828" name="Google Shape;828;p127"/>
          <p:cNvSpPr txBox="1"/>
          <p:nvPr/>
        </p:nvSpPr>
        <p:spPr>
          <a:xfrm>
            <a:off x="4212100" y="1489300"/>
            <a:ext cx="4074000" cy="1629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457200" lvl="0" indent="-304800" algn="l" rtl="0">
              <a:spcBef>
                <a:spcPts val="0"/>
              </a:spcBef>
              <a:spcAft>
                <a:spcPts val="0"/>
              </a:spcAft>
              <a:buClr>
                <a:schemeClr val="dk1"/>
              </a:buClr>
              <a:buSzPts val="1200"/>
              <a:buFont typeface="Verizon NHG TX"/>
              <a:buChar char="●"/>
            </a:pPr>
            <a:r>
              <a:rPr lang="en" sz="1200">
                <a:solidFill>
                  <a:schemeClr val="dk1"/>
                </a:solidFill>
                <a:latin typeface="Verizon NHG TX"/>
                <a:ea typeface="Verizon NHG TX"/>
                <a:cs typeface="Verizon NHG TX"/>
                <a:sym typeface="Verizon NHG TX"/>
              </a:rPr>
              <a:t>Results are on validation data (342K records)</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 sz="1200">
                <a:solidFill>
                  <a:schemeClr val="dk1"/>
                </a:solidFill>
                <a:latin typeface="Verizon NHG TX"/>
                <a:ea typeface="Verizon NHG TX"/>
                <a:cs typeface="Verizon NHG TX"/>
                <a:sym typeface="Verizon NHG TX"/>
              </a:rPr>
              <a:t>Dataset skewed by Travel Pass</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 sz="1200">
                <a:solidFill>
                  <a:schemeClr val="dk1"/>
                </a:solidFill>
                <a:latin typeface="Verizon NHG TX"/>
                <a:ea typeface="Verizon NHG TX"/>
                <a:cs typeface="Verizon NHG TX"/>
                <a:sym typeface="Verizon NHG TX"/>
              </a:rPr>
              <a:t>Data balancing performed for training</a:t>
            </a:r>
            <a:endParaRPr sz="1200">
              <a:solidFill>
                <a:schemeClr val="dk1"/>
              </a:solidFill>
              <a:latin typeface="Verizon NHG TX"/>
              <a:ea typeface="Verizon NHG TX"/>
              <a:cs typeface="Verizon NHG TX"/>
              <a:sym typeface="Verizon NHG TX"/>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128"/>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
              <a:t>Data sourcing</a:t>
            </a:r>
            <a:endParaRPr/>
          </a:p>
        </p:txBody>
      </p:sp>
      <p:sp>
        <p:nvSpPr>
          <p:cNvPr id="835" name="Google Shape;835;p12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4</a:t>
            </a:fld>
            <a:endParaRPr/>
          </a:p>
        </p:txBody>
      </p:sp>
      <p:sp>
        <p:nvSpPr>
          <p:cNvPr id="836" name="Google Shape;836;p128"/>
          <p:cNvSpPr/>
          <p:nvPr/>
        </p:nvSpPr>
        <p:spPr>
          <a:xfrm>
            <a:off x="5072825" y="1276350"/>
            <a:ext cx="2677800" cy="318300"/>
          </a:xfrm>
          <a:prstGeom prst="rect">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latin typeface="Verizon NHG TX"/>
                <a:ea typeface="Verizon NHG TX"/>
                <a:cs typeface="Verizon NHG TX"/>
                <a:sym typeface="Verizon NHG TX"/>
              </a:rPr>
              <a:t>Data domains</a:t>
            </a:r>
            <a:endParaRPr b="1">
              <a:solidFill>
                <a:srgbClr val="FFFFFF"/>
              </a:solidFill>
              <a:latin typeface="Verizon NHG TX"/>
              <a:ea typeface="Verizon NHG TX"/>
              <a:cs typeface="Verizon NHG TX"/>
              <a:sym typeface="Verizon NHG TX"/>
            </a:endParaRPr>
          </a:p>
        </p:txBody>
      </p:sp>
      <p:sp>
        <p:nvSpPr>
          <p:cNvPr id="837" name="Google Shape;837;p128"/>
          <p:cNvSpPr/>
          <p:nvPr/>
        </p:nvSpPr>
        <p:spPr>
          <a:xfrm>
            <a:off x="5072825" y="1594524"/>
            <a:ext cx="2677800" cy="230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171450" lvl="0" indent="-184150" algn="l" rtl="0">
              <a:lnSpc>
                <a:spcPct val="115000"/>
              </a:lnSpc>
              <a:spcBef>
                <a:spcPts val="0"/>
              </a:spcBef>
              <a:spcAft>
                <a:spcPts val="0"/>
              </a:spcAft>
              <a:buSzPts val="1100"/>
              <a:buFont typeface="Verizon NHG TX"/>
              <a:buChar char="●"/>
            </a:pPr>
            <a:r>
              <a:rPr lang="en" sz="1100">
                <a:latin typeface="Verizon NHG TX"/>
                <a:ea typeface="Verizon NHG TX"/>
                <a:cs typeface="Verizon NHG TX"/>
                <a:sym typeface="Verizon NHG TX"/>
              </a:rPr>
              <a:t>Profile</a:t>
            </a:r>
            <a:endParaRPr sz="1100">
              <a:latin typeface="Verizon NHG TX"/>
              <a:ea typeface="Verizon NHG TX"/>
              <a:cs typeface="Verizon NHG TX"/>
              <a:sym typeface="Verizon NHG TX"/>
            </a:endParaRPr>
          </a:p>
          <a:p>
            <a:pPr marL="171450" lvl="0" indent="-184150" algn="l" rtl="0">
              <a:lnSpc>
                <a:spcPct val="115000"/>
              </a:lnSpc>
              <a:spcBef>
                <a:spcPts val="0"/>
              </a:spcBef>
              <a:spcAft>
                <a:spcPts val="0"/>
              </a:spcAft>
              <a:buSzPts val="1100"/>
              <a:buFont typeface="Verizon NHG TX"/>
              <a:buChar char="●"/>
            </a:pPr>
            <a:r>
              <a:rPr lang="en" sz="1100">
                <a:latin typeface="Verizon NHG TX"/>
                <a:ea typeface="Verizon NHG TX"/>
                <a:cs typeface="Verizon NHG TX"/>
                <a:sym typeface="Verizon NHG TX"/>
              </a:rPr>
              <a:t>Travel &amp; Call Dates and Counts</a:t>
            </a:r>
            <a:endParaRPr sz="1100">
              <a:latin typeface="Verizon NHG TX"/>
              <a:ea typeface="Verizon NHG TX"/>
              <a:cs typeface="Verizon NHG TX"/>
              <a:sym typeface="Verizon NHG TX"/>
            </a:endParaRPr>
          </a:p>
          <a:p>
            <a:pPr marL="171450" lvl="0" indent="-184150" algn="l" rtl="0">
              <a:lnSpc>
                <a:spcPct val="115000"/>
              </a:lnSpc>
              <a:spcBef>
                <a:spcPts val="0"/>
              </a:spcBef>
              <a:spcAft>
                <a:spcPts val="0"/>
              </a:spcAft>
              <a:buSzPts val="1100"/>
              <a:buFont typeface="Verizon NHG TX"/>
              <a:buChar char="●"/>
            </a:pPr>
            <a:r>
              <a:rPr lang="en" sz="1100">
                <a:latin typeface="Verizon NHG TX"/>
                <a:ea typeface="Verizon NHG TX"/>
                <a:cs typeface="Verizon NHG TX"/>
                <a:sym typeface="Verizon NHG TX"/>
              </a:rPr>
              <a:t>Plan &amp; Usage Variables</a:t>
            </a:r>
            <a:endParaRPr sz="1100">
              <a:latin typeface="Verizon NHG TX"/>
              <a:ea typeface="Verizon NHG TX"/>
              <a:cs typeface="Verizon NHG TX"/>
              <a:sym typeface="Verizon NHG TX"/>
            </a:endParaRPr>
          </a:p>
          <a:p>
            <a:pPr marL="171450" lvl="0" indent="-184150" algn="l" rtl="0">
              <a:lnSpc>
                <a:spcPct val="115000"/>
              </a:lnSpc>
              <a:spcBef>
                <a:spcPts val="0"/>
              </a:spcBef>
              <a:spcAft>
                <a:spcPts val="0"/>
              </a:spcAft>
              <a:buSzPts val="1100"/>
              <a:buFont typeface="Verizon NHG TX"/>
              <a:buChar char="●"/>
            </a:pPr>
            <a:r>
              <a:rPr lang="en" sz="1100">
                <a:latin typeface="Verizon NHG TX"/>
                <a:ea typeface="Verizon NHG TX"/>
                <a:cs typeface="Verizon NHG TX"/>
                <a:sym typeface="Verizon NHG TX"/>
              </a:rPr>
              <a:t>Billing Variables</a:t>
            </a:r>
            <a:endParaRPr sz="1100">
              <a:latin typeface="Verizon NHG TX"/>
              <a:ea typeface="Verizon NHG TX"/>
              <a:cs typeface="Verizon NHG TX"/>
              <a:sym typeface="Verizon NHG TX"/>
            </a:endParaRPr>
          </a:p>
          <a:p>
            <a:pPr marL="171450" lvl="0" indent="-184150" algn="l" rtl="0">
              <a:lnSpc>
                <a:spcPct val="115000"/>
              </a:lnSpc>
              <a:spcBef>
                <a:spcPts val="0"/>
              </a:spcBef>
              <a:spcAft>
                <a:spcPts val="0"/>
              </a:spcAft>
              <a:buSzPts val="1100"/>
              <a:buFont typeface="Verizon NHG TX"/>
              <a:buChar char="●"/>
            </a:pPr>
            <a:r>
              <a:rPr lang="en" sz="1100">
                <a:latin typeface="Verizon NHG TX"/>
                <a:ea typeface="Verizon NHG TX"/>
                <a:cs typeface="Verizon NHG TX"/>
                <a:sym typeface="Verizon NHG TX"/>
              </a:rPr>
              <a:t>Customer DNA</a:t>
            </a:r>
            <a:endParaRPr sz="1100">
              <a:latin typeface="Verizon NHG TX"/>
              <a:ea typeface="Verizon NHG TX"/>
              <a:cs typeface="Verizon NHG TX"/>
              <a:sym typeface="Verizon NHG TX"/>
            </a:endParaRPr>
          </a:p>
          <a:p>
            <a:pPr marL="171450" lvl="0" indent="-184150" algn="l" rtl="0">
              <a:lnSpc>
                <a:spcPct val="115000"/>
              </a:lnSpc>
              <a:spcBef>
                <a:spcPts val="0"/>
              </a:spcBef>
              <a:spcAft>
                <a:spcPts val="0"/>
              </a:spcAft>
              <a:buSzPts val="1100"/>
              <a:buFont typeface="Verizon NHG TX"/>
              <a:buChar char="●"/>
            </a:pPr>
            <a:r>
              <a:rPr lang="en" sz="1100">
                <a:latin typeface="Verizon NHG TX"/>
                <a:ea typeface="Verizon NHG TX"/>
                <a:cs typeface="Verizon NHG TX"/>
                <a:sym typeface="Verizon NHG TX"/>
              </a:rPr>
              <a:t>Specific tab visited in SCAT</a:t>
            </a:r>
            <a:endParaRPr sz="1100">
              <a:latin typeface="Verizon NHG TX"/>
              <a:ea typeface="Verizon NHG TX"/>
              <a:cs typeface="Verizon NHG TX"/>
              <a:sym typeface="Verizon NHG TX"/>
            </a:endParaRPr>
          </a:p>
          <a:p>
            <a:pPr marL="171450" lvl="0" indent="-184150" algn="l" rtl="0">
              <a:lnSpc>
                <a:spcPct val="115000"/>
              </a:lnSpc>
              <a:spcBef>
                <a:spcPts val="0"/>
              </a:spcBef>
              <a:spcAft>
                <a:spcPts val="0"/>
              </a:spcAft>
              <a:buSzPts val="1100"/>
              <a:buFont typeface="Verizon NHG TX"/>
              <a:buChar char="●"/>
            </a:pPr>
            <a:r>
              <a:rPr lang="en" sz="1100">
                <a:latin typeface="Verizon NHG TX"/>
                <a:ea typeface="Verizon NHG TX"/>
                <a:cs typeface="Verizon NHG TX"/>
                <a:sym typeface="Verizon NHG TX"/>
              </a:rPr>
              <a:t>Specific tab visited in MF App</a:t>
            </a:r>
            <a:endParaRPr sz="1100">
              <a:latin typeface="Verizon NHG TX"/>
              <a:ea typeface="Verizon NHG TX"/>
              <a:cs typeface="Verizon NHG TX"/>
              <a:sym typeface="Verizon NHG TX"/>
            </a:endParaRPr>
          </a:p>
          <a:p>
            <a:pPr marL="171450" lvl="0" indent="-184150" algn="l" rtl="0">
              <a:lnSpc>
                <a:spcPct val="115000"/>
              </a:lnSpc>
              <a:spcBef>
                <a:spcPts val="0"/>
              </a:spcBef>
              <a:spcAft>
                <a:spcPts val="0"/>
              </a:spcAft>
              <a:buSzPts val="1100"/>
              <a:buFont typeface="Verizon NHG TX"/>
              <a:buChar char="●"/>
            </a:pPr>
            <a:r>
              <a:rPr lang="en" sz="1100">
                <a:latin typeface="Verizon NHG TX"/>
                <a:ea typeface="Verizon NHG TX"/>
                <a:cs typeface="Verizon NHG TX"/>
                <a:sym typeface="Verizon NHG TX"/>
              </a:rPr>
              <a:t>OneMessage</a:t>
            </a:r>
            <a:endParaRPr sz="1100">
              <a:latin typeface="Verizon NHG TX"/>
              <a:ea typeface="Verizon NHG TX"/>
              <a:cs typeface="Verizon NHG TX"/>
              <a:sym typeface="Verizon NHG TX"/>
            </a:endParaRPr>
          </a:p>
          <a:p>
            <a:pPr marL="0" lvl="0" indent="0" algn="l" rtl="0">
              <a:spcBef>
                <a:spcPts val="0"/>
              </a:spcBef>
              <a:spcAft>
                <a:spcPts val="0"/>
              </a:spcAft>
              <a:buNone/>
            </a:pPr>
            <a:endParaRPr sz="1100">
              <a:latin typeface="Verizon NHG TX"/>
              <a:ea typeface="Verizon NHG TX"/>
              <a:cs typeface="Verizon NHG TX"/>
              <a:sym typeface="Verizon NHG TX"/>
            </a:endParaRPr>
          </a:p>
        </p:txBody>
      </p:sp>
      <p:sp>
        <p:nvSpPr>
          <p:cNvPr id="838" name="Google Shape;838;p128"/>
          <p:cNvSpPr txBox="1"/>
          <p:nvPr/>
        </p:nvSpPr>
        <p:spPr>
          <a:xfrm>
            <a:off x="457200" y="1594650"/>
            <a:ext cx="4247100" cy="2300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Data timeframe: </a:t>
            </a:r>
            <a:r>
              <a:rPr lang="en" sz="1200">
                <a:solidFill>
                  <a:schemeClr val="dk1"/>
                </a:solidFill>
                <a:latin typeface="Verizon NHG TX"/>
                <a:ea typeface="Verizon NHG TX"/>
                <a:cs typeface="Verizon NHG TX"/>
                <a:sym typeface="Verizon NHG TX"/>
              </a:rPr>
              <a:t>Oct. 2018 to Oct. 2019</a:t>
            </a:r>
            <a:endParaRPr sz="1200">
              <a:solidFill>
                <a:schemeClr val="dk1"/>
              </a:solidFill>
              <a:latin typeface="Verizon NHG TX"/>
              <a:ea typeface="Verizon NHG TX"/>
              <a:cs typeface="Verizon NHG TX"/>
              <a:sym typeface="Verizon NHG TX"/>
            </a:endParaRPr>
          </a:p>
          <a:p>
            <a:pPr marL="457200" lvl="0" indent="0" algn="l" rtl="0">
              <a:spcBef>
                <a:spcPts val="0"/>
              </a:spcBef>
              <a:spcAft>
                <a:spcPts val="0"/>
              </a:spcAft>
              <a:buNone/>
            </a:pPr>
            <a:endParaRPr sz="1200">
              <a:solidFill>
                <a:schemeClr val="dk1"/>
              </a:solidFill>
              <a:latin typeface="Verizon NHG TX"/>
              <a:ea typeface="Verizon NHG TX"/>
              <a:cs typeface="Verizon NHG TX"/>
              <a:sym typeface="Verizon NHG TX"/>
            </a:endParaRPr>
          </a:p>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Training and validation: </a:t>
            </a:r>
            <a:r>
              <a:rPr lang="en" sz="1200">
                <a:solidFill>
                  <a:schemeClr val="dk1"/>
                </a:solidFill>
                <a:latin typeface="Verizon NHG TX"/>
                <a:ea typeface="Verizon NHG TX"/>
                <a:cs typeface="Verizon NHG TX"/>
                <a:sym typeface="Verizon NHG TX"/>
              </a:rPr>
              <a:t>VMG environment</a:t>
            </a:r>
            <a:endParaRPr sz="1200">
              <a:solidFill>
                <a:schemeClr val="dk1"/>
              </a:solidFill>
              <a:latin typeface="Verizon NHG TX"/>
              <a:ea typeface="Verizon NHG TX"/>
              <a:cs typeface="Verizon NHG TX"/>
              <a:sym typeface="Verizon NHG TX"/>
            </a:endParaRPr>
          </a:p>
          <a:p>
            <a:pPr marL="457200" lvl="0" indent="0" algn="l" rtl="0">
              <a:spcBef>
                <a:spcPts val="0"/>
              </a:spcBef>
              <a:spcAft>
                <a:spcPts val="0"/>
              </a:spcAft>
              <a:buNone/>
            </a:pPr>
            <a:endParaRPr sz="1200">
              <a:solidFill>
                <a:schemeClr val="dk1"/>
              </a:solidFill>
              <a:latin typeface="Verizon NHG TX"/>
              <a:ea typeface="Verizon NHG TX"/>
              <a:cs typeface="Verizon NHG TX"/>
              <a:sym typeface="Verizon NHG TX"/>
            </a:endParaRPr>
          </a:p>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Data storage: </a:t>
            </a:r>
            <a:r>
              <a:rPr lang="en" sz="1200">
                <a:solidFill>
                  <a:schemeClr val="dk1"/>
                </a:solidFill>
                <a:latin typeface="Verizon NHG TX"/>
                <a:ea typeface="Verizon NHG TX"/>
                <a:cs typeface="Verizon NHG TX"/>
                <a:sym typeface="Verizon NHG TX"/>
              </a:rPr>
              <a:t>VMG environment, SOI project space</a:t>
            </a:r>
            <a:endParaRPr sz="1200">
              <a:solidFill>
                <a:schemeClr val="dk1"/>
              </a:solidFill>
              <a:latin typeface="Verizon NHG TX"/>
              <a:ea typeface="Verizon NHG TX"/>
              <a:cs typeface="Verizon NHG TX"/>
              <a:sym typeface="Verizon NHG TX"/>
            </a:endParaRPr>
          </a:p>
          <a:p>
            <a:pPr marL="457200" lvl="0" indent="0" algn="l" rtl="0">
              <a:spcBef>
                <a:spcPts val="0"/>
              </a:spcBef>
              <a:spcAft>
                <a:spcPts val="0"/>
              </a:spcAft>
              <a:buNone/>
            </a:pPr>
            <a:endParaRPr sz="1200">
              <a:solidFill>
                <a:schemeClr val="dk1"/>
              </a:solidFill>
              <a:latin typeface="Verizon NHG TX"/>
              <a:ea typeface="Verizon NHG TX"/>
              <a:cs typeface="Verizon NHG TX"/>
              <a:sym typeface="Verizon NHG TX"/>
            </a:endParaRPr>
          </a:p>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Insight storage:</a:t>
            </a:r>
            <a:r>
              <a:rPr lang="en" sz="1200">
                <a:solidFill>
                  <a:schemeClr val="dk1"/>
                </a:solidFill>
                <a:latin typeface="Verizon NHG TX"/>
                <a:ea typeface="Verizon NHG TX"/>
                <a:cs typeface="Verizon NHG TX"/>
                <a:sym typeface="Verizon NHG TX"/>
              </a:rPr>
              <a:t> Cassandra (SOI)</a:t>
            </a:r>
            <a:endParaRPr sz="1200">
              <a:solidFill>
                <a:schemeClr val="dk1"/>
              </a:solidFill>
              <a:latin typeface="Verizon NHG TX"/>
              <a:ea typeface="Verizon NHG TX"/>
              <a:cs typeface="Verizon NHG TX"/>
              <a:sym typeface="Verizon NHG TX"/>
            </a:endParaRPr>
          </a:p>
          <a:p>
            <a:pPr marL="457200" lvl="0" indent="0" algn="l" rtl="0">
              <a:spcBef>
                <a:spcPts val="0"/>
              </a:spcBef>
              <a:spcAft>
                <a:spcPts val="0"/>
              </a:spcAft>
              <a:buNone/>
            </a:pPr>
            <a:endParaRPr sz="1200">
              <a:solidFill>
                <a:schemeClr val="dk1"/>
              </a:solidFill>
              <a:latin typeface="Verizon NHG TX"/>
              <a:ea typeface="Verizon NHG TX"/>
              <a:cs typeface="Verizon NHG TX"/>
              <a:sym typeface="Verizon NHG TX"/>
            </a:endParaRPr>
          </a:p>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Output format:</a:t>
            </a:r>
            <a:r>
              <a:rPr lang="en" sz="1200">
                <a:solidFill>
                  <a:schemeClr val="dk1"/>
                </a:solidFill>
                <a:latin typeface="Verizon NHG TX"/>
                <a:ea typeface="Verizon NHG TX"/>
                <a:cs typeface="Verizon NHG TX"/>
                <a:sym typeface="Verizon NHG TX"/>
              </a:rPr>
              <a:t> &lt;MTN, label, score&gt;</a:t>
            </a:r>
            <a:endParaRPr sz="1200">
              <a:solidFill>
                <a:schemeClr val="dk1"/>
              </a:solidFill>
              <a:latin typeface="Verizon NHG TX"/>
              <a:ea typeface="Verizon NHG TX"/>
              <a:cs typeface="Verizon NHG TX"/>
              <a:sym typeface="Verizon NHG TX"/>
            </a:endParaRPr>
          </a:p>
        </p:txBody>
      </p:sp>
      <p:sp>
        <p:nvSpPr>
          <p:cNvPr id="839" name="Google Shape;839;p128"/>
          <p:cNvSpPr/>
          <p:nvPr/>
        </p:nvSpPr>
        <p:spPr>
          <a:xfrm>
            <a:off x="457200" y="1276350"/>
            <a:ext cx="4247100" cy="318300"/>
          </a:xfrm>
          <a:prstGeom prst="rect">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latin typeface="Verizon NHG TX"/>
                <a:ea typeface="Verizon NHG TX"/>
                <a:cs typeface="Verizon NHG TX"/>
                <a:sym typeface="Verizon NHG TX"/>
              </a:rPr>
              <a:t>Key highlights</a:t>
            </a:r>
            <a:endParaRPr b="1">
              <a:solidFill>
                <a:srgbClr val="FFFFFF"/>
              </a:solidFill>
              <a:latin typeface="Verizon NHG TX"/>
              <a:ea typeface="Verizon NHG TX"/>
              <a:cs typeface="Verizon NHG TX"/>
              <a:sym typeface="Verizon NHG TX"/>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129"/>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
              <a:t>Model features</a:t>
            </a:r>
            <a:endParaRPr/>
          </a:p>
        </p:txBody>
      </p:sp>
      <p:sp>
        <p:nvSpPr>
          <p:cNvPr id="846" name="Google Shape;846;p12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5</a:t>
            </a:fld>
            <a:endParaRPr/>
          </a:p>
        </p:txBody>
      </p:sp>
      <p:sp>
        <p:nvSpPr>
          <p:cNvPr id="847" name="Google Shape;847;p129"/>
          <p:cNvSpPr txBox="1"/>
          <p:nvPr/>
        </p:nvSpPr>
        <p:spPr>
          <a:xfrm>
            <a:off x="457200" y="1594650"/>
            <a:ext cx="4247100" cy="18654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Data domains: </a:t>
            </a:r>
            <a:r>
              <a:rPr lang="en" sz="1200">
                <a:solidFill>
                  <a:schemeClr val="dk1"/>
                </a:solidFill>
                <a:latin typeface="Verizon NHG TX"/>
                <a:ea typeface="Verizon NHG TX"/>
                <a:cs typeface="Verizon NHG TX"/>
                <a:sym typeface="Verizon NHG TX"/>
              </a:rPr>
              <a:t>8</a:t>
            </a:r>
            <a:endParaRPr sz="1200">
              <a:solidFill>
                <a:schemeClr val="dk1"/>
              </a:solidFill>
              <a:latin typeface="Verizon NHG TX"/>
              <a:ea typeface="Verizon NHG TX"/>
              <a:cs typeface="Verizon NHG TX"/>
              <a:sym typeface="Verizon NHG TX"/>
            </a:endParaRPr>
          </a:p>
          <a:p>
            <a:pPr marL="457200" lvl="0" indent="0" algn="l" rtl="0">
              <a:spcBef>
                <a:spcPts val="0"/>
              </a:spcBef>
              <a:spcAft>
                <a:spcPts val="0"/>
              </a:spcAft>
              <a:buNone/>
            </a:pPr>
            <a:endParaRPr sz="1200">
              <a:solidFill>
                <a:schemeClr val="dk1"/>
              </a:solidFill>
              <a:latin typeface="Verizon NHG TX"/>
              <a:ea typeface="Verizon NHG TX"/>
              <a:cs typeface="Verizon NHG TX"/>
              <a:sym typeface="Verizon NHG TX"/>
            </a:endParaRPr>
          </a:p>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Number of raw attributes: </a:t>
            </a:r>
            <a:r>
              <a:rPr lang="en" sz="1200">
                <a:solidFill>
                  <a:schemeClr val="dk1"/>
                </a:solidFill>
                <a:latin typeface="Verizon NHG TX"/>
                <a:ea typeface="Verizon NHG TX"/>
                <a:cs typeface="Verizon NHG TX"/>
                <a:sym typeface="Verizon NHG TX"/>
              </a:rPr>
              <a:t>114</a:t>
            </a:r>
            <a:endParaRPr sz="1200">
              <a:solidFill>
                <a:schemeClr val="dk1"/>
              </a:solidFill>
              <a:latin typeface="Verizon NHG TX"/>
              <a:ea typeface="Verizon NHG TX"/>
              <a:cs typeface="Verizon NHG TX"/>
              <a:sym typeface="Verizon NHG TX"/>
            </a:endParaRPr>
          </a:p>
          <a:p>
            <a:pPr marL="457200" lvl="0" indent="0" algn="l" rtl="0">
              <a:spcBef>
                <a:spcPts val="0"/>
              </a:spcBef>
              <a:spcAft>
                <a:spcPts val="0"/>
              </a:spcAft>
              <a:buNone/>
            </a:pPr>
            <a:endParaRPr sz="1200">
              <a:solidFill>
                <a:schemeClr val="dk1"/>
              </a:solidFill>
              <a:latin typeface="Verizon NHG TX"/>
              <a:ea typeface="Verizon NHG TX"/>
              <a:cs typeface="Verizon NHG TX"/>
              <a:sym typeface="Verizon NHG TX"/>
            </a:endParaRPr>
          </a:p>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Features for training: </a:t>
            </a:r>
            <a:r>
              <a:rPr lang="en" sz="1200">
                <a:solidFill>
                  <a:schemeClr val="dk1"/>
                </a:solidFill>
                <a:latin typeface="Verizon NHG TX"/>
                <a:ea typeface="Verizon NHG TX"/>
                <a:cs typeface="Verizon NHG TX"/>
                <a:sym typeface="Verizon NHG TX"/>
              </a:rPr>
              <a:t>66</a:t>
            </a:r>
            <a:endParaRPr sz="1200">
              <a:solidFill>
                <a:schemeClr val="dk1"/>
              </a:solidFill>
              <a:latin typeface="Verizon NHG TX"/>
              <a:ea typeface="Verizon NHG TX"/>
              <a:cs typeface="Verizon NHG TX"/>
              <a:sym typeface="Verizon NHG TX"/>
            </a:endParaRPr>
          </a:p>
          <a:p>
            <a:pPr marL="457200" lvl="0" indent="0" algn="l" rtl="0">
              <a:spcBef>
                <a:spcPts val="0"/>
              </a:spcBef>
              <a:spcAft>
                <a:spcPts val="0"/>
              </a:spcAft>
              <a:buNone/>
            </a:pPr>
            <a:endParaRPr sz="1200">
              <a:solidFill>
                <a:schemeClr val="dk1"/>
              </a:solidFill>
              <a:latin typeface="Verizon NHG TX"/>
              <a:ea typeface="Verizon NHG TX"/>
              <a:cs typeface="Verizon NHG TX"/>
              <a:sym typeface="Verizon NHG TX"/>
            </a:endParaRPr>
          </a:p>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Features after transformation:</a:t>
            </a:r>
            <a:r>
              <a:rPr lang="en" sz="1200">
                <a:solidFill>
                  <a:schemeClr val="dk1"/>
                </a:solidFill>
                <a:latin typeface="Verizon NHG TX"/>
                <a:ea typeface="Verizon NHG TX"/>
                <a:cs typeface="Verizon NHG TX"/>
                <a:sym typeface="Verizon NHG TX"/>
              </a:rPr>
              <a:t> 200+</a:t>
            </a:r>
            <a:endParaRPr sz="1200">
              <a:solidFill>
                <a:schemeClr val="dk1"/>
              </a:solidFill>
              <a:latin typeface="Verizon NHG TX"/>
              <a:ea typeface="Verizon NHG TX"/>
              <a:cs typeface="Verizon NHG TX"/>
              <a:sym typeface="Verizon NHG TX"/>
            </a:endParaRPr>
          </a:p>
          <a:p>
            <a:pPr marL="0" lvl="0" indent="0" algn="l" rtl="0">
              <a:spcBef>
                <a:spcPts val="0"/>
              </a:spcBef>
              <a:spcAft>
                <a:spcPts val="0"/>
              </a:spcAft>
              <a:buNone/>
            </a:pPr>
            <a:endParaRPr sz="1200">
              <a:solidFill>
                <a:schemeClr val="dk1"/>
              </a:solidFill>
              <a:latin typeface="Verizon NHG TX"/>
              <a:ea typeface="Verizon NHG TX"/>
              <a:cs typeface="Verizon NHG TX"/>
              <a:sym typeface="Verizon NHG TX"/>
            </a:endParaRPr>
          </a:p>
        </p:txBody>
      </p:sp>
      <p:sp>
        <p:nvSpPr>
          <p:cNvPr id="848" name="Google Shape;848;p129"/>
          <p:cNvSpPr/>
          <p:nvPr/>
        </p:nvSpPr>
        <p:spPr>
          <a:xfrm>
            <a:off x="457200" y="1276350"/>
            <a:ext cx="4247100" cy="318300"/>
          </a:xfrm>
          <a:prstGeom prst="rect">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latin typeface="Verizon NHG TX"/>
                <a:ea typeface="Verizon NHG TX"/>
                <a:cs typeface="Verizon NHG TX"/>
                <a:sym typeface="Verizon NHG TX"/>
              </a:rPr>
              <a:t>Feature stats.</a:t>
            </a:r>
            <a:endParaRPr b="1">
              <a:solidFill>
                <a:srgbClr val="FFFFFF"/>
              </a:solidFill>
              <a:latin typeface="Verizon NHG TX"/>
              <a:ea typeface="Verizon NHG TX"/>
              <a:cs typeface="Verizon NHG TX"/>
              <a:sym typeface="Verizon NHG TX"/>
            </a:endParaRPr>
          </a:p>
        </p:txBody>
      </p:sp>
      <p:sp>
        <p:nvSpPr>
          <p:cNvPr id="849" name="Google Shape;849;p129"/>
          <p:cNvSpPr txBox="1"/>
          <p:nvPr/>
        </p:nvSpPr>
        <p:spPr>
          <a:xfrm>
            <a:off x="4756500" y="1594650"/>
            <a:ext cx="3244500" cy="18654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Algorithm: Random forest</a:t>
            </a:r>
            <a:endParaRPr sz="1200">
              <a:solidFill>
                <a:schemeClr val="dk1"/>
              </a:solidFill>
              <a:latin typeface="Verizon NHG TX"/>
              <a:ea typeface="Verizon NHG TX"/>
              <a:cs typeface="Verizon NHG TX"/>
              <a:sym typeface="Verizon NHG TX"/>
            </a:endParaRPr>
          </a:p>
          <a:p>
            <a:pPr marL="457200" lvl="0" indent="0" algn="l" rtl="0">
              <a:spcBef>
                <a:spcPts val="0"/>
              </a:spcBef>
              <a:spcAft>
                <a:spcPts val="0"/>
              </a:spcAft>
              <a:buNone/>
            </a:pPr>
            <a:endParaRPr sz="1200">
              <a:solidFill>
                <a:schemeClr val="dk1"/>
              </a:solidFill>
              <a:latin typeface="Verizon NHG TX"/>
              <a:ea typeface="Verizon NHG TX"/>
              <a:cs typeface="Verizon NHG TX"/>
              <a:sym typeface="Verizon NHG TX"/>
            </a:endParaRPr>
          </a:p>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Number of trees: </a:t>
            </a:r>
            <a:r>
              <a:rPr lang="en" sz="1200">
                <a:solidFill>
                  <a:schemeClr val="dk1"/>
                </a:solidFill>
                <a:latin typeface="Verizon NHG TX"/>
                <a:ea typeface="Verizon NHG TX"/>
                <a:cs typeface="Verizon NHG TX"/>
                <a:sym typeface="Verizon NHG TX"/>
              </a:rPr>
              <a:t>20</a:t>
            </a:r>
            <a:endParaRPr sz="1200">
              <a:solidFill>
                <a:schemeClr val="dk1"/>
              </a:solidFill>
              <a:latin typeface="Verizon NHG TX"/>
              <a:ea typeface="Verizon NHG TX"/>
              <a:cs typeface="Verizon NHG TX"/>
              <a:sym typeface="Verizon NHG TX"/>
            </a:endParaRPr>
          </a:p>
          <a:p>
            <a:pPr marL="457200" lvl="0" indent="0" algn="l" rtl="0">
              <a:spcBef>
                <a:spcPts val="0"/>
              </a:spcBef>
              <a:spcAft>
                <a:spcPts val="0"/>
              </a:spcAft>
              <a:buNone/>
            </a:pPr>
            <a:endParaRPr sz="1200">
              <a:solidFill>
                <a:schemeClr val="dk1"/>
              </a:solidFill>
              <a:latin typeface="Verizon NHG TX"/>
              <a:ea typeface="Verizon NHG TX"/>
              <a:cs typeface="Verizon NHG TX"/>
              <a:sym typeface="Verizon NHG TX"/>
            </a:endParaRPr>
          </a:p>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Max. depth: </a:t>
            </a:r>
            <a:r>
              <a:rPr lang="en" sz="1200">
                <a:solidFill>
                  <a:schemeClr val="dk1"/>
                </a:solidFill>
                <a:latin typeface="Verizon NHG TX"/>
                <a:ea typeface="Verizon NHG TX"/>
                <a:cs typeface="Verizon NHG TX"/>
                <a:sym typeface="Verizon NHG TX"/>
              </a:rPr>
              <a:t>30</a:t>
            </a:r>
            <a:endParaRPr sz="1200">
              <a:solidFill>
                <a:schemeClr val="dk1"/>
              </a:solidFill>
              <a:latin typeface="Verizon NHG TX"/>
              <a:ea typeface="Verizon NHG TX"/>
              <a:cs typeface="Verizon NHG TX"/>
              <a:sym typeface="Verizon NHG TX"/>
            </a:endParaRPr>
          </a:p>
          <a:p>
            <a:pPr marL="457200" lvl="0" indent="0" algn="l" rtl="0">
              <a:spcBef>
                <a:spcPts val="0"/>
              </a:spcBef>
              <a:spcAft>
                <a:spcPts val="0"/>
              </a:spcAft>
              <a:buNone/>
            </a:pPr>
            <a:endParaRPr sz="1200">
              <a:solidFill>
                <a:schemeClr val="dk1"/>
              </a:solidFill>
              <a:latin typeface="Verizon NHG TX"/>
              <a:ea typeface="Verizon NHG TX"/>
              <a:cs typeface="Verizon NHG TX"/>
              <a:sym typeface="Verizon NHG TX"/>
            </a:endParaRPr>
          </a:p>
          <a:p>
            <a:pPr marL="171450" lvl="0" indent="-190500" algn="l" rtl="0">
              <a:spcBef>
                <a:spcPts val="0"/>
              </a:spcBef>
              <a:spcAft>
                <a:spcPts val="0"/>
              </a:spcAft>
              <a:buClr>
                <a:schemeClr val="dk1"/>
              </a:buClr>
              <a:buSzPts val="1200"/>
              <a:buFont typeface="Verizon NHG TX"/>
              <a:buChar char="●"/>
            </a:pPr>
            <a:r>
              <a:rPr lang="en" sz="1200" b="1">
                <a:solidFill>
                  <a:schemeClr val="dk1"/>
                </a:solidFill>
                <a:latin typeface="Verizon NHG TX"/>
                <a:ea typeface="Verizon NHG TX"/>
                <a:cs typeface="Verizon NHG TX"/>
                <a:sym typeface="Verizon NHG TX"/>
              </a:rPr>
              <a:t># of training samples:</a:t>
            </a:r>
            <a:r>
              <a:rPr lang="en" sz="1200">
                <a:solidFill>
                  <a:schemeClr val="dk1"/>
                </a:solidFill>
                <a:latin typeface="Verizon NHG TX"/>
                <a:ea typeface="Verizon NHG TX"/>
                <a:cs typeface="Verizon NHG TX"/>
                <a:sym typeface="Verizon NHG TX"/>
              </a:rPr>
              <a:t> 1.36M</a:t>
            </a:r>
            <a:endParaRPr sz="1200">
              <a:solidFill>
                <a:schemeClr val="dk1"/>
              </a:solidFill>
              <a:latin typeface="Verizon NHG TX"/>
              <a:ea typeface="Verizon NHG TX"/>
              <a:cs typeface="Verizon NHG TX"/>
              <a:sym typeface="Verizon NHG TX"/>
            </a:endParaRPr>
          </a:p>
          <a:p>
            <a:pPr marL="0" lvl="0" indent="0" algn="l" rtl="0">
              <a:spcBef>
                <a:spcPts val="0"/>
              </a:spcBef>
              <a:spcAft>
                <a:spcPts val="0"/>
              </a:spcAft>
              <a:buNone/>
            </a:pPr>
            <a:endParaRPr sz="1200">
              <a:solidFill>
                <a:schemeClr val="dk1"/>
              </a:solidFill>
              <a:latin typeface="Verizon NHG TX"/>
              <a:ea typeface="Verizon NHG TX"/>
              <a:cs typeface="Verizon NHG TX"/>
              <a:sym typeface="Verizon NHG TX"/>
            </a:endParaRPr>
          </a:p>
        </p:txBody>
      </p:sp>
      <p:sp>
        <p:nvSpPr>
          <p:cNvPr id="850" name="Google Shape;850;p129"/>
          <p:cNvSpPr/>
          <p:nvPr/>
        </p:nvSpPr>
        <p:spPr>
          <a:xfrm>
            <a:off x="4756500" y="1276350"/>
            <a:ext cx="3244500" cy="318300"/>
          </a:xfrm>
          <a:prstGeom prst="rect">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latin typeface="Verizon NHG TX"/>
                <a:ea typeface="Verizon NHG TX"/>
                <a:cs typeface="Verizon NHG TX"/>
                <a:sym typeface="Verizon NHG TX"/>
              </a:rPr>
              <a:t>Model details</a:t>
            </a:r>
            <a:endParaRPr b="1">
              <a:solidFill>
                <a:srgbClr val="FFFFFF"/>
              </a:solidFill>
              <a:latin typeface="Verizon NHG TX"/>
              <a:ea typeface="Verizon NHG TX"/>
              <a:cs typeface="Verizon NHG TX"/>
              <a:sym typeface="Verizon NHG TX"/>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130"/>
          <p:cNvSpPr/>
          <p:nvPr/>
        </p:nvSpPr>
        <p:spPr>
          <a:xfrm>
            <a:off x="0" y="1097850"/>
            <a:ext cx="9144000" cy="690900"/>
          </a:xfrm>
          <a:prstGeom prst="rect">
            <a:avLst/>
          </a:prstGeom>
          <a:solidFill>
            <a:srgbClr val="F2F2F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
              <a:buFont typeface="Arial"/>
              <a:buNone/>
            </a:pPr>
            <a:endParaRPr sz="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
              <a:buFont typeface="Arial"/>
              <a:buNone/>
            </a:pPr>
            <a:endParaRPr sz="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
              <a:buFont typeface="Arial"/>
              <a:buNone/>
            </a:pPr>
            <a:endParaRPr sz="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
              <a:buFont typeface="Arial"/>
              <a:buNone/>
            </a:pPr>
            <a:endParaRPr sz="800" b="1" i="0" u="none" strike="noStrike" cap="none">
              <a:solidFill>
                <a:srgbClr val="000000"/>
              </a:solidFill>
              <a:latin typeface="Arial"/>
              <a:ea typeface="Arial"/>
              <a:cs typeface="Arial"/>
              <a:sym typeface="Arial"/>
            </a:endParaRPr>
          </a:p>
        </p:txBody>
      </p:sp>
      <p:grpSp>
        <p:nvGrpSpPr>
          <p:cNvPr id="857" name="Google Shape;857;p130"/>
          <p:cNvGrpSpPr/>
          <p:nvPr/>
        </p:nvGrpSpPr>
        <p:grpSpPr>
          <a:xfrm>
            <a:off x="779222" y="1191443"/>
            <a:ext cx="130800" cy="516900"/>
            <a:chOff x="779225" y="1197700"/>
            <a:chExt cx="130800" cy="516900"/>
          </a:xfrm>
        </p:grpSpPr>
        <p:cxnSp>
          <p:nvCxnSpPr>
            <p:cNvPr id="858" name="Google Shape;858;p130"/>
            <p:cNvCxnSpPr/>
            <p:nvPr/>
          </p:nvCxnSpPr>
          <p:spPr>
            <a:xfrm>
              <a:off x="844625" y="1197700"/>
              <a:ext cx="0" cy="516900"/>
            </a:xfrm>
            <a:prstGeom prst="straightConnector1">
              <a:avLst/>
            </a:prstGeom>
            <a:noFill/>
            <a:ln w="12700" cap="sq" cmpd="sng">
              <a:solidFill>
                <a:schemeClr val="accent1"/>
              </a:solidFill>
              <a:prstDash val="solid"/>
              <a:round/>
              <a:headEnd type="none" w="sm" len="sm"/>
              <a:tailEnd type="none" w="sm" len="sm"/>
            </a:ln>
          </p:spPr>
        </p:cxnSp>
        <p:grpSp>
          <p:nvGrpSpPr>
            <p:cNvPr id="859" name="Google Shape;859;p130"/>
            <p:cNvGrpSpPr/>
            <p:nvPr/>
          </p:nvGrpSpPr>
          <p:grpSpPr>
            <a:xfrm>
              <a:off x="779225" y="1393300"/>
              <a:ext cx="130800" cy="125700"/>
              <a:chOff x="873200" y="-629975"/>
              <a:chExt cx="130800" cy="125700"/>
            </a:xfrm>
          </p:grpSpPr>
          <p:sp>
            <p:nvSpPr>
              <p:cNvPr id="860" name="Google Shape;860;p130"/>
              <p:cNvSpPr/>
              <p:nvPr/>
            </p:nvSpPr>
            <p:spPr>
              <a:xfrm>
                <a:off x="873200" y="-629975"/>
                <a:ext cx="130800" cy="125700"/>
              </a:xfrm>
              <a:prstGeom prst="ellipse">
                <a:avLst/>
              </a:prstGeom>
              <a:solidFill>
                <a:schemeClr val="lt1"/>
              </a:solidFill>
              <a:ln w="12700" cap="sq"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861" name="Google Shape;861;p130"/>
              <p:cNvSpPr/>
              <p:nvPr/>
            </p:nvSpPr>
            <p:spPr>
              <a:xfrm rot="-5400000">
                <a:off x="909950" y="-601687"/>
                <a:ext cx="57300" cy="69125"/>
              </a:xfrm>
              <a:custGeom>
                <a:avLst/>
                <a:gdLst/>
                <a:ahLst/>
                <a:cxnLst/>
                <a:rect l="l" t="t" r="r" b="b"/>
                <a:pathLst>
                  <a:path w="202" h="196" extrusionOk="0">
                    <a:moveTo>
                      <a:pt x="82" y="0"/>
                    </a:moveTo>
                    <a:lnTo>
                      <a:pt x="120" y="0"/>
                    </a:lnTo>
                    <a:lnTo>
                      <a:pt x="130" y="0"/>
                    </a:lnTo>
                    <a:lnTo>
                      <a:pt x="139" y="6"/>
                    </a:lnTo>
                    <a:lnTo>
                      <a:pt x="145" y="12"/>
                    </a:lnTo>
                    <a:lnTo>
                      <a:pt x="149" y="22"/>
                    </a:lnTo>
                    <a:lnTo>
                      <a:pt x="149" y="22"/>
                    </a:lnTo>
                    <a:lnTo>
                      <a:pt x="149" y="91"/>
                    </a:lnTo>
                    <a:lnTo>
                      <a:pt x="190" y="91"/>
                    </a:lnTo>
                    <a:lnTo>
                      <a:pt x="196" y="91"/>
                    </a:lnTo>
                    <a:lnTo>
                      <a:pt x="202" y="95"/>
                    </a:lnTo>
                    <a:lnTo>
                      <a:pt x="202" y="101"/>
                    </a:lnTo>
                    <a:lnTo>
                      <a:pt x="202" y="104"/>
                    </a:lnTo>
                    <a:lnTo>
                      <a:pt x="196" y="110"/>
                    </a:lnTo>
                    <a:lnTo>
                      <a:pt x="120" y="186"/>
                    </a:lnTo>
                    <a:lnTo>
                      <a:pt x="114" y="193"/>
                    </a:lnTo>
                    <a:lnTo>
                      <a:pt x="104" y="196"/>
                    </a:lnTo>
                    <a:lnTo>
                      <a:pt x="98" y="196"/>
                    </a:lnTo>
                    <a:lnTo>
                      <a:pt x="88" y="193"/>
                    </a:lnTo>
                    <a:lnTo>
                      <a:pt x="82" y="186"/>
                    </a:lnTo>
                    <a:lnTo>
                      <a:pt x="6" y="110"/>
                    </a:lnTo>
                    <a:lnTo>
                      <a:pt x="0" y="104"/>
                    </a:lnTo>
                    <a:lnTo>
                      <a:pt x="0" y="101"/>
                    </a:lnTo>
                    <a:lnTo>
                      <a:pt x="0" y="95"/>
                    </a:lnTo>
                    <a:lnTo>
                      <a:pt x="6" y="91"/>
                    </a:lnTo>
                    <a:lnTo>
                      <a:pt x="12" y="91"/>
                    </a:lnTo>
                    <a:lnTo>
                      <a:pt x="54" y="91"/>
                    </a:lnTo>
                    <a:lnTo>
                      <a:pt x="54" y="22"/>
                    </a:lnTo>
                    <a:lnTo>
                      <a:pt x="54" y="22"/>
                    </a:lnTo>
                    <a:lnTo>
                      <a:pt x="57" y="12"/>
                    </a:lnTo>
                    <a:lnTo>
                      <a:pt x="63" y="6"/>
                    </a:lnTo>
                    <a:lnTo>
                      <a:pt x="73" y="0"/>
                    </a:lnTo>
                    <a:lnTo>
                      <a:pt x="8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grpSp>
      </p:grpSp>
      <p:sp>
        <p:nvSpPr>
          <p:cNvPr id="862" name="Google Shape;862;p130"/>
          <p:cNvSpPr txBox="1"/>
          <p:nvPr/>
        </p:nvSpPr>
        <p:spPr>
          <a:xfrm>
            <a:off x="4124800" y="1146670"/>
            <a:ext cx="1302000" cy="221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00"/>
              <a:buFont typeface="Arial"/>
              <a:buNone/>
            </a:pPr>
            <a:r>
              <a:rPr lang="en" sz="700" b="0" i="0" u="none" strike="noStrike" cap="none">
                <a:solidFill>
                  <a:srgbClr val="000000"/>
                </a:solidFill>
                <a:latin typeface="Arial"/>
                <a:ea typeface="Arial"/>
                <a:cs typeface="Arial"/>
                <a:sym typeface="Arial"/>
              </a:rPr>
              <a:t>Real time predictive models produce a series of predictions and confidence intervals; arbitration logic makes final decision and prioritizes NBAs</a:t>
            </a:r>
            <a:endParaRPr sz="7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500"/>
              <a:buFont typeface="Arial"/>
              <a:buNone/>
            </a:pPr>
            <a:r>
              <a:rPr lang="en" sz="700" b="0" i="0" u="none" strike="noStrike" cap="none">
                <a:solidFill>
                  <a:srgbClr val="000000"/>
                </a:solidFill>
                <a:latin typeface="Arial"/>
                <a:ea typeface="Arial"/>
                <a:cs typeface="Arial"/>
                <a:sym typeface="Arial"/>
              </a:rPr>
              <a:t/>
            </a:r>
            <a:br>
              <a:rPr lang="en" sz="700" b="0" i="0" u="none" strike="noStrike" cap="none">
                <a:solidFill>
                  <a:srgbClr val="000000"/>
                </a:solidFill>
                <a:latin typeface="Arial"/>
                <a:ea typeface="Arial"/>
                <a:cs typeface="Arial"/>
                <a:sym typeface="Arial"/>
              </a:rPr>
            </a:br>
            <a:endParaRPr sz="700" b="0" i="0" u="none" strike="noStrike" cap="none">
              <a:solidFill>
                <a:srgbClr val="000000"/>
              </a:solidFill>
              <a:latin typeface="Arial"/>
              <a:ea typeface="Arial"/>
              <a:cs typeface="Arial"/>
              <a:sym typeface="Arial"/>
            </a:endParaRPr>
          </a:p>
        </p:txBody>
      </p:sp>
      <p:sp>
        <p:nvSpPr>
          <p:cNvPr id="863" name="Google Shape;863;p130"/>
          <p:cNvSpPr txBox="1"/>
          <p:nvPr/>
        </p:nvSpPr>
        <p:spPr>
          <a:xfrm>
            <a:off x="5936275" y="1146670"/>
            <a:ext cx="1186200" cy="338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00"/>
              <a:buFont typeface="Arial"/>
              <a:buNone/>
            </a:pPr>
            <a:r>
              <a:rPr lang="en" sz="700" b="0" i="0" u="none" strike="noStrike" cap="none">
                <a:solidFill>
                  <a:srgbClr val="000000"/>
                </a:solidFill>
                <a:latin typeface="Arial"/>
                <a:ea typeface="Arial"/>
                <a:cs typeface="Arial"/>
                <a:sym typeface="Arial"/>
              </a:rPr>
              <a:t>Real-time OMNI-channel interactions target customers with </a:t>
            </a:r>
            <a:r>
              <a:rPr lang="en" sz="800" b="1"/>
              <a:t>International Calling</a:t>
            </a:r>
            <a:r>
              <a:rPr lang="en" sz="800" b="1" i="0" u="none" strike="noStrike" cap="none">
                <a:solidFill>
                  <a:srgbClr val="000000"/>
                </a:solidFill>
                <a:latin typeface="Arial"/>
                <a:ea typeface="Arial"/>
                <a:cs typeface="Arial"/>
                <a:sym typeface="Arial"/>
              </a:rPr>
              <a:t> </a:t>
            </a:r>
            <a:r>
              <a:rPr lang="en" sz="700" b="0" i="0" u="none" strike="noStrike" cap="none">
                <a:solidFill>
                  <a:srgbClr val="000000"/>
                </a:solidFill>
                <a:latin typeface="Arial"/>
                <a:ea typeface="Arial"/>
                <a:cs typeface="Arial"/>
                <a:sym typeface="Arial"/>
              </a:rPr>
              <a:t>NBA when they interact with  IVR, Chatbot, Desktop, Digital touchpoints. .</a:t>
            </a:r>
            <a:endParaRPr sz="7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500"/>
              <a:buFont typeface="Arial"/>
              <a:buNone/>
            </a:pPr>
            <a:endParaRPr sz="700" b="0" i="0" u="none" strike="noStrike" cap="none">
              <a:solidFill>
                <a:srgbClr val="000000"/>
              </a:solidFill>
              <a:latin typeface="Arial"/>
              <a:ea typeface="Arial"/>
              <a:cs typeface="Arial"/>
              <a:sym typeface="Arial"/>
            </a:endParaRPr>
          </a:p>
        </p:txBody>
      </p:sp>
      <p:sp>
        <p:nvSpPr>
          <p:cNvPr id="864" name="Google Shape;864;p130"/>
          <p:cNvSpPr/>
          <p:nvPr/>
        </p:nvSpPr>
        <p:spPr>
          <a:xfrm>
            <a:off x="7306750" y="1082925"/>
            <a:ext cx="1839600" cy="704100"/>
          </a:xfrm>
          <a:prstGeom prst="rect">
            <a:avLst/>
          </a:prstGeom>
          <a:solidFill>
            <a:srgbClr val="D9D9D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700" b="1" i="0" u="none" strike="noStrike" cap="none">
              <a:solidFill>
                <a:srgbClr val="FFFFFF"/>
              </a:solidFill>
              <a:latin typeface="Arial"/>
              <a:ea typeface="Arial"/>
              <a:cs typeface="Arial"/>
              <a:sym typeface="Arial"/>
            </a:endParaRPr>
          </a:p>
        </p:txBody>
      </p:sp>
      <p:grpSp>
        <p:nvGrpSpPr>
          <p:cNvPr id="865" name="Google Shape;865;p130"/>
          <p:cNvGrpSpPr/>
          <p:nvPr/>
        </p:nvGrpSpPr>
        <p:grpSpPr>
          <a:xfrm>
            <a:off x="73888" y="1175417"/>
            <a:ext cx="609900" cy="548955"/>
            <a:chOff x="73888" y="-753330"/>
            <a:chExt cx="609900" cy="548955"/>
          </a:xfrm>
        </p:grpSpPr>
        <p:sp>
          <p:nvSpPr>
            <p:cNvPr id="866" name="Google Shape;866;p130"/>
            <p:cNvSpPr/>
            <p:nvPr/>
          </p:nvSpPr>
          <p:spPr>
            <a:xfrm>
              <a:off x="73888" y="-472875"/>
              <a:ext cx="609900" cy="268500"/>
            </a:xfrm>
            <a:prstGeom prst="rect">
              <a:avLst/>
            </a:prstGeom>
            <a:solidFill>
              <a:srgbClr val="D52B1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 sz="700" b="1" i="0" u="none" strike="noStrike" cap="none">
                  <a:solidFill>
                    <a:srgbClr val="FFFFFF"/>
                  </a:solidFill>
                  <a:latin typeface="Arial"/>
                  <a:ea typeface="Arial"/>
                  <a:cs typeface="Arial"/>
                  <a:sym typeface="Arial"/>
                </a:rPr>
                <a:t>Inputs Sourced</a:t>
              </a:r>
              <a:endParaRPr sz="700" b="1" i="0" u="none" strike="noStrike" cap="none">
                <a:solidFill>
                  <a:srgbClr val="FFFFFF"/>
                </a:solidFill>
                <a:latin typeface="Arial"/>
                <a:ea typeface="Arial"/>
                <a:cs typeface="Arial"/>
                <a:sym typeface="Arial"/>
              </a:endParaRPr>
            </a:p>
          </p:txBody>
        </p:sp>
        <p:pic>
          <p:nvPicPr>
            <p:cNvPr id="867" name="Google Shape;867;p130"/>
            <p:cNvPicPr preferRelativeResize="0"/>
            <p:nvPr/>
          </p:nvPicPr>
          <p:blipFill rotWithShape="1">
            <a:blip r:embed="rId3">
              <a:alphaModFix/>
            </a:blip>
            <a:srcRect/>
            <a:stretch/>
          </p:blipFill>
          <p:spPr>
            <a:xfrm>
              <a:off x="212150" y="-753330"/>
              <a:ext cx="333375" cy="268605"/>
            </a:xfrm>
            <a:prstGeom prst="rect">
              <a:avLst/>
            </a:prstGeom>
            <a:noFill/>
            <a:ln>
              <a:noFill/>
            </a:ln>
          </p:spPr>
        </p:pic>
      </p:grpSp>
      <p:sp>
        <p:nvSpPr>
          <p:cNvPr id="868" name="Google Shape;868;p130"/>
          <p:cNvSpPr txBox="1">
            <a:spLocks noGrp="1"/>
          </p:cNvSpPr>
          <p:nvPr>
            <p:ph type="title"/>
          </p:nvPr>
        </p:nvSpPr>
        <p:spPr>
          <a:xfrm>
            <a:off x="457200" y="445780"/>
            <a:ext cx="7086600" cy="4698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1800"/>
              <a:buFont typeface="Arial"/>
              <a:buNone/>
            </a:pPr>
            <a:r>
              <a:rPr lang="en"/>
              <a:t>International Model </a:t>
            </a:r>
            <a:r>
              <a:rPr lang="en">
                <a:latin typeface="Arial"/>
                <a:ea typeface="Arial"/>
                <a:cs typeface="Arial"/>
                <a:sym typeface="Arial"/>
              </a:rPr>
              <a:t>Experience    </a:t>
            </a:r>
            <a:endParaRPr>
              <a:latin typeface="Arial"/>
              <a:ea typeface="Arial"/>
              <a:cs typeface="Arial"/>
              <a:sym typeface="Arial"/>
            </a:endParaRPr>
          </a:p>
        </p:txBody>
      </p:sp>
      <p:graphicFrame>
        <p:nvGraphicFramePr>
          <p:cNvPr id="869" name="Google Shape;869;p130"/>
          <p:cNvGraphicFramePr/>
          <p:nvPr/>
        </p:nvGraphicFramePr>
        <p:xfrm>
          <a:off x="1" y="882651"/>
          <a:ext cx="3000000" cy="3000000"/>
        </p:xfrm>
        <a:graphic>
          <a:graphicData uri="http://schemas.openxmlformats.org/drawingml/2006/table">
            <a:tbl>
              <a:tblPr>
                <a:noFill/>
                <a:tableStyleId>{58155DA5-A383-41DA-A5A7-F2A138E8A9B0}</a:tableStyleId>
              </a:tblPr>
              <a:tblGrid>
                <a:gridCol w="2153275"/>
                <a:gridCol w="1749875"/>
                <a:gridCol w="1820325"/>
                <a:gridCol w="1583275"/>
                <a:gridCol w="1837275"/>
              </a:tblGrid>
              <a:tr h="220950">
                <a:tc>
                  <a:txBody>
                    <a:bodyPr/>
                    <a:lstStyle/>
                    <a:p>
                      <a:pPr marL="0" marR="0" lvl="0" indent="0" algn="ctr" rtl="0">
                        <a:lnSpc>
                          <a:spcPct val="100000"/>
                        </a:lnSpc>
                        <a:spcBef>
                          <a:spcPts val="0"/>
                        </a:spcBef>
                        <a:spcAft>
                          <a:spcPts val="0"/>
                        </a:spcAft>
                        <a:buClr>
                          <a:srgbClr val="000000"/>
                        </a:buClr>
                        <a:buSzPts val="600"/>
                        <a:buFont typeface="Arial"/>
                        <a:buNone/>
                      </a:pPr>
                      <a:r>
                        <a:rPr lang="en" sz="800" b="1" u="none" strike="noStrike" cap="none">
                          <a:solidFill>
                            <a:schemeClr val="lt1"/>
                          </a:solidFill>
                        </a:rPr>
                        <a:t>Insights</a:t>
                      </a:r>
                      <a:endParaRPr sz="800" b="1" u="none" strike="noStrike" cap="none">
                        <a:solidFill>
                          <a:schemeClr val="lt1"/>
                        </a:solidFill>
                      </a:endParaRPr>
                    </a:p>
                  </a:txBody>
                  <a:tcPr marL="91450" marR="91450" marT="34300" marB="343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Clr>
                          <a:schemeClr val="dk1"/>
                        </a:buClr>
                        <a:buSzPts val="600"/>
                        <a:buFont typeface="Arial"/>
                        <a:buNone/>
                      </a:pPr>
                      <a:r>
                        <a:rPr lang="en" sz="800" b="1" u="none" strike="noStrike" cap="none">
                          <a:solidFill>
                            <a:schemeClr val="lt1"/>
                          </a:solidFill>
                        </a:rPr>
                        <a:t>Targeting Logic</a:t>
                      </a:r>
                      <a:endParaRPr sz="800" b="1" u="none" strike="noStrike" cap="none">
                        <a:solidFill>
                          <a:srgbClr val="FFFFFF"/>
                        </a:solidFill>
                      </a:endParaRPr>
                    </a:p>
                  </a:txBody>
                  <a:tcPr marL="91450" marR="91450" marT="34300" marB="343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600"/>
                        <a:buFont typeface="Arial"/>
                        <a:buNone/>
                      </a:pPr>
                      <a:r>
                        <a:rPr lang="en" sz="800" b="1" u="none" strike="noStrike" cap="none">
                          <a:solidFill>
                            <a:srgbClr val="FFFFFF"/>
                          </a:solidFill>
                        </a:rPr>
                        <a:t>NBA Decision</a:t>
                      </a:r>
                      <a:endParaRPr sz="800" u="none" strike="noStrike" cap="none"/>
                    </a:p>
                  </a:txBody>
                  <a:tcPr marL="91450" marR="91450" marT="34300" marB="343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48484"/>
                    </a:solidFill>
                  </a:tcPr>
                </a:tc>
                <a:tc>
                  <a:txBody>
                    <a:bodyPr/>
                    <a:lstStyle/>
                    <a:p>
                      <a:pPr marL="0" marR="0" lvl="0" indent="0" algn="ctr" rtl="0">
                        <a:lnSpc>
                          <a:spcPct val="100000"/>
                        </a:lnSpc>
                        <a:spcBef>
                          <a:spcPts val="0"/>
                        </a:spcBef>
                        <a:spcAft>
                          <a:spcPts val="0"/>
                        </a:spcAft>
                        <a:buClr>
                          <a:srgbClr val="000000"/>
                        </a:buClr>
                        <a:buSzPts val="600"/>
                        <a:buFont typeface="Arial"/>
                        <a:buNone/>
                      </a:pPr>
                      <a:r>
                        <a:rPr lang="en" sz="800" b="1" u="none" strike="noStrike" cap="none">
                          <a:solidFill>
                            <a:srgbClr val="FFFFFF"/>
                          </a:solidFill>
                        </a:rPr>
                        <a:t>NBA Delivery</a:t>
                      </a:r>
                      <a:endParaRPr sz="800" u="none" strike="noStrike" cap="none"/>
                    </a:p>
                  </a:txBody>
                  <a:tcPr marL="91450" marR="91450" marT="34300" marB="343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262626"/>
                    </a:solidFill>
                  </a:tcPr>
                </a:tc>
                <a:tc>
                  <a:txBody>
                    <a:bodyPr/>
                    <a:lstStyle/>
                    <a:p>
                      <a:pPr marL="0" marR="0" lvl="0" indent="0" algn="ctr" rtl="0">
                        <a:lnSpc>
                          <a:spcPct val="100000"/>
                        </a:lnSpc>
                        <a:spcBef>
                          <a:spcPts val="0"/>
                        </a:spcBef>
                        <a:spcAft>
                          <a:spcPts val="0"/>
                        </a:spcAft>
                        <a:buClr>
                          <a:srgbClr val="000000"/>
                        </a:buClr>
                        <a:buSzPts val="600"/>
                        <a:buFont typeface="Arial"/>
                        <a:buNone/>
                      </a:pPr>
                      <a:r>
                        <a:rPr lang="en" sz="800" b="1" u="none" strike="noStrike" cap="none">
                          <a:solidFill>
                            <a:srgbClr val="FFFFFF"/>
                          </a:solidFill>
                        </a:rPr>
                        <a:t>Results</a:t>
                      </a:r>
                      <a:endParaRPr sz="800" u="none" strike="noStrike" cap="none"/>
                    </a:p>
                  </a:txBody>
                  <a:tcPr marL="91450" marR="91450" marT="34300" marB="343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r>
            </a:tbl>
          </a:graphicData>
        </a:graphic>
      </p:graphicFrame>
      <p:grpSp>
        <p:nvGrpSpPr>
          <p:cNvPr id="870" name="Google Shape;870;p130"/>
          <p:cNvGrpSpPr/>
          <p:nvPr/>
        </p:nvGrpSpPr>
        <p:grpSpPr>
          <a:xfrm>
            <a:off x="8603469" y="940376"/>
            <a:ext cx="106002" cy="105396"/>
            <a:chOff x="-1208418" y="11753774"/>
            <a:chExt cx="347662" cy="328233"/>
          </a:xfrm>
        </p:grpSpPr>
        <p:sp>
          <p:nvSpPr>
            <p:cNvPr id="871" name="Google Shape;871;p130"/>
            <p:cNvSpPr/>
            <p:nvPr/>
          </p:nvSpPr>
          <p:spPr>
            <a:xfrm>
              <a:off x="-1208418" y="12061556"/>
              <a:ext cx="347662" cy="20451"/>
            </a:xfrm>
            <a:custGeom>
              <a:avLst/>
              <a:gdLst/>
              <a:ahLst/>
              <a:cxnLst/>
              <a:rect l="l" t="t" r="r" b="b"/>
              <a:pathLst>
                <a:path w="2040" h="120" extrusionOk="0">
                  <a:moveTo>
                    <a:pt x="42" y="0"/>
                  </a:moveTo>
                  <a:lnTo>
                    <a:pt x="1998" y="0"/>
                  </a:lnTo>
                  <a:lnTo>
                    <a:pt x="2016" y="0"/>
                  </a:lnTo>
                  <a:lnTo>
                    <a:pt x="2028" y="12"/>
                  </a:lnTo>
                  <a:lnTo>
                    <a:pt x="2040" y="24"/>
                  </a:lnTo>
                  <a:lnTo>
                    <a:pt x="2040" y="42"/>
                  </a:lnTo>
                  <a:lnTo>
                    <a:pt x="2040" y="78"/>
                  </a:lnTo>
                  <a:lnTo>
                    <a:pt x="2040" y="96"/>
                  </a:lnTo>
                  <a:lnTo>
                    <a:pt x="2028" y="108"/>
                  </a:lnTo>
                  <a:lnTo>
                    <a:pt x="2016" y="120"/>
                  </a:lnTo>
                  <a:lnTo>
                    <a:pt x="1998" y="120"/>
                  </a:lnTo>
                  <a:lnTo>
                    <a:pt x="42" y="120"/>
                  </a:lnTo>
                  <a:lnTo>
                    <a:pt x="30" y="120"/>
                  </a:lnTo>
                  <a:lnTo>
                    <a:pt x="12" y="108"/>
                  </a:lnTo>
                  <a:lnTo>
                    <a:pt x="6" y="96"/>
                  </a:lnTo>
                  <a:lnTo>
                    <a:pt x="0" y="78"/>
                  </a:lnTo>
                  <a:lnTo>
                    <a:pt x="0" y="42"/>
                  </a:lnTo>
                  <a:lnTo>
                    <a:pt x="6" y="24"/>
                  </a:lnTo>
                  <a:lnTo>
                    <a:pt x="12" y="12"/>
                  </a:lnTo>
                  <a:lnTo>
                    <a:pt x="30" y="0"/>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sp>
          <p:nvSpPr>
            <p:cNvPr id="872" name="Google Shape;872;p130"/>
            <p:cNvSpPr/>
            <p:nvPr/>
          </p:nvSpPr>
          <p:spPr>
            <a:xfrm>
              <a:off x="-965056" y="11888748"/>
              <a:ext cx="97141" cy="155425"/>
            </a:xfrm>
            <a:custGeom>
              <a:avLst/>
              <a:gdLst/>
              <a:ahLst/>
              <a:cxnLst/>
              <a:rect l="l" t="t" r="r" b="b"/>
              <a:pathLst>
                <a:path w="570" h="912" extrusionOk="0">
                  <a:moveTo>
                    <a:pt x="36" y="0"/>
                  </a:moveTo>
                  <a:lnTo>
                    <a:pt x="540" y="0"/>
                  </a:lnTo>
                  <a:lnTo>
                    <a:pt x="552" y="6"/>
                  </a:lnTo>
                  <a:lnTo>
                    <a:pt x="564" y="12"/>
                  </a:lnTo>
                  <a:lnTo>
                    <a:pt x="570" y="24"/>
                  </a:lnTo>
                  <a:lnTo>
                    <a:pt x="570" y="36"/>
                  </a:lnTo>
                  <a:lnTo>
                    <a:pt x="570" y="876"/>
                  </a:lnTo>
                  <a:lnTo>
                    <a:pt x="570" y="888"/>
                  </a:lnTo>
                  <a:lnTo>
                    <a:pt x="564" y="900"/>
                  </a:lnTo>
                  <a:lnTo>
                    <a:pt x="552" y="906"/>
                  </a:lnTo>
                  <a:lnTo>
                    <a:pt x="540" y="912"/>
                  </a:lnTo>
                  <a:lnTo>
                    <a:pt x="36" y="912"/>
                  </a:lnTo>
                  <a:lnTo>
                    <a:pt x="24" y="906"/>
                  </a:lnTo>
                  <a:lnTo>
                    <a:pt x="12" y="900"/>
                  </a:lnTo>
                  <a:lnTo>
                    <a:pt x="6" y="888"/>
                  </a:lnTo>
                  <a:lnTo>
                    <a:pt x="0" y="876"/>
                  </a:lnTo>
                  <a:lnTo>
                    <a:pt x="0" y="36"/>
                  </a:lnTo>
                  <a:lnTo>
                    <a:pt x="6" y="24"/>
                  </a:lnTo>
                  <a:lnTo>
                    <a:pt x="12" y="12"/>
                  </a:lnTo>
                  <a:lnTo>
                    <a:pt x="24" y="6"/>
                  </a:lnTo>
                  <a:lnTo>
                    <a:pt x="36"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sp>
          <p:nvSpPr>
            <p:cNvPr id="873" name="Google Shape;873;p130"/>
            <p:cNvSpPr/>
            <p:nvPr/>
          </p:nvSpPr>
          <p:spPr>
            <a:xfrm>
              <a:off x="-1082647" y="11867275"/>
              <a:ext cx="97141" cy="176899"/>
            </a:xfrm>
            <a:custGeom>
              <a:avLst/>
              <a:gdLst/>
              <a:ahLst/>
              <a:cxnLst/>
              <a:rect l="l" t="t" r="r" b="b"/>
              <a:pathLst>
                <a:path w="570" h="1038" extrusionOk="0">
                  <a:moveTo>
                    <a:pt x="36" y="0"/>
                  </a:moveTo>
                  <a:lnTo>
                    <a:pt x="534" y="0"/>
                  </a:lnTo>
                  <a:lnTo>
                    <a:pt x="546" y="6"/>
                  </a:lnTo>
                  <a:lnTo>
                    <a:pt x="558" y="12"/>
                  </a:lnTo>
                  <a:lnTo>
                    <a:pt x="564" y="24"/>
                  </a:lnTo>
                  <a:lnTo>
                    <a:pt x="570" y="36"/>
                  </a:lnTo>
                  <a:lnTo>
                    <a:pt x="570" y="1002"/>
                  </a:lnTo>
                  <a:lnTo>
                    <a:pt x="564" y="1014"/>
                  </a:lnTo>
                  <a:lnTo>
                    <a:pt x="558" y="1026"/>
                  </a:lnTo>
                  <a:lnTo>
                    <a:pt x="546" y="1032"/>
                  </a:lnTo>
                  <a:lnTo>
                    <a:pt x="534" y="1038"/>
                  </a:lnTo>
                  <a:lnTo>
                    <a:pt x="36" y="1038"/>
                  </a:lnTo>
                  <a:lnTo>
                    <a:pt x="18" y="1032"/>
                  </a:lnTo>
                  <a:lnTo>
                    <a:pt x="6" y="1026"/>
                  </a:lnTo>
                  <a:lnTo>
                    <a:pt x="0" y="1014"/>
                  </a:lnTo>
                  <a:lnTo>
                    <a:pt x="0" y="1002"/>
                  </a:lnTo>
                  <a:lnTo>
                    <a:pt x="0" y="36"/>
                  </a:lnTo>
                  <a:lnTo>
                    <a:pt x="0" y="24"/>
                  </a:lnTo>
                  <a:lnTo>
                    <a:pt x="6" y="12"/>
                  </a:lnTo>
                  <a:lnTo>
                    <a:pt x="18" y="6"/>
                  </a:lnTo>
                  <a:lnTo>
                    <a:pt x="36"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sp>
          <p:nvSpPr>
            <p:cNvPr id="874" name="Google Shape;874;p130"/>
            <p:cNvSpPr/>
            <p:nvPr/>
          </p:nvSpPr>
          <p:spPr>
            <a:xfrm>
              <a:off x="-1201261" y="11921469"/>
              <a:ext cx="97141" cy="122704"/>
            </a:xfrm>
            <a:custGeom>
              <a:avLst/>
              <a:gdLst/>
              <a:ahLst/>
              <a:cxnLst/>
              <a:rect l="l" t="t" r="r" b="b"/>
              <a:pathLst>
                <a:path w="570" h="720" extrusionOk="0">
                  <a:moveTo>
                    <a:pt x="30" y="0"/>
                  </a:moveTo>
                  <a:lnTo>
                    <a:pt x="546" y="0"/>
                  </a:lnTo>
                  <a:lnTo>
                    <a:pt x="558" y="6"/>
                  </a:lnTo>
                  <a:lnTo>
                    <a:pt x="570" y="18"/>
                  </a:lnTo>
                  <a:lnTo>
                    <a:pt x="570" y="30"/>
                  </a:lnTo>
                  <a:lnTo>
                    <a:pt x="570" y="690"/>
                  </a:lnTo>
                  <a:lnTo>
                    <a:pt x="570" y="702"/>
                  </a:lnTo>
                  <a:lnTo>
                    <a:pt x="558" y="714"/>
                  </a:lnTo>
                  <a:lnTo>
                    <a:pt x="546" y="720"/>
                  </a:lnTo>
                  <a:lnTo>
                    <a:pt x="30" y="720"/>
                  </a:lnTo>
                  <a:lnTo>
                    <a:pt x="18" y="714"/>
                  </a:lnTo>
                  <a:lnTo>
                    <a:pt x="6" y="702"/>
                  </a:lnTo>
                  <a:lnTo>
                    <a:pt x="0" y="690"/>
                  </a:lnTo>
                  <a:lnTo>
                    <a:pt x="0" y="30"/>
                  </a:lnTo>
                  <a:lnTo>
                    <a:pt x="6" y="18"/>
                  </a:lnTo>
                  <a:lnTo>
                    <a:pt x="18" y="6"/>
                  </a:lnTo>
                  <a:lnTo>
                    <a:pt x="3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sp>
          <p:nvSpPr>
            <p:cNvPr id="875" name="Google Shape;875;p130"/>
            <p:cNvSpPr/>
            <p:nvPr/>
          </p:nvSpPr>
          <p:spPr>
            <a:xfrm>
              <a:off x="-1206373" y="11753774"/>
              <a:ext cx="337437" cy="139065"/>
            </a:xfrm>
            <a:custGeom>
              <a:avLst/>
              <a:gdLst/>
              <a:ahLst/>
              <a:cxnLst/>
              <a:rect l="l" t="t" r="r" b="b"/>
              <a:pathLst>
                <a:path w="1980" h="816" extrusionOk="0">
                  <a:moveTo>
                    <a:pt x="1980" y="0"/>
                  </a:moveTo>
                  <a:lnTo>
                    <a:pt x="1878" y="540"/>
                  </a:lnTo>
                  <a:lnTo>
                    <a:pt x="1740" y="420"/>
                  </a:lnTo>
                  <a:lnTo>
                    <a:pt x="1596" y="582"/>
                  </a:lnTo>
                  <a:lnTo>
                    <a:pt x="1566" y="606"/>
                  </a:lnTo>
                  <a:lnTo>
                    <a:pt x="1530" y="618"/>
                  </a:lnTo>
                  <a:lnTo>
                    <a:pt x="1494" y="612"/>
                  </a:lnTo>
                  <a:lnTo>
                    <a:pt x="738" y="330"/>
                  </a:lnTo>
                  <a:lnTo>
                    <a:pt x="144" y="798"/>
                  </a:lnTo>
                  <a:lnTo>
                    <a:pt x="126" y="804"/>
                  </a:lnTo>
                  <a:lnTo>
                    <a:pt x="108" y="810"/>
                  </a:lnTo>
                  <a:lnTo>
                    <a:pt x="90" y="816"/>
                  </a:lnTo>
                  <a:lnTo>
                    <a:pt x="66" y="810"/>
                  </a:lnTo>
                  <a:lnTo>
                    <a:pt x="48" y="804"/>
                  </a:lnTo>
                  <a:lnTo>
                    <a:pt x="30" y="798"/>
                  </a:lnTo>
                  <a:lnTo>
                    <a:pt x="18" y="780"/>
                  </a:lnTo>
                  <a:lnTo>
                    <a:pt x="0" y="738"/>
                  </a:lnTo>
                  <a:lnTo>
                    <a:pt x="6" y="690"/>
                  </a:lnTo>
                  <a:lnTo>
                    <a:pt x="30" y="654"/>
                  </a:lnTo>
                  <a:lnTo>
                    <a:pt x="666" y="156"/>
                  </a:lnTo>
                  <a:lnTo>
                    <a:pt x="684" y="144"/>
                  </a:lnTo>
                  <a:lnTo>
                    <a:pt x="708" y="138"/>
                  </a:lnTo>
                  <a:lnTo>
                    <a:pt x="732" y="132"/>
                  </a:lnTo>
                  <a:lnTo>
                    <a:pt x="756" y="138"/>
                  </a:lnTo>
                  <a:lnTo>
                    <a:pt x="1500" y="414"/>
                  </a:lnTo>
                  <a:lnTo>
                    <a:pt x="1602" y="300"/>
                  </a:lnTo>
                  <a:lnTo>
                    <a:pt x="1464" y="180"/>
                  </a:lnTo>
                  <a:lnTo>
                    <a:pt x="198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grpSp>
      <p:grpSp>
        <p:nvGrpSpPr>
          <p:cNvPr id="876" name="Google Shape;876;p130"/>
          <p:cNvGrpSpPr/>
          <p:nvPr/>
        </p:nvGrpSpPr>
        <p:grpSpPr>
          <a:xfrm>
            <a:off x="3619330" y="930320"/>
            <a:ext cx="90839" cy="125606"/>
            <a:chOff x="2728699" y="2560683"/>
            <a:chExt cx="150620" cy="217726"/>
          </a:xfrm>
        </p:grpSpPr>
        <p:sp>
          <p:nvSpPr>
            <p:cNvPr id="877" name="Google Shape;877;p130"/>
            <p:cNvSpPr/>
            <p:nvPr/>
          </p:nvSpPr>
          <p:spPr>
            <a:xfrm>
              <a:off x="2758526" y="2560683"/>
              <a:ext cx="90900" cy="93900"/>
            </a:xfrm>
            <a:prstGeom prst="ellipse">
              <a:avLst/>
            </a:pr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400" b="0" i="0" u="none" strike="noStrike" cap="none">
                <a:solidFill>
                  <a:srgbClr val="000000"/>
                </a:solidFill>
                <a:latin typeface="Arial"/>
                <a:ea typeface="Arial"/>
                <a:cs typeface="Arial"/>
                <a:sym typeface="Arial"/>
              </a:endParaRPr>
            </a:p>
          </p:txBody>
        </p:sp>
        <p:sp>
          <p:nvSpPr>
            <p:cNvPr id="878" name="Google Shape;878;p130"/>
            <p:cNvSpPr/>
            <p:nvPr/>
          </p:nvSpPr>
          <p:spPr>
            <a:xfrm>
              <a:off x="2728699" y="2653142"/>
              <a:ext cx="150620" cy="125267"/>
            </a:xfrm>
            <a:custGeom>
              <a:avLst/>
              <a:gdLst/>
              <a:ahLst/>
              <a:cxnLst/>
              <a:rect l="l" t="t" r="r" b="b"/>
              <a:pathLst>
                <a:path w="606" h="504" extrusionOk="0">
                  <a:moveTo>
                    <a:pt x="150" y="0"/>
                  </a:moveTo>
                  <a:lnTo>
                    <a:pt x="222" y="42"/>
                  </a:lnTo>
                  <a:lnTo>
                    <a:pt x="300" y="54"/>
                  </a:lnTo>
                  <a:lnTo>
                    <a:pt x="384" y="42"/>
                  </a:lnTo>
                  <a:lnTo>
                    <a:pt x="456" y="0"/>
                  </a:lnTo>
                  <a:lnTo>
                    <a:pt x="516" y="18"/>
                  </a:lnTo>
                  <a:lnTo>
                    <a:pt x="552" y="24"/>
                  </a:lnTo>
                  <a:lnTo>
                    <a:pt x="570" y="36"/>
                  </a:lnTo>
                  <a:lnTo>
                    <a:pt x="588" y="48"/>
                  </a:lnTo>
                  <a:lnTo>
                    <a:pt x="600" y="66"/>
                  </a:lnTo>
                  <a:lnTo>
                    <a:pt x="606" y="84"/>
                  </a:lnTo>
                  <a:lnTo>
                    <a:pt x="606" y="102"/>
                  </a:lnTo>
                  <a:lnTo>
                    <a:pt x="552" y="420"/>
                  </a:lnTo>
                  <a:lnTo>
                    <a:pt x="546" y="444"/>
                  </a:lnTo>
                  <a:lnTo>
                    <a:pt x="540" y="462"/>
                  </a:lnTo>
                  <a:lnTo>
                    <a:pt x="528" y="480"/>
                  </a:lnTo>
                  <a:lnTo>
                    <a:pt x="510" y="492"/>
                  </a:lnTo>
                  <a:lnTo>
                    <a:pt x="492" y="504"/>
                  </a:lnTo>
                  <a:lnTo>
                    <a:pt x="468" y="504"/>
                  </a:lnTo>
                  <a:lnTo>
                    <a:pt x="138" y="504"/>
                  </a:lnTo>
                  <a:lnTo>
                    <a:pt x="114" y="504"/>
                  </a:lnTo>
                  <a:lnTo>
                    <a:pt x="96" y="492"/>
                  </a:lnTo>
                  <a:lnTo>
                    <a:pt x="78" y="480"/>
                  </a:lnTo>
                  <a:lnTo>
                    <a:pt x="66" y="462"/>
                  </a:lnTo>
                  <a:lnTo>
                    <a:pt x="60" y="444"/>
                  </a:lnTo>
                  <a:lnTo>
                    <a:pt x="54" y="420"/>
                  </a:lnTo>
                  <a:lnTo>
                    <a:pt x="0" y="102"/>
                  </a:lnTo>
                  <a:lnTo>
                    <a:pt x="0" y="84"/>
                  </a:lnTo>
                  <a:lnTo>
                    <a:pt x="6" y="66"/>
                  </a:lnTo>
                  <a:lnTo>
                    <a:pt x="18" y="48"/>
                  </a:lnTo>
                  <a:lnTo>
                    <a:pt x="30" y="36"/>
                  </a:lnTo>
                  <a:lnTo>
                    <a:pt x="54" y="24"/>
                  </a:lnTo>
                  <a:lnTo>
                    <a:pt x="84" y="18"/>
                  </a:lnTo>
                  <a:lnTo>
                    <a:pt x="150" y="0"/>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400" b="0" i="0" u="none" strike="noStrike" cap="none">
                <a:solidFill>
                  <a:srgbClr val="000000"/>
                </a:solidFill>
                <a:latin typeface="Arial"/>
                <a:ea typeface="Arial"/>
                <a:cs typeface="Arial"/>
                <a:sym typeface="Arial"/>
              </a:endParaRPr>
            </a:p>
          </p:txBody>
        </p:sp>
      </p:grpSp>
      <p:grpSp>
        <p:nvGrpSpPr>
          <p:cNvPr id="879" name="Google Shape;879;p130"/>
          <p:cNvGrpSpPr/>
          <p:nvPr/>
        </p:nvGrpSpPr>
        <p:grpSpPr>
          <a:xfrm>
            <a:off x="5269885" y="922275"/>
            <a:ext cx="130726" cy="141787"/>
            <a:chOff x="3857" y="1820"/>
            <a:chExt cx="331" cy="331"/>
          </a:xfrm>
        </p:grpSpPr>
        <p:sp>
          <p:nvSpPr>
            <p:cNvPr id="880" name="Google Shape;880;p130"/>
            <p:cNvSpPr/>
            <p:nvPr/>
          </p:nvSpPr>
          <p:spPr>
            <a:xfrm>
              <a:off x="3857" y="1820"/>
              <a:ext cx="329" cy="329"/>
            </a:xfrm>
            <a:custGeom>
              <a:avLst/>
              <a:gdLst/>
              <a:ahLst/>
              <a:cxnLst/>
              <a:rect l="l" t="t" r="r" b="b"/>
              <a:pathLst>
                <a:path w="139" h="139" extrusionOk="0">
                  <a:moveTo>
                    <a:pt x="135" y="59"/>
                  </a:moveTo>
                  <a:cubicBezTo>
                    <a:pt x="120" y="57"/>
                    <a:pt x="120" y="57"/>
                    <a:pt x="120" y="57"/>
                  </a:cubicBezTo>
                  <a:cubicBezTo>
                    <a:pt x="119" y="52"/>
                    <a:pt x="117" y="47"/>
                    <a:pt x="114" y="42"/>
                  </a:cubicBezTo>
                  <a:cubicBezTo>
                    <a:pt x="123" y="30"/>
                    <a:pt x="123" y="30"/>
                    <a:pt x="123" y="30"/>
                  </a:cubicBezTo>
                  <a:cubicBezTo>
                    <a:pt x="124" y="28"/>
                    <a:pt x="124" y="26"/>
                    <a:pt x="123" y="24"/>
                  </a:cubicBezTo>
                  <a:cubicBezTo>
                    <a:pt x="115" y="16"/>
                    <a:pt x="115" y="16"/>
                    <a:pt x="115" y="16"/>
                  </a:cubicBezTo>
                  <a:cubicBezTo>
                    <a:pt x="114" y="16"/>
                    <a:pt x="113" y="15"/>
                    <a:pt x="112" y="15"/>
                  </a:cubicBezTo>
                  <a:cubicBezTo>
                    <a:pt x="111" y="15"/>
                    <a:pt x="110" y="15"/>
                    <a:pt x="109" y="16"/>
                  </a:cubicBezTo>
                  <a:cubicBezTo>
                    <a:pt x="97" y="25"/>
                    <a:pt x="97" y="25"/>
                    <a:pt x="97" y="25"/>
                  </a:cubicBezTo>
                  <a:cubicBezTo>
                    <a:pt x="92" y="22"/>
                    <a:pt x="87" y="20"/>
                    <a:pt x="82" y="19"/>
                  </a:cubicBezTo>
                  <a:cubicBezTo>
                    <a:pt x="80" y="4"/>
                    <a:pt x="80" y="4"/>
                    <a:pt x="80" y="4"/>
                  </a:cubicBezTo>
                  <a:cubicBezTo>
                    <a:pt x="79" y="2"/>
                    <a:pt x="77" y="0"/>
                    <a:pt x="75" y="0"/>
                  </a:cubicBezTo>
                  <a:cubicBezTo>
                    <a:pt x="75" y="0"/>
                    <a:pt x="75" y="0"/>
                    <a:pt x="75" y="0"/>
                  </a:cubicBezTo>
                  <a:cubicBezTo>
                    <a:pt x="64" y="0"/>
                    <a:pt x="64" y="0"/>
                    <a:pt x="64" y="0"/>
                  </a:cubicBezTo>
                  <a:cubicBezTo>
                    <a:pt x="64" y="0"/>
                    <a:pt x="64" y="0"/>
                    <a:pt x="64" y="0"/>
                  </a:cubicBezTo>
                  <a:cubicBezTo>
                    <a:pt x="62" y="0"/>
                    <a:pt x="60" y="2"/>
                    <a:pt x="60" y="4"/>
                  </a:cubicBezTo>
                  <a:cubicBezTo>
                    <a:pt x="58" y="19"/>
                    <a:pt x="58" y="19"/>
                    <a:pt x="58" y="19"/>
                  </a:cubicBezTo>
                  <a:cubicBezTo>
                    <a:pt x="52" y="20"/>
                    <a:pt x="47" y="22"/>
                    <a:pt x="42" y="25"/>
                  </a:cubicBezTo>
                  <a:cubicBezTo>
                    <a:pt x="34" y="19"/>
                    <a:pt x="34" y="19"/>
                    <a:pt x="34" y="19"/>
                  </a:cubicBezTo>
                  <a:cubicBezTo>
                    <a:pt x="34" y="19"/>
                    <a:pt x="34" y="19"/>
                    <a:pt x="34" y="19"/>
                  </a:cubicBezTo>
                  <a:cubicBezTo>
                    <a:pt x="30" y="16"/>
                    <a:pt x="30" y="16"/>
                    <a:pt x="30" y="16"/>
                  </a:cubicBezTo>
                  <a:cubicBezTo>
                    <a:pt x="29" y="15"/>
                    <a:pt x="26" y="15"/>
                    <a:pt x="24" y="16"/>
                  </a:cubicBezTo>
                  <a:cubicBezTo>
                    <a:pt x="17" y="24"/>
                    <a:pt x="17" y="24"/>
                    <a:pt x="17" y="24"/>
                  </a:cubicBezTo>
                  <a:cubicBezTo>
                    <a:pt x="15" y="26"/>
                    <a:pt x="15" y="28"/>
                    <a:pt x="16" y="30"/>
                  </a:cubicBezTo>
                  <a:cubicBezTo>
                    <a:pt x="25" y="42"/>
                    <a:pt x="25" y="42"/>
                    <a:pt x="25" y="42"/>
                  </a:cubicBezTo>
                  <a:cubicBezTo>
                    <a:pt x="22" y="47"/>
                    <a:pt x="20" y="52"/>
                    <a:pt x="19" y="57"/>
                  </a:cubicBezTo>
                  <a:cubicBezTo>
                    <a:pt x="4" y="59"/>
                    <a:pt x="4" y="59"/>
                    <a:pt x="4" y="59"/>
                  </a:cubicBezTo>
                  <a:cubicBezTo>
                    <a:pt x="2" y="60"/>
                    <a:pt x="0" y="62"/>
                    <a:pt x="0" y="64"/>
                  </a:cubicBezTo>
                  <a:cubicBezTo>
                    <a:pt x="0" y="75"/>
                    <a:pt x="0" y="75"/>
                    <a:pt x="0" y="75"/>
                  </a:cubicBezTo>
                  <a:cubicBezTo>
                    <a:pt x="0" y="77"/>
                    <a:pt x="2" y="79"/>
                    <a:pt x="4" y="79"/>
                  </a:cubicBezTo>
                  <a:cubicBezTo>
                    <a:pt x="19" y="81"/>
                    <a:pt x="19" y="81"/>
                    <a:pt x="19" y="81"/>
                  </a:cubicBezTo>
                  <a:cubicBezTo>
                    <a:pt x="20" y="87"/>
                    <a:pt x="22" y="92"/>
                    <a:pt x="25" y="97"/>
                  </a:cubicBezTo>
                  <a:cubicBezTo>
                    <a:pt x="16" y="109"/>
                    <a:pt x="16" y="109"/>
                    <a:pt x="16" y="109"/>
                  </a:cubicBezTo>
                  <a:cubicBezTo>
                    <a:pt x="15" y="110"/>
                    <a:pt x="15" y="113"/>
                    <a:pt x="17" y="115"/>
                  </a:cubicBezTo>
                  <a:cubicBezTo>
                    <a:pt x="24" y="122"/>
                    <a:pt x="24" y="122"/>
                    <a:pt x="24" y="122"/>
                  </a:cubicBezTo>
                  <a:cubicBezTo>
                    <a:pt x="25" y="123"/>
                    <a:pt x="26" y="124"/>
                    <a:pt x="27" y="124"/>
                  </a:cubicBezTo>
                  <a:cubicBezTo>
                    <a:pt x="28" y="124"/>
                    <a:pt x="29" y="123"/>
                    <a:pt x="30" y="123"/>
                  </a:cubicBezTo>
                  <a:cubicBezTo>
                    <a:pt x="42" y="114"/>
                    <a:pt x="42" y="114"/>
                    <a:pt x="42" y="114"/>
                  </a:cubicBezTo>
                  <a:cubicBezTo>
                    <a:pt x="47" y="117"/>
                    <a:pt x="52" y="119"/>
                    <a:pt x="58" y="120"/>
                  </a:cubicBezTo>
                  <a:cubicBezTo>
                    <a:pt x="60" y="135"/>
                    <a:pt x="60" y="135"/>
                    <a:pt x="60" y="135"/>
                  </a:cubicBezTo>
                  <a:cubicBezTo>
                    <a:pt x="60" y="137"/>
                    <a:pt x="62" y="139"/>
                    <a:pt x="64" y="139"/>
                  </a:cubicBezTo>
                  <a:cubicBezTo>
                    <a:pt x="64" y="139"/>
                    <a:pt x="64" y="139"/>
                    <a:pt x="64" y="139"/>
                  </a:cubicBezTo>
                  <a:cubicBezTo>
                    <a:pt x="75" y="139"/>
                    <a:pt x="75" y="139"/>
                    <a:pt x="75" y="139"/>
                  </a:cubicBezTo>
                  <a:cubicBezTo>
                    <a:pt x="75" y="139"/>
                    <a:pt x="75" y="139"/>
                    <a:pt x="75" y="139"/>
                  </a:cubicBezTo>
                  <a:cubicBezTo>
                    <a:pt x="77" y="139"/>
                    <a:pt x="79" y="137"/>
                    <a:pt x="80" y="135"/>
                  </a:cubicBezTo>
                  <a:cubicBezTo>
                    <a:pt x="82" y="120"/>
                    <a:pt x="82" y="120"/>
                    <a:pt x="82" y="120"/>
                  </a:cubicBezTo>
                  <a:cubicBezTo>
                    <a:pt x="86" y="119"/>
                    <a:pt x="89" y="118"/>
                    <a:pt x="93" y="116"/>
                  </a:cubicBezTo>
                  <a:cubicBezTo>
                    <a:pt x="77" y="100"/>
                    <a:pt x="77" y="100"/>
                    <a:pt x="77" y="100"/>
                  </a:cubicBezTo>
                  <a:cubicBezTo>
                    <a:pt x="75" y="101"/>
                    <a:pt x="72" y="101"/>
                    <a:pt x="70" y="101"/>
                  </a:cubicBezTo>
                  <a:cubicBezTo>
                    <a:pt x="68" y="101"/>
                    <a:pt x="67" y="101"/>
                    <a:pt x="66" y="101"/>
                  </a:cubicBezTo>
                  <a:cubicBezTo>
                    <a:pt x="50" y="100"/>
                    <a:pt x="38" y="86"/>
                    <a:pt x="38" y="69"/>
                  </a:cubicBezTo>
                  <a:cubicBezTo>
                    <a:pt x="38" y="52"/>
                    <a:pt x="52" y="38"/>
                    <a:pt x="70" y="38"/>
                  </a:cubicBezTo>
                  <a:cubicBezTo>
                    <a:pt x="71" y="38"/>
                    <a:pt x="72" y="38"/>
                    <a:pt x="73" y="38"/>
                  </a:cubicBezTo>
                  <a:cubicBezTo>
                    <a:pt x="89" y="39"/>
                    <a:pt x="101" y="53"/>
                    <a:pt x="101" y="69"/>
                  </a:cubicBezTo>
                  <a:cubicBezTo>
                    <a:pt x="101" y="72"/>
                    <a:pt x="101" y="75"/>
                    <a:pt x="100" y="78"/>
                  </a:cubicBezTo>
                  <a:cubicBezTo>
                    <a:pt x="116" y="93"/>
                    <a:pt x="116" y="93"/>
                    <a:pt x="116" y="93"/>
                  </a:cubicBezTo>
                  <a:cubicBezTo>
                    <a:pt x="118" y="90"/>
                    <a:pt x="119" y="86"/>
                    <a:pt x="120" y="81"/>
                  </a:cubicBezTo>
                  <a:cubicBezTo>
                    <a:pt x="135" y="79"/>
                    <a:pt x="135" y="79"/>
                    <a:pt x="135" y="79"/>
                  </a:cubicBezTo>
                  <a:cubicBezTo>
                    <a:pt x="137" y="79"/>
                    <a:pt x="139" y="77"/>
                    <a:pt x="139" y="75"/>
                  </a:cubicBezTo>
                  <a:cubicBezTo>
                    <a:pt x="139" y="64"/>
                    <a:pt x="139" y="64"/>
                    <a:pt x="139" y="64"/>
                  </a:cubicBezTo>
                  <a:cubicBezTo>
                    <a:pt x="139" y="62"/>
                    <a:pt x="137" y="60"/>
                    <a:pt x="135" y="59"/>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900" b="0" i="0" u="none" strike="noStrike" cap="none">
                <a:solidFill>
                  <a:srgbClr val="000000"/>
                </a:solidFill>
                <a:latin typeface="Arial"/>
                <a:ea typeface="Arial"/>
                <a:cs typeface="Arial"/>
                <a:sym typeface="Arial"/>
              </a:endParaRPr>
            </a:p>
          </p:txBody>
        </p:sp>
        <p:sp>
          <p:nvSpPr>
            <p:cNvPr id="881" name="Google Shape;881;p130"/>
            <p:cNvSpPr/>
            <p:nvPr/>
          </p:nvSpPr>
          <p:spPr>
            <a:xfrm>
              <a:off x="3964" y="1924"/>
              <a:ext cx="224" cy="227"/>
            </a:xfrm>
            <a:custGeom>
              <a:avLst/>
              <a:gdLst/>
              <a:ahLst/>
              <a:cxnLst/>
              <a:rect l="l" t="t" r="r" b="b"/>
              <a:pathLst>
                <a:path w="95" h="96" extrusionOk="0">
                  <a:moveTo>
                    <a:pt x="10" y="40"/>
                  </a:moveTo>
                  <a:cubicBezTo>
                    <a:pt x="20" y="50"/>
                    <a:pt x="24" y="43"/>
                    <a:pt x="30" y="45"/>
                  </a:cubicBezTo>
                  <a:cubicBezTo>
                    <a:pt x="77" y="92"/>
                    <a:pt x="77" y="92"/>
                    <a:pt x="77" y="92"/>
                  </a:cubicBezTo>
                  <a:cubicBezTo>
                    <a:pt x="81" y="96"/>
                    <a:pt x="87" y="96"/>
                    <a:pt x="91" y="92"/>
                  </a:cubicBezTo>
                  <a:cubicBezTo>
                    <a:pt x="95" y="88"/>
                    <a:pt x="95" y="82"/>
                    <a:pt x="91" y="78"/>
                  </a:cubicBezTo>
                  <a:cubicBezTo>
                    <a:pt x="59" y="46"/>
                    <a:pt x="59" y="46"/>
                    <a:pt x="59" y="46"/>
                  </a:cubicBezTo>
                  <a:cubicBezTo>
                    <a:pt x="47" y="34"/>
                    <a:pt x="47" y="34"/>
                    <a:pt x="47" y="34"/>
                  </a:cubicBezTo>
                  <a:cubicBezTo>
                    <a:pt x="39" y="27"/>
                    <a:pt x="50" y="22"/>
                    <a:pt x="39" y="11"/>
                  </a:cubicBezTo>
                  <a:cubicBezTo>
                    <a:pt x="29" y="0"/>
                    <a:pt x="18" y="6"/>
                    <a:pt x="18" y="6"/>
                  </a:cubicBezTo>
                  <a:cubicBezTo>
                    <a:pt x="18" y="6"/>
                    <a:pt x="29" y="18"/>
                    <a:pt x="31" y="20"/>
                  </a:cubicBezTo>
                  <a:cubicBezTo>
                    <a:pt x="29" y="30"/>
                    <a:pt x="29" y="30"/>
                    <a:pt x="29" y="30"/>
                  </a:cubicBezTo>
                  <a:cubicBezTo>
                    <a:pt x="19" y="32"/>
                    <a:pt x="19" y="32"/>
                    <a:pt x="19" y="32"/>
                  </a:cubicBezTo>
                  <a:cubicBezTo>
                    <a:pt x="17" y="30"/>
                    <a:pt x="5" y="18"/>
                    <a:pt x="5" y="18"/>
                  </a:cubicBezTo>
                  <a:cubicBezTo>
                    <a:pt x="5" y="18"/>
                    <a:pt x="0" y="29"/>
                    <a:pt x="10" y="40"/>
                  </a:cubicBezTo>
                  <a:close/>
                  <a:moveTo>
                    <a:pt x="82" y="86"/>
                  </a:moveTo>
                  <a:cubicBezTo>
                    <a:pt x="82" y="84"/>
                    <a:pt x="83" y="83"/>
                    <a:pt x="85" y="83"/>
                  </a:cubicBezTo>
                  <a:cubicBezTo>
                    <a:pt x="86" y="83"/>
                    <a:pt x="87" y="84"/>
                    <a:pt x="87" y="86"/>
                  </a:cubicBezTo>
                  <a:cubicBezTo>
                    <a:pt x="87" y="87"/>
                    <a:pt x="86" y="88"/>
                    <a:pt x="85" y="88"/>
                  </a:cubicBezTo>
                  <a:cubicBezTo>
                    <a:pt x="83" y="88"/>
                    <a:pt x="82" y="87"/>
                    <a:pt x="82" y="86"/>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900" b="0" i="0" u="none" strike="noStrike" cap="none">
                <a:solidFill>
                  <a:srgbClr val="000000"/>
                </a:solidFill>
                <a:latin typeface="Arial"/>
                <a:ea typeface="Arial"/>
                <a:cs typeface="Arial"/>
                <a:sym typeface="Arial"/>
              </a:endParaRPr>
            </a:p>
          </p:txBody>
        </p:sp>
      </p:grpSp>
      <p:pic>
        <p:nvPicPr>
          <p:cNvPr id="882" name="Google Shape;882;p130"/>
          <p:cNvPicPr preferRelativeResize="0"/>
          <p:nvPr/>
        </p:nvPicPr>
        <p:blipFill rotWithShape="1">
          <a:blip r:embed="rId4">
            <a:alphaModFix/>
          </a:blip>
          <a:srcRect/>
          <a:stretch/>
        </p:blipFill>
        <p:spPr>
          <a:xfrm>
            <a:off x="1359650" y="890426"/>
            <a:ext cx="251225" cy="205400"/>
          </a:xfrm>
          <a:prstGeom prst="rect">
            <a:avLst/>
          </a:prstGeom>
          <a:noFill/>
          <a:ln>
            <a:noFill/>
          </a:ln>
        </p:spPr>
      </p:pic>
      <p:sp>
        <p:nvSpPr>
          <p:cNvPr id="883" name="Google Shape;883;p130"/>
          <p:cNvSpPr/>
          <p:nvPr/>
        </p:nvSpPr>
        <p:spPr>
          <a:xfrm>
            <a:off x="6995953" y="944739"/>
            <a:ext cx="122425" cy="96775"/>
          </a:xfrm>
          <a:custGeom>
            <a:avLst/>
            <a:gdLst/>
            <a:ahLst/>
            <a:cxnLst/>
            <a:rect l="l" t="t" r="r" b="b"/>
            <a:pathLst>
              <a:path w="253" h="200" extrusionOk="0">
                <a:moveTo>
                  <a:pt x="212" y="0"/>
                </a:moveTo>
                <a:lnTo>
                  <a:pt x="218" y="0"/>
                </a:lnTo>
                <a:lnTo>
                  <a:pt x="224" y="3"/>
                </a:lnTo>
                <a:lnTo>
                  <a:pt x="250" y="29"/>
                </a:lnTo>
                <a:lnTo>
                  <a:pt x="253" y="35"/>
                </a:lnTo>
                <a:lnTo>
                  <a:pt x="253" y="41"/>
                </a:lnTo>
                <a:lnTo>
                  <a:pt x="250" y="48"/>
                </a:lnTo>
                <a:lnTo>
                  <a:pt x="101" y="196"/>
                </a:lnTo>
                <a:lnTo>
                  <a:pt x="95" y="200"/>
                </a:lnTo>
                <a:lnTo>
                  <a:pt x="88" y="200"/>
                </a:lnTo>
                <a:lnTo>
                  <a:pt x="82" y="196"/>
                </a:lnTo>
                <a:lnTo>
                  <a:pt x="3" y="117"/>
                </a:lnTo>
                <a:lnTo>
                  <a:pt x="0" y="111"/>
                </a:lnTo>
                <a:lnTo>
                  <a:pt x="0" y="105"/>
                </a:lnTo>
                <a:lnTo>
                  <a:pt x="3" y="98"/>
                </a:lnTo>
                <a:lnTo>
                  <a:pt x="28" y="73"/>
                </a:lnTo>
                <a:lnTo>
                  <a:pt x="35" y="70"/>
                </a:lnTo>
                <a:lnTo>
                  <a:pt x="41" y="70"/>
                </a:lnTo>
                <a:lnTo>
                  <a:pt x="44" y="73"/>
                </a:lnTo>
                <a:lnTo>
                  <a:pt x="82" y="111"/>
                </a:lnTo>
                <a:lnTo>
                  <a:pt x="88" y="114"/>
                </a:lnTo>
                <a:lnTo>
                  <a:pt x="95" y="114"/>
                </a:lnTo>
                <a:lnTo>
                  <a:pt x="101" y="111"/>
                </a:lnTo>
                <a:lnTo>
                  <a:pt x="205" y="3"/>
                </a:lnTo>
                <a:lnTo>
                  <a:pt x="212"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sp>
        <p:nvSpPr>
          <p:cNvPr id="884" name="Google Shape;884;p130"/>
          <p:cNvSpPr txBox="1"/>
          <p:nvPr/>
        </p:nvSpPr>
        <p:spPr>
          <a:xfrm>
            <a:off x="981313" y="1146675"/>
            <a:ext cx="1038000" cy="214748364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00"/>
              <a:buFont typeface="Arial"/>
              <a:buNone/>
            </a:pPr>
            <a:r>
              <a:rPr lang="en" sz="700" b="0" i="0" u="none" strike="noStrike" cap="none">
                <a:solidFill>
                  <a:srgbClr val="000000"/>
                </a:solidFill>
                <a:latin typeface="Arial"/>
                <a:ea typeface="Arial"/>
                <a:cs typeface="Arial"/>
                <a:sym typeface="Arial"/>
              </a:rPr>
              <a:t>Predictive inputs sourced real time or batch to identify </a:t>
            </a:r>
            <a:r>
              <a:rPr lang="en" sz="700"/>
              <a:t>international calling related </a:t>
            </a:r>
            <a:r>
              <a:rPr lang="en" sz="700" b="0" i="0" u="none" strike="noStrike" cap="none">
                <a:solidFill>
                  <a:srgbClr val="000000"/>
                </a:solidFill>
                <a:latin typeface="Arial"/>
                <a:ea typeface="Arial"/>
                <a:cs typeface="Arial"/>
                <a:sym typeface="Arial"/>
              </a:rPr>
              <a:t>scenarios in the past and curren</a:t>
            </a:r>
            <a:r>
              <a:rPr lang="en" sz="700"/>
              <a:t>t </a:t>
            </a:r>
            <a:r>
              <a:rPr lang="en" sz="700" b="0" i="0" u="none" strike="noStrike" cap="none">
                <a:solidFill>
                  <a:srgbClr val="000000"/>
                </a:solidFill>
                <a:latin typeface="Arial"/>
                <a:ea typeface="Arial"/>
                <a:cs typeface="Arial"/>
                <a:sym typeface="Arial"/>
              </a:rPr>
              <a:t>month</a:t>
            </a:r>
            <a:endParaRPr sz="700" b="0" i="0" u="none" strike="noStrike" cap="none">
              <a:solidFill>
                <a:srgbClr val="000000"/>
              </a:solidFill>
              <a:latin typeface="Arial"/>
              <a:ea typeface="Arial"/>
              <a:cs typeface="Arial"/>
              <a:sym typeface="Arial"/>
            </a:endParaRPr>
          </a:p>
        </p:txBody>
      </p:sp>
      <p:grpSp>
        <p:nvGrpSpPr>
          <p:cNvPr id="885" name="Google Shape;885;p130"/>
          <p:cNvGrpSpPr/>
          <p:nvPr/>
        </p:nvGrpSpPr>
        <p:grpSpPr>
          <a:xfrm>
            <a:off x="2090622" y="1191443"/>
            <a:ext cx="130800" cy="516900"/>
            <a:chOff x="779225" y="1197700"/>
            <a:chExt cx="130800" cy="516900"/>
          </a:xfrm>
        </p:grpSpPr>
        <p:cxnSp>
          <p:nvCxnSpPr>
            <p:cNvPr id="886" name="Google Shape;886;p130"/>
            <p:cNvCxnSpPr/>
            <p:nvPr/>
          </p:nvCxnSpPr>
          <p:spPr>
            <a:xfrm>
              <a:off x="844625" y="1197700"/>
              <a:ext cx="0" cy="516900"/>
            </a:xfrm>
            <a:prstGeom prst="straightConnector1">
              <a:avLst/>
            </a:prstGeom>
            <a:noFill/>
            <a:ln w="12700" cap="sq" cmpd="sng">
              <a:solidFill>
                <a:schemeClr val="accent1"/>
              </a:solidFill>
              <a:prstDash val="solid"/>
              <a:round/>
              <a:headEnd type="none" w="sm" len="sm"/>
              <a:tailEnd type="none" w="sm" len="sm"/>
            </a:ln>
          </p:spPr>
        </p:cxnSp>
        <p:grpSp>
          <p:nvGrpSpPr>
            <p:cNvPr id="887" name="Google Shape;887;p130"/>
            <p:cNvGrpSpPr/>
            <p:nvPr/>
          </p:nvGrpSpPr>
          <p:grpSpPr>
            <a:xfrm>
              <a:off x="779225" y="1393300"/>
              <a:ext cx="130800" cy="125700"/>
              <a:chOff x="873200" y="-629975"/>
              <a:chExt cx="130800" cy="125700"/>
            </a:xfrm>
          </p:grpSpPr>
          <p:sp>
            <p:nvSpPr>
              <p:cNvPr id="888" name="Google Shape;888;p130"/>
              <p:cNvSpPr/>
              <p:nvPr/>
            </p:nvSpPr>
            <p:spPr>
              <a:xfrm>
                <a:off x="873200" y="-629975"/>
                <a:ext cx="130800" cy="125700"/>
              </a:xfrm>
              <a:prstGeom prst="ellipse">
                <a:avLst/>
              </a:prstGeom>
              <a:solidFill>
                <a:schemeClr val="lt1"/>
              </a:solidFill>
              <a:ln w="12700" cap="sq"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889" name="Google Shape;889;p130"/>
              <p:cNvSpPr/>
              <p:nvPr/>
            </p:nvSpPr>
            <p:spPr>
              <a:xfrm rot="-5400000">
                <a:off x="909950" y="-601687"/>
                <a:ext cx="57300" cy="69125"/>
              </a:xfrm>
              <a:custGeom>
                <a:avLst/>
                <a:gdLst/>
                <a:ahLst/>
                <a:cxnLst/>
                <a:rect l="l" t="t" r="r" b="b"/>
                <a:pathLst>
                  <a:path w="202" h="196" extrusionOk="0">
                    <a:moveTo>
                      <a:pt x="82" y="0"/>
                    </a:moveTo>
                    <a:lnTo>
                      <a:pt x="120" y="0"/>
                    </a:lnTo>
                    <a:lnTo>
                      <a:pt x="130" y="0"/>
                    </a:lnTo>
                    <a:lnTo>
                      <a:pt x="139" y="6"/>
                    </a:lnTo>
                    <a:lnTo>
                      <a:pt x="145" y="12"/>
                    </a:lnTo>
                    <a:lnTo>
                      <a:pt x="149" y="22"/>
                    </a:lnTo>
                    <a:lnTo>
                      <a:pt x="149" y="22"/>
                    </a:lnTo>
                    <a:lnTo>
                      <a:pt x="149" y="91"/>
                    </a:lnTo>
                    <a:lnTo>
                      <a:pt x="190" y="91"/>
                    </a:lnTo>
                    <a:lnTo>
                      <a:pt x="196" y="91"/>
                    </a:lnTo>
                    <a:lnTo>
                      <a:pt x="202" y="95"/>
                    </a:lnTo>
                    <a:lnTo>
                      <a:pt x="202" y="101"/>
                    </a:lnTo>
                    <a:lnTo>
                      <a:pt x="202" y="104"/>
                    </a:lnTo>
                    <a:lnTo>
                      <a:pt x="196" y="110"/>
                    </a:lnTo>
                    <a:lnTo>
                      <a:pt x="120" y="186"/>
                    </a:lnTo>
                    <a:lnTo>
                      <a:pt x="114" y="193"/>
                    </a:lnTo>
                    <a:lnTo>
                      <a:pt x="104" y="196"/>
                    </a:lnTo>
                    <a:lnTo>
                      <a:pt x="98" y="196"/>
                    </a:lnTo>
                    <a:lnTo>
                      <a:pt x="88" y="193"/>
                    </a:lnTo>
                    <a:lnTo>
                      <a:pt x="82" y="186"/>
                    </a:lnTo>
                    <a:lnTo>
                      <a:pt x="6" y="110"/>
                    </a:lnTo>
                    <a:lnTo>
                      <a:pt x="0" y="104"/>
                    </a:lnTo>
                    <a:lnTo>
                      <a:pt x="0" y="101"/>
                    </a:lnTo>
                    <a:lnTo>
                      <a:pt x="0" y="95"/>
                    </a:lnTo>
                    <a:lnTo>
                      <a:pt x="6" y="91"/>
                    </a:lnTo>
                    <a:lnTo>
                      <a:pt x="12" y="91"/>
                    </a:lnTo>
                    <a:lnTo>
                      <a:pt x="54" y="91"/>
                    </a:lnTo>
                    <a:lnTo>
                      <a:pt x="54" y="22"/>
                    </a:lnTo>
                    <a:lnTo>
                      <a:pt x="54" y="22"/>
                    </a:lnTo>
                    <a:lnTo>
                      <a:pt x="57" y="12"/>
                    </a:lnTo>
                    <a:lnTo>
                      <a:pt x="63" y="6"/>
                    </a:lnTo>
                    <a:lnTo>
                      <a:pt x="73" y="0"/>
                    </a:lnTo>
                    <a:lnTo>
                      <a:pt x="8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grpSp>
      </p:grpSp>
      <p:sp>
        <p:nvSpPr>
          <p:cNvPr id="890" name="Google Shape;890;p130"/>
          <p:cNvSpPr txBox="1"/>
          <p:nvPr/>
        </p:nvSpPr>
        <p:spPr>
          <a:xfrm>
            <a:off x="2272875" y="1209540"/>
            <a:ext cx="1527000" cy="516900"/>
          </a:xfrm>
          <a:prstGeom prst="rect">
            <a:avLst/>
          </a:prstGeom>
          <a:noFill/>
          <a:ln>
            <a:noFill/>
          </a:ln>
        </p:spPr>
        <p:txBody>
          <a:bodyPr spcFirstLastPara="1" wrap="square" lIns="0" tIns="0" rIns="0" bIns="0" anchor="t" anchorCtr="0">
            <a:noAutofit/>
          </a:bodyPr>
          <a:lstStyle/>
          <a:p>
            <a:pPr marL="5080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000000"/>
                </a:solidFill>
                <a:latin typeface="Arial"/>
                <a:ea typeface="Arial"/>
                <a:cs typeface="Arial"/>
                <a:sym typeface="Arial"/>
              </a:rPr>
              <a:t>100+ Conditions and assets used as inputs for final predictions to determine if customer is calling  regarding a billing. </a:t>
            </a:r>
            <a:endParaRPr sz="700" b="0" i="0" u="none" strike="noStrike" cap="none">
              <a:solidFill>
                <a:srgbClr val="000000"/>
              </a:solidFill>
              <a:latin typeface="Arial"/>
              <a:ea typeface="Arial"/>
              <a:cs typeface="Arial"/>
              <a:sym typeface="Arial"/>
            </a:endParaRPr>
          </a:p>
        </p:txBody>
      </p:sp>
      <p:grpSp>
        <p:nvGrpSpPr>
          <p:cNvPr id="891" name="Google Shape;891;p130"/>
          <p:cNvGrpSpPr/>
          <p:nvPr/>
        </p:nvGrpSpPr>
        <p:grpSpPr>
          <a:xfrm>
            <a:off x="3843222" y="1191443"/>
            <a:ext cx="130800" cy="516900"/>
            <a:chOff x="779225" y="1197700"/>
            <a:chExt cx="130800" cy="516900"/>
          </a:xfrm>
        </p:grpSpPr>
        <p:cxnSp>
          <p:nvCxnSpPr>
            <p:cNvPr id="892" name="Google Shape;892;p130"/>
            <p:cNvCxnSpPr/>
            <p:nvPr/>
          </p:nvCxnSpPr>
          <p:spPr>
            <a:xfrm>
              <a:off x="844625" y="1197700"/>
              <a:ext cx="0" cy="516900"/>
            </a:xfrm>
            <a:prstGeom prst="straightConnector1">
              <a:avLst/>
            </a:prstGeom>
            <a:noFill/>
            <a:ln w="12700" cap="sq" cmpd="sng">
              <a:solidFill>
                <a:schemeClr val="accent1"/>
              </a:solidFill>
              <a:prstDash val="solid"/>
              <a:round/>
              <a:headEnd type="none" w="sm" len="sm"/>
              <a:tailEnd type="none" w="sm" len="sm"/>
            </a:ln>
          </p:spPr>
        </p:cxnSp>
        <p:grpSp>
          <p:nvGrpSpPr>
            <p:cNvPr id="893" name="Google Shape;893;p130"/>
            <p:cNvGrpSpPr/>
            <p:nvPr/>
          </p:nvGrpSpPr>
          <p:grpSpPr>
            <a:xfrm>
              <a:off x="779225" y="1393300"/>
              <a:ext cx="130800" cy="125700"/>
              <a:chOff x="873200" y="-629975"/>
              <a:chExt cx="130800" cy="125700"/>
            </a:xfrm>
          </p:grpSpPr>
          <p:sp>
            <p:nvSpPr>
              <p:cNvPr id="894" name="Google Shape;894;p130"/>
              <p:cNvSpPr/>
              <p:nvPr/>
            </p:nvSpPr>
            <p:spPr>
              <a:xfrm>
                <a:off x="873200" y="-629975"/>
                <a:ext cx="130800" cy="125700"/>
              </a:xfrm>
              <a:prstGeom prst="ellipse">
                <a:avLst/>
              </a:prstGeom>
              <a:solidFill>
                <a:schemeClr val="lt1"/>
              </a:solidFill>
              <a:ln w="12700" cap="sq"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895" name="Google Shape;895;p130"/>
              <p:cNvSpPr/>
              <p:nvPr/>
            </p:nvSpPr>
            <p:spPr>
              <a:xfrm rot="-5400000">
                <a:off x="909950" y="-601687"/>
                <a:ext cx="57300" cy="69125"/>
              </a:xfrm>
              <a:custGeom>
                <a:avLst/>
                <a:gdLst/>
                <a:ahLst/>
                <a:cxnLst/>
                <a:rect l="l" t="t" r="r" b="b"/>
                <a:pathLst>
                  <a:path w="202" h="196" extrusionOk="0">
                    <a:moveTo>
                      <a:pt x="82" y="0"/>
                    </a:moveTo>
                    <a:lnTo>
                      <a:pt x="120" y="0"/>
                    </a:lnTo>
                    <a:lnTo>
                      <a:pt x="130" y="0"/>
                    </a:lnTo>
                    <a:lnTo>
                      <a:pt x="139" y="6"/>
                    </a:lnTo>
                    <a:lnTo>
                      <a:pt x="145" y="12"/>
                    </a:lnTo>
                    <a:lnTo>
                      <a:pt x="149" y="22"/>
                    </a:lnTo>
                    <a:lnTo>
                      <a:pt x="149" y="22"/>
                    </a:lnTo>
                    <a:lnTo>
                      <a:pt x="149" y="91"/>
                    </a:lnTo>
                    <a:lnTo>
                      <a:pt x="190" y="91"/>
                    </a:lnTo>
                    <a:lnTo>
                      <a:pt x="196" y="91"/>
                    </a:lnTo>
                    <a:lnTo>
                      <a:pt x="202" y="95"/>
                    </a:lnTo>
                    <a:lnTo>
                      <a:pt x="202" y="101"/>
                    </a:lnTo>
                    <a:lnTo>
                      <a:pt x="202" y="104"/>
                    </a:lnTo>
                    <a:lnTo>
                      <a:pt x="196" y="110"/>
                    </a:lnTo>
                    <a:lnTo>
                      <a:pt x="120" y="186"/>
                    </a:lnTo>
                    <a:lnTo>
                      <a:pt x="114" y="193"/>
                    </a:lnTo>
                    <a:lnTo>
                      <a:pt x="104" y="196"/>
                    </a:lnTo>
                    <a:lnTo>
                      <a:pt x="98" y="196"/>
                    </a:lnTo>
                    <a:lnTo>
                      <a:pt x="88" y="193"/>
                    </a:lnTo>
                    <a:lnTo>
                      <a:pt x="82" y="186"/>
                    </a:lnTo>
                    <a:lnTo>
                      <a:pt x="6" y="110"/>
                    </a:lnTo>
                    <a:lnTo>
                      <a:pt x="0" y="104"/>
                    </a:lnTo>
                    <a:lnTo>
                      <a:pt x="0" y="101"/>
                    </a:lnTo>
                    <a:lnTo>
                      <a:pt x="0" y="95"/>
                    </a:lnTo>
                    <a:lnTo>
                      <a:pt x="6" y="91"/>
                    </a:lnTo>
                    <a:lnTo>
                      <a:pt x="12" y="91"/>
                    </a:lnTo>
                    <a:lnTo>
                      <a:pt x="54" y="91"/>
                    </a:lnTo>
                    <a:lnTo>
                      <a:pt x="54" y="22"/>
                    </a:lnTo>
                    <a:lnTo>
                      <a:pt x="54" y="22"/>
                    </a:lnTo>
                    <a:lnTo>
                      <a:pt x="57" y="12"/>
                    </a:lnTo>
                    <a:lnTo>
                      <a:pt x="63" y="6"/>
                    </a:lnTo>
                    <a:lnTo>
                      <a:pt x="73" y="0"/>
                    </a:lnTo>
                    <a:lnTo>
                      <a:pt x="8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grpSp>
      </p:grpSp>
      <p:grpSp>
        <p:nvGrpSpPr>
          <p:cNvPr id="896" name="Google Shape;896;p130"/>
          <p:cNvGrpSpPr/>
          <p:nvPr/>
        </p:nvGrpSpPr>
        <p:grpSpPr>
          <a:xfrm>
            <a:off x="5672022" y="1191443"/>
            <a:ext cx="130800" cy="516900"/>
            <a:chOff x="779225" y="1197700"/>
            <a:chExt cx="130800" cy="516900"/>
          </a:xfrm>
        </p:grpSpPr>
        <p:cxnSp>
          <p:nvCxnSpPr>
            <p:cNvPr id="897" name="Google Shape;897;p130"/>
            <p:cNvCxnSpPr/>
            <p:nvPr/>
          </p:nvCxnSpPr>
          <p:spPr>
            <a:xfrm>
              <a:off x="844625" y="1197700"/>
              <a:ext cx="0" cy="516900"/>
            </a:xfrm>
            <a:prstGeom prst="straightConnector1">
              <a:avLst/>
            </a:prstGeom>
            <a:noFill/>
            <a:ln w="12700" cap="sq" cmpd="sng">
              <a:solidFill>
                <a:schemeClr val="accent1"/>
              </a:solidFill>
              <a:prstDash val="solid"/>
              <a:round/>
              <a:headEnd type="none" w="sm" len="sm"/>
              <a:tailEnd type="none" w="sm" len="sm"/>
            </a:ln>
          </p:spPr>
        </p:cxnSp>
        <p:grpSp>
          <p:nvGrpSpPr>
            <p:cNvPr id="898" name="Google Shape;898;p130"/>
            <p:cNvGrpSpPr/>
            <p:nvPr/>
          </p:nvGrpSpPr>
          <p:grpSpPr>
            <a:xfrm>
              <a:off x="779225" y="1393300"/>
              <a:ext cx="130800" cy="125700"/>
              <a:chOff x="873200" y="-629975"/>
              <a:chExt cx="130800" cy="125700"/>
            </a:xfrm>
          </p:grpSpPr>
          <p:sp>
            <p:nvSpPr>
              <p:cNvPr id="899" name="Google Shape;899;p130"/>
              <p:cNvSpPr/>
              <p:nvPr/>
            </p:nvSpPr>
            <p:spPr>
              <a:xfrm>
                <a:off x="873200" y="-629975"/>
                <a:ext cx="130800" cy="125700"/>
              </a:xfrm>
              <a:prstGeom prst="ellipse">
                <a:avLst/>
              </a:prstGeom>
              <a:solidFill>
                <a:schemeClr val="lt1"/>
              </a:solidFill>
              <a:ln w="12700" cap="sq"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00" b="0" i="0" u="none" strike="noStrike" cap="none">
                  <a:solidFill>
                    <a:srgbClr val="FFFFFF"/>
                  </a:solidFill>
                  <a:latin typeface="Arial"/>
                  <a:ea typeface="Arial"/>
                  <a:cs typeface="Arial"/>
                  <a:sym typeface="Arial"/>
                </a:endParaRPr>
              </a:p>
            </p:txBody>
          </p:sp>
          <p:sp>
            <p:nvSpPr>
              <p:cNvPr id="900" name="Google Shape;900;p130"/>
              <p:cNvSpPr/>
              <p:nvPr/>
            </p:nvSpPr>
            <p:spPr>
              <a:xfrm rot="-5400000">
                <a:off x="909950" y="-601687"/>
                <a:ext cx="57300" cy="69125"/>
              </a:xfrm>
              <a:custGeom>
                <a:avLst/>
                <a:gdLst/>
                <a:ahLst/>
                <a:cxnLst/>
                <a:rect l="l" t="t" r="r" b="b"/>
                <a:pathLst>
                  <a:path w="202" h="196" extrusionOk="0">
                    <a:moveTo>
                      <a:pt x="82" y="0"/>
                    </a:moveTo>
                    <a:lnTo>
                      <a:pt x="120" y="0"/>
                    </a:lnTo>
                    <a:lnTo>
                      <a:pt x="130" y="0"/>
                    </a:lnTo>
                    <a:lnTo>
                      <a:pt x="139" y="6"/>
                    </a:lnTo>
                    <a:lnTo>
                      <a:pt x="145" y="12"/>
                    </a:lnTo>
                    <a:lnTo>
                      <a:pt x="149" y="22"/>
                    </a:lnTo>
                    <a:lnTo>
                      <a:pt x="149" y="22"/>
                    </a:lnTo>
                    <a:lnTo>
                      <a:pt x="149" y="91"/>
                    </a:lnTo>
                    <a:lnTo>
                      <a:pt x="190" y="91"/>
                    </a:lnTo>
                    <a:lnTo>
                      <a:pt x="196" y="91"/>
                    </a:lnTo>
                    <a:lnTo>
                      <a:pt x="202" y="95"/>
                    </a:lnTo>
                    <a:lnTo>
                      <a:pt x="202" y="101"/>
                    </a:lnTo>
                    <a:lnTo>
                      <a:pt x="202" y="104"/>
                    </a:lnTo>
                    <a:lnTo>
                      <a:pt x="196" y="110"/>
                    </a:lnTo>
                    <a:lnTo>
                      <a:pt x="120" y="186"/>
                    </a:lnTo>
                    <a:lnTo>
                      <a:pt x="114" y="193"/>
                    </a:lnTo>
                    <a:lnTo>
                      <a:pt x="104" y="196"/>
                    </a:lnTo>
                    <a:lnTo>
                      <a:pt x="98" y="196"/>
                    </a:lnTo>
                    <a:lnTo>
                      <a:pt x="88" y="193"/>
                    </a:lnTo>
                    <a:lnTo>
                      <a:pt x="82" y="186"/>
                    </a:lnTo>
                    <a:lnTo>
                      <a:pt x="6" y="110"/>
                    </a:lnTo>
                    <a:lnTo>
                      <a:pt x="0" y="104"/>
                    </a:lnTo>
                    <a:lnTo>
                      <a:pt x="0" y="101"/>
                    </a:lnTo>
                    <a:lnTo>
                      <a:pt x="0" y="95"/>
                    </a:lnTo>
                    <a:lnTo>
                      <a:pt x="6" y="91"/>
                    </a:lnTo>
                    <a:lnTo>
                      <a:pt x="12" y="91"/>
                    </a:lnTo>
                    <a:lnTo>
                      <a:pt x="54" y="91"/>
                    </a:lnTo>
                    <a:lnTo>
                      <a:pt x="54" y="22"/>
                    </a:lnTo>
                    <a:lnTo>
                      <a:pt x="54" y="22"/>
                    </a:lnTo>
                    <a:lnTo>
                      <a:pt x="57" y="12"/>
                    </a:lnTo>
                    <a:lnTo>
                      <a:pt x="63" y="6"/>
                    </a:lnTo>
                    <a:lnTo>
                      <a:pt x="73" y="0"/>
                    </a:lnTo>
                    <a:lnTo>
                      <a:pt x="8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grpSp>
      </p:grpSp>
      <p:sp>
        <p:nvSpPr>
          <p:cNvPr id="901" name="Google Shape;901;p130"/>
          <p:cNvSpPr txBox="1"/>
          <p:nvPr/>
        </p:nvSpPr>
        <p:spPr>
          <a:xfrm>
            <a:off x="7418700" y="1146670"/>
            <a:ext cx="1662900" cy="598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00"/>
              <a:buFont typeface="Arial"/>
              <a:buNone/>
            </a:pPr>
            <a:r>
              <a:rPr lang="en" sz="700" b="1" i="0" u="none" strike="noStrike" cap="none">
                <a:solidFill>
                  <a:srgbClr val="000000"/>
                </a:solidFill>
                <a:latin typeface="Arial"/>
                <a:ea typeface="Arial"/>
                <a:cs typeface="Arial"/>
                <a:sym typeface="Arial"/>
              </a:rPr>
              <a:t>Call Volume Reduction- TBD</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500"/>
              <a:buFont typeface="Arial"/>
              <a:buNone/>
            </a:pPr>
            <a:endParaRPr sz="700" b="1" i="0" u="none" strike="noStrike" cap="none">
              <a:solidFill>
                <a:srgbClr val="000000"/>
              </a:solidFill>
              <a:latin typeface="Arial"/>
              <a:ea typeface="Arial"/>
              <a:cs typeface="Arial"/>
              <a:sym typeface="Arial"/>
            </a:endParaRPr>
          </a:p>
          <a:p>
            <a:pPr marL="88900" marR="0" lvl="0" indent="0" algn="l" rtl="0">
              <a:lnSpc>
                <a:spcPct val="100000"/>
              </a:lnSpc>
              <a:spcBef>
                <a:spcPts val="0"/>
              </a:spcBef>
              <a:spcAft>
                <a:spcPts val="0"/>
              </a:spcAft>
              <a:buClr>
                <a:srgbClr val="000000"/>
              </a:buClr>
              <a:buSzPts val="700"/>
              <a:buFont typeface="Arial"/>
              <a:buNone/>
            </a:pPr>
            <a:endParaRPr sz="7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en" sz="700" b="1" i="0" u="none" strike="noStrike" cap="none">
                <a:solidFill>
                  <a:srgbClr val="000000"/>
                </a:solidFill>
                <a:latin typeface="Arial"/>
                <a:ea typeface="Arial"/>
                <a:cs typeface="Arial"/>
                <a:sym typeface="Arial"/>
              </a:rPr>
              <a:t>Deflection Rate- TBD </a:t>
            </a:r>
            <a:endParaRPr sz="700" b="1" i="0" u="none" strike="noStrike" cap="none">
              <a:solidFill>
                <a:srgbClr val="000000"/>
              </a:solidFill>
              <a:latin typeface="Arial"/>
              <a:ea typeface="Arial"/>
              <a:cs typeface="Arial"/>
              <a:sym typeface="Arial"/>
            </a:endParaRPr>
          </a:p>
          <a:p>
            <a:pPr marL="177800" marR="0" lvl="0" indent="-50800" algn="l" rtl="0">
              <a:lnSpc>
                <a:spcPct val="100000"/>
              </a:lnSpc>
              <a:spcBef>
                <a:spcPts val="0"/>
              </a:spcBef>
              <a:spcAft>
                <a:spcPts val="0"/>
              </a:spcAft>
              <a:buClr>
                <a:srgbClr val="000000"/>
              </a:buClr>
              <a:buSzPts val="500"/>
              <a:buFont typeface="Arial"/>
              <a:buNone/>
            </a:pPr>
            <a:endParaRPr sz="7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500"/>
              <a:buFont typeface="Arial"/>
              <a:buNone/>
            </a:pPr>
            <a:r>
              <a:rPr lang="en" sz="700" b="1" i="0" u="none" strike="noStrike" cap="none">
                <a:solidFill>
                  <a:srgbClr val="FFFFFF"/>
                </a:solidFill>
                <a:latin typeface="Arial"/>
                <a:ea typeface="Arial"/>
                <a:cs typeface="Arial"/>
                <a:sym typeface="Arial"/>
              </a:rPr>
              <a:t> </a:t>
            </a:r>
            <a:endParaRPr sz="7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500"/>
              <a:buFont typeface="Arial"/>
              <a:buNone/>
            </a:pPr>
            <a:endParaRPr sz="700" b="0" i="0" u="none" strike="noStrike" cap="none">
              <a:solidFill>
                <a:srgbClr val="FFFFFF"/>
              </a:solidFill>
              <a:latin typeface="Arial"/>
              <a:ea typeface="Arial"/>
              <a:cs typeface="Arial"/>
              <a:sym typeface="Arial"/>
            </a:endParaRPr>
          </a:p>
        </p:txBody>
      </p:sp>
      <p:sp>
        <p:nvSpPr>
          <p:cNvPr id="902" name="Google Shape;902;p130"/>
          <p:cNvSpPr txBox="1"/>
          <p:nvPr/>
        </p:nvSpPr>
        <p:spPr>
          <a:xfrm>
            <a:off x="-600" y="1766260"/>
            <a:ext cx="4075200" cy="475500"/>
          </a:xfrm>
          <a:prstGeom prst="rect">
            <a:avLst/>
          </a:prstGeom>
          <a:no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1" i="0" u="none" strike="noStrike" cap="none">
                <a:solidFill>
                  <a:srgbClr val="000000"/>
                </a:solidFill>
                <a:latin typeface="Arial"/>
                <a:ea typeface="Arial"/>
                <a:cs typeface="Arial"/>
                <a:sym typeface="Arial"/>
              </a:rPr>
              <a:t>Insight Available to Channel: </a:t>
            </a:r>
            <a:r>
              <a:rPr lang="en" sz="800" b="1"/>
              <a:t>11/19</a:t>
            </a:r>
            <a:r>
              <a:rPr lang="en" sz="800" b="1" i="0" u="none" strike="noStrike" cap="none">
                <a:solidFill>
                  <a:srgbClr val="000000"/>
                </a:solidFill>
                <a:latin typeface="Arial"/>
                <a:ea typeface="Arial"/>
                <a:cs typeface="Arial"/>
                <a:sym typeface="Arial"/>
              </a:rPr>
              <a:t> </a:t>
            </a:r>
            <a:endParaRPr sz="800" b="1" i="0" u="none" strike="noStrike" cap="none">
              <a:solidFill>
                <a:srgbClr val="000000"/>
              </a:solidFill>
              <a:latin typeface="Arial"/>
              <a:ea typeface="Arial"/>
              <a:cs typeface="Arial"/>
              <a:sym typeface="Arial"/>
            </a:endParaRPr>
          </a:p>
        </p:txBody>
      </p:sp>
      <p:graphicFrame>
        <p:nvGraphicFramePr>
          <p:cNvPr id="903" name="Google Shape;903;p130"/>
          <p:cNvGraphicFramePr/>
          <p:nvPr/>
        </p:nvGraphicFramePr>
        <p:xfrm>
          <a:off x="457219" y="2281566"/>
          <a:ext cx="3000000" cy="3000000"/>
        </p:xfrm>
        <a:graphic>
          <a:graphicData uri="http://schemas.openxmlformats.org/drawingml/2006/table">
            <a:tbl>
              <a:tblPr>
                <a:noFill/>
                <a:tableStyleId>{96359DF1-3D29-4BB4-BFCF-E7ED808E703D}</a:tableStyleId>
              </a:tblPr>
              <a:tblGrid>
                <a:gridCol w="2063075"/>
                <a:gridCol w="2063075"/>
                <a:gridCol w="2063075"/>
                <a:gridCol w="2063075"/>
              </a:tblGrid>
              <a:tr h="346175">
                <a:tc>
                  <a:txBody>
                    <a:bodyPr/>
                    <a:lstStyle/>
                    <a:p>
                      <a:pPr marL="0" marR="0" lvl="0" indent="0" algn="ctr" rtl="0">
                        <a:lnSpc>
                          <a:spcPct val="100000"/>
                        </a:lnSpc>
                        <a:spcBef>
                          <a:spcPts val="0"/>
                        </a:spcBef>
                        <a:spcAft>
                          <a:spcPts val="0"/>
                        </a:spcAft>
                        <a:buClr>
                          <a:srgbClr val="000000"/>
                        </a:buClr>
                        <a:buSzPts val="900"/>
                        <a:buFont typeface="Arial"/>
                        <a:buNone/>
                      </a:pPr>
                      <a:r>
                        <a:rPr lang="en" sz="900" b="1"/>
                        <a:t>IVR </a:t>
                      </a:r>
                      <a:r>
                        <a:rPr lang="en" sz="900" b="1" u="none" strike="noStrike" cap="none">
                          <a:latin typeface="Arial"/>
                          <a:ea typeface="Arial"/>
                          <a:cs typeface="Arial"/>
                          <a:sym typeface="Arial"/>
                        </a:rPr>
                        <a:t> </a:t>
                      </a:r>
                      <a:r>
                        <a:rPr lang="en" sz="900" b="1"/>
                        <a:t>(11/19</a:t>
                      </a:r>
                      <a:r>
                        <a:rPr lang="en" sz="900" b="1" u="none" strike="noStrike" cap="none">
                          <a:latin typeface="Arial"/>
                          <a:ea typeface="Arial"/>
                          <a:cs typeface="Arial"/>
                          <a:sym typeface="Arial"/>
                        </a:rPr>
                        <a:t>)</a:t>
                      </a:r>
                      <a:endParaRPr sz="900" b="1" u="none" strike="noStrike" cap="none">
                        <a:latin typeface="Arial"/>
                        <a:ea typeface="Arial"/>
                        <a:cs typeface="Arial"/>
                        <a:sym typeface="Arial"/>
                      </a:endParaRPr>
                    </a:p>
                  </a:txBody>
                  <a:tcPr marL="68575" marR="68575" marT="68575" marB="6857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28575" cap="flat" cmpd="sng">
                      <a:solidFill>
                        <a:srgbClr val="FFFFFF">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900"/>
                        <a:buFont typeface="Arial"/>
                        <a:buNone/>
                      </a:pPr>
                      <a:r>
                        <a:rPr lang="en" sz="900" b="1"/>
                        <a:t>Chatbot</a:t>
                      </a:r>
                      <a:r>
                        <a:rPr lang="en" sz="900" b="1" u="none" strike="noStrike" cap="none">
                          <a:latin typeface="Arial"/>
                          <a:ea typeface="Arial"/>
                          <a:cs typeface="Arial"/>
                          <a:sym typeface="Arial"/>
                        </a:rPr>
                        <a:t> (</a:t>
                      </a:r>
                      <a:r>
                        <a:rPr lang="en" sz="900" b="1"/>
                        <a:t>11/19</a:t>
                      </a:r>
                      <a:r>
                        <a:rPr lang="en" sz="900" b="1" u="none" strike="noStrike" cap="none">
                          <a:latin typeface="Arial"/>
                          <a:ea typeface="Arial"/>
                          <a:cs typeface="Arial"/>
                          <a:sym typeface="Arial"/>
                        </a:rPr>
                        <a:t>)</a:t>
                      </a:r>
                      <a:endParaRPr sz="900" b="1" u="none" strike="noStrike" cap="none">
                        <a:latin typeface="Arial"/>
                        <a:ea typeface="Arial"/>
                        <a:cs typeface="Arial"/>
                        <a:sym typeface="Arial"/>
                      </a:endParaRPr>
                    </a:p>
                  </a:txBody>
                  <a:tcPr marL="68575" marR="68575" marT="68575" marB="68575">
                    <a:lnL w="19050"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28575" cap="flat" cmpd="sng">
                      <a:solidFill>
                        <a:srgbClr val="FFFFFF">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900"/>
                        <a:buFont typeface="Arial"/>
                        <a:buNone/>
                      </a:pPr>
                      <a:r>
                        <a:rPr lang="en" sz="900" b="1" u="none" strike="noStrike" cap="none">
                          <a:latin typeface="Arial"/>
                          <a:ea typeface="Arial"/>
                          <a:cs typeface="Arial"/>
                          <a:sym typeface="Arial"/>
                        </a:rPr>
                        <a:t>Desktop Tools (tbd)</a:t>
                      </a:r>
                      <a:endParaRPr sz="900" b="1" u="none" strike="noStrike" cap="none">
                        <a:latin typeface="Arial"/>
                        <a:ea typeface="Arial"/>
                        <a:cs typeface="Arial"/>
                        <a:sym typeface="Arial"/>
                      </a:endParaRPr>
                    </a:p>
                  </a:txBody>
                  <a:tcPr marL="68575" marR="68575" marT="68575" marB="6857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28575" cap="flat" cmpd="sng">
                      <a:solidFill>
                        <a:srgbClr val="FFFFFF">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900"/>
                        <a:buFont typeface="Arial"/>
                        <a:buNone/>
                      </a:pPr>
                      <a:r>
                        <a:rPr lang="en" sz="900" b="1" u="none" strike="noStrike" cap="none"/>
                        <a:t>MyVerizon &amp; </a:t>
                      </a:r>
                      <a:r>
                        <a:rPr lang="en" sz="900" b="1" u="none" strike="noStrike" cap="none">
                          <a:latin typeface="Arial"/>
                          <a:ea typeface="Arial"/>
                          <a:cs typeface="Arial"/>
                          <a:sym typeface="Arial"/>
                        </a:rPr>
                        <a:t>App</a:t>
                      </a:r>
                      <a:r>
                        <a:rPr lang="en" sz="900" b="1"/>
                        <a:t> (Q1’20</a:t>
                      </a:r>
                      <a:r>
                        <a:rPr lang="en" sz="900" b="1" u="none" strike="noStrike" cap="none">
                          <a:latin typeface="Arial"/>
                          <a:ea typeface="Arial"/>
                          <a:cs typeface="Arial"/>
                          <a:sym typeface="Arial"/>
                        </a:rPr>
                        <a:t>)</a:t>
                      </a:r>
                      <a:endParaRPr sz="900" b="1" u="none" strike="noStrike" cap="none">
                        <a:latin typeface="Arial"/>
                        <a:ea typeface="Arial"/>
                        <a:cs typeface="Arial"/>
                        <a:sym typeface="Arial"/>
                      </a:endParaRPr>
                    </a:p>
                  </a:txBody>
                  <a:tcPr marL="68575" marR="68575" marT="68575" marB="68575">
                    <a:lnL w="28575" cap="flat" cmpd="sng">
                      <a:solidFill>
                        <a:srgbClr val="000000"/>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8575" cap="flat" cmpd="sng">
                      <a:solidFill>
                        <a:srgbClr val="FFFFFF">
                          <a:alpha val="0"/>
                        </a:srgbClr>
                      </a:solidFill>
                      <a:prstDash val="solid"/>
                      <a:round/>
                      <a:headEnd type="none" w="sm" len="sm"/>
                      <a:tailEnd type="none" w="sm" len="sm"/>
                    </a:lnB>
                  </a:tcPr>
                </a:tc>
              </a:tr>
              <a:tr h="647225">
                <a:tc>
                  <a:txBody>
                    <a:bodyPr/>
                    <a:lstStyle/>
                    <a:p>
                      <a:pPr marL="0" marR="0" lvl="0" indent="0" algn="l" rtl="0">
                        <a:lnSpc>
                          <a:spcPct val="100000"/>
                        </a:lnSpc>
                        <a:spcBef>
                          <a:spcPts val="0"/>
                        </a:spcBef>
                        <a:spcAft>
                          <a:spcPts val="0"/>
                        </a:spcAft>
                        <a:buClr>
                          <a:schemeClr val="dk1"/>
                        </a:buClr>
                        <a:buSzPts val="800"/>
                        <a:buFont typeface="Arial"/>
                        <a:buNone/>
                      </a:pPr>
                      <a:endParaRPr sz="700"/>
                    </a:p>
                    <a:p>
                      <a:pPr marL="0" lvl="0" indent="0" algn="ctr" rtl="0">
                        <a:spcBef>
                          <a:spcPts val="0"/>
                        </a:spcBef>
                        <a:spcAft>
                          <a:spcPts val="0"/>
                        </a:spcAft>
                        <a:buClr>
                          <a:schemeClr val="dk1"/>
                        </a:buClr>
                        <a:buSzPts val="700"/>
                        <a:buFont typeface="Arial"/>
                        <a:buNone/>
                      </a:pPr>
                      <a:r>
                        <a:rPr lang="en" sz="700">
                          <a:solidFill>
                            <a:schemeClr val="dk1"/>
                          </a:solidFill>
                        </a:rPr>
                        <a:t>Chat Voicebot in</a:t>
                      </a:r>
                      <a:endParaRPr sz="700">
                        <a:solidFill>
                          <a:schemeClr val="dk1"/>
                        </a:solidFill>
                      </a:endParaRPr>
                    </a:p>
                    <a:p>
                      <a:pPr marL="0" lvl="0" indent="0" algn="ctr" rtl="0">
                        <a:spcBef>
                          <a:spcPts val="0"/>
                        </a:spcBef>
                        <a:spcAft>
                          <a:spcPts val="0"/>
                        </a:spcAft>
                        <a:buClr>
                          <a:schemeClr val="dk1"/>
                        </a:buClr>
                        <a:buSzPts val="700"/>
                        <a:buFont typeface="Arial"/>
                        <a:buNone/>
                      </a:pPr>
                      <a:r>
                        <a:rPr lang="en" sz="700">
                          <a:solidFill>
                            <a:schemeClr val="dk1"/>
                          </a:solidFill>
                        </a:rPr>
                        <a:t>App</a:t>
                      </a:r>
                      <a:endParaRPr sz="700">
                        <a:solidFill>
                          <a:schemeClr val="dk1"/>
                        </a:solidFill>
                      </a:endParaRPr>
                    </a:p>
                    <a:p>
                      <a:pPr marL="0" lvl="0" indent="0" algn="ctr" rtl="0">
                        <a:spcBef>
                          <a:spcPts val="0"/>
                        </a:spcBef>
                        <a:spcAft>
                          <a:spcPts val="0"/>
                        </a:spcAft>
                        <a:buClr>
                          <a:schemeClr val="dk1"/>
                        </a:buClr>
                        <a:buSzPts val="700"/>
                        <a:buFont typeface="Arial"/>
                        <a:buNone/>
                      </a:pPr>
                      <a:endParaRPr sz="700">
                        <a:solidFill>
                          <a:schemeClr val="dk1"/>
                        </a:solidFill>
                      </a:endParaRPr>
                    </a:p>
                    <a:p>
                      <a:pPr marL="0" lvl="0" indent="0" algn="ctr" rtl="0">
                        <a:spcBef>
                          <a:spcPts val="0"/>
                        </a:spcBef>
                        <a:spcAft>
                          <a:spcPts val="0"/>
                        </a:spcAft>
                        <a:buClr>
                          <a:schemeClr val="dk1"/>
                        </a:buClr>
                        <a:buSzPts val="700"/>
                        <a:buFont typeface="Arial"/>
                        <a:buNone/>
                      </a:pPr>
                      <a:r>
                        <a:rPr lang="en" sz="700">
                          <a:solidFill>
                            <a:schemeClr val="dk1"/>
                          </a:solidFill>
                        </a:rPr>
                        <a:t>IVR Voicebot</a:t>
                      </a:r>
                      <a:endParaRPr sz="700">
                        <a:solidFill>
                          <a:schemeClr val="dk1"/>
                        </a:solidFill>
                      </a:endParaRPr>
                    </a:p>
                    <a:p>
                      <a:pPr marL="0" lvl="0" indent="0" algn="ctr" rtl="0">
                        <a:spcBef>
                          <a:spcPts val="0"/>
                        </a:spcBef>
                        <a:spcAft>
                          <a:spcPts val="0"/>
                        </a:spcAft>
                        <a:buClr>
                          <a:schemeClr val="dk1"/>
                        </a:buClr>
                        <a:buSzPts val="700"/>
                        <a:buFont typeface="Arial"/>
                        <a:buNone/>
                      </a:pPr>
                      <a:endParaRPr sz="700">
                        <a:solidFill>
                          <a:schemeClr val="dk1"/>
                        </a:solidFill>
                      </a:endParaRPr>
                    </a:p>
                    <a:p>
                      <a:pPr marL="0" lvl="0" indent="0" algn="l" rtl="0">
                        <a:spcBef>
                          <a:spcPts val="0"/>
                        </a:spcBef>
                        <a:spcAft>
                          <a:spcPts val="0"/>
                        </a:spcAft>
                        <a:buClr>
                          <a:schemeClr val="dk1"/>
                        </a:buClr>
                        <a:buFont typeface="Arial"/>
                        <a:buNone/>
                      </a:pPr>
                      <a:r>
                        <a:rPr lang="en" sz="700">
                          <a:solidFill>
                            <a:schemeClr val="dk1"/>
                          </a:solidFill>
                        </a:rPr>
                        <a:t>There will be no change to the existing customer facing experience. Customers calling in will be played the ‘</a:t>
                      </a:r>
                      <a:r>
                        <a:rPr lang="en" sz="700" i="1">
                          <a:solidFill>
                            <a:schemeClr val="dk1"/>
                          </a:solidFill>
                        </a:rPr>
                        <a:t>Are you calling about international services?’</a:t>
                      </a:r>
                      <a:r>
                        <a:rPr lang="en" sz="700">
                          <a:solidFill>
                            <a:schemeClr val="dk1"/>
                          </a:solidFill>
                        </a:rPr>
                        <a:t> prompt as they do today. New international model should eventually replace existing international predictive.</a:t>
                      </a:r>
                      <a:endParaRPr sz="700">
                        <a:solidFill>
                          <a:schemeClr val="dk1"/>
                        </a:solidFill>
                      </a:endParaRPr>
                    </a:p>
                    <a:p>
                      <a:pPr marL="0" marR="0" lvl="0" indent="0" algn="l" rtl="0">
                        <a:lnSpc>
                          <a:spcPct val="100000"/>
                        </a:lnSpc>
                        <a:spcBef>
                          <a:spcPts val="0"/>
                        </a:spcBef>
                        <a:spcAft>
                          <a:spcPts val="0"/>
                        </a:spcAft>
                        <a:buClr>
                          <a:schemeClr val="dk1"/>
                        </a:buClr>
                        <a:buSzPts val="800"/>
                        <a:buFont typeface="Arial"/>
                        <a:buNone/>
                      </a:pPr>
                      <a:endParaRPr sz="700"/>
                    </a:p>
                  </a:txBody>
                  <a:tcPr marL="68575" marR="68575" marT="68575" marB="6857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28575" cap="flat" cmpd="sng">
                      <a:solidFill>
                        <a:srgbClr val="FFFFFF">
                          <a:alpha val="0"/>
                        </a:srgbClr>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600"/>
                        <a:buFont typeface="Arial"/>
                        <a:buNone/>
                      </a:pPr>
                      <a:endParaRPr sz="700"/>
                    </a:p>
                    <a:p>
                      <a:pPr marL="0" lvl="0" indent="0" algn="ctr" rtl="0">
                        <a:spcBef>
                          <a:spcPts val="0"/>
                        </a:spcBef>
                        <a:spcAft>
                          <a:spcPts val="0"/>
                        </a:spcAft>
                        <a:buClr>
                          <a:schemeClr val="dk1"/>
                        </a:buClr>
                        <a:buSzPts val="700"/>
                        <a:buFont typeface="Arial"/>
                        <a:buNone/>
                      </a:pPr>
                      <a:r>
                        <a:rPr lang="en" sz="700">
                          <a:solidFill>
                            <a:schemeClr val="dk1"/>
                          </a:solidFill>
                        </a:rPr>
                        <a:t>Enhanced Customer</a:t>
                      </a:r>
                      <a:endParaRPr sz="700">
                        <a:solidFill>
                          <a:schemeClr val="dk1"/>
                        </a:solidFill>
                      </a:endParaRPr>
                    </a:p>
                    <a:p>
                      <a:pPr marL="0" lvl="0" indent="0" algn="ctr" rtl="0">
                        <a:spcBef>
                          <a:spcPts val="0"/>
                        </a:spcBef>
                        <a:spcAft>
                          <a:spcPts val="0"/>
                        </a:spcAft>
                        <a:buClr>
                          <a:schemeClr val="dk1"/>
                        </a:buClr>
                        <a:buSzPts val="700"/>
                        <a:buFont typeface="Arial"/>
                        <a:buNone/>
                      </a:pPr>
                      <a:r>
                        <a:rPr lang="en" sz="700">
                          <a:solidFill>
                            <a:schemeClr val="dk1"/>
                          </a:solidFill>
                        </a:rPr>
                        <a:t>Experience (ECE)</a:t>
                      </a:r>
                      <a:endParaRPr sz="700">
                        <a:solidFill>
                          <a:schemeClr val="dk1"/>
                        </a:solidFill>
                      </a:endParaRPr>
                    </a:p>
                    <a:p>
                      <a:pPr marL="0" lvl="0" indent="0" algn="ctr" rtl="0">
                        <a:spcBef>
                          <a:spcPts val="0"/>
                        </a:spcBef>
                        <a:spcAft>
                          <a:spcPts val="0"/>
                        </a:spcAft>
                        <a:buClr>
                          <a:schemeClr val="dk1"/>
                        </a:buClr>
                        <a:buSzPts val="700"/>
                        <a:buFont typeface="Arial"/>
                        <a:buNone/>
                      </a:pPr>
                      <a:endParaRPr sz="700">
                        <a:solidFill>
                          <a:schemeClr val="dk1"/>
                        </a:solidFill>
                      </a:endParaRPr>
                    </a:p>
                    <a:p>
                      <a:pPr marL="0" lvl="0" indent="0" algn="ctr" rtl="0">
                        <a:spcBef>
                          <a:spcPts val="0"/>
                        </a:spcBef>
                        <a:spcAft>
                          <a:spcPts val="0"/>
                        </a:spcAft>
                        <a:buClr>
                          <a:schemeClr val="dk1"/>
                        </a:buClr>
                        <a:buSzPts val="700"/>
                        <a:buFont typeface="Arial"/>
                        <a:buNone/>
                      </a:pPr>
                      <a:r>
                        <a:rPr lang="en" sz="700">
                          <a:solidFill>
                            <a:schemeClr val="dk1"/>
                          </a:solidFill>
                        </a:rPr>
                        <a:t>Chatbot on App/Web</a:t>
                      </a:r>
                      <a:endParaRPr sz="700">
                        <a:solidFill>
                          <a:schemeClr val="dk1"/>
                        </a:solidFill>
                      </a:endParaRPr>
                    </a:p>
                    <a:p>
                      <a:pPr marL="0" lvl="0" indent="0" algn="ctr" rtl="0">
                        <a:spcBef>
                          <a:spcPts val="0"/>
                        </a:spcBef>
                        <a:spcAft>
                          <a:spcPts val="0"/>
                        </a:spcAft>
                        <a:buClr>
                          <a:schemeClr val="dk1"/>
                        </a:buClr>
                        <a:buSzPts val="700"/>
                        <a:buFont typeface="Arial"/>
                        <a:buNone/>
                      </a:pPr>
                      <a:endParaRPr sz="700">
                        <a:solidFill>
                          <a:schemeClr val="dk1"/>
                        </a:solidFill>
                      </a:endParaRPr>
                    </a:p>
                    <a:p>
                      <a:pPr marL="0" lvl="0" indent="0" algn="l" rtl="0">
                        <a:spcBef>
                          <a:spcPts val="0"/>
                        </a:spcBef>
                        <a:spcAft>
                          <a:spcPts val="0"/>
                        </a:spcAft>
                        <a:buClr>
                          <a:schemeClr val="dk1"/>
                        </a:buClr>
                        <a:buFont typeface="Arial"/>
                        <a:buNone/>
                      </a:pPr>
                      <a:r>
                        <a:rPr lang="en" sz="700">
                          <a:solidFill>
                            <a:schemeClr val="dk1"/>
                          </a:solidFill>
                        </a:rPr>
                        <a:t>There will be no change to the existing customer facing experience. Customers calling in will be offered the chatbot experience as they are today. New international model should eventually replace existing international predictive.</a:t>
                      </a:r>
                      <a:endParaRPr sz="700"/>
                    </a:p>
                  </a:txBody>
                  <a:tcPr marL="68575" marR="68575" marT="68575" marB="68575">
                    <a:lnL w="19050"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FFFFFF">
                          <a:alpha val="0"/>
                        </a:srgbClr>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700" u="none" strike="noStrike" cap="none">
                          <a:solidFill>
                            <a:srgbClr val="000000"/>
                          </a:solidFill>
                          <a:latin typeface="Arial"/>
                          <a:ea typeface="Arial"/>
                          <a:cs typeface="Arial"/>
                          <a:sym typeface="Arial"/>
                        </a:rPr>
                        <a:t>Intelligent Desktop</a:t>
                      </a:r>
                      <a:endParaRPr sz="70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endParaRPr sz="70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 sz="700" u="none" strike="noStrike" cap="none">
                          <a:latin typeface="Arial"/>
                          <a:ea typeface="Arial"/>
                          <a:cs typeface="Arial"/>
                          <a:sym typeface="Arial"/>
                        </a:rPr>
                        <a:t>Agent Assist - Chat/Voice</a:t>
                      </a:r>
                      <a:endParaRPr sz="70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endParaRPr sz="70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 sz="700" u="none" strike="noStrike" cap="none">
                          <a:latin typeface="Arial"/>
                          <a:ea typeface="Arial"/>
                          <a:cs typeface="Arial"/>
                          <a:sym typeface="Arial"/>
                        </a:rPr>
                        <a:t>VZ Insights</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endParaRPr sz="70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Arial"/>
                        <a:buNone/>
                      </a:pPr>
                      <a:r>
                        <a:rPr lang="en" sz="700" u="none" strike="noStrike" cap="none">
                          <a:solidFill>
                            <a:schemeClr val="dk1"/>
                          </a:solidFill>
                          <a:latin typeface="Arial"/>
                          <a:ea typeface="Arial"/>
                          <a:cs typeface="Arial"/>
                          <a:sym typeface="Arial"/>
                        </a:rPr>
                        <a:t>Provide agents with smart  options to better serve the customer based on insights from prior interactions </a:t>
                      </a:r>
                      <a:endParaRPr sz="70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endParaRPr sz="70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en" sz="700" u="none" strike="noStrike" cap="none">
                          <a:solidFill>
                            <a:schemeClr val="dk1"/>
                          </a:solidFill>
                          <a:latin typeface="Arial"/>
                          <a:ea typeface="Arial"/>
                          <a:cs typeface="Arial"/>
                          <a:sym typeface="Arial"/>
                        </a:rPr>
                        <a:t>Desktop experience is dependant on IVR and digital experiences.  </a:t>
                      </a:r>
                      <a:endParaRPr sz="70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endParaRPr sz="70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endParaRPr sz="700" u="none" strike="noStrike" cap="none">
                        <a:solidFill>
                          <a:schemeClr val="dk1"/>
                        </a:solidFill>
                        <a:latin typeface="Arial"/>
                        <a:ea typeface="Arial"/>
                        <a:cs typeface="Arial"/>
                        <a:sym typeface="Arial"/>
                      </a:endParaRPr>
                    </a:p>
                  </a:txBody>
                  <a:tcPr marL="68575" marR="68575" marT="68575" marB="6857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FFFFFF">
                          <a:alpha val="0"/>
                        </a:srgbClr>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700"/>
                        <a:buFont typeface="Arial"/>
                        <a:buNone/>
                      </a:pPr>
                      <a:r>
                        <a:rPr lang="en" sz="700" u="none" strike="noStrike" cap="none">
                          <a:latin typeface="Arial"/>
                          <a:ea typeface="Arial"/>
                          <a:cs typeface="Arial"/>
                          <a:sym typeface="Arial"/>
                        </a:rPr>
                        <a:t>Messaging</a:t>
                      </a:r>
                      <a:endParaRPr sz="70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endParaRPr sz="70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 sz="700" u="none" strike="noStrike" cap="none">
                          <a:latin typeface="Arial"/>
                          <a:ea typeface="Arial"/>
                          <a:cs typeface="Arial"/>
                          <a:sym typeface="Arial"/>
                        </a:rPr>
                        <a:t>Life on Verizon</a:t>
                      </a:r>
                      <a:endParaRPr sz="70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endParaRPr sz="70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 sz="700" u="none" strike="noStrike" cap="none">
                          <a:latin typeface="Arial"/>
                          <a:ea typeface="Arial"/>
                          <a:cs typeface="Arial"/>
                          <a:sym typeface="Arial"/>
                        </a:rPr>
                        <a:t>SmartLinks</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Arial"/>
                        <a:buNone/>
                      </a:pPr>
                      <a:endParaRPr sz="70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Arial"/>
                        <a:buNone/>
                      </a:pPr>
                      <a:endParaRPr sz="70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endParaRPr sz="700" u="none" strike="noStrike" cap="none">
                        <a:latin typeface="Arial"/>
                        <a:ea typeface="Arial"/>
                        <a:cs typeface="Arial"/>
                        <a:sym typeface="Arial"/>
                      </a:endParaRPr>
                    </a:p>
                  </a:txBody>
                  <a:tcPr marL="68575" marR="68575" marT="68575" marB="68575">
                    <a:lnL w="28575" cap="flat" cmpd="sng">
                      <a:solidFill>
                        <a:srgbClr val="000000"/>
                      </a:solidFill>
                      <a:prstDash val="solid"/>
                      <a:round/>
                      <a:headEnd type="none" w="sm" len="sm"/>
                      <a:tailEnd type="none" w="sm" len="sm"/>
                    </a:lnL>
                    <a:lnR w="9525" cap="flat" cmpd="sng">
                      <a:solidFill>
                        <a:srgbClr val="FFFFFF"/>
                      </a:solidFill>
                      <a:prstDash val="solid"/>
                      <a:round/>
                      <a:headEnd type="none" w="sm" len="sm"/>
                      <a:tailEnd type="none" w="sm" len="sm"/>
                    </a:lnR>
                    <a:lnT w="28575" cap="flat" cmpd="sng">
                      <a:solidFill>
                        <a:srgbClr val="FFFFFF">
                          <a:alpha val="0"/>
                        </a:srgbClr>
                      </a:solidFill>
                      <a:prstDash val="solid"/>
                      <a:round/>
                      <a:headEnd type="none" w="sm" len="sm"/>
                      <a:tailEnd type="none" w="sm" len="sm"/>
                    </a:lnT>
                    <a:lnB w="9525" cap="flat" cmpd="sng">
                      <a:solidFill>
                        <a:srgbClr val="FFFFFF"/>
                      </a:solidFill>
                      <a:prstDash val="solid"/>
                      <a:round/>
                      <a:headEnd type="none" w="sm" len="sm"/>
                      <a:tailEnd type="none" w="sm" len="sm"/>
                    </a:lnB>
                  </a:tcPr>
                </a:tc>
              </a:tr>
            </a:tbl>
          </a:graphicData>
        </a:graphic>
      </p:graphicFrame>
      <p:pic>
        <p:nvPicPr>
          <p:cNvPr id="904" name="Google Shape;904;p130"/>
          <p:cNvPicPr preferRelativeResize="0"/>
          <p:nvPr/>
        </p:nvPicPr>
        <p:blipFill rotWithShape="1">
          <a:blip r:embed="rId5">
            <a:alphaModFix/>
          </a:blip>
          <a:srcRect/>
          <a:stretch/>
        </p:blipFill>
        <p:spPr>
          <a:xfrm>
            <a:off x="7418701" y="2467998"/>
            <a:ext cx="203135" cy="197160"/>
          </a:xfrm>
          <a:prstGeom prst="rect">
            <a:avLst/>
          </a:prstGeom>
          <a:noFill/>
          <a:ln>
            <a:noFill/>
          </a:ln>
        </p:spPr>
      </p:pic>
      <p:pic>
        <p:nvPicPr>
          <p:cNvPr id="905" name="Google Shape;905;p130"/>
          <p:cNvPicPr preferRelativeResize="0"/>
          <p:nvPr/>
        </p:nvPicPr>
        <p:blipFill rotWithShape="1">
          <a:blip r:embed="rId6">
            <a:alphaModFix/>
          </a:blip>
          <a:srcRect/>
          <a:stretch/>
        </p:blipFill>
        <p:spPr>
          <a:xfrm>
            <a:off x="5463186" y="2467998"/>
            <a:ext cx="203135" cy="197160"/>
          </a:xfrm>
          <a:prstGeom prst="rect">
            <a:avLst/>
          </a:prstGeom>
          <a:noFill/>
          <a:ln>
            <a:noFill/>
          </a:ln>
        </p:spPr>
      </p:pic>
      <p:pic>
        <p:nvPicPr>
          <p:cNvPr id="906" name="Google Shape;906;p130"/>
          <p:cNvPicPr preferRelativeResize="0"/>
          <p:nvPr/>
        </p:nvPicPr>
        <p:blipFill rotWithShape="1">
          <a:blip r:embed="rId7">
            <a:alphaModFix/>
          </a:blip>
          <a:srcRect/>
          <a:stretch/>
        </p:blipFill>
        <p:spPr>
          <a:xfrm>
            <a:off x="7763552" y="2468004"/>
            <a:ext cx="203135" cy="197146"/>
          </a:xfrm>
          <a:prstGeom prst="rect">
            <a:avLst/>
          </a:prstGeom>
          <a:noFill/>
          <a:ln>
            <a:noFill/>
          </a:ln>
        </p:spPr>
      </p:pic>
      <p:pic>
        <p:nvPicPr>
          <p:cNvPr id="907" name="Google Shape;907;p130"/>
          <p:cNvPicPr preferRelativeResize="0"/>
          <p:nvPr/>
        </p:nvPicPr>
        <p:blipFill rotWithShape="1">
          <a:blip r:embed="rId8">
            <a:alphaModFix/>
          </a:blip>
          <a:srcRect/>
          <a:stretch/>
        </p:blipFill>
        <p:spPr>
          <a:xfrm>
            <a:off x="3404040" y="2467991"/>
            <a:ext cx="203135" cy="197173"/>
          </a:xfrm>
          <a:prstGeom prst="rect">
            <a:avLst/>
          </a:prstGeom>
          <a:noFill/>
          <a:ln>
            <a:noFill/>
          </a:ln>
        </p:spPr>
      </p:pic>
      <p:pic>
        <p:nvPicPr>
          <p:cNvPr id="908" name="Google Shape;908;p130"/>
          <p:cNvPicPr preferRelativeResize="0"/>
          <p:nvPr/>
        </p:nvPicPr>
        <p:blipFill rotWithShape="1">
          <a:blip r:embed="rId9">
            <a:alphaModFix/>
          </a:blip>
          <a:srcRect/>
          <a:stretch/>
        </p:blipFill>
        <p:spPr>
          <a:xfrm>
            <a:off x="1350713" y="2454098"/>
            <a:ext cx="258817" cy="2249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131"/>
          <p:cNvSpPr txBox="1"/>
          <p:nvPr/>
        </p:nvSpPr>
        <p:spPr>
          <a:xfrm>
            <a:off x="4717811" y="2728720"/>
            <a:ext cx="4140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No</a:t>
            </a:r>
            <a:endParaRPr sz="1400" b="0" i="0" u="none" strike="noStrike" cap="none">
              <a:solidFill>
                <a:srgbClr val="000000"/>
              </a:solidFill>
              <a:latin typeface="Arial"/>
              <a:ea typeface="Arial"/>
              <a:cs typeface="Arial"/>
              <a:sym typeface="Arial"/>
            </a:endParaRPr>
          </a:p>
        </p:txBody>
      </p:sp>
      <p:sp>
        <p:nvSpPr>
          <p:cNvPr id="915" name="Google Shape;915;p131"/>
          <p:cNvSpPr txBox="1">
            <a:spLocks noGrp="1"/>
          </p:cNvSpPr>
          <p:nvPr>
            <p:ph type="title"/>
          </p:nvPr>
        </p:nvSpPr>
        <p:spPr>
          <a:xfrm>
            <a:off x="457200" y="594354"/>
            <a:ext cx="7086600" cy="3963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SzPts val="2400"/>
              <a:buNone/>
            </a:pPr>
            <a:r>
              <a:rPr lang="en"/>
              <a:t>International – Target November</a:t>
            </a:r>
            <a:endParaRPr/>
          </a:p>
        </p:txBody>
      </p:sp>
      <p:sp>
        <p:nvSpPr>
          <p:cNvPr id="916" name="Google Shape;916;p13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lnSpc>
                <a:spcPct val="100000"/>
              </a:lnSpc>
              <a:spcBef>
                <a:spcPts val="0"/>
              </a:spcBef>
              <a:spcAft>
                <a:spcPts val="0"/>
              </a:spcAft>
              <a:buSzPts val="700"/>
              <a:buNone/>
            </a:pPr>
            <a:fld id="{00000000-1234-1234-1234-123412341234}" type="slidenum">
              <a:rPr lang="en"/>
              <a:t>7</a:t>
            </a:fld>
            <a:endParaRPr/>
          </a:p>
        </p:txBody>
      </p:sp>
      <p:pic>
        <p:nvPicPr>
          <p:cNvPr id="917" name="Google Shape;917;p131"/>
          <p:cNvPicPr preferRelativeResize="0"/>
          <p:nvPr/>
        </p:nvPicPr>
        <p:blipFill rotWithShape="1">
          <a:blip r:embed="rId3">
            <a:alphaModFix/>
          </a:blip>
          <a:srcRect/>
          <a:stretch/>
        </p:blipFill>
        <p:spPr>
          <a:xfrm>
            <a:off x="840950" y="1721164"/>
            <a:ext cx="685875" cy="939475"/>
          </a:xfrm>
          <a:prstGeom prst="rect">
            <a:avLst/>
          </a:prstGeom>
          <a:noFill/>
          <a:ln>
            <a:noFill/>
          </a:ln>
        </p:spPr>
      </p:pic>
      <p:sp>
        <p:nvSpPr>
          <p:cNvPr id="918" name="Google Shape;918;p131"/>
          <p:cNvSpPr/>
          <p:nvPr/>
        </p:nvSpPr>
        <p:spPr>
          <a:xfrm>
            <a:off x="1526825" y="1721101"/>
            <a:ext cx="1940400" cy="333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Verizon NHG DS"/>
                <a:ea typeface="Verizon NHG DS"/>
                <a:cs typeface="Verizon NHG DS"/>
                <a:sym typeface="Verizon NHG DS"/>
              </a:rPr>
              <a:t>Thanks for calling Verizon Wireless.  Para espanol oprima estrella. </a:t>
            </a:r>
            <a:endParaRPr sz="800" b="0" i="0" u="none" strike="noStrike" cap="none">
              <a:solidFill>
                <a:srgbClr val="000000"/>
              </a:solidFill>
              <a:latin typeface="Verizon NHG DS"/>
              <a:ea typeface="Verizon NHG DS"/>
              <a:cs typeface="Verizon NHG DS"/>
              <a:sym typeface="Verizon NHG DS"/>
            </a:endParaRPr>
          </a:p>
        </p:txBody>
      </p:sp>
      <p:sp>
        <p:nvSpPr>
          <p:cNvPr id="919" name="Google Shape;919;p131"/>
          <p:cNvSpPr/>
          <p:nvPr/>
        </p:nvSpPr>
        <p:spPr>
          <a:xfrm>
            <a:off x="3686375" y="1721176"/>
            <a:ext cx="2000100" cy="333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Verizon NHG DS"/>
                <a:ea typeface="Verizon NHG DS"/>
                <a:cs typeface="Verizon NHG DS"/>
                <a:sym typeface="Verizon NHG DS"/>
              </a:rPr>
              <a:t>Miranda, Banner message </a:t>
            </a:r>
            <a:endParaRPr sz="800" b="0" i="0" u="none" strike="noStrike" cap="none">
              <a:solidFill>
                <a:srgbClr val="000000"/>
              </a:solidFill>
              <a:latin typeface="Verizon NHG DS"/>
              <a:ea typeface="Verizon NHG DS"/>
              <a:cs typeface="Verizon NHG DS"/>
              <a:sym typeface="Verizon NHG DS"/>
            </a:endParaRPr>
          </a:p>
        </p:txBody>
      </p:sp>
      <p:sp>
        <p:nvSpPr>
          <p:cNvPr id="920" name="Google Shape;920;p131"/>
          <p:cNvSpPr/>
          <p:nvPr/>
        </p:nvSpPr>
        <p:spPr>
          <a:xfrm>
            <a:off x="7371931" y="1721101"/>
            <a:ext cx="855300" cy="333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Verizon NHG DS"/>
                <a:ea typeface="Verizon NHG DS"/>
                <a:cs typeface="Verizon NHG DS"/>
                <a:sym typeface="Verizon NHG DS"/>
              </a:rPr>
              <a:t>Collect MTN</a:t>
            </a:r>
            <a:endParaRPr sz="800" b="0" i="0" u="none" strike="noStrike" cap="none">
              <a:solidFill>
                <a:srgbClr val="000000"/>
              </a:solidFill>
              <a:latin typeface="Verizon NHG DS"/>
              <a:ea typeface="Verizon NHG DS"/>
              <a:cs typeface="Verizon NHG DS"/>
              <a:sym typeface="Verizon NHG DS"/>
            </a:endParaRPr>
          </a:p>
        </p:txBody>
      </p:sp>
      <p:cxnSp>
        <p:nvCxnSpPr>
          <p:cNvPr id="921" name="Google Shape;921;p131"/>
          <p:cNvCxnSpPr>
            <a:stCxn id="918" idx="3"/>
            <a:endCxn id="919" idx="1"/>
          </p:cNvCxnSpPr>
          <p:nvPr/>
        </p:nvCxnSpPr>
        <p:spPr>
          <a:xfrm>
            <a:off x="3467225" y="1887751"/>
            <a:ext cx="219300" cy="0"/>
          </a:xfrm>
          <a:prstGeom prst="straightConnector1">
            <a:avLst/>
          </a:prstGeom>
          <a:noFill/>
          <a:ln w="9525" cap="flat" cmpd="sng">
            <a:solidFill>
              <a:schemeClr val="dk2"/>
            </a:solidFill>
            <a:prstDash val="solid"/>
            <a:round/>
            <a:headEnd type="none" w="sm" len="sm"/>
            <a:tailEnd type="triangle" w="med" len="med"/>
          </a:ln>
        </p:spPr>
      </p:cxnSp>
      <p:sp>
        <p:nvSpPr>
          <p:cNvPr id="922" name="Google Shape;922;p131"/>
          <p:cNvSpPr/>
          <p:nvPr/>
        </p:nvSpPr>
        <p:spPr>
          <a:xfrm>
            <a:off x="5934500" y="1651051"/>
            <a:ext cx="1167475" cy="455775"/>
          </a:xfrm>
          <a:prstGeom prst="flowChartDecision">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Verizon NHG DS"/>
                <a:ea typeface="Verizon NHG DS"/>
                <a:cs typeface="Verizon NHG DS"/>
                <a:sym typeface="Verizon NHG DS"/>
              </a:rPr>
              <a:t>VZW device?</a:t>
            </a:r>
            <a:endParaRPr sz="800" b="0" i="0" u="none" strike="noStrike" cap="none">
              <a:solidFill>
                <a:srgbClr val="000000"/>
              </a:solidFill>
              <a:latin typeface="Verizon NHG DS"/>
              <a:ea typeface="Verizon NHG DS"/>
              <a:cs typeface="Verizon NHG DS"/>
              <a:sym typeface="Verizon NHG DS"/>
            </a:endParaRPr>
          </a:p>
        </p:txBody>
      </p:sp>
      <p:cxnSp>
        <p:nvCxnSpPr>
          <p:cNvPr id="923" name="Google Shape;923;p131"/>
          <p:cNvCxnSpPr>
            <a:stCxn id="919" idx="3"/>
            <a:endCxn id="922" idx="1"/>
          </p:cNvCxnSpPr>
          <p:nvPr/>
        </p:nvCxnSpPr>
        <p:spPr>
          <a:xfrm rot="10800000" flipH="1">
            <a:off x="5686475" y="1878826"/>
            <a:ext cx="248100" cy="9000"/>
          </a:xfrm>
          <a:prstGeom prst="straightConnector1">
            <a:avLst/>
          </a:prstGeom>
          <a:noFill/>
          <a:ln w="9525" cap="flat" cmpd="sng">
            <a:solidFill>
              <a:schemeClr val="dk2"/>
            </a:solidFill>
            <a:prstDash val="solid"/>
            <a:round/>
            <a:headEnd type="none" w="sm" len="sm"/>
            <a:tailEnd type="triangle" w="med" len="med"/>
          </a:ln>
        </p:spPr>
      </p:cxnSp>
      <p:cxnSp>
        <p:nvCxnSpPr>
          <p:cNvPr id="924" name="Google Shape;924;p131"/>
          <p:cNvCxnSpPr>
            <a:stCxn id="922" idx="3"/>
          </p:cNvCxnSpPr>
          <p:nvPr/>
        </p:nvCxnSpPr>
        <p:spPr>
          <a:xfrm>
            <a:off x="7101975" y="1878938"/>
            <a:ext cx="248100" cy="9000"/>
          </a:xfrm>
          <a:prstGeom prst="straightConnector1">
            <a:avLst/>
          </a:prstGeom>
          <a:noFill/>
          <a:ln w="9525" cap="flat" cmpd="sng">
            <a:solidFill>
              <a:schemeClr val="dk2"/>
            </a:solidFill>
            <a:prstDash val="solid"/>
            <a:round/>
            <a:headEnd type="none" w="sm" len="sm"/>
            <a:tailEnd type="triangle" w="med" len="med"/>
          </a:ln>
        </p:spPr>
      </p:cxnSp>
      <p:sp>
        <p:nvSpPr>
          <p:cNvPr id="925" name="Google Shape;925;p131"/>
          <p:cNvSpPr txBox="1"/>
          <p:nvPr/>
        </p:nvSpPr>
        <p:spPr>
          <a:xfrm>
            <a:off x="6039350" y="1940026"/>
            <a:ext cx="408900" cy="166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Verizon NHG TX"/>
                <a:ea typeface="Verizon NHG TX"/>
                <a:cs typeface="Verizon NHG TX"/>
                <a:sym typeface="Verizon NHG TX"/>
              </a:rPr>
              <a:t>YES</a:t>
            </a:r>
            <a:endParaRPr sz="800" b="0" i="0" u="none" strike="noStrike" cap="none">
              <a:solidFill>
                <a:srgbClr val="000000"/>
              </a:solidFill>
              <a:latin typeface="Verizon NHG TX"/>
              <a:ea typeface="Verizon NHG TX"/>
              <a:cs typeface="Verizon NHG TX"/>
              <a:sym typeface="Verizon NHG TX"/>
            </a:endParaRPr>
          </a:p>
        </p:txBody>
      </p:sp>
      <p:sp>
        <p:nvSpPr>
          <p:cNvPr id="926" name="Google Shape;926;p131"/>
          <p:cNvSpPr/>
          <p:nvPr/>
        </p:nvSpPr>
        <p:spPr>
          <a:xfrm>
            <a:off x="1371715" y="2231844"/>
            <a:ext cx="914400" cy="263100"/>
          </a:xfrm>
          <a:prstGeom prst="flowChartMagneticDisk">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Verizon NHG DS"/>
                <a:ea typeface="Verizon NHG DS"/>
                <a:cs typeface="Verizon NHG DS"/>
                <a:sym typeface="Verizon NHG DS"/>
              </a:rPr>
              <a:t>PEGA</a:t>
            </a:r>
            <a:endParaRPr sz="1400" b="0" i="0" u="none" strike="noStrike" cap="none">
              <a:solidFill>
                <a:srgbClr val="000000"/>
              </a:solidFill>
              <a:latin typeface="Verizon NHG DS"/>
              <a:ea typeface="Verizon NHG DS"/>
              <a:cs typeface="Verizon NHG DS"/>
              <a:sym typeface="Verizon NHG DS"/>
            </a:endParaRPr>
          </a:p>
        </p:txBody>
      </p:sp>
      <p:cxnSp>
        <p:nvCxnSpPr>
          <p:cNvPr id="927" name="Google Shape;927;p131"/>
          <p:cNvCxnSpPr>
            <a:stCxn id="926" idx="4"/>
            <a:endCxn id="928" idx="1"/>
          </p:cNvCxnSpPr>
          <p:nvPr/>
        </p:nvCxnSpPr>
        <p:spPr>
          <a:xfrm>
            <a:off x="2286115" y="2363394"/>
            <a:ext cx="304800" cy="600"/>
          </a:xfrm>
          <a:prstGeom prst="bentConnector3">
            <a:avLst>
              <a:gd name="adj1" fmla="val 50002"/>
            </a:avLst>
          </a:prstGeom>
          <a:noFill/>
          <a:ln w="9525" cap="flat" cmpd="sng">
            <a:solidFill>
              <a:schemeClr val="dk2"/>
            </a:solidFill>
            <a:prstDash val="solid"/>
            <a:round/>
            <a:headEnd type="none" w="sm" len="sm"/>
            <a:tailEnd type="none" w="sm" len="sm"/>
          </a:ln>
        </p:spPr>
      </p:cxnSp>
      <p:sp>
        <p:nvSpPr>
          <p:cNvPr id="929" name="Google Shape;929;p131"/>
          <p:cNvSpPr/>
          <p:nvPr/>
        </p:nvSpPr>
        <p:spPr>
          <a:xfrm>
            <a:off x="4378550" y="3710772"/>
            <a:ext cx="3321600" cy="424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Verizon NHG DS"/>
                <a:ea typeface="Verizon NHG DS"/>
                <a:cs typeface="Verizon NHG DS"/>
                <a:sym typeface="Verizon NHG DS"/>
              </a:rPr>
              <a:t>To assist you please say the reason for your call today.  You can say things like I want to make a payment or technical support. So how can I help you? </a:t>
            </a:r>
            <a:endParaRPr sz="800" b="0" i="0" u="none" strike="noStrike" cap="none">
              <a:solidFill>
                <a:srgbClr val="000000"/>
              </a:solidFill>
              <a:latin typeface="Verizon NHG DS"/>
              <a:ea typeface="Verizon NHG DS"/>
              <a:cs typeface="Verizon NHG DS"/>
              <a:sym typeface="Verizon NHG DS"/>
            </a:endParaRPr>
          </a:p>
        </p:txBody>
      </p:sp>
      <p:sp>
        <p:nvSpPr>
          <p:cNvPr id="928" name="Google Shape;928;p131"/>
          <p:cNvSpPr/>
          <p:nvPr/>
        </p:nvSpPr>
        <p:spPr>
          <a:xfrm>
            <a:off x="2590925" y="2135550"/>
            <a:ext cx="3448500" cy="455700"/>
          </a:xfrm>
          <a:prstGeom prst="roundRect">
            <a:avLst>
              <a:gd name="adj" fmla="val 16667"/>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 marR="91440" lvl="0" indent="0" algn="l" rtl="0">
              <a:lnSpc>
                <a:spcPct val="100000"/>
              </a:lnSpc>
              <a:spcBef>
                <a:spcPts val="0"/>
              </a:spcBef>
              <a:spcAft>
                <a:spcPts val="0"/>
              </a:spcAft>
              <a:buNone/>
            </a:pPr>
            <a:endParaRPr sz="1000" b="0" i="0" u="none" strike="noStrike" cap="none">
              <a:solidFill>
                <a:srgbClr val="000000"/>
              </a:solidFill>
              <a:latin typeface="Neue Haas Grotesk Text Std"/>
              <a:ea typeface="Neue Haas Grotesk Text Std"/>
              <a:cs typeface="Neue Haas Grotesk Text Std"/>
              <a:sym typeface="Neue Haas Grotesk Text Std"/>
            </a:endParaRPr>
          </a:p>
          <a:p>
            <a:pPr marL="91440" marR="91440" lvl="0" indent="0" algn="l" rtl="0">
              <a:lnSpc>
                <a:spcPct val="100000"/>
              </a:lnSpc>
              <a:spcBef>
                <a:spcPts val="0"/>
              </a:spcBef>
              <a:spcAft>
                <a:spcPts val="0"/>
              </a:spcAft>
              <a:buNone/>
            </a:pPr>
            <a:r>
              <a:rPr lang="en" sz="1000" b="0" i="0" u="none" strike="noStrike" cap="none">
                <a:solidFill>
                  <a:srgbClr val="000000"/>
                </a:solidFill>
                <a:latin typeface="Neue Haas Grotesk Text Std"/>
                <a:ea typeface="Neue Haas Grotesk Text Std"/>
                <a:cs typeface="Neue Haas Grotesk Text Std"/>
                <a:sym typeface="Neue Haas Grotesk Text Std"/>
              </a:rPr>
              <a:t>Are you calling about international services?</a:t>
            </a:r>
            <a:endParaRPr sz="1000" b="0" i="0" u="none" strike="noStrike" cap="none">
              <a:solidFill>
                <a:srgbClr val="000000"/>
              </a:solidFill>
              <a:latin typeface="Neue Haas Grotesk Text Std"/>
              <a:ea typeface="Neue Haas Grotesk Text Std"/>
              <a:cs typeface="Neue Haas Grotesk Text Std"/>
              <a:sym typeface="Neue Haas Grotesk Text Std"/>
            </a:endParaRPr>
          </a:p>
          <a:p>
            <a:pPr marL="88900" marR="88900" lvl="0" indent="0" algn="l" rtl="0">
              <a:lnSpc>
                <a:spcPct val="115000"/>
              </a:lnSpc>
              <a:spcBef>
                <a:spcPts val="0"/>
              </a:spcBef>
              <a:spcAft>
                <a:spcPts val="0"/>
              </a:spcAft>
              <a:buSzPts val="1100"/>
              <a:buNone/>
            </a:pPr>
            <a:r>
              <a:rPr lang="en" sz="1000">
                <a:solidFill>
                  <a:schemeClr val="dk1"/>
                </a:solidFill>
                <a:latin typeface="Neue Haas Grotesk Text Std"/>
                <a:ea typeface="Neue Haas Grotesk Text Std"/>
                <a:cs typeface="Neue Haas Grotesk Text Std"/>
                <a:sym typeface="Neue Haas Grotesk Text Std"/>
              </a:rPr>
              <a:t>(Existing P_070 and New P_070M)</a:t>
            </a:r>
            <a:endParaRPr sz="1000">
              <a:solidFill>
                <a:schemeClr val="dk1"/>
              </a:solidFill>
              <a:latin typeface="Neue Haas Grotesk Text Std"/>
              <a:ea typeface="Neue Haas Grotesk Text Std"/>
              <a:cs typeface="Neue Haas Grotesk Text Std"/>
              <a:sym typeface="Neue Haas Grotesk Text Std"/>
            </a:endParaRPr>
          </a:p>
          <a:p>
            <a:pPr marL="91440" marR="91440" lvl="0" indent="0" algn="l" rtl="0">
              <a:lnSpc>
                <a:spcPct val="100000"/>
              </a:lnSpc>
              <a:spcBef>
                <a:spcPts val="0"/>
              </a:spcBef>
              <a:spcAft>
                <a:spcPts val="0"/>
              </a:spcAft>
              <a:buNone/>
            </a:pPr>
            <a:r>
              <a:rPr lang="en" sz="1000" b="0" i="0" u="none" strike="noStrike" cap="none">
                <a:solidFill>
                  <a:srgbClr val="000000"/>
                </a:solidFill>
                <a:latin typeface="Neue Haas Grotesk Text Std"/>
                <a:ea typeface="Neue Haas Grotesk Text Std"/>
                <a:cs typeface="Neue Haas Grotesk Text Std"/>
                <a:sym typeface="Neue Haas Grotesk Text Std"/>
              </a:rPr>
              <a:t> </a:t>
            </a:r>
            <a:endParaRPr sz="1000" b="0" i="0" u="none" strike="noStrike" cap="none">
              <a:solidFill>
                <a:srgbClr val="000000"/>
              </a:solidFill>
              <a:latin typeface="Neue Haas Grotesk Text Std"/>
              <a:ea typeface="Neue Haas Grotesk Text Std"/>
              <a:cs typeface="Neue Haas Grotesk Text Std"/>
              <a:sym typeface="Neue Haas Grotesk Text Std"/>
            </a:endParaRPr>
          </a:p>
        </p:txBody>
      </p:sp>
      <p:cxnSp>
        <p:nvCxnSpPr>
          <p:cNvPr id="930" name="Google Shape;930;p131"/>
          <p:cNvCxnSpPr>
            <a:stCxn id="922" idx="2"/>
            <a:endCxn id="928" idx="3"/>
          </p:cNvCxnSpPr>
          <p:nvPr/>
        </p:nvCxnSpPr>
        <p:spPr>
          <a:xfrm rot="5400000">
            <a:off x="6150588" y="1995676"/>
            <a:ext cx="256500" cy="478800"/>
          </a:xfrm>
          <a:prstGeom prst="bentConnector2">
            <a:avLst/>
          </a:prstGeom>
          <a:noFill/>
          <a:ln w="9525" cap="flat" cmpd="sng">
            <a:solidFill>
              <a:schemeClr val="dk2"/>
            </a:solidFill>
            <a:prstDash val="solid"/>
            <a:round/>
            <a:headEnd type="none" w="sm" len="sm"/>
            <a:tailEnd type="none" w="sm" len="sm"/>
          </a:ln>
        </p:spPr>
      </p:cxnSp>
      <p:cxnSp>
        <p:nvCxnSpPr>
          <p:cNvPr id="931" name="Google Shape;931;p131"/>
          <p:cNvCxnSpPr>
            <a:endCxn id="928" idx="3"/>
          </p:cNvCxnSpPr>
          <p:nvPr/>
        </p:nvCxnSpPr>
        <p:spPr>
          <a:xfrm flipH="1">
            <a:off x="6039425" y="2067600"/>
            <a:ext cx="1738200" cy="295800"/>
          </a:xfrm>
          <a:prstGeom prst="bentConnector3">
            <a:avLst>
              <a:gd name="adj1" fmla="val 50000"/>
            </a:avLst>
          </a:prstGeom>
          <a:noFill/>
          <a:ln w="9525" cap="flat" cmpd="sng">
            <a:solidFill>
              <a:schemeClr val="dk2"/>
            </a:solidFill>
            <a:prstDash val="solid"/>
            <a:round/>
            <a:headEnd type="none" w="sm" len="sm"/>
            <a:tailEnd type="none" w="sm" len="sm"/>
          </a:ln>
        </p:spPr>
      </p:cxnSp>
      <p:sp>
        <p:nvSpPr>
          <p:cNvPr id="932" name="Google Shape;932;p131"/>
          <p:cNvSpPr txBox="1"/>
          <p:nvPr/>
        </p:nvSpPr>
        <p:spPr>
          <a:xfrm>
            <a:off x="7093475" y="1803401"/>
            <a:ext cx="408900" cy="166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Verizon NHG TX"/>
                <a:ea typeface="Verizon NHG TX"/>
                <a:cs typeface="Verizon NHG TX"/>
                <a:sym typeface="Verizon NHG TX"/>
              </a:rPr>
              <a:t>NO</a:t>
            </a:r>
            <a:endParaRPr sz="800" b="0" i="0" u="none" strike="noStrike" cap="none">
              <a:solidFill>
                <a:srgbClr val="000000"/>
              </a:solidFill>
              <a:latin typeface="Verizon NHG TX"/>
              <a:ea typeface="Verizon NHG TX"/>
              <a:cs typeface="Verizon NHG TX"/>
              <a:sym typeface="Verizon NHG TX"/>
            </a:endParaRPr>
          </a:p>
        </p:txBody>
      </p:sp>
      <p:sp>
        <p:nvSpPr>
          <p:cNvPr id="933" name="Google Shape;933;p131"/>
          <p:cNvSpPr/>
          <p:nvPr/>
        </p:nvSpPr>
        <p:spPr>
          <a:xfrm>
            <a:off x="1870472" y="2882133"/>
            <a:ext cx="1482300" cy="753600"/>
          </a:xfrm>
          <a:prstGeom prst="ellipse">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00"/>
                </a:solidFill>
                <a:latin typeface="Verizon NHG TX"/>
                <a:ea typeface="Verizon NHG TX"/>
                <a:cs typeface="Verizon NHG TX"/>
                <a:sym typeface="Verizon NHG TX"/>
              </a:rPr>
              <a:t>Follow existing International predictive handling (links to DA)</a:t>
            </a:r>
            <a:endParaRPr sz="800" b="1" i="0" u="none" strike="noStrike" cap="none">
              <a:solidFill>
                <a:srgbClr val="000000"/>
              </a:solidFill>
              <a:latin typeface="Verizon NHG TX"/>
              <a:ea typeface="Verizon NHG TX"/>
              <a:cs typeface="Verizon NHG TX"/>
              <a:sym typeface="Verizon NHG TX"/>
            </a:endParaRPr>
          </a:p>
        </p:txBody>
      </p:sp>
      <p:cxnSp>
        <p:nvCxnSpPr>
          <p:cNvPr id="934" name="Google Shape;934;p131"/>
          <p:cNvCxnSpPr/>
          <p:nvPr/>
        </p:nvCxnSpPr>
        <p:spPr>
          <a:xfrm>
            <a:off x="2936350" y="3361254"/>
            <a:ext cx="0" cy="0"/>
          </a:xfrm>
          <a:prstGeom prst="straightConnector1">
            <a:avLst/>
          </a:prstGeom>
          <a:noFill/>
          <a:ln w="9525" cap="flat" cmpd="sng">
            <a:solidFill>
              <a:schemeClr val="dk2"/>
            </a:solidFill>
            <a:prstDash val="solid"/>
            <a:round/>
            <a:headEnd type="none" w="sm" len="sm"/>
            <a:tailEnd type="none" w="sm" len="sm"/>
          </a:ln>
        </p:spPr>
      </p:cxnSp>
      <p:cxnSp>
        <p:nvCxnSpPr>
          <p:cNvPr id="935" name="Google Shape;935;p131"/>
          <p:cNvCxnSpPr/>
          <p:nvPr/>
        </p:nvCxnSpPr>
        <p:spPr>
          <a:xfrm flipH="1">
            <a:off x="3439675" y="2602725"/>
            <a:ext cx="268200" cy="448800"/>
          </a:xfrm>
          <a:prstGeom prst="straightConnector1">
            <a:avLst/>
          </a:prstGeom>
          <a:noFill/>
          <a:ln w="9525" cap="flat" cmpd="sng">
            <a:solidFill>
              <a:schemeClr val="dk2"/>
            </a:solidFill>
            <a:prstDash val="solid"/>
            <a:round/>
            <a:headEnd type="none" w="sm" len="sm"/>
            <a:tailEnd type="triangle" w="med" len="med"/>
          </a:ln>
        </p:spPr>
      </p:cxnSp>
      <p:cxnSp>
        <p:nvCxnSpPr>
          <p:cNvPr id="936" name="Google Shape;936;p131"/>
          <p:cNvCxnSpPr/>
          <p:nvPr/>
        </p:nvCxnSpPr>
        <p:spPr>
          <a:xfrm>
            <a:off x="4378549" y="2566158"/>
            <a:ext cx="284100" cy="496800"/>
          </a:xfrm>
          <a:prstGeom prst="straightConnector1">
            <a:avLst/>
          </a:prstGeom>
          <a:noFill/>
          <a:ln w="9525" cap="flat" cmpd="sng">
            <a:solidFill>
              <a:schemeClr val="dk2"/>
            </a:solidFill>
            <a:prstDash val="solid"/>
            <a:round/>
            <a:headEnd type="none" w="sm" len="sm"/>
            <a:tailEnd type="triangle" w="med" len="med"/>
          </a:ln>
        </p:spPr>
      </p:cxnSp>
      <p:sp>
        <p:nvSpPr>
          <p:cNvPr id="937" name="Google Shape;937;p131"/>
          <p:cNvSpPr txBox="1"/>
          <p:nvPr/>
        </p:nvSpPr>
        <p:spPr>
          <a:xfrm>
            <a:off x="3076571" y="2784847"/>
            <a:ext cx="4941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Yes</a:t>
            </a:r>
            <a:endParaRPr sz="1400" b="0" i="0" u="none" strike="noStrike" cap="none">
              <a:solidFill>
                <a:srgbClr val="000000"/>
              </a:solidFill>
              <a:latin typeface="Arial"/>
              <a:ea typeface="Arial"/>
              <a:cs typeface="Arial"/>
              <a:sym typeface="Arial"/>
            </a:endParaRPr>
          </a:p>
        </p:txBody>
      </p:sp>
      <p:sp>
        <p:nvSpPr>
          <p:cNvPr id="938" name="Google Shape;938;p131"/>
          <p:cNvSpPr/>
          <p:nvPr/>
        </p:nvSpPr>
        <p:spPr>
          <a:xfrm>
            <a:off x="4717797" y="2908427"/>
            <a:ext cx="1406700" cy="7011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Verizon NHG TX"/>
                <a:ea typeface="Verizon NHG TX"/>
                <a:cs typeface="Verizon NHG TX"/>
                <a:sym typeface="Verizon NHG TX"/>
              </a:rPr>
              <a:t>Go to Main Menu</a:t>
            </a:r>
            <a:endParaRPr sz="1000" b="1" i="0" u="none" strike="noStrike" cap="none">
              <a:solidFill>
                <a:srgbClr val="000000"/>
              </a:solidFill>
              <a:latin typeface="Verizon NHG TX"/>
              <a:ea typeface="Verizon NHG TX"/>
              <a:cs typeface="Verizon NHG TX"/>
              <a:sym typeface="Verizon NHG TX"/>
            </a:endParaRPr>
          </a:p>
        </p:txBody>
      </p:sp>
      <p:sp>
        <p:nvSpPr>
          <p:cNvPr id="939" name="Google Shape;939;p131"/>
          <p:cNvSpPr txBox="1"/>
          <p:nvPr/>
        </p:nvSpPr>
        <p:spPr>
          <a:xfrm>
            <a:off x="49100" y="4074800"/>
            <a:ext cx="41751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4"/>
              </a:rPr>
              <a:t>https://onejira.verizon.com/browse/HAVC-1929</a:t>
            </a:r>
            <a:endParaRPr sz="1100"/>
          </a:p>
        </p:txBody>
      </p:sp>
      <p:cxnSp>
        <p:nvCxnSpPr>
          <p:cNvPr id="940" name="Google Shape;940;p131"/>
          <p:cNvCxnSpPr/>
          <p:nvPr/>
        </p:nvCxnSpPr>
        <p:spPr>
          <a:xfrm rot="10800000">
            <a:off x="5413500" y="2278575"/>
            <a:ext cx="711000" cy="239100"/>
          </a:xfrm>
          <a:prstGeom prst="straightConnector1">
            <a:avLst/>
          </a:prstGeom>
          <a:noFill/>
          <a:ln w="9525" cap="flat" cmpd="sng">
            <a:solidFill>
              <a:schemeClr val="dk2"/>
            </a:solidFill>
            <a:prstDash val="solid"/>
            <a:round/>
            <a:headEnd type="none" w="sm" len="sm"/>
            <a:tailEnd type="triangle" w="med" len="med"/>
          </a:ln>
        </p:spPr>
      </p:cxnSp>
      <p:sp>
        <p:nvSpPr>
          <p:cNvPr id="941" name="Google Shape;941;p131"/>
          <p:cNvSpPr/>
          <p:nvPr/>
        </p:nvSpPr>
        <p:spPr>
          <a:xfrm>
            <a:off x="5836000" y="2460800"/>
            <a:ext cx="2748900" cy="631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900" b="1">
                <a:solidFill>
                  <a:srgbClr val="FF0000"/>
                </a:solidFill>
                <a:latin typeface="Verizon NHG DS"/>
                <a:ea typeface="Verizon NHG DS"/>
                <a:cs typeface="Verizon NHG DS"/>
                <a:sym typeface="Verizon NHG DS"/>
              </a:rPr>
              <a:t>Removing the word “our” from this prompt</a:t>
            </a:r>
            <a:endParaRPr sz="900" b="1">
              <a:solidFill>
                <a:srgbClr val="FF0000"/>
              </a:solidFill>
              <a:latin typeface="Verizon NHG DS"/>
              <a:ea typeface="Verizon NHG DS"/>
              <a:cs typeface="Verizon NHG DS"/>
              <a:sym typeface="Verizon NHG DS"/>
            </a:endParaRPr>
          </a:p>
          <a:p>
            <a:pPr marL="0" marR="0" lvl="0" indent="0" algn="l" rtl="0">
              <a:lnSpc>
                <a:spcPct val="100000"/>
              </a:lnSpc>
              <a:spcBef>
                <a:spcPts val="0"/>
              </a:spcBef>
              <a:spcAft>
                <a:spcPts val="0"/>
              </a:spcAft>
              <a:buClr>
                <a:srgbClr val="000000"/>
              </a:buClr>
              <a:buSzPts val="800"/>
              <a:buFont typeface="Arial"/>
              <a:buNone/>
            </a:pPr>
            <a:r>
              <a:rPr lang="en" sz="900" b="1">
                <a:solidFill>
                  <a:srgbClr val="FF0000"/>
                </a:solidFill>
                <a:latin typeface="Verizon NHG DS"/>
                <a:ea typeface="Verizon NHG DS"/>
                <a:cs typeface="Verizon NHG DS"/>
                <a:sym typeface="Verizon NHG DS"/>
              </a:rPr>
              <a:t>V.3537-ini  - Millennial</a:t>
            </a:r>
            <a:endParaRPr sz="900" b="1">
              <a:solidFill>
                <a:srgbClr val="FF0000"/>
              </a:solidFill>
              <a:latin typeface="Verizon NHG DS"/>
              <a:ea typeface="Verizon NHG DS"/>
              <a:cs typeface="Verizon NHG DS"/>
              <a:sym typeface="Verizon NHG DS"/>
            </a:endParaRPr>
          </a:p>
          <a:p>
            <a:pPr marL="0" lvl="0" indent="0" algn="l" rtl="0">
              <a:spcBef>
                <a:spcPts val="0"/>
              </a:spcBef>
              <a:spcAft>
                <a:spcPts val="0"/>
              </a:spcAft>
              <a:buClr>
                <a:schemeClr val="dk1"/>
              </a:buClr>
              <a:buSzPts val="800"/>
              <a:buFont typeface="Arial"/>
              <a:buNone/>
            </a:pPr>
            <a:r>
              <a:rPr lang="en" sz="900" b="1">
                <a:solidFill>
                  <a:srgbClr val="FF0000"/>
                </a:solidFill>
                <a:latin typeface="Verizon NHG DS"/>
                <a:ea typeface="Verizon NHG DS"/>
                <a:cs typeface="Verizon NHG DS"/>
                <a:sym typeface="Verizon NHG DS"/>
              </a:rPr>
              <a:t>V.3538-ini  - GenX</a:t>
            </a:r>
            <a:endParaRPr sz="900" b="1">
              <a:solidFill>
                <a:srgbClr val="FF0000"/>
              </a:solidFill>
              <a:latin typeface="Verizon NHG DS"/>
              <a:ea typeface="Verizon NHG DS"/>
              <a:cs typeface="Verizon NHG DS"/>
              <a:sym typeface="Verizon NHG DS"/>
            </a:endParaRPr>
          </a:p>
          <a:p>
            <a:pPr marL="0" lvl="0" indent="0" algn="l" rtl="0">
              <a:spcBef>
                <a:spcPts val="0"/>
              </a:spcBef>
              <a:spcAft>
                <a:spcPts val="0"/>
              </a:spcAft>
              <a:buClr>
                <a:schemeClr val="dk1"/>
              </a:buClr>
              <a:buSzPts val="800"/>
              <a:buFont typeface="Arial"/>
              <a:buNone/>
            </a:pPr>
            <a:r>
              <a:rPr lang="en" sz="900" b="1">
                <a:solidFill>
                  <a:srgbClr val="FF0000"/>
                </a:solidFill>
                <a:latin typeface="Verizon NHG DS"/>
                <a:ea typeface="Verizon NHG DS"/>
                <a:cs typeface="Verizon NHG DS"/>
                <a:sym typeface="Verizon NHG DS"/>
              </a:rPr>
              <a:t>V.3539-ini  - Boomer</a:t>
            </a:r>
            <a:endParaRPr sz="900" b="1">
              <a:solidFill>
                <a:srgbClr val="FF0000"/>
              </a:solidFill>
              <a:latin typeface="Verizon NHG DS"/>
              <a:ea typeface="Verizon NHG DS"/>
              <a:cs typeface="Verizon NHG DS"/>
              <a:sym typeface="Verizon NHG D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Verizon PowerPoint 2017">
  <a:themeElements>
    <a:clrScheme name="Custom 3">
      <a:dk1>
        <a:srgbClr val="000000"/>
      </a:dk1>
      <a:lt1>
        <a:srgbClr val="FFFFFF"/>
      </a:lt1>
      <a:dk2>
        <a:srgbClr val="000000"/>
      </a:dk2>
      <a:lt2>
        <a:srgbClr val="FFFFFF"/>
      </a:lt2>
      <a:accent1>
        <a:srgbClr val="D52B1E"/>
      </a:accent1>
      <a:accent2>
        <a:srgbClr val="D8DADA"/>
      </a:accent2>
      <a:accent3>
        <a:srgbClr val="FFBC3D"/>
      </a:accent3>
      <a:accent4>
        <a:srgbClr val="ED7000"/>
      </a:accent4>
      <a:accent5>
        <a:srgbClr val="00AC3E"/>
      </a:accent5>
      <a:accent6>
        <a:srgbClr val="0088CE"/>
      </a:accent6>
      <a:hlink>
        <a:srgbClr val="000000"/>
      </a:hlink>
      <a:folHlink>
        <a:srgbClr val="0088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Verizon PowerPoint 2017">
  <a:themeElements>
    <a:clrScheme name="Custom 3">
      <a:dk1>
        <a:srgbClr val="000000"/>
      </a:dk1>
      <a:lt1>
        <a:srgbClr val="FFFFFF"/>
      </a:lt1>
      <a:dk2>
        <a:srgbClr val="000000"/>
      </a:dk2>
      <a:lt2>
        <a:srgbClr val="FFFFFF"/>
      </a:lt2>
      <a:accent1>
        <a:srgbClr val="D52B1E"/>
      </a:accent1>
      <a:accent2>
        <a:srgbClr val="D8DADA"/>
      </a:accent2>
      <a:accent3>
        <a:srgbClr val="FFBC3D"/>
      </a:accent3>
      <a:accent4>
        <a:srgbClr val="ED7000"/>
      </a:accent4>
      <a:accent5>
        <a:srgbClr val="00AC3E"/>
      </a:accent5>
      <a:accent6>
        <a:srgbClr val="0088CE"/>
      </a:accent6>
      <a:hlink>
        <a:srgbClr val="000000"/>
      </a:hlink>
      <a:folHlink>
        <a:srgbClr val="0088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Verizon PowerPoint 2017">
  <a:themeElements>
    <a:clrScheme name="Custom 3">
      <a:dk1>
        <a:srgbClr val="000000"/>
      </a:dk1>
      <a:lt1>
        <a:srgbClr val="FFFFFF"/>
      </a:lt1>
      <a:dk2>
        <a:srgbClr val="000000"/>
      </a:dk2>
      <a:lt2>
        <a:srgbClr val="FFFFFF"/>
      </a:lt2>
      <a:accent1>
        <a:srgbClr val="D52B1E"/>
      </a:accent1>
      <a:accent2>
        <a:srgbClr val="D8DADA"/>
      </a:accent2>
      <a:accent3>
        <a:srgbClr val="FFBC3D"/>
      </a:accent3>
      <a:accent4>
        <a:srgbClr val="ED7000"/>
      </a:accent4>
      <a:accent5>
        <a:srgbClr val="00AC3E"/>
      </a:accent5>
      <a:accent6>
        <a:srgbClr val="0088CE"/>
      </a:accent6>
      <a:hlink>
        <a:srgbClr val="000000"/>
      </a:hlink>
      <a:folHlink>
        <a:srgbClr val="0088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ACE_4x3_PPT_Tempate_Spring_2017_August">
  <a:themeElements>
    <a:clrScheme name="VZACE2017 JUNE">
      <a:dk1>
        <a:srgbClr val="000000"/>
      </a:dk1>
      <a:lt1>
        <a:srgbClr val="FFFFFF"/>
      </a:lt1>
      <a:dk2>
        <a:srgbClr val="747676"/>
      </a:dk2>
      <a:lt2>
        <a:srgbClr val="333333"/>
      </a:lt2>
      <a:accent1>
        <a:srgbClr val="D8DADA"/>
      </a:accent1>
      <a:accent2>
        <a:srgbClr val="D52B1E"/>
      </a:accent2>
      <a:accent3>
        <a:srgbClr val="FFBC3D"/>
      </a:accent3>
      <a:accent4>
        <a:srgbClr val="ED7000"/>
      </a:accent4>
      <a:accent5>
        <a:srgbClr val="00AC3E"/>
      </a:accent5>
      <a:accent6>
        <a:srgbClr val="0088CE"/>
      </a:accent6>
      <a:hlink>
        <a:srgbClr val="0088CE"/>
      </a:hlink>
      <a:folHlink>
        <a:srgbClr val="0088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Verizon PowerPoint 2017">
  <a:themeElements>
    <a:clrScheme name="Custom 3">
      <a:dk1>
        <a:srgbClr val="000000"/>
      </a:dk1>
      <a:lt1>
        <a:srgbClr val="FFFFFF"/>
      </a:lt1>
      <a:dk2>
        <a:srgbClr val="000000"/>
      </a:dk2>
      <a:lt2>
        <a:srgbClr val="FFFFFF"/>
      </a:lt2>
      <a:accent1>
        <a:srgbClr val="D52B1E"/>
      </a:accent1>
      <a:accent2>
        <a:srgbClr val="D8DADA"/>
      </a:accent2>
      <a:accent3>
        <a:srgbClr val="FFBC3D"/>
      </a:accent3>
      <a:accent4>
        <a:srgbClr val="ED7000"/>
      </a:accent4>
      <a:accent5>
        <a:srgbClr val="00AC3E"/>
      </a:accent5>
      <a:accent6>
        <a:srgbClr val="0088CE"/>
      </a:accent6>
      <a:hlink>
        <a:srgbClr val="000000"/>
      </a:hlink>
      <a:folHlink>
        <a:srgbClr val="0088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649</Words>
  <Application>Microsoft Office PowerPoint</Application>
  <PresentationFormat>On-screen Show (16:9)</PresentationFormat>
  <Paragraphs>201</Paragraphs>
  <Slides>7</Slides>
  <Notes>7</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7</vt:i4>
      </vt:variant>
    </vt:vector>
  </HeadingPairs>
  <TitlesOfParts>
    <vt:vector size="19" baseType="lpstr">
      <vt:lpstr>Calibri</vt:lpstr>
      <vt:lpstr>Arial Narrow</vt:lpstr>
      <vt:lpstr>Verizon NHG TX</vt:lpstr>
      <vt:lpstr>Neue Haas Grotesk Text Std</vt:lpstr>
      <vt:lpstr>Verizon NHG DS</vt:lpstr>
      <vt:lpstr>Arial</vt:lpstr>
      <vt:lpstr>Simple Light</vt:lpstr>
      <vt:lpstr>Verizon PowerPoint 2017</vt:lpstr>
      <vt:lpstr>Verizon PowerPoint 2017</vt:lpstr>
      <vt:lpstr>Verizon PowerPoint 2017</vt:lpstr>
      <vt:lpstr>1_ACE_4x3_PPT_Tempate_Spring_2017_August</vt:lpstr>
      <vt:lpstr>Verizon PowerPoint 2017</vt:lpstr>
      <vt:lpstr>International Model</vt:lpstr>
      <vt:lpstr>International model execution</vt:lpstr>
      <vt:lpstr>Model targets</vt:lpstr>
      <vt:lpstr>Data sourcing</vt:lpstr>
      <vt:lpstr>Model features</vt:lpstr>
      <vt:lpstr>International Model Experience    </vt:lpstr>
      <vt:lpstr>International – Target November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Model</dc:title>
  <dc:creator>Naqvi, Rahul</dc:creator>
  <cp:lastModifiedBy>Naqvi, Rahul</cp:lastModifiedBy>
  <cp:revision>1</cp:revision>
  <dcterms:modified xsi:type="dcterms:W3CDTF">2020-08-27T14:42:11Z</dcterms:modified>
</cp:coreProperties>
</file>